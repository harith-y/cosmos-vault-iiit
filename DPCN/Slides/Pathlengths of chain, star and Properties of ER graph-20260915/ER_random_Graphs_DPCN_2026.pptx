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9"/>
  </p:notesMasterIdLst>
  <p:sldIdLst>
    <p:sldId id="277" r:id="rId2"/>
    <p:sldId id="400" r:id="rId3"/>
    <p:sldId id="397" r:id="rId4"/>
    <p:sldId id="261" r:id="rId5"/>
    <p:sldId id="263" r:id="rId6"/>
    <p:sldId id="267" r:id="rId7"/>
    <p:sldId id="978" r:id="rId8"/>
    <p:sldId id="266" r:id="rId9"/>
    <p:sldId id="272" r:id="rId10"/>
    <p:sldId id="270" r:id="rId11"/>
    <p:sldId id="271" r:id="rId12"/>
    <p:sldId id="411" r:id="rId13"/>
    <p:sldId id="413" r:id="rId14"/>
    <p:sldId id="422" r:id="rId15"/>
    <p:sldId id="408" r:id="rId16"/>
    <p:sldId id="977" r:id="rId17"/>
    <p:sldId id="1001" r:id="rId18"/>
    <p:sldId id="423" r:id="rId19"/>
    <p:sldId id="331" r:id="rId20"/>
    <p:sldId id="332" r:id="rId21"/>
    <p:sldId id="333" r:id="rId22"/>
    <p:sldId id="417" r:id="rId23"/>
    <p:sldId id="416" r:id="rId24"/>
    <p:sldId id="418" r:id="rId25"/>
    <p:sldId id="419" r:id="rId26"/>
    <p:sldId id="979" r:id="rId27"/>
    <p:sldId id="1006" r:id="rId28"/>
    <p:sldId id="981" r:id="rId29"/>
    <p:sldId id="414" r:id="rId30"/>
    <p:sldId id="998" r:id="rId31"/>
    <p:sldId id="989" r:id="rId32"/>
    <p:sldId id="991" r:id="rId33"/>
    <p:sldId id="992" r:id="rId34"/>
    <p:sldId id="993" r:id="rId35"/>
    <p:sldId id="994" r:id="rId36"/>
    <p:sldId id="995" r:id="rId37"/>
    <p:sldId id="1002" r:id="rId38"/>
    <p:sldId id="996" r:id="rId39"/>
    <p:sldId id="997" r:id="rId40"/>
    <p:sldId id="999" r:id="rId41"/>
    <p:sldId id="983" r:id="rId42"/>
    <p:sldId id="988" r:id="rId43"/>
    <p:sldId id="982" r:id="rId44"/>
    <p:sldId id="1004" r:id="rId45"/>
    <p:sldId id="990" r:id="rId46"/>
    <p:sldId id="985" r:id="rId47"/>
    <p:sldId id="986" r:id="rId48"/>
    <p:sldId id="987" r:id="rId49"/>
    <p:sldId id="1000" r:id="rId50"/>
    <p:sldId id="1038" r:id="rId51"/>
    <p:sldId id="1008" r:id="rId52"/>
    <p:sldId id="1009" r:id="rId53"/>
    <p:sldId id="1010" r:id="rId54"/>
    <p:sldId id="1011" r:id="rId55"/>
    <p:sldId id="1012" r:id="rId56"/>
    <p:sldId id="1013" r:id="rId57"/>
    <p:sldId id="1031" r:id="rId58"/>
    <p:sldId id="1014" r:id="rId59"/>
    <p:sldId id="1016" r:id="rId60"/>
    <p:sldId id="1018" r:id="rId61"/>
    <p:sldId id="1039" r:id="rId62"/>
    <p:sldId id="420" r:id="rId63"/>
    <p:sldId id="1015" r:id="rId64"/>
    <p:sldId id="1032" r:id="rId65"/>
    <p:sldId id="1033" r:id="rId66"/>
    <p:sldId id="1034" r:id="rId67"/>
    <p:sldId id="1041" r:id="rId68"/>
    <p:sldId id="1020" r:id="rId69"/>
    <p:sldId id="1040" r:id="rId70"/>
    <p:sldId id="1021" r:id="rId71"/>
    <p:sldId id="1022" r:id="rId72"/>
    <p:sldId id="1023" r:id="rId73"/>
    <p:sldId id="1036" r:id="rId74"/>
    <p:sldId id="1028" r:id="rId75"/>
    <p:sldId id="1037" r:id="rId76"/>
    <p:sldId id="1026" r:id="rId77"/>
    <p:sldId id="1025" r:id="rId78"/>
    <p:sldId id="1024" r:id="rId79"/>
    <p:sldId id="1027" r:id="rId80"/>
    <p:sldId id="1029" r:id="rId81"/>
    <p:sldId id="1030" r:id="rId82"/>
    <p:sldId id="1042" r:id="rId83"/>
    <p:sldId id="1043" r:id="rId84"/>
    <p:sldId id="1044" r:id="rId85"/>
    <p:sldId id="1045" r:id="rId86"/>
    <p:sldId id="973" r:id="rId87"/>
    <p:sldId id="335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421" r:id="rId9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026C74-C42F-41AE-BE0F-80E6DCFB919B}" v="1" dt="2024-02-26T11:18:08.2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85433" autoAdjust="0"/>
  </p:normalViewPr>
  <p:slideViewPr>
    <p:cSldViewPr>
      <p:cViewPr varScale="1">
        <p:scale>
          <a:sx n="95" d="100"/>
          <a:sy n="95" d="100"/>
        </p:scale>
        <p:origin x="1090" y="72"/>
      </p:cViewPr>
      <p:guideLst>
        <p:guide orient="horz" pos="2205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theme" Target="theme/theme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notesMaster" Target="notesMasters/notesMaster1.xml"/><Relationship Id="rId10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microsoft.com/office/2016/11/relationships/changesInfo" Target="changesInfos/changesInfo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presProps" Target="presProps.xml"/><Relationship Id="rId105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ittaranjan Hens" userId="6fc03958433e8a43" providerId="LiveId" clId="{CCD3CE61-4D88-4013-A37F-A71FC2B550FB}"/>
    <pc:docChg chg="undo custSel addSld delSld modSld sldOrd">
      <pc:chgData name="Chittaranjan Hens" userId="6fc03958433e8a43" providerId="LiveId" clId="{CCD3CE61-4D88-4013-A37F-A71FC2B550FB}" dt="2023-01-29T00:40:28.634" v="1694"/>
      <pc:docMkLst>
        <pc:docMk/>
      </pc:docMkLst>
      <pc:sldChg chg="addSp delSp modSp del mod">
        <pc:chgData name="Chittaranjan Hens" userId="6fc03958433e8a43" providerId="LiveId" clId="{CCD3CE61-4D88-4013-A37F-A71FC2B550FB}" dt="2023-01-14T04:21:59.044" v="94" actId="47"/>
        <pc:sldMkLst>
          <pc:docMk/>
          <pc:sldMk cId="0" sldId="256"/>
        </pc:sldMkLst>
        <pc:spChg chg="del">
          <ac:chgData name="Chittaranjan Hens" userId="6fc03958433e8a43" providerId="LiveId" clId="{CCD3CE61-4D88-4013-A37F-A71FC2B550FB}" dt="2023-01-14T04:21:51.057" v="92" actId="21"/>
          <ac:spMkLst>
            <pc:docMk/>
            <pc:sldMk cId="0" sldId="256"/>
            <ac:spMk id="3" creationId="{00000000-0000-0000-0000-000000000000}"/>
          </ac:spMkLst>
        </pc:spChg>
        <pc:spChg chg="add mod">
          <ac:chgData name="Chittaranjan Hens" userId="6fc03958433e8a43" providerId="LiveId" clId="{CCD3CE61-4D88-4013-A37F-A71FC2B550FB}" dt="2023-01-14T04:21:51.057" v="92" actId="21"/>
          <ac:spMkLst>
            <pc:docMk/>
            <pc:sldMk cId="0" sldId="256"/>
            <ac:spMk id="5" creationId="{E13DB56C-1F25-477C-6DF9-B37C393C2CDD}"/>
          </ac:spMkLst>
        </pc:spChg>
      </pc:sldChg>
      <pc:sldChg chg="delSp modSp mod delAnim modAnim">
        <pc:chgData name="Chittaranjan Hens" userId="6fc03958433e8a43" providerId="LiveId" clId="{CCD3CE61-4D88-4013-A37F-A71FC2B550FB}" dt="2023-01-29T00:00:19.799" v="1509" actId="2711"/>
        <pc:sldMkLst>
          <pc:docMk/>
          <pc:sldMk cId="0" sldId="260"/>
        </pc:sldMkLst>
        <pc:spChg chg="mod">
          <ac:chgData name="Chittaranjan Hens" userId="6fc03958433e8a43" providerId="LiveId" clId="{CCD3CE61-4D88-4013-A37F-A71FC2B550FB}" dt="2023-01-29T00:00:19.799" v="1509" actId="2711"/>
          <ac:spMkLst>
            <pc:docMk/>
            <pc:sldMk cId="0" sldId="260"/>
            <ac:spMk id="3" creationId="{00000000-0000-0000-0000-000000000000}"/>
          </ac:spMkLst>
        </pc:spChg>
        <pc:spChg chg="mod">
          <ac:chgData name="Chittaranjan Hens" userId="6fc03958433e8a43" providerId="LiveId" clId="{CCD3CE61-4D88-4013-A37F-A71FC2B550FB}" dt="2023-01-28T23:59:54.300" v="1508" actId="1036"/>
          <ac:spMkLst>
            <pc:docMk/>
            <pc:sldMk cId="0" sldId="260"/>
            <ac:spMk id="5" creationId="{86474982-FADE-4C61-BC1A-271B9FEB5127}"/>
          </ac:spMkLst>
        </pc:spChg>
        <pc:picChg chg="del">
          <ac:chgData name="Chittaranjan Hens" userId="6fc03958433e8a43" providerId="LiveId" clId="{CCD3CE61-4D88-4013-A37F-A71FC2B550FB}" dt="2023-01-27T18:56:41.090" v="1459" actId="478"/>
          <ac:picMkLst>
            <pc:docMk/>
            <pc:sldMk cId="0" sldId="260"/>
            <ac:picMk id="2051" creationId="{00000000-0000-0000-0000-000000000000}"/>
          </ac:picMkLst>
        </pc:picChg>
      </pc:sldChg>
      <pc:sldChg chg="ord">
        <pc:chgData name="Chittaranjan Hens" userId="6fc03958433e8a43" providerId="LiveId" clId="{CCD3CE61-4D88-4013-A37F-A71FC2B550FB}" dt="2023-01-14T04:37:48.670" v="109"/>
        <pc:sldMkLst>
          <pc:docMk/>
          <pc:sldMk cId="0" sldId="261"/>
        </pc:sldMkLst>
      </pc:sldChg>
      <pc:sldChg chg="modSp mod">
        <pc:chgData name="Chittaranjan Hens" userId="6fc03958433e8a43" providerId="LiveId" clId="{CCD3CE61-4D88-4013-A37F-A71FC2B550FB}" dt="2023-01-29T00:01:57.027" v="1518" actId="27636"/>
        <pc:sldMkLst>
          <pc:docMk/>
          <pc:sldMk cId="0" sldId="262"/>
        </pc:sldMkLst>
        <pc:spChg chg="mod">
          <ac:chgData name="Chittaranjan Hens" userId="6fc03958433e8a43" providerId="LiveId" clId="{CCD3CE61-4D88-4013-A37F-A71FC2B550FB}" dt="2023-01-29T00:00:57.542" v="1512" actId="1076"/>
          <ac:spMkLst>
            <pc:docMk/>
            <pc:sldMk cId="0" sldId="262"/>
            <ac:spMk id="2" creationId="{D0D860ED-BCA9-C097-9E4E-E0C8963B7388}"/>
          </ac:spMkLst>
        </pc:spChg>
        <pc:spChg chg="mod">
          <ac:chgData name="Chittaranjan Hens" userId="6fc03958433e8a43" providerId="LiveId" clId="{CCD3CE61-4D88-4013-A37F-A71FC2B550FB}" dt="2023-01-29T00:01:57.027" v="1518" actId="27636"/>
          <ac:spMkLst>
            <pc:docMk/>
            <pc:sldMk cId="0" sldId="262"/>
            <ac:spMk id="3" creationId="{00000000-0000-0000-0000-000000000000}"/>
          </ac:spMkLst>
        </pc:spChg>
      </pc:sldChg>
      <pc:sldChg chg="addSp delSp modSp">
        <pc:chgData name="Chittaranjan Hens" userId="6fc03958433e8a43" providerId="LiveId" clId="{CCD3CE61-4D88-4013-A37F-A71FC2B550FB}" dt="2023-01-14T04:22:13.112" v="96"/>
        <pc:sldMkLst>
          <pc:docMk/>
          <pc:sldMk cId="0" sldId="263"/>
        </pc:sldMkLst>
        <pc:spChg chg="add del mod">
          <ac:chgData name="Chittaranjan Hens" userId="6fc03958433e8a43" providerId="LiveId" clId="{CCD3CE61-4D88-4013-A37F-A71FC2B550FB}" dt="2023-01-14T04:22:13.112" v="96"/>
          <ac:spMkLst>
            <pc:docMk/>
            <pc:sldMk cId="0" sldId="263"/>
            <ac:spMk id="2" creationId="{686B2614-25CD-2993-2BC1-32910152029B}"/>
          </ac:spMkLst>
        </pc:spChg>
      </pc:sldChg>
      <pc:sldChg chg="addSp modSp mod modAnim">
        <pc:chgData name="Chittaranjan Hens" userId="6fc03958433e8a43" providerId="LiveId" clId="{CCD3CE61-4D88-4013-A37F-A71FC2B550FB}" dt="2023-01-28T23:58:43.966" v="1503"/>
        <pc:sldMkLst>
          <pc:docMk/>
          <pc:sldMk cId="0" sldId="267"/>
        </pc:sldMkLst>
        <pc:spChg chg="mod">
          <ac:chgData name="Chittaranjan Hens" userId="6fc03958433e8a43" providerId="LiveId" clId="{CCD3CE61-4D88-4013-A37F-A71FC2B550FB}" dt="2023-01-28T23:57:49.059" v="1500" actId="164"/>
          <ac:spMkLst>
            <pc:docMk/>
            <pc:sldMk cId="0" sldId="267"/>
            <ac:spMk id="35" creationId="{00000000-0000-0000-0000-000000000000}"/>
          </ac:spMkLst>
        </pc:spChg>
        <pc:grpChg chg="add mod">
          <ac:chgData name="Chittaranjan Hens" userId="6fc03958433e8a43" providerId="LiveId" clId="{CCD3CE61-4D88-4013-A37F-A71FC2B550FB}" dt="2023-01-28T23:57:49.059" v="1500" actId="164"/>
          <ac:grpSpMkLst>
            <pc:docMk/>
            <pc:sldMk cId="0" sldId="267"/>
            <ac:grpSpMk id="15" creationId="{9D575993-BEDD-5E9F-7546-5602568B735A}"/>
          </ac:grpSpMkLst>
        </pc:grpChg>
        <pc:picChg chg="mod">
          <ac:chgData name="Chittaranjan Hens" userId="6fc03958433e8a43" providerId="LiveId" clId="{CCD3CE61-4D88-4013-A37F-A71FC2B550FB}" dt="2023-01-28T23:57:11.889" v="1497" actId="1076"/>
          <ac:picMkLst>
            <pc:docMk/>
            <pc:sldMk cId="0" sldId="267"/>
            <ac:picMk id="4" creationId="{FB4A85CF-7BF7-06F1-5207-0517E7657002}"/>
          </ac:picMkLst>
        </pc:picChg>
        <pc:picChg chg="mod">
          <ac:chgData name="Chittaranjan Hens" userId="6fc03958433e8a43" providerId="LiveId" clId="{CCD3CE61-4D88-4013-A37F-A71FC2B550FB}" dt="2023-01-28T23:57:49.059" v="1500" actId="164"/>
          <ac:picMkLst>
            <pc:docMk/>
            <pc:sldMk cId="0" sldId="267"/>
            <ac:picMk id="3078" creationId="{00000000-0000-0000-0000-000000000000}"/>
          </ac:picMkLst>
        </pc:picChg>
      </pc:sldChg>
      <pc:sldChg chg="delSp modSp del mod ord delAnim">
        <pc:chgData name="Chittaranjan Hens" userId="6fc03958433e8a43" providerId="LiveId" clId="{CCD3CE61-4D88-4013-A37F-A71FC2B550FB}" dt="2023-01-14T04:45:50.098" v="115" actId="47"/>
        <pc:sldMkLst>
          <pc:docMk/>
          <pc:sldMk cId="0" sldId="269"/>
        </pc:sldMkLst>
        <pc:spChg chg="del mod">
          <ac:chgData name="Chittaranjan Hens" userId="6fc03958433e8a43" providerId="LiveId" clId="{CCD3CE61-4D88-4013-A37F-A71FC2B550FB}" dt="2023-01-14T04:45:29.013" v="111" actId="478"/>
          <ac:spMkLst>
            <pc:docMk/>
            <pc:sldMk cId="0" sldId="269"/>
            <ac:spMk id="9" creationId="{00000000-0000-0000-0000-000000000000}"/>
          </ac:spMkLst>
        </pc:spChg>
        <pc:spChg chg="del">
          <ac:chgData name="Chittaranjan Hens" userId="6fc03958433e8a43" providerId="LiveId" clId="{CCD3CE61-4D88-4013-A37F-A71FC2B550FB}" dt="2023-01-14T04:45:29.013" v="111" actId="478"/>
          <ac:spMkLst>
            <pc:docMk/>
            <pc:sldMk cId="0" sldId="269"/>
            <ac:spMk id="12" creationId="{00000000-0000-0000-0000-000000000000}"/>
          </ac:spMkLst>
        </pc:spChg>
        <pc:graphicFrameChg chg="del">
          <ac:chgData name="Chittaranjan Hens" userId="6fc03958433e8a43" providerId="LiveId" clId="{CCD3CE61-4D88-4013-A37F-A71FC2B550FB}" dt="2023-01-14T04:45:29.013" v="111" actId="478"/>
          <ac:graphicFrameMkLst>
            <pc:docMk/>
            <pc:sldMk cId="0" sldId="269"/>
            <ac:graphicFrameMk id="13" creationId="{00000000-0000-0000-0000-000000000000}"/>
          </ac:graphicFrameMkLst>
        </pc:graphicFrameChg>
        <pc:graphicFrameChg chg="del mod">
          <ac:chgData name="Chittaranjan Hens" userId="6fc03958433e8a43" providerId="LiveId" clId="{CCD3CE61-4D88-4013-A37F-A71FC2B550FB}" dt="2023-01-14T04:45:29.013" v="111" actId="478"/>
          <ac:graphicFrameMkLst>
            <pc:docMk/>
            <pc:sldMk cId="0" sldId="269"/>
            <ac:graphicFrameMk id="5125" creationId="{00000000-0000-0000-0000-000000000000}"/>
          </ac:graphicFrameMkLst>
        </pc:graphicFrameChg>
        <pc:picChg chg="del">
          <ac:chgData name="Chittaranjan Hens" userId="6fc03958433e8a43" providerId="LiveId" clId="{CCD3CE61-4D88-4013-A37F-A71FC2B550FB}" dt="2023-01-14T04:45:31.675" v="112" actId="478"/>
          <ac:picMkLst>
            <pc:docMk/>
            <pc:sldMk cId="0" sldId="269"/>
            <ac:picMk id="5124" creationId="{00000000-0000-0000-0000-000000000000}"/>
          </ac:picMkLst>
        </pc:picChg>
      </pc:sldChg>
      <pc:sldChg chg="modSp mod ord">
        <pc:chgData name="Chittaranjan Hens" userId="6fc03958433e8a43" providerId="LiveId" clId="{CCD3CE61-4D88-4013-A37F-A71FC2B550FB}" dt="2023-01-28T23:54:14.962" v="1479"/>
        <pc:sldMkLst>
          <pc:docMk/>
          <pc:sldMk cId="0" sldId="271"/>
        </pc:sldMkLst>
        <pc:spChg chg="mod">
          <ac:chgData name="Chittaranjan Hens" userId="6fc03958433e8a43" providerId="LiveId" clId="{CCD3CE61-4D88-4013-A37F-A71FC2B550FB}" dt="2023-01-28T23:54:14.962" v="1479"/>
          <ac:spMkLst>
            <pc:docMk/>
            <pc:sldMk cId="0" sldId="271"/>
            <ac:spMk id="18" creationId="{00000000-0000-0000-0000-000000000000}"/>
          </ac:spMkLst>
        </pc:spChg>
        <pc:spChg chg="mod">
          <ac:chgData name="Chittaranjan Hens" userId="6fc03958433e8a43" providerId="LiveId" clId="{CCD3CE61-4D88-4013-A37F-A71FC2B550FB}" dt="2023-01-27T19:24:26.242" v="1461" actId="20577"/>
          <ac:spMkLst>
            <pc:docMk/>
            <pc:sldMk cId="0" sldId="271"/>
            <ac:spMk id="33806" creationId="{00000000-0000-0000-0000-000000000000}"/>
          </ac:spMkLst>
        </pc:spChg>
      </pc:sldChg>
      <pc:sldChg chg="del">
        <pc:chgData name="Chittaranjan Hens" userId="6fc03958433e8a43" providerId="LiveId" clId="{CCD3CE61-4D88-4013-A37F-A71FC2B550FB}" dt="2023-01-14T04:46:39.277" v="116" actId="47"/>
        <pc:sldMkLst>
          <pc:docMk/>
          <pc:sldMk cId="0" sldId="273"/>
        </pc:sldMkLst>
      </pc:sldChg>
      <pc:sldChg chg="del">
        <pc:chgData name="Chittaranjan Hens" userId="6fc03958433e8a43" providerId="LiveId" clId="{CCD3CE61-4D88-4013-A37F-A71FC2B550FB}" dt="2023-01-14T04:21:42.449" v="91" actId="47"/>
        <pc:sldMkLst>
          <pc:docMk/>
          <pc:sldMk cId="0" sldId="276"/>
        </pc:sldMkLst>
      </pc:sldChg>
      <pc:sldChg chg="addSp modSp">
        <pc:chgData name="Chittaranjan Hens" userId="6fc03958433e8a43" providerId="LiveId" clId="{CCD3CE61-4D88-4013-A37F-A71FC2B550FB}" dt="2023-01-14T04:21:55.820" v="93"/>
        <pc:sldMkLst>
          <pc:docMk/>
          <pc:sldMk cId="0" sldId="277"/>
        </pc:sldMkLst>
        <pc:spChg chg="add mod">
          <ac:chgData name="Chittaranjan Hens" userId="6fc03958433e8a43" providerId="LiveId" clId="{CCD3CE61-4D88-4013-A37F-A71FC2B550FB}" dt="2023-01-14T04:21:55.820" v="93"/>
          <ac:spMkLst>
            <pc:docMk/>
            <pc:sldMk cId="0" sldId="277"/>
            <ac:spMk id="2" creationId="{D08337AB-AA71-03A3-3E06-8F819A9F225F}"/>
          </ac:spMkLst>
        </pc:spChg>
      </pc:sldChg>
      <pc:sldChg chg="modSp add mod">
        <pc:chgData name="Chittaranjan Hens" userId="6fc03958433e8a43" providerId="LiveId" clId="{CCD3CE61-4D88-4013-A37F-A71FC2B550FB}" dt="2023-01-14T06:33:25.548" v="194" actId="6549"/>
        <pc:sldMkLst>
          <pc:docMk/>
          <pc:sldMk cId="520553785" sldId="278"/>
        </pc:sldMkLst>
        <pc:spChg chg="mod">
          <ac:chgData name="Chittaranjan Hens" userId="6fc03958433e8a43" providerId="LiveId" clId="{CCD3CE61-4D88-4013-A37F-A71FC2B550FB}" dt="2023-01-14T06:33:25.548" v="194" actId="6549"/>
          <ac:spMkLst>
            <pc:docMk/>
            <pc:sldMk cId="520553785" sldId="278"/>
            <ac:spMk id="3" creationId="{00000000-0000-0000-0000-000000000000}"/>
          </ac:spMkLst>
        </pc:spChg>
      </pc:sldChg>
      <pc:sldChg chg="delSp modSp add mod">
        <pc:chgData name="Chittaranjan Hens" userId="6fc03958433e8a43" providerId="LiveId" clId="{CCD3CE61-4D88-4013-A37F-A71FC2B550FB}" dt="2023-01-29T00:22:09.634" v="1683" actId="478"/>
        <pc:sldMkLst>
          <pc:docMk/>
          <pc:sldMk cId="2891461729" sldId="331"/>
        </pc:sldMkLst>
        <pc:spChg chg="del">
          <ac:chgData name="Chittaranjan Hens" userId="6fc03958433e8a43" providerId="LiveId" clId="{CCD3CE61-4D88-4013-A37F-A71FC2B550FB}" dt="2023-01-29T00:22:09.634" v="1683" actId="478"/>
          <ac:spMkLst>
            <pc:docMk/>
            <pc:sldMk cId="2891461729" sldId="331"/>
            <ac:spMk id="7" creationId="{A38923E1-CFD1-DB5C-239E-087656EB5558}"/>
          </ac:spMkLst>
        </pc:spChg>
        <pc:spChg chg="mod">
          <ac:chgData name="Chittaranjan Hens" userId="6fc03958433e8a43" providerId="LiveId" clId="{CCD3CE61-4D88-4013-A37F-A71FC2B550FB}" dt="2023-01-29T00:12:21.676" v="1658"/>
          <ac:spMkLst>
            <pc:docMk/>
            <pc:sldMk cId="2891461729" sldId="331"/>
            <ac:spMk id="33794" creationId="{F957B052-44F3-1A9C-5D22-CCA2D0AF6F88}"/>
          </ac:spMkLst>
        </pc:spChg>
        <pc:picChg chg="mod">
          <ac:chgData name="Chittaranjan Hens" userId="6fc03958433e8a43" providerId="LiveId" clId="{CCD3CE61-4D88-4013-A37F-A71FC2B550FB}" dt="2023-01-29T00:22:06.215" v="1682" actId="1076"/>
          <ac:picMkLst>
            <pc:docMk/>
            <pc:sldMk cId="2891461729" sldId="331"/>
            <ac:picMk id="2" creationId="{6997691C-2206-F422-1048-03954653BE20}"/>
          </ac:picMkLst>
        </pc:picChg>
      </pc:sldChg>
      <pc:sldChg chg="delSp modSp add mod">
        <pc:chgData name="Chittaranjan Hens" userId="6fc03958433e8a43" providerId="LiveId" clId="{CCD3CE61-4D88-4013-A37F-A71FC2B550FB}" dt="2023-01-29T00:22:26.521" v="1685" actId="478"/>
        <pc:sldMkLst>
          <pc:docMk/>
          <pc:sldMk cId="3576832565" sldId="332"/>
        </pc:sldMkLst>
        <pc:spChg chg="del">
          <ac:chgData name="Chittaranjan Hens" userId="6fc03958433e8a43" providerId="LiveId" clId="{CCD3CE61-4D88-4013-A37F-A71FC2B550FB}" dt="2023-01-29T00:22:26.521" v="1685" actId="478"/>
          <ac:spMkLst>
            <pc:docMk/>
            <pc:sldMk cId="3576832565" sldId="332"/>
            <ac:spMk id="4" creationId="{2EAC2EFC-1AB5-DCF1-2E15-1EE0DF5855B1}"/>
          </ac:spMkLst>
        </pc:spChg>
        <pc:spChg chg="mod">
          <ac:chgData name="Chittaranjan Hens" userId="6fc03958433e8a43" providerId="LiveId" clId="{CCD3CE61-4D88-4013-A37F-A71FC2B550FB}" dt="2023-01-28T04:22:30.009" v="1465" actId="27636"/>
          <ac:spMkLst>
            <pc:docMk/>
            <pc:sldMk cId="3576832565" sldId="332"/>
            <ac:spMk id="34818" creationId="{994B8D58-A8FF-AE99-F3F9-0255D460B527}"/>
          </ac:spMkLst>
        </pc:spChg>
        <pc:picChg chg="mod">
          <ac:chgData name="Chittaranjan Hens" userId="6fc03958433e8a43" providerId="LiveId" clId="{CCD3CE61-4D88-4013-A37F-A71FC2B550FB}" dt="2023-01-29T00:22:21.405" v="1684" actId="1076"/>
          <ac:picMkLst>
            <pc:docMk/>
            <pc:sldMk cId="3576832565" sldId="332"/>
            <ac:picMk id="2" creationId="{2D4860FC-58E7-FC87-4A79-FBFF5676C812}"/>
          </ac:picMkLst>
        </pc:picChg>
      </pc:sldChg>
      <pc:sldChg chg="delSp modSp add mod">
        <pc:chgData name="Chittaranjan Hens" userId="6fc03958433e8a43" providerId="LiveId" clId="{CCD3CE61-4D88-4013-A37F-A71FC2B550FB}" dt="2023-01-29T00:40:28.634" v="1694"/>
        <pc:sldMkLst>
          <pc:docMk/>
          <pc:sldMk cId="1154022635" sldId="333"/>
        </pc:sldMkLst>
        <pc:spChg chg="del mod">
          <ac:chgData name="Chittaranjan Hens" userId="6fc03958433e8a43" providerId="LiveId" clId="{CCD3CE61-4D88-4013-A37F-A71FC2B550FB}" dt="2023-01-29T00:22:31.534" v="1687" actId="478"/>
          <ac:spMkLst>
            <pc:docMk/>
            <pc:sldMk cId="1154022635" sldId="333"/>
            <ac:spMk id="4" creationId="{78A5AA2F-AC91-29A3-BCAA-8693259D86AB}"/>
          </ac:spMkLst>
        </pc:spChg>
        <pc:spChg chg="mod">
          <ac:chgData name="Chittaranjan Hens" userId="6fc03958433e8a43" providerId="LiveId" clId="{CCD3CE61-4D88-4013-A37F-A71FC2B550FB}" dt="2023-01-29T00:40:28.634" v="1694"/>
          <ac:spMkLst>
            <pc:docMk/>
            <pc:sldMk cId="1154022635" sldId="333"/>
            <ac:spMk id="7" creationId="{59027B3D-3D2B-4E48-4CCD-78AFB098F023}"/>
          </ac:spMkLst>
        </pc:spChg>
      </pc:sldChg>
      <pc:sldChg chg="addSp modSp add mod">
        <pc:chgData name="Chittaranjan Hens" userId="6fc03958433e8a43" providerId="LiveId" clId="{CCD3CE61-4D88-4013-A37F-A71FC2B550FB}" dt="2023-01-29T00:04:04.766" v="1536" actId="1076"/>
        <pc:sldMkLst>
          <pc:docMk/>
          <pc:sldMk cId="0" sldId="334"/>
        </pc:sldMkLst>
        <pc:spChg chg="mod">
          <ac:chgData name="Chittaranjan Hens" userId="6fc03958433e8a43" providerId="LiveId" clId="{CCD3CE61-4D88-4013-A37F-A71FC2B550FB}" dt="2023-01-29T00:03:52.979" v="1535" actId="2711"/>
          <ac:spMkLst>
            <pc:docMk/>
            <pc:sldMk cId="0" sldId="334"/>
            <ac:spMk id="36866" creationId="{77E16A1D-6076-7B9B-D343-36194EC89632}"/>
          </ac:spMkLst>
        </pc:spChg>
        <pc:spChg chg="mod">
          <ac:chgData name="Chittaranjan Hens" userId="6fc03958433e8a43" providerId="LiveId" clId="{CCD3CE61-4D88-4013-A37F-A71FC2B550FB}" dt="2023-01-29T00:03:40.922" v="1534" actId="6549"/>
          <ac:spMkLst>
            <pc:docMk/>
            <pc:sldMk cId="0" sldId="334"/>
            <ac:spMk id="36867" creationId="{8BBD963F-945A-BBBF-6BD8-999C1361F8D9}"/>
          </ac:spMkLst>
        </pc:spChg>
        <pc:spChg chg="mod">
          <ac:chgData name="Chittaranjan Hens" userId="6fc03958433e8a43" providerId="LiveId" clId="{CCD3CE61-4D88-4013-A37F-A71FC2B550FB}" dt="2023-01-29T00:04:04.766" v="1536" actId="1076"/>
          <ac:spMkLst>
            <pc:docMk/>
            <pc:sldMk cId="0" sldId="334"/>
            <ac:spMk id="36869" creationId="{48FBF59C-5753-814D-5845-454360E1AA22}"/>
          </ac:spMkLst>
        </pc:spChg>
        <pc:picChg chg="add mod ord">
          <ac:chgData name="Chittaranjan Hens" userId="6fc03958433e8a43" providerId="LiveId" clId="{CCD3CE61-4D88-4013-A37F-A71FC2B550FB}" dt="2023-01-29T00:03:17.710" v="1527" actId="167"/>
          <ac:picMkLst>
            <pc:docMk/>
            <pc:sldMk cId="0" sldId="334"/>
            <ac:picMk id="2" creationId="{15726116-7B52-E424-6ED1-2CD647F34B9B}"/>
          </ac:picMkLst>
        </pc:picChg>
        <pc:picChg chg="mod">
          <ac:chgData name="Chittaranjan Hens" userId="6fc03958433e8a43" providerId="LiveId" clId="{CCD3CE61-4D88-4013-A37F-A71FC2B550FB}" dt="2023-01-29T00:03:37.615" v="1533" actId="1076"/>
          <ac:picMkLst>
            <pc:docMk/>
            <pc:sldMk cId="0" sldId="334"/>
            <ac:picMk id="36868" creationId="{6C4F80B2-EC80-883C-75C4-ED7A5A058745}"/>
          </ac:picMkLst>
        </pc:picChg>
      </pc:sldChg>
      <pc:sldChg chg="addSp delSp modSp add mod">
        <pc:chgData name="Chittaranjan Hens" userId="6fc03958433e8a43" providerId="LiveId" clId="{CCD3CE61-4D88-4013-A37F-A71FC2B550FB}" dt="2023-01-29T00:16:11.101" v="1668" actId="20577"/>
        <pc:sldMkLst>
          <pc:docMk/>
          <pc:sldMk cId="0" sldId="335"/>
        </pc:sldMkLst>
        <pc:spChg chg="add mod">
          <ac:chgData name="Chittaranjan Hens" userId="6fc03958433e8a43" providerId="LiveId" clId="{CCD3CE61-4D88-4013-A37F-A71FC2B550FB}" dt="2023-01-29T00:16:11.101" v="1668" actId="20577"/>
          <ac:spMkLst>
            <pc:docMk/>
            <pc:sldMk cId="0" sldId="335"/>
            <ac:spMk id="2" creationId="{5279F468-94F8-68EE-5F60-D410BD57BD42}"/>
          </ac:spMkLst>
        </pc:spChg>
        <pc:spChg chg="add del mod">
          <ac:chgData name="Chittaranjan Hens" userId="6fc03958433e8a43" providerId="LiveId" clId="{CCD3CE61-4D88-4013-A37F-A71FC2B550FB}" dt="2023-01-29T00:04:54.853" v="1553" actId="478"/>
          <ac:spMkLst>
            <pc:docMk/>
            <pc:sldMk cId="0" sldId="335"/>
            <ac:spMk id="4" creationId="{C199EB5E-5A1D-D818-6F12-C9AEA36AB378}"/>
          </ac:spMkLst>
        </pc:spChg>
        <pc:spChg chg="del">
          <ac:chgData name="Chittaranjan Hens" userId="6fc03958433e8a43" providerId="LiveId" clId="{CCD3CE61-4D88-4013-A37F-A71FC2B550FB}" dt="2023-01-29T00:04:52.034" v="1551" actId="478"/>
          <ac:spMkLst>
            <pc:docMk/>
            <pc:sldMk cId="0" sldId="335"/>
            <ac:spMk id="38913" creationId="{42CC82C1-13FC-377F-4F2A-516B9EB00A97}"/>
          </ac:spMkLst>
        </pc:spChg>
        <pc:spChg chg="mod">
          <ac:chgData name="Chittaranjan Hens" userId="6fc03958433e8a43" providerId="LiveId" clId="{CCD3CE61-4D88-4013-A37F-A71FC2B550FB}" dt="2023-01-29T00:05:37.936" v="1561" actId="207"/>
          <ac:spMkLst>
            <pc:docMk/>
            <pc:sldMk cId="0" sldId="335"/>
            <ac:spMk id="38914" creationId="{2AD13D00-7278-E675-0F1D-42371F38FDD5}"/>
          </ac:spMkLst>
        </pc:spChg>
        <pc:picChg chg="add mod ord">
          <ac:chgData name="Chittaranjan Hens" userId="6fc03958433e8a43" providerId="LiveId" clId="{CCD3CE61-4D88-4013-A37F-A71FC2B550FB}" dt="2023-01-29T00:05:32.068" v="1560" actId="167"/>
          <ac:picMkLst>
            <pc:docMk/>
            <pc:sldMk cId="0" sldId="335"/>
            <ac:picMk id="5" creationId="{31F3C7CF-7A25-AFED-A8A0-08682C154F43}"/>
          </ac:picMkLst>
        </pc:picChg>
      </pc:sldChg>
      <pc:sldChg chg="addSp delSp modSp add mod">
        <pc:chgData name="Chittaranjan Hens" userId="6fc03958433e8a43" providerId="LiveId" clId="{CCD3CE61-4D88-4013-A37F-A71FC2B550FB}" dt="2023-01-29T00:04:34.657" v="1542"/>
        <pc:sldMkLst>
          <pc:docMk/>
          <pc:sldMk cId="0" sldId="336"/>
        </pc:sldMkLst>
        <pc:spChg chg="add mod">
          <ac:chgData name="Chittaranjan Hens" userId="6fc03958433e8a43" providerId="LiveId" clId="{CCD3CE61-4D88-4013-A37F-A71FC2B550FB}" dt="2023-01-29T00:04:33.546" v="1541" actId="478"/>
          <ac:spMkLst>
            <pc:docMk/>
            <pc:sldMk cId="0" sldId="336"/>
            <ac:spMk id="4" creationId="{C8693E1C-1D56-B1F2-C0E6-AA4A335936D0}"/>
          </ac:spMkLst>
        </pc:spChg>
        <pc:spChg chg="add mod">
          <ac:chgData name="Chittaranjan Hens" userId="6fc03958433e8a43" providerId="LiveId" clId="{CCD3CE61-4D88-4013-A37F-A71FC2B550FB}" dt="2023-01-29T00:04:34.657" v="1542"/>
          <ac:spMkLst>
            <pc:docMk/>
            <pc:sldMk cId="0" sldId="336"/>
            <ac:spMk id="5" creationId="{242C0F0E-B1E3-3003-C72F-787C322610B4}"/>
          </ac:spMkLst>
        </pc:spChg>
        <pc:spChg chg="del">
          <ac:chgData name="Chittaranjan Hens" userId="6fc03958433e8a43" providerId="LiveId" clId="{CCD3CE61-4D88-4013-A37F-A71FC2B550FB}" dt="2023-01-29T00:04:33.546" v="1541" actId="478"/>
          <ac:spMkLst>
            <pc:docMk/>
            <pc:sldMk cId="0" sldId="336"/>
            <ac:spMk id="37889" creationId="{EACB440D-D803-20B7-00D6-11C30B8B6636}"/>
          </ac:spMkLst>
        </pc:spChg>
        <pc:spChg chg="mod">
          <ac:chgData name="Chittaranjan Hens" userId="6fc03958433e8a43" providerId="LiveId" clId="{CCD3CE61-4D88-4013-A37F-A71FC2B550FB}" dt="2023-01-29T00:04:19.727" v="1539" actId="207"/>
          <ac:spMkLst>
            <pc:docMk/>
            <pc:sldMk cId="0" sldId="336"/>
            <ac:spMk id="37890" creationId="{1E12C7DD-17FC-8484-EEB3-462F23BC8FE4}"/>
          </ac:spMkLst>
        </pc:spChg>
        <pc:picChg chg="add mod ord">
          <ac:chgData name="Chittaranjan Hens" userId="6fc03958433e8a43" providerId="LiveId" clId="{CCD3CE61-4D88-4013-A37F-A71FC2B550FB}" dt="2023-01-29T00:04:13.011" v="1538" actId="167"/>
          <ac:picMkLst>
            <pc:docMk/>
            <pc:sldMk cId="0" sldId="336"/>
            <ac:picMk id="2" creationId="{6A256ADB-6014-B73B-945B-62A8F431E832}"/>
          </ac:picMkLst>
        </pc:picChg>
        <pc:picChg chg="mod">
          <ac:chgData name="Chittaranjan Hens" userId="6fc03958433e8a43" providerId="LiveId" clId="{CCD3CE61-4D88-4013-A37F-A71FC2B550FB}" dt="2023-01-29T00:04:23.457" v="1540" actId="1076"/>
          <ac:picMkLst>
            <pc:docMk/>
            <pc:sldMk cId="0" sldId="336"/>
            <ac:picMk id="37892" creationId="{919B05F3-1496-3BD8-2D56-6E81F6FDDC15}"/>
          </ac:picMkLst>
        </pc:picChg>
      </pc:sldChg>
      <pc:sldChg chg="addSp delSp modSp add mod">
        <pc:chgData name="Chittaranjan Hens" userId="6fc03958433e8a43" providerId="LiveId" clId="{CCD3CE61-4D88-4013-A37F-A71FC2B550FB}" dt="2023-01-29T00:16:16.763" v="1669" actId="20577"/>
        <pc:sldMkLst>
          <pc:docMk/>
          <pc:sldMk cId="0" sldId="337"/>
        </pc:sldMkLst>
        <pc:spChg chg="add del mod">
          <ac:chgData name="Chittaranjan Hens" userId="6fc03958433e8a43" providerId="LiveId" clId="{CCD3CE61-4D88-4013-A37F-A71FC2B550FB}" dt="2023-01-29T00:05:14.131" v="1558" actId="478"/>
          <ac:spMkLst>
            <pc:docMk/>
            <pc:sldMk cId="0" sldId="337"/>
            <ac:spMk id="3" creationId="{371B9863-2E14-94CD-4959-B0396C41AB44}"/>
          </ac:spMkLst>
        </pc:spChg>
        <pc:spChg chg="add mod">
          <ac:chgData name="Chittaranjan Hens" userId="6fc03958433e8a43" providerId="LiveId" clId="{CCD3CE61-4D88-4013-A37F-A71FC2B550FB}" dt="2023-01-29T00:16:16.763" v="1669" actId="20577"/>
          <ac:spMkLst>
            <pc:docMk/>
            <pc:sldMk cId="0" sldId="337"/>
            <ac:spMk id="4" creationId="{F5053734-579C-17B8-A66A-1837F59FAEA9}"/>
          </ac:spMkLst>
        </pc:spChg>
        <pc:spChg chg="del">
          <ac:chgData name="Chittaranjan Hens" userId="6fc03958433e8a43" providerId="LiveId" clId="{CCD3CE61-4D88-4013-A37F-A71FC2B550FB}" dt="2023-01-29T00:05:10.805" v="1556" actId="478"/>
          <ac:spMkLst>
            <pc:docMk/>
            <pc:sldMk cId="0" sldId="337"/>
            <ac:spMk id="39937" creationId="{30770969-5AAA-967D-F947-E9A94568A672}"/>
          </ac:spMkLst>
        </pc:spChg>
        <pc:spChg chg="mod">
          <ac:chgData name="Chittaranjan Hens" userId="6fc03958433e8a43" providerId="LiveId" clId="{CCD3CE61-4D88-4013-A37F-A71FC2B550FB}" dt="2023-01-29T00:14:51.254" v="1663" actId="27636"/>
          <ac:spMkLst>
            <pc:docMk/>
            <pc:sldMk cId="0" sldId="337"/>
            <ac:spMk id="39938" creationId="{C4AE2303-08EB-82CE-2FDA-419A0BE7A21C}"/>
          </ac:spMkLst>
        </pc:spChg>
        <pc:spChg chg="del">
          <ac:chgData name="Chittaranjan Hens" userId="6fc03958433e8a43" providerId="LiveId" clId="{CCD3CE61-4D88-4013-A37F-A71FC2B550FB}" dt="2023-01-29T00:14:39.229" v="1661" actId="478"/>
          <ac:spMkLst>
            <pc:docMk/>
            <pc:sldMk cId="0" sldId="337"/>
            <ac:spMk id="39939" creationId="{58A6336C-50B5-C34A-51CB-2E5729033306}"/>
          </ac:spMkLst>
        </pc:spChg>
        <pc:graphicFrameChg chg="mod">
          <ac:chgData name="Chittaranjan Hens" userId="6fc03958433e8a43" providerId="LiveId" clId="{CCD3CE61-4D88-4013-A37F-A71FC2B550FB}" dt="2023-01-29T00:14:54.514" v="1664" actId="1076"/>
          <ac:graphicFrameMkLst>
            <pc:docMk/>
            <pc:sldMk cId="0" sldId="337"/>
            <ac:graphicFrameMk id="39940" creationId="{F17084AB-AE58-7EB3-6645-B73EB422A3C5}"/>
          </ac:graphicFrameMkLst>
        </pc:graphicFrameChg>
        <pc:picChg chg="add mod ord">
          <ac:chgData name="Chittaranjan Hens" userId="6fc03958433e8a43" providerId="LiveId" clId="{CCD3CE61-4D88-4013-A37F-A71FC2B550FB}" dt="2023-01-29T00:05:44.161" v="1563" actId="167"/>
          <ac:picMkLst>
            <pc:docMk/>
            <pc:sldMk cId="0" sldId="337"/>
            <ac:picMk id="5" creationId="{68FA6224-1C6E-7BD6-BDD7-5847CC91F41A}"/>
          </ac:picMkLst>
        </pc:picChg>
      </pc:sldChg>
      <pc:sldChg chg="addSp delSp modSp add mod">
        <pc:chgData name="Chittaranjan Hens" userId="6fc03958433e8a43" providerId="LiveId" clId="{CCD3CE61-4D88-4013-A37F-A71FC2B550FB}" dt="2023-01-29T00:16:20.849" v="1670" actId="20577"/>
        <pc:sldMkLst>
          <pc:docMk/>
          <pc:sldMk cId="0" sldId="338"/>
        </pc:sldMkLst>
        <pc:spChg chg="add del mod">
          <ac:chgData name="Chittaranjan Hens" userId="6fc03958433e8a43" providerId="LiveId" clId="{CCD3CE61-4D88-4013-A37F-A71FC2B550FB}" dt="2023-01-29T00:07:12.472" v="1578" actId="478"/>
          <ac:spMkLst>
            <pc:docMk/>
            <pc:sldMk cId="0" sldId="338"/>
            <ac:spMk id="4" creationId="{D430088B-E03B-002C-4347-C13E774D9770}"/>
          </ac:spMkLst>
        </pc:spChg>
        <pc:spChg chg="add mod">
          <ac:chgData name="Chittaranjan Hens" userId="6fc03958433e8a43" providerId="LiveId" clId="{CCD3CE61-4D88-4013-A37F-A71FC2B550FB}" dt="2023-01-29T00:16:20.849" v="1670" actId="20577"/>
          <ac:spMkLst>
            <pc:docMk/>
            <pc:sldMk cId="0" sldId="338"/>
            <ac:spMk id="5" creationId="{722FC464-95BF-AE1F-DBA0-CAC353333FC7}"/>
          </ac:spMkLst>
        </pc:spChg>
        <pc:spChg chg="del">
          <ac:chgData name="Chittaranjan Hens" userId="6fc03958433e8a43" providerId="LiveId" clId="{CCD3CE61-4D88-4013-A37F-A71FC2B550FB}" dt="2023-01-29T00:07:09.514" v="1577" actId="478"/>
          <ac:spMkLst>
            <pc:docMk/>
            <pc:sldMk cId="0" sldId="338"/>
            <ac:spMk id="40961" creationId="{34BD83EE-F240-0CD9-CE68-D56B53A99A88}"/>
          </ac:spMkLst>
        </pc:spChg>
        <pc:spChg chg="mod">
          <ac:chgData name="Chittaranjan Hens" userId="6fc03958433e8a43" providerId="LiveId" clId="{CCD3CE61-4D88-4013-A37F-A71FC2B550FB}" dt="2023-01-29T00:15:45.192" v="1667"/>
          <ac:spMkLst>
            <pc:docMk/>
            <pc:sldMk cId="0" sldId="338"/>
            <ac:spMk id="40962" creationId="{C15F33B7-3CD0-C978-1496-294C9AE5DF4B}"/>
          </ac:spMkLst>
        </pc:spChg>
        <pc:spChg chg="del">
          <ac:chgData name="Chittaranjan Hens" userId="6fc03958433e8a43" providerId="LiveId" clId="{CCD3CE61-4D88-4013-A37F-A71FC2B550FB}" dt="2023-01-29T00:07:31.313" v="1581" actId="478"/>
          <ac:spMkLst>
            <pc:docMk/>
            <pc:sldMk cId="0" sldId="338"/>
            <ac:spMk id="40963" creationId="{4F6BB223-020A-49CC-1B1A-E92175EE6F26}"/>
          </ac:spMkLst>
        </pc:spChg>
        <pc:graphicFrameChg chg="mod">
          <ac:chgData name="Chittaranjan Hens" userId="6fc03958433e8a43" providerId="LiveId" clId="{CCD3CE61-4D88-4013-A37F-A71FC2B550FB}" dt="2023-01-29T00:05:58.476" v="1567" actId="1076"/>
          <ac:graphicFrameMkLst>
            <pc:docMk/>
            <pc:sldMk cId="0" sldId="338"/>
            <ac:graphicFrameMk id="40964" creationId="{BF36BCAF-7014-69A3-AF81-57B964B0C9FC}"/>
          </ac:graphicFrameMkLst>
        </pc:graphicFrameChg>
        <pc:picChg chg="add mod ord">
          <ac:chgData name="Chittaranjan Hens" userId="6fc03958433e8a43" providerId="LiveId" clId="{CCD3CE61-4D88-4013-A37F-A71FC2B550FB}" dt="2023-01-29T00:05:57.207" v="1566" actId="167"/>
          <ac:picMkLst>
            <pc:docMk/>
            <pc:sldMk cId="0" sldId="338"/>
            <ac:picMk id="2" creationId="{BACCAA5A-6701-4928-AA2F-59E7E293FD06}"/>
          </ac:picMkLst>
        </pc:picChg>
      </pc:sldChg>
      <pc:sldChg chg="addSp modSp add mod">
        <pc:chgData name="Chittaranjan Hens" userId="6fc03958433e8a43" providerId="LiveId" clId="{CCD3CE61-4D88-4013-A37F-A71FC2B550FB}" dt="2023-01-29T00:16:25.363" v="1671" actId="20577"/>
        <pc:sldMkLst>
          <pc:docMk/>
          <pc:sldMk cId="0" sldId="339"/>
        </pc:sldMkLst>
        <pc:spChg chg="add mod">
          <ac:chgData name="Chittaranjan Hens" userId="6fc03958433e8a43" providerId="LiveId" clId="{CCD3CE61-4D88-4013-A37F-A71FC2B550FB}" dt="2023-01-29T00:16:25.363" v="1671" actId="20577"/>
          <ac:spMkLst>
            <pc:docMk/>
            <pc:sldMk cId="0" sldId="339"/>
            <ac:spMk id="2" creationId="{C51FB86F-D451-BD83-B899-0A1A74AF877E}"/>
          </ac:spMkLst>
        </pc:spChg>
        <pc:spChg chg="mod">
          <ac:chgData name="Chittaranjan Hens" userId="6fc03958433e8a43" providerId="LiveId" clId="{CCD3CE61-4D88-4013-A37F-A71FC2B550FB}" dt="2023-01-29T00:07:50.722" v="1585" actId="1076"/>
          <ac:spMkLst>
            <pc:docMk/>
            <pc:sldMk cId="0" sldId="339"/>
            <ac:spMk id="41986" creationId="{E91DC2F7-42F3-4306-FD90-E447543E0D59}"/>
          </ac:spMkLst>
        </pc:spChg>
        <pc:spChg chg="mod">
          <ac:chgData name="Chittaranjan Hens" userId="6fc03958433e8a43" providerId="LiveId" clId="{CCD3CE61-4D88-4013-A37F-A71FC2B550FB}" dt="2023-01-29T00:08:10.419" v="1592" actId="1076"/>
          <ac:spMkLst>
            <pc:docMk/>
            <pc:sldMk cId="0" sldId="339"/>
            <ac:spMk id="41989" creationId="{15D89549-533F-493D-00E9-91222A797BBB}"/>
          </ac:spMkLst>
        </pc:spChg>
        <pc:graphicFrameChg chg="mod">
          <ac:chgData name="Chittaranjan Hens" userId="6fc03958433e8a43" providerId="LiveId" clId="{CCD3CE61-4D88-4013-A37F-A71FC2B550FB}" dt="2023-01-29T00:08:06.799" v="1591" actId="1076"/>
          <ac:graphicFrameMkLst>
            <pc:docMk/>
            <pc:sldMk cId="0" sldId="339"/>
            <ac:graphicFrameMk id="41988" creationId="{41FEC74D-25C8-7F0C-1C28-AB789C08A0BB}"/>
          </ac:graphicFrameMkLst>
        </pc:graphicFrameChg>
        <pc:graphicFrameChg chg="mod">
          <ac:chgData name="Chittaranjan Hens" userId="6fc03958433e8a43" providerId="LiveId" clId="{CCD3CE61-4D88-4013-A37F-A71FC2B550FB}" dt="2023-01-29T00:08:03.983" v="1590" actId="1076"/>
          <ac:graphicFrameMkLst>
            <pc:docMk/>
            <pc:sldMk cId="0" sldId="339"/>
            <ac:graphicFrameMk id="41991" creationId="{DECD0790-97B1-3F78-7205-2E1F338255B0}"/>
          </ac:graphicFrameMkLst>
        </pc:graphicFrameChg>
        <pc:graphicFrameChg chg="mod">
          <ac:chgData name="Chittaranjan Hens" userId="6fc03958433e8a43" providerId="LiveId" clId="{CCD3CE61-4D88-4013-A37F-A71FC2B550FB}" dt="2023-01-29T00:08:00.974" v="1589" actId="207"/>
          <ac:graphicFrameMkLst>
            <pc:docMk/>
            <pc:sldMk cId="0" sldId="339"/>
            <ac:graphicFrameMk id="41992" creationId="{B25490F5-10B2-4534-5DF9-DD21ED96E52A}"/>
          </ac:graphicFrameMkLst>
        </pc:graphicFrameChg>
        <pc:picChg chg="add mod ord">
          <ac:chgData name="Chittaranjan Hens" userId="6fc03958433e8a43" providerId="LiveId" clId="{CCD3CE61-4D88-4013-A37F-A71FC2B550FB}" dt="2023-01-29T00:07:38.210" v="1583" actId="167"/>
          <ac:picMkLst>
            <pc:docMk/>
            <pc:sldMk cId="0" sldId="339"/>
            <ac:picMk id="3" creationId="{7A9E2212-7FED-70E6-3098-A2E57B15091D}"/>
          </ac:picMkLst>
        </pc:picChg>
      </pc:sldChg>
      <pc:sldChg chg="addSp delSp modSp add mod">
        <pc:chgData name="Chittaranjan Hens" userId="6fc03958433e8a43" providerId="LiveId" clId="{CCD3CE61-4D88-4013-A37F-A71FC2B550FB}" dt="2023-01-29T00:16:31.045" v="1672" actId="20577"/>
        <pc:sldMkLst>
          <pc:docMk/>
          <pc:sldMk cId="0" sldId="340"/>
        </pc:sldMkLst>
        <pc:spChg chg="add mod">
          <ac:chgData name="Chittaranjan Hens" userId="6fc03958433e8a43" providerId="LiveId" clId="{CCD3CE61-4D88-4013-A37F-A71FC2B550FB}" dt="2023-01-29T00:09:13.579" v="1603" actId="478"/>
          <ac:spMkLst>
            <pc:docMk/>
            <pc:sldMk cId="0" sldId="340"/>
            <ac:spMk id="4" creationId="{B9179E11-528D-77B8-C07A-BB7E2D5C110F}"/>
          </ac:spMkLst>
        </pc:spChg>
        <pc:spChg chg="add mod">
          <ac:chgData name="Chittaranjan Hens" userId="6fc03958433e8a43" providerId="LiveId" clId="{CCD3CE61-4D88-4013-A37F-A71FC2B550FB}" dt="2023-01-29T00:16:31.045" v="1672" actId="20577"/>
          <ac:spMkLst>
            <pc:docMk/>
            <pc:sldMk cId="0" sldId="340"/>
            <ac:spMk id="5" creationId="{A7657647-9F46-4F3B-72C1-5FEF0E787D35}"/>
          </ac:spMkLst>
        </pc:spChg>
        <pc:spChg chg="del">
          <ac:chgData name="Chittaranjan Hens" userId="6fc03958433e8a43" providerId="LiveId" clId="{CCD3CE61-4D88-4013-A37F-A71FC2B550FB}" dt="2023-01-29T00:09:13.579" v="1603" actId="478"/>
          <ac:spMkLst>
            <pc:docMk/>
            <pc:sldMk cId="0" sldId="340"/>
            <ac:spMk id="44033" creationId="{1896B808-D5E1-A09A-8DC0-9DCD83A86E2E}"/>
          </ac:spMkLst>
        </pc:spChg>
        <pc:spChg chg="mod">
          <ac:chgData name="Chittaranjan Hens" userId="6fc03958433e8a43" providerId="LiveId" clId="{CCD3CE61-4D88-4013-A37F-A71FC2B550FB}" dt="2023-01-29T00:08:35.356" v="1595" actId="207"/>
          <ac:spMkLst>
            <pc:docMk/>
            <pc:sldMk cId="0" sldId="340"/>
            <ac:spMk id="44034" creationId="{C16839D5-264E-DFE5-F526-60A83DFD4B64}"/>
          </ac:spMkLst>
        </pc:spChg>
        <pc:picChg chg="add mod ord">
          <ac:chgData name="Chittaranjan Hens" userId="6fc03958433e8a43" providerId="LiveId" clId="{CCD3CE61-4D88-4013-A37F-A71FC2B550FB}" dt="2023-01-29T00:08:30.352" v="1594" actId="167"/>
          <ac:picMkLst>
            <pc:docMk/>
            <pc:sldMk cId="0" sldId="340"/>
            <ac:picMk id="2" creationId="{F567C24F-FD1C-8A0F-5496-EA2D77856A6B}"/>
          </ac:picMkLst>
        </pc:picChg>
      </pc:sldChg>
      <pc:sldChg chg="addSp delSp modSp add mod">
        <pc:chgData name="Chittaranjan Hens" userId="6fc03958433e8a43" providerId="LiveId" clId="{CCD3CE61-4D88-4013-A37F-A71FC2B550FB}" dt="2023-01-29T00:16:35.294" v="1673" actId="20577"/>
        <pc:sldMkLst>
          <pc:docMk/>
          <pc:sldMk cId="0" sldId="341"/>
        </pc:sldMkLst>
        <pc:spChg chg="add mod">
          <ac:chgData name="Chittaranjan Hens" userId="6fc03958433e8a43" providerId="LiveId" clId="{CCD3CE61-4D88-4013-A37F-A71FC2B550FB}" dt="2023-01-29T00:09:19.329" v="1605" actId="478"/>
          <ac:spMkLst>
            <pc:docMk/>
            <pc:sldMk cId="0" sldId="341"/>
            <ac:spMk id="4" creationId="{0F7DC5AD-CD57-7DF4-4571-C7C85E06213D}"/>
          </ac:spMkLst>
        </pc:spChg>
        <pc:spChg chg="add mod">
          <ac:chgData name="Chittaranjan Hens" userId="6fc03958433e8a43" providerId="LiveId" clId="{CCD3CE61-4D88-4013-A37F-A71FC2B550FB}" dt="2023-01-29T00:16:35.294" v="1673" actId="20577"/>
          <ac:spMkLst>
            <pc:docMk/>
            <pc:sldMk cId="0" sldId="341"/>
            <ac:spMk id="5" creationId="{3F2FF03B-7308-D9D0-8C8E-A97CB6591265}"/>
          </ac:spMkLst>
        </pc:spChg>
        <pc:spChg chg="del">
          <ac:chgData name="Chittaranjan Hens" userId="6fc03958433e8a43" providerId="LiveId" clId="{CCD3CE61-4D88-4013-A37F-A71FC2B550FB}" dt="2023-01-29T00:09:19.329" v="1605" actId="478"/>
          <ac:spMkLst>
            <pc:docMk/>
            <pc:sldMk cId="0" sldId="341"/>
            <ac:spMk id="45057" creationId="{24185135-355C-22B3-94C5-263662F80AF1}"/>
          </ac:spMkLst>
        </pc:spChg>
        <pc:spChg chg="mod">
          <ac:chgData name="Chittaranjan Hens" userId="6fc03958433e8a43" providerId="LiveId" clId="{CCD3CE61-4D88-4013-A37F-A71FC2B550FB}" dt="2023-01-29T00:08:58.579" v="1600" actId="1076"/>
          <ac:spMkLst>
            <pc:docMk/>
            <pc:sldMk cId="0" sldId="341"/>
            <ac:spMk id="45058" creationId="{2155D71D-79C5-1961-10FF-AFF4E367F19C}"/>
          </ac:spMkLst>
        </pc:spChg>
        <pc:picChg chg="add mod ord">
          <ac:chgData name="Chittaranjan Hens" userId="6fc03958433e8a43" providerId="LiveId" clId="{CCD3CE61-4D88-4013-A37F-A71FC2B550FB}" dt="2023-01-29T00:08:44.272" v="1597" actId="167"/>
          <ac:picMkLst>
            <pc:docMk/>
            <pc:sldMk cId="0" sldId="341"/>
            <ac:picMk id="2" creationId="{A0296470-9A58-A6B8-19B2-F0C68625DEA4}"/>
          </ac:picMkLst>
        </pc:picChg>
        <pc:picChg chg="mod">
          <ac:chgData name="Chittaranjan Hens" userId="6fc03958433e8a43" providerId="LiveId" clId="{CCD3CE61-4D88-4013-A37F-A71FC2B550FB}" dt="2023-01-29T00:09:01.167" v="1601" actId="1076"/>
          <ac:picMkLst>
            <pc:docMk/>
            <pc:sldMk cId="0" sldId="341"/>
            <ac:picMk id="45060" creationId="{2A3187E0-E423-7101-77A5-F6C47A12C5ED}"/>
          </ac:picMkLst>
        </pc:picChg>
        <pc:picChg chg="mod">
          <ac:chgData name="Chittaranjan Hens" userId="6fc03958433e8a43" providerId="LiveId" clId="{CCD3CE61-4D88-4013-A37F-A71FC2B550FB}" dt="2023-01-29T00:09:03.937" v="1602" actId="1076"/>
          <ac:picMkLst>
            <pc:docMk/>
            <pc:sldMk cId="0" sldId="341"/>
            <ac:picMk id="45061" creationId="{1D5342B3-FA84-0DB8-5D69-2C3DBE94866B}"/>
          </ac:picMkLst>
        </pc:picChg>
      </pc:sldChg>
      <pc:sldChg chg="addSp delSp modSp add mod">
        <pc:chgData name="Chittaranjan Hens" userId="6fc03958433e8a43" providerId="LiveId" clId="{CCD3CE61-4D88-4013-A37F-A71FC2B550FB}" dt="2023-01-29T00:16:40.990" v="1674" actId="20577"/>
        <pc:sldMkLst>
          <pc:docMk/>
          <pc:sldMk cId="0" sldId="342"/>
        </pc:sldMkLst>
        <pc:spChg chg="add mod">
          <ac:chgData name="Chittaranjan Hens" userId="6fc03958433e8a43" providerId="LiveId" clId="{CCD3CE61-4D88-4013-A37F-A71FC2B550FB}" dt="2023-01-29T00:09:24.708" v="1607" actId="478"/>
          <ac:spMkLst>
            <pc:docMk/>
            <pc:sldMk cId="0" sldId="342"/>
            <ac:spMk id="3" creationId="{72B2CFA2-C5BB-4C75-CF7B-3CC4FD0B71BB}"/>
          </ac:spMkLst>
        </pc:spChg>
        <pc:spChg chg="add mod">
          <ac:chgData name="Chittaranjan Hens" userId="6fc03958433e8a43" providerId="LiveId" clId="{CCD3CE61-4D88-4013-A37F-A71FC2B550FB}" dt="2023-01-29T00:16:40.990" v="1674" actId="20577"/>
          <ac:spMkLst>
            <pc:docMk/>
            <pc:sldMk cId="0" sldId="342"/>
            <ac:spMk id="4" creationId="{A8D02EB2-3370-1B04-5B2B-2CD23ADEB6B5}"/>
          </ac:spMkLst>
        </pc:spChg>
        <pc:spChg chg="del">
          <ac:chgData name="Chittaranjan Hens" userId="6fc03958433e8a43" providerId="LiveId" clId="{CCD3CE61-4D88-4013-A37F-A71FC2B550FB}" dt="2023-01-29T00:09:24.708" v="1607" actId="478"/>
          <ac:spMkLst>
            <pc:docMk/>
            <pc:sldMk cId="0" sldId="342"/>
            <ac:spMk id="46081" creationId="{9ABE40BE-D9CF-1B1A-A90A-86A3B098A814}"/>
          </ac:spMkLst>
        </pc:spChg>
        <pc:spChg chg="mod">
          <ac:chgData name="Chittaranjan Hens" userId="6fc03958433e8a43" providerId="LiveId" clId="{CCD3CE61-4D88-4013-A37F-A71FC2B550FB}" dt="2023-01-29T00:09:38.845" v="1611" actId="207"/>
          <ac:spMkLst>
            <pc:docMk/>
            <pc:sldMk cId="0" sldId="342"/>
            <ac:spMk id="46082" creationId="{BE700544-466B-BBAB-56B4-68D54169DB90}"/>
          </ac:spMkLst>
        </pc:spChg>
        <pc:spChg chg="del">
          <ac:chgData name="Chittaranjan Hens" userId="6fc03958433e8a43" providerId="LiveId" clId="{CCD3CE61-4D88-4013-A37F-A71FC2B550FB}" dt="2023-01-29T00:09:47.613" v="1613" actId="478"/>
          <ac:spMkLst>
            <pc:docMk/>
            <pc:sldMk cId="0" sldId="342"/>
            <ac:spMk id="46083" creationId="{EFD610BF-1423-5B71-020A-BF53A6841404}"/>
          </ac:spMkLst>
        </pc:spChg>
        <pc:graphicFrameChg chg="mod">
          <ac:chgData name="Chittaranjan Hens" userId="6fc03958433e8a43" providerId="LiveId" clId="{CCD3CE61-4D88-4013-A37F-A71FC2B550FB}" dt="2023-01-29T00:09:43.627" v="1612" actId="1076"/>
          <ac:graphicFrameMkLst>
            <pc:docMk/>
            <pc:sldMk cId="0" sldId="342"/>
            <ac:graphicFrameMk id="46085" creationId="{82BE9B24-873A-7B9B-36B0-828D9755EA18}"/>
          </ac:graphicFrameMkLst>
        </pc:graphicFrameChg>
        <pc:picChg chg="add mod ord">
          <ac:chgData name="Chittaranjan Hens" userId="6fc03958433e8a43" providerId="LiveId" clId="{CCD3CE61-4D88-4013-A37F-A71FC2B550FB}" dt="2023-01-29T00:09:34.790" v="1610" actId="167"/>
          <ac:picMkLst>
            <pc:docMk/>
            <pc:sldMk cId="0" sldId="342"/>
            <ac:picMk id="5" creationId="{56E79CB5-5979-F34C-92D4-20499E0A5513}"/>
          </ac:picMkLst>
        </pc:picChg>
      </pc:sldChg>
      <pc:sldChg chg="addSp delSp modSp add mod">
        <pc:chgData name="Chittaranjan Hens" userId="6fc03958433e8a43" providerId="LiveId" clId="{CCD3CE61-4D88-4013-A37F-A71FC2B550FB}" dt="2023-01-29T00:16:46.347" v="1675" actId="20577"/>
        <pc:sldMkLst>
          <pc:docMk/>
          <pc:sldMk cId="0" sldId="343"/>
        </pc:sldMkLst>
        <pc:spChg chg="add mod">
          <ac:chgData name="Chittaranjan Hens" userId="6fc03958433e8a43" providerId="LiveId" clId="{CCD3CE61-4D88-4013-A37F-A71FC2B550FB}" dt="2023-01-29T00:10:14.564" v="1617" actId="478"/>
          <ac:spMkLst>
            <pc:docMk/>
            <pc:sldMk cId="0" sldId="343"/>
            <ac:spMk id="4" creationId="{2554A2A0-C46D-FBDF-74C8-948E7DDCC26E}"/>
          </ac:spMkLst>
        </pc:spChg>
        <pc:spChg chg="add mod">
          <ac:chgData name="Chittaranjan Hens" userId="6fc03958433e8a43" providerId="LiveId" clId="{CCD3CE61-4D88-4013-A37F-A71FC2B550FB}" dt="2023-01-29T00:16:46.347" v="1675" actId="20577"/>
          <ac:spMkLst>
            <pc:docMk/>
            <pc:sldMk cId="0" sldId="343"/>
            <ac:spMk id="5" creationId="{C89A00BD-D385-0553-4A8F-5771C792248E}"/>
          </ac:spMkLst>
        </pc:spChg>
        <pc:spChg chg="del">
          <ac:chgData name="Chittaranjan Hens" userId="6fc03958433e8a43" providerId="LiveId" clId="{CCD3CE61-4D88-4013-A37F-A71FC2B550FB}" dt="2023-01-29T00:10:14.564" v="1617" actId="478"/>
          <ac:spMkLst>
            <pc:docMk/>
            <pc:sldMk cId="0" sldId="343"/>
            <ac:spMk id="47105" creationId="{3ADF794F-F9B7-695E-F5C3-52264BB8DAB6}"/>
          </ac:spMkLst>
        </pc:spChg>
        <pc:spChg chg="mod">
          <ac:chgData name="Chittaranjan Hens" userId="6fc03958433e8a43" providerId="LiveId" clId="{CCD3CE61-4D88-4013-A37F-A71FC2B550FB}" dt="2023-01-29T00:10:59.602" v="1629" actId="207"/>
          <ac:spMkLst>
            <pc:docMk/>
            <pc:sldMk cId="0" sldId="343"/>
            <ac:spMk id="47106" creationId="{0DB30949-D943-F84C-3B98-84A1BE08E71A}"/>
          </ac:spMkLst>
        </pc:spChg>
        <pc:picChg chg="add mod ord">
          <ac:chgData name="Chittaranjan Hens" userId="6fc03958433e8a43" providerId="LiveId" clId="{CCD3CE61-4D88-4013-A37F-A71FC2B550FB}" dt="2023-01-29T00:10:05.033" v="1616" actId="207"/>
          <ac:picMkLst>
            <pc:docMk/>
            <pc:sldMk cId="0" sldId="343"/>
            <ac:picMk id="2" creationId="{FE820819-CEE8-3EF8-3B5B-38EC30F47807}"/>
          </ac:picMkLst>
        </pc:picChg>
        <pc:picChg chg="mod">
          <ac:chgData name="Chittaranjan Hens" userId="6fc03958433e8a43" providerId="LiveId" clId="{CCD3CE61-4D88-4013-A37F-A71FC2B550FB}" dt="2023-01-29T00:11:02.260" v="1630" actId="1076"/>
          <ac:picMkLst>
            <pc:docMk/>
            <pc:sldMk cId="0" sldId="343"/>
            <ac:picMk id="47108" creationId="{F21367EC-7296-122E-6C99-7D51CD66AC1B}"/>
          </ac:picMkLst>
        </pc:picChg>
      </pc:sldChg>
      <pc:sldChg chg="addSp delSp modSp add mod">
        <pc:chgData name="Chittaranjan Hens" userId="6fc03958433e8a43" providerId="LiveId" clId="{CCD3CE61-4D88-4013-A37F-A71FC2B550FB}" dt="2023-01-29T00:16:52.832" v="1676" actId="20577"/>
        <pc:sldMkLst>
          <pc:docMk/>
          <pc:sldMk cId="0" sldId="344"/>
        </pc:sldMkLst>
        <pc:spChg chg="add mod">
          <ac:chgData name="Chittaranjan Hens" userId="6fc03958433e8a43" providerId="LiveId" clId="{CCD3CE61-4D88-4013-A37F-A71FC2B550FB}" dt="2023-01-29T00:10:19.931" v="1619" actId="478"/>
          <ac:spMkLst>
            <pc:docMk/>
            <pc:sldMk cId="0" sldId="344"/>
            <ac:spMk id="3" creationId="{CA1B014F-2F5C-3B57-0CFA-2D28C59F17DC}"/>
          </ac:spMkLst>
        </pc:spChg>
        <pc:spChg chg="add mod">
          <ac:chgData name="Chittaranjan Hens" userId="6fc03958433e8a43" providerId="LiveId" clId="{CCD3CE61-4D88-4013-A37F-A71FC2B550FB}" dt="2023-01-29T00:16:52.832" v="1676" actId="20577"/>
          <ac:spMkLst>
            <pc:docMk/>
            <pc:sldMk cId="0" sldId="344"/>
            <ac:spMk id="4" creationId="{C1F2DECC-A6C8-60B6-9AC7-75C23323B48A}"/>
          </ac:spMkLst>
        </pc:spChg>
        <pc:spChg chg="del">
          <ac:chgData name="Chittaranjan Hens" userId="6fc03958433e8a43" providerId="LiveId" clId="{CCD3CE61-4D88-4013-A37F-A71FC2B550FB}" dt="2023-01-29T00:10:19.931" v="1619" actId="478"/>
          <ac:spMkLst>
            <pc:docMk/>
            <pc:sldMk cId="0" sldId="344"/>
            <ac:spMk id="48129" creationId="{073233FC-3CC8-8579-5FD3-3C2E950B4AA9}"/>
          </ac:spMkLst>
        </pc:spChg>
        <pc:spChg chg="mod">
          <ac:chgData name="Chittaranjan Hens" userId="6fc03958433e8a43" providerId="LiveId" clId="{CCD3CE61-4D88-4013-A37F-A71FC2B550FB}" dt="2023-01-29T00:10:33.956" v="1623" actId="207"/>
          <ac:spMkLst>
            <pc:docMk/>
            <pc:sldMk cId="0" sldId="344"/>
            <ac:spMk id="48130" creationId="{EAA53890-E272-0C16-A441-A00B11058BFC}"/>
          </ac:spMkLst>
        </pc:spChg>
        <pc:picChg chg="add mod ord">
          <ac:chgData name="Chittaranjan Hens" userId="6fc03958433e8a43" providerId="LiveId" clId="{CCD3CE61-4D88-4013-A37F-A71FC2B550FB}" dt="2023-01-29T00:10:29.073" v="1622" actId="167"/>
          <ac:picMkLst>
            <pc:docMk/>
            <pc:sldMk cId="0" sldId="344"/>
            <ac:picMk id="5" creationId="{DF86BD4F-3026-D51B-D354-9D8ACCB9C7ED}"/>
          </ac:picMkLst>
        </pc:picChg>
      </pc:sldChg>
      <pc:sldChg chg="addSp delSp modSp add mod">
        <pc:chgData name="Chittaranjan Hens" userId="6fc03958433e8a43" providerId="LiveId" clId="{CCD3CE61-4D88-4013-A37F-A71FC2B550FB}" dt="2023-01-29T00:17:00.299" v="1677" actId="20577"/>
        <pc:sldMkLst>
          <pc:docMk/>
          <pc:sldMk cId="0" sldId="345"/>
        </pc:sldMkLst>
        <pc:spChg chg="add mod">
          <ac:chgData name="Chittaranjan Hens" userId="6fc03958433e8a43" providerId="LiveId" clId="{CCD3CE61-4D88-4013-A37F-A71FC2B550FB}" dt="2023-01-29T00:10:47.305" v="1626" actId="478"/>
          <ac:spMkLst>
            <pc:docMk/>
            <pc:sldMk cId="0" sldId="345"/>
            <ac:spMk id="4" creationId="{8B16A453-14D1-4B04-9673-B4ADC5D34411}"/>
          </ac:spMkLst>
        </pc:spChg>
        <pc:spChg chg="add mod">
          <ac:chgData name="Chittaranjan Hens" userId="6fc03958433e8a43" providerId="LiveId" clId="{CCD3CE61-4D88-4013-A37F-A71FC2B550FB}" dt="2023-01-29T00:17:00.299" v="1677" actId="20577"/>
          <ac:spMkLst>
            <pc:docMk/>
            <pc:sldMk cId="0" sldId="345"/>
            <ac:spMk id="5" creationId="{2D873B6C-82C3-95F9-2927-F94513A7A469}"/>
          </ac:spMkLst>
        </pc:spChg>
        <pc:spChg chg="del">
          <ac:chgData name="Chittaranjan Hens" userId="6fc03958433e8a43" providerId="LiveId" clId="{CCD3CE61-4D88-4013-A37F-A71FC2B550FB}" dt="2023-01-29T00:10:47.305" v="1626" actId="478"/>
          <ac:spMkLst>
            <pc:docMk/>
            <pc:sldMk cId="0" sldId="345"/>
            <ac:spMk id="49153" creationId="{92956FAC-98C4-5F58-3D4D-13740439ED75}"/>
          </ac:spMkLst>
        </pc:spChg>
        <pc:spChg chg="mod">
          <ac:chgData name="Chittaranjan Hens" userId="6fc03958433e8a43" providerId="LiveId" clId="{CCD3CE61-4D88-4013-A37F-A71FC2B550FB}" dt="2023-01-29T00:10:52.799" v="1628" actId="207"/>
          <ac:spMkLst>
            <pc:docMk/>
            <pc:sldMk cId="0" sldId="345"/>
            <ac:spMk id="49154" creationId="{D4C0AE13-C8F2-5B54-0849-3C6703AABCEC}"/>
          </ac:spMkLst>
        </pc:spChg>
        <pc:picChg chg="add mod ord">
          <ac:chgData name="Chittaranjan Hens" userId="6fc03958433e8a43" providerId="LiveId" clId="{CCD3CE61-4D88-4013-A37F-A71FC2B550FB}" dt="2023-01-29T00:10:39.851" v="1625" actId="167"/>
          <ac:picMkLst>
            <pc:docMk/>
            <pc:sldMk cId="0" sldId="345"/>
            <ac:picMk id="2" creationId="{642CF781-2F08-CD6F-E566-E3FE782A008B}"/>
          </ac:picMkLst>
        </pc:picChg>
      </pc:sldChg>
      <pc:sldChg chg="modSp add mod">
        <pc:chgData name="Chittaranjan Hens" userId="6fc03958433e8a43" providerId="LiveId" clId="{CCD3CE61-4D88-4013-A37F-A71FC2B550FB}" dt="2023-01-27T18:55:21.030" v="1455" actId="207"/>
        <pc:sldMkLst>
          <pc:docMk/>
          <pc:sldMk cId="3354149557" sldId="397"/>
        </pc:sldMkLst>
        <pc:spChg chg="mod">
          <ac:chgData name="Chittaranjan Hens" userId="6fc03958433e8a43" providerId="LiveId" clId="{CCD3CE61-4D88-4013-A37F-A71FC2B550FB}" dt="2023-01-27T18:55:21.030" v="1455" actId="207"/>
          <ac:spMkLst>
            <pc:docMk/>
            <pc:sldMk cId="3354149557" sldId="397"/>
            <ac:spMk id="19459" creationId="{E2F5E562-1218-EB68-352F-FC164FEF1EDC}"/>
          </ac:spMkLst>
        </pc:spChg>
      </pc:sldChg>
      <pc:sldChg chg="modSp add del mod">
        <pc:chgData name="Chittaranjan Hens" userId="6fc03958433e8a43" providerId="LiveId" clId="{CCD3CE61-4D88-4013-A37F-A71FC2B550FB}" dt="2023-01-29T00:17:17.275" v="1680" actId="27636"/>
        <pc:sldMkLst>
          <pc:docMk/>
          <pc:sldMk cId="1488881051" sldId="400"/>
        </pc:sldMkLst>
        <pc:spChg chg="mod">
          <ac:chgData name="Chittaranjan Hens" userId="6fc03958433e8a43" providerId="LiveId" clId="{CCD3CE61-4D88-4013-A37F-A71FC2B550FB}" dt="2023-01-29T00:17:17.275" v="1680" actId="27636"/>
          <ac:spMkLst>
            <pc:docMk/>
            <pc:sldMk cId="1488881051" sldId="400"/>
            <ac:spMk id="18435" creationId="{0D8D56FE-FA71-E3DF-66AC-B694CC73588B}"/>
          </ac:spMkLst>
        </pc:spChg>
      </pc:sldChg>
      <pc:sldChg chg="addSp modSp add del mod">
        <pc:chgData name="Chittaranjan Hens" userId="6fc03958433e8a43" providerId="LiveId" clId="{CCD3CE61-4D88-4013-A37F-A71FC2B550FB}" dt="2023-01-14T07:13:47.997" v="1226" actId="47"/>
        <pc:sldMkLst>
          <pc:docMk/>
          <pc:sldMk cId="4003332896" sldId="401"/>
        </pc:sldMkLst>
        <pc:picChg chg="add mod">
          <ac:chgData name="Chittaranjan Hens" userId="6fc03958433e8a43" providerId="LiveId" clId="{CCD3CE61-4D88-4013-A37F-A71FC2B550FB}" dt="2023-01-14T04:45:45.304" v="114" actId="1076"/>
          <ac:picMkLst>
            <pc:docMk/>
            <pc:sldMk cId="4003332896" sldId="401"/>
            <ac:picMk id="2" creationId="{250BE6CE-ED00-1409-44F0-E88FEA54FD95}"/>
          </ac:picMkLst>
        </pc:picChg>
        <pc:picChg chg="mod">
          <ac:chgData name="Chittaranjan Hens" userId="6fc03958433e8a43" providerId="LiveId" clId="{CCD3CE61-4D88-4013-A37F-A71FC2B550FB}" dt="2023-01-14T04:22:47.256" v="99" actId="1076"/>
          <ac:picMkLst>
            <pc:docMk/>
            <pc:sldMk cId="4003332896" sldId="401"/>
            <ac:picMk id="22533" creationId="{4D35531C-A423-1808-C71F-342997A9FE7E}"/>
          </ac:picMkLst>
        </pc:picChg>
      </pc:sldChg>
      <pc:sldChg chg="modSp add del mod">
        <pc:chgData name="Chittaranjan Hens" userId="6fc03958433e8a43" providerId="LiveId" clId="{CCD3CE61-4D88-4013-A37F-A71FC2B550FB}" dt="2023-01-29T00:17:38.837" v="1681" actId="113"/>
        <pc:sldMkLst>
          <pc:docMk/>
          <pc:sldMk cId="2274049102" sldId="408"/>
        </pc:sldMkLst>
        <pc:spChg chg="mod">
          <ac:chgData name="Chittaranjan Hens" userId="6fc03958433e8a43" providerId="LiveId" clId="{CCD3CE61-4D88-4013-A37F-A71FC2B550FB}" dt="2023-01-29T00:17:38.837" v="1681" actId="113"/>
          <ac:spMkLst>
            <pc:docMk/>
            <pc:sldMk cId="2274049102" sldId="408"/>
            <ac:spMk id="21506" creationId="{CE5D1E22-5A18-2F96-6A9F-2E2E0E3BA88C}"/>
          </ac:spMkLst>
        </pc:spChg>
        <pc:spChg chg="mod">
          <ac:chgData name="Chittaranjan Hens" userId="6fc03958433e8a43" providerId="LiveId" clId="{CCD3CE61-4D88-4013-A37F-A71FC2B550FB}" dt="2023-01-29T00:00:36.409" v="1511" actId="404"/>
          <ac:spMkLst>
            <pc:docMk/>
            <pc:sldMk cId="2274049102" sldId="408"/>
            <ac:spMk id="21507" creationId="{C703BF0B-9E63-BDA1-5BDE-B66DD411DFD7}"/>
          </ac:spMkLst>
        </pc:spChg>
      </pc:sldChg>
      <pc:sldChg chg="delSp modSp add del mod">
        <pc:chgData name="Chittaranjan Hens" userId="6fc03958433e8a43" providerId="LiveId" clId="{CCD3CE61-4D88-4013-A37F-A71FC2B550FB}" dt="2023-01-29T00:32:23.651" v="1688" actId="478"/>
        <pc:sldMkLst>
          <pc:docMk/>
          <pc:sldMk cId="4052713330" sldId="409"/>
        </pc:sldMkLst>
        <pc:spChg chg="del">
          <ac:chgData name="Chittaranjan Hens" userId="6fc03958433e8a43" providerId="LiveId" clId="{CCD3CE61-4D88-4013-A37F-A71FC2B550FB}" dt="2023-01-29T00:32:23.651" v="1688" actId="478"/>
          <ac:spMkLst>
            <pc:docMk/>
            <pc:sldMk cId="4052713330" sldId="409"/>
            <ac:spMk id="5" creationId="{54B59C00-96E6-9679-B3E3-C0DB8C3E9E9D}"/>
          </ac:spMkLst>
        </pc:spChg>
        <pc:spChg chg="mod">
          <ac:chgData name="Chittaranjan Hens" userId="6fc03958433e8a43" providerId="LiveId" clId="{CCD3CE61-4D88-4013-A37F-A71FC2B550FB}" dt="2023-01-29T00:13:13.200" v="1660" actId="1076"/>
          <ac:spMkLst>
            <pc:docMk/>
            <pc:sldMk cId="4052713330" sldId="409"/>
            <ac:spMk id="23555" creationId="{49DB8D1B-AD10-366D-E61B-1178050F7308}"/>
          </ac:spMkLst>
        </pc:spChg>
      </pc:sldChg>
      <pc:sldChg chg="addSp delSp modSp add del mod ord setBg delAnim setClrOvrMap">
        <pc:chgData name="Chittaranjan Hens" userId="6fc03958433e8a43" providerId="LiveId" clId="{CCD3CE61-4D88-4013-A37F-A71FC2B550FB}" dt="2023-01-14T06:41:17.593" v="308" actId="47"/>
        <pc:sldMkLst>
          <pc:docMk/>
          <pc:sldMk cId="3035339133" sldId="410"/>
        </pc:sldMkLst>
        <pc:spChg chg="add mod">
          <ac:chgData name="Chittaranjan Hens" userId="6fc03958433e8a43" providerId="LiveId" clId="{CCD3CE61-4D88-4013-A37F-A71FC2B550FB}" dt="2023-01-14T06:40:56.640" v="301" actId="1076"/>
          <ac:spMkLst>
            <pc:docMk/>
            <pc:sldMk cId="3035339133" sldId="410"/>
            <ac:spMk id="6" creationId="{62E3ECCB-2AA4-87F1-8CCF-EF644D7D626F}"/>
          </ac:spMkLst>
        </pc:spChg>
        <pc:spChg chg="del">
          <ac:chgData name="Chittaranjan Hens" userId="6fc03958433e8a43" providerId="LiveId" clId="{CCD3CE61-4D88-4013-A37F-A71FC2B550FB}" dt="2023-01-14T06:27:07.952" v="118" actId="478"/>
          <ac:spMkLst>
            <pc:docMk/>
            <pc:sldMk cId="3035339133" sldId="410"/>
            <ac:spMk id="8" creationId="{00000000-0000-0000-0000-000000000000}"/>
          </ac:spMkLst>
        </pc:spChg>
        <pc:spChg chg="del">
          <ac:chgData name="Chittaranjan Hens" userId="6fc03958433e8a43" providerId="LiveId" clId="{CCD3CE61-4D88-4013-A37F-A71FC2B550FB}" dt="2023-01-14T06:27:07.952" v="118" actId="478"/>
          <ac:spMkLst>
            <pc:docMk/>
            <pc:sldMk cId="3035339133" sldId="410"/>
            <ac:spMk id="9" creationId="{00000000-0000-0000-0000-000000000000}"/>
          </ac:spMkLst>
        </pc:spChg>
        <pc:spChg chg="del">
          <ac:chgData name="Chittaranjan Hens" userId="6fc03958433e8a43" providerId="LiveId" clId="{CCD3CE61-4D88-4013-A37F-A71FC2B550FB}" dt="2023-01-14T06:27:07.952" v="118" actId="478"/>
          <ac:spMkLst>
            <pc:docMk/>
            <pc:sldMk cId="3035339133" sldId="410"/>
            <ac:spMk id="10" creationId="{00000000-0000-0000-0000-000000000000}"/>
          </ac:spMkLst>
        </pc:spChg>
        <pc:spChg chg="del">
          <ac:chgData name="Chittaranjan Hens" userId="6fc03958433e8a43" providerId="LiveId" clId="{CCD3CE61-4D88-4013-A37F-A71FC2B550FB}" dt="2023-01-14T06:27:07.952" v="118" actId="478"/>
          <ac:spMkLst>
            <pc:docMk/>
            <pc:sldMk cId="3035339133" sldId="410"/>
            <ac:spMk id="14" creationId="{00000000-0000-0000-0000-000000000000}"/>
          </ac:spMkLst>
        </pc:spChg>
        <pc:spChg chg="del">
          <ac:chgData name="Chittaranjan Hens" userId="6fc03958433e8a43" providerId="LiveId" clId="{CCD3CE61-4D88-4013-A37F-A71FC2B550FB}" dt="2023-01-14T06:27:07.952" v="118" actId="478"/>
          <ac:spMkLst>
            <pc:docMk/>
            <pc:sldMk cId="3035339133" sldId="410"/>
            <ac:spMk id="17" creationId="{00000000-0000-0000-0000-000000000000}"/>
          </ac:spMkLst>
        </pc:spChg>
        <pc:spChg chg="del">
          <ac:chgData name="Chittaranjan Hens" userId="6fc03958433e8a43" providerId="LiveId" clId="{CCD3CE61-4D88-4013-A37F-A71FC2B550FB}" dt="2023-01-14T06:27:07.952" v="118" actId="478"/>
          <ac:spMkLst>
            <pc:docMk/>
            <pc:sldMk cId="3035339133" sldId="410"/>
            <ac:spMk id="18" creationId="{00000000-0000-0000-0000-000000000000}"/>
          </ac:spMkLst>
        </pc:spChg>
        <pc:spChg chg="add del">
          <ac:chgData name="Chittaranjan Hens" userId="6fc03958433e8a43" providerId="LiveId" clId="{CCD3CE61-4D88-4013-A37F-A71FC2B550FB}" dt="2023-01-14T06:30:34.013" v="171" actId="26606"/>
          <ac:spMkLst>
            <pc:docMk/>
            <pc:sldMk cId="3035339133" sldId="410"/>
            <ac:spMk id="21" creationId="{823AC064-BC96-4F32-8AE1-B2FD38754823}"/>
          </ac:spMkLst>
        </pc:spChg>
        <pc:spChg chg="add">
          <ac:chgData name="Chittaranjan Hens" userId="6fc03958433e8a43" providerId="LiveId" clId="{CCD3CE61-4D88-4013-A37F-A71FC2B550FB}" dt="2023-01-14T06:30:34.018" v="172" actId="26606"/>
          <ac:spMkLst>
            <pc:docMk/>
            <pc:sldMk cId="3035339133" sldId="410"/>
            <ac:spMk id="24" creationId="{DC701763-729E-462F-A5A8-E0DEFEB1E2E4}"/>
          </ac:spMkLst>
        </pc:spChg>
        <pc:spChg chg="add">
          <ac:chgData name="Chittaranjan Hens" userId="6fc03958433e8a43" providerId="LiveId" clId="{CCD3CE61-4D88-4013-A37F-A71FC2B550FB}" dt="2023-01-14T06:30:34.018" v="172" actId="26606"/>
          <ac:spMkLst>
            <pc:docMk/>
            <pc:sldMk cId="3035339133" sldId="410"/>
            <ac:spMk id="25" creationId="{2151139A-886F-4B97-8815-729AD3831BBD}"/>
          </ac:spMkLst>
        </pc:spChg>
        <pc:spChg chg="add">
          <ac:chgData name="Chittaranjan Hens" userId="6fc03958433e8a43" providerId="LiveId" clId="{CCD3CE61-4D88-4013-A37F-A71FC2B550FB}" dt="2023-01-14T06:30:34.018" v="172" actId="26606"/>
          <ac:spMkLst>
            <pc:docMk/>
            <pc:sldMk cId="3035339133" sldId="410"/>
            <ac:spMk id="26" creationId="{AB5E08C4-8CDD-4623-A5B8-E998C6DEE3B7}"/>
          </ac:spMkLst>
        </pc:spChg>
        <pc:spChg chg="add">
          <ac:chgData name="Chittaranjan Hens" userId="6fc03958433e8a43" providerId="LiveId" clId="{CCD3CE61-4D88-4013-A37F-A71FC2B550FB}" dt="2023-01-14T06:30:34.018" v="172" actId="26606"/>
          <ac:spMkLst>
            <pc:docMk/>
            <pc:sldMk cId="3035339133" sldId="410"/>
            <ac:spMk id="27" creationId="{15F33878-D502-4FFA-8ACE-F2AECDB2A23F}"/>
          </ac:spMkLst>
        </pc:spChg>
        <pc:spChg chg="add">
          <ac:chgData name="Chittaranjan Hens" userId="6fc03958433e8a43" providerId="LiveId" clId="{CCD3CE61-4D88-4013-A37F-A71FC2B550FB}" dt="2023-01-14T06:30:34.018" v="172" actId="26606"/>
          <ac:spMkLst>
            <pc:docMk/>
            <pc:sldMk cId="3035339133" sldId="410"/>
            <ac:spMk id="28" creationId="{D3539FEE-81D3-4406-802E-60B20B16F4F6}"/>
          </ac:spMkLst>
        </pc:spChg>
        <pc:graphicFrameChg chg="del">
          <ac:chgData name="Chittaranjan Hens" userId="6fc03958433e8a43" providerId="LiveId" clId="{CCD3CE61-4D88-4013-A37F-A71FC2B550FB}" dt="2023-01-14T06:27:07.952" v="118" actId="478"/>
          <ac:graphicFrameMkLst>
            <pc:docMk/>
            <pc:sldMk cId="3035339133" sldId="410"/>
            <ac:graphicFrameMk id="26626" creationId="{00000000-0000-0000-0000-000000000000}"/>
          </ac:graphicFrameMkLst>
        </pc:graphicFrameChg>
        <pc:graphicFrameChg chg="del">
          <ac:chgData name="Chittaranjan Hens" userId="6fc03958433e8a43" providerId="LiveId" clId="{CCD3CE61-4D88-4013-A37F-A71FC2B550FB}" dt="2023-01-14T06:27:07.952" v="118" actId="478"/>
          <ac:graphicFrameMkLst>
            <pc:docMk/>
            <pc:sldMk cId="3035339133" sldId="410"/>
            <ac:graphicFrameMk id="26627" creationId="{00000000-0000-0000-0000-000000000000}"/>
          </ac:graphicFrameMkLst>
        </pc:graphicFrameChg>
        <pc:graphicFrameChg chg="del">
          <ac:chgData name="Chittaranjan Hens" userId="6fc03958433e8a43" providerId="LiveId" clId="{CCD3CE61-4D88-4013-A37F-A71FC2B550FB}" dt="2023-01-14T06:27:07.952" v="118" actId="478"/>
          <ac:graphicFrameMkLst>
            <pc:docMk/>
            <pc:sldMk cId="3035339133" sldId="410"/>
            <ac:graphicFrameMk id="26628" creationId="{00000000-0000-0000-0000-000000000000}"/>
          </ac:graphicFrameMkLst>
        </pc:graphicFrameChg>
        <pc:picChg chg="add del mod">
          <ac:chgData name="Chittaranjan Hens" userId="6fc03958433e8a43" providerId="LiveId" clId="{CCD3CE61-4D88-4013-A37F-A71FC2B550FB}" dt="2023-01-14T06:28:20.650" v="133" actId="478"/>
          <ac:picMkLst>
            <pc:docMk/>
            <pc:sldMk cId="3035339133" sldId="410"/>
            <ac:picMk id="3" creationId="{D74CF3CA-F82D-3741-5CE7-6CB3542FD93D}"/>
          </ac:picMkLst>
        </pc:picChg>
        <pc:picChg chg="add mod ord">
          <ac:chgData name="Chittaranjan Hens" userId="6fc03958433e8a43" providerId="LiveId" clId="{CCD3CE61-4D88-4013-A37F-A71FC2B550FB}" dt="2023-01-14T06:40:56.640" v="301" actId="1076"/>
          <ac:picMkLst>
            <pc:docMk/>
            <pc:sldMk cId="3035339133" sldId="410"/>
            <ac:picMk id="5" creationId="{8FC58378-2672-8E1E-5C0D-8A902145C43C}"/>
          </ac:picMkLst>
        </pc:picChg>
        <pc:picChg chg="add mod">
          <ac:chgData name="Chittaranjan Hens" userId="6fc03958433e8a43" providerId="LiveId" clId="{CCD3CE61-4D88-4013-A37F-A71FC2B550FB}" dt="2023-01-14T06:40:56.640" v="301" actId="1076"/>
          <ac:picMkLst>
            <pc:docMk/>
            <pc:sldMk cId="3035339133" sldId="410"/>
            <ac:picMk id="11" creationId="{6DA04AC3-92F7-9866-62D2-327A887C440E}"/>
          </ac:picMkLst>
        </pc:picChg>
        <pc:picChg chg="del">
          <ac:chgData name="Chittaranjan Hens" userId="6fc03958433e8a43" providerId="LiveId" clId="{CCD3CE61-4D88-4013-A37F-A71FC2B550FB}" dt="2023-01-14T06:27:07.952" v="118" actId="478"/>
          <ac:picMkLst>
            <pc:docMk/>
            <pc:sldMk cId="3035339133" sldId="410"/>
            <ac:picMk id="19" creationId="{00000000-0000-0000-0000-000000000000}"/>
          </ac:picMkLst>
        </pc:picChg>
        <pc:picChg chg="del">
          <ac:chgData name="Chittaranjan Hens" userId="6fc03958433e8a43" providerId="LiveId" clId="{CCD3CE61-4D88-4013-A37F-A71FC2B550FB}" dt="2023-01-14T06:27:07.952" v="118" actId="478"/>
          <ac:picMkLst>
            <pc:docMk/>
            <pc:sldMk cId="3035339133" sldId="410"/>
            <ac:picMk id="26632" creationId="{00000000-0000-0000-0000-000000000000}"/>
          </ac:picMkLst>
        </pc:picChg>
        <pc:picChg chg="del">
          <ac:chgData name="Chittaranjan Hens" userId="6fc03958433e8a43" providerId="LiveId" clId="{CCD3CE61-4D88-4013-A37F-A71FC2B550FB}" dt="2023-01-14T06:27:07.952" v="118" actId="478"/>
          <ac:picMkLst>
            <pc:docMk/>
            <pc:sldMk cId="3035339133" sldId="410"/>
            <ac:picMk id="26633" creationId="{00000000-0000-0000-0000-000000000000}"/>
          </ac:picMkLst>
        </pc:picChg>
        <pc:picChg chg="del">
          <ac:chgData name="Chittaranjan Hens" userId="6fc03958433e8a43" providerId="LiveId" clId="{CCD3CE61-4D88-4013-A37F-A71FC2B550FB}" dt="2023-01-14T06:27:07.952" v="118" actId="478"/>
          <ac:picMkLst>
            <pc:docMk/>
            <pc:sldMk cId="3035339133" sldId="410"/>
            <ac:picMk id="26634" creationId="{00000000-0000-0000-0000-000000000000}"/>
          </ac:picMkLst>
        </pc:picChg>
        <pc:cxnChg chg="add del">
          <ac:chgData name="Chittaranjan Hens" userId="6fc03958433e8a43" providerId="LiveId" clId="{CCD3CE61-4D88-4013-A37F-A71FC2B550FB}" dt="2023-01-14T06:30:32.567" v="169" actId="26606"/>
          <ac:cxnSpMkLst>
            <pc:docMk/>
            <pc:sldMk cId="3035339133" sldId="410"/>
            <ac:cxnSpMk id="16" creationId="{3D83F26F-C55B-4A92-9AFF-4894D14E27C5}"/>
          </ac:cxnSpMkLst>
        </pc:cxnChg>
        <pc:cxnChg chg="add del">
          <ac:chgData name="Chittaranjan Hens" userId="6fc03958433e8a43" providerId="LiveId" clId="{CCD3CE61-4D88-4013-A37F-A71FC2B550FB}" dt="2023-01-14T06:30:34.013" v="171" actId="26606"/>
          <ac:cxnSpMkLst>
            <pc:docMk/>
            <pc:sldMk cId="3035339133" sldId="410"/>
            <ac:cxnSpMk id="20" creationId="{DB146403-F3D6-484B-B2ED-97F9565D0370}"/>
          </ac:cxnSpMkLst>
        </pc:cxnChg>
        <pc:cxnChg chg="add del">
          <ac:chgData name="Chittaranjan Hens" userId="6fc03958433e8a43" providerId="LiveId" clId="{CCD3CE61-4D88-4013-A37F-A71FC2B550FB}" dt="2023-01-14T06:30:34.013" v="171" actId="26606"/>
          <ac:cxnSpMkLst>
            <pc:docMk/>
            <pc:sldMk cId="3035339133" sldId="410"/>
            <ac:cxnSpMk id="22" creationId="{7E7C77BC-7138-40B1-A15B-20F57A494629}"/>
          </ac:cxnSpMkLst>
        </pc:cxnChg>
      </pc:sldChg>
      <pc:sldChg chg="addSp delSp modSp add mod ord">
        <pc:chgData name="Chittaranjan Hens" userId="6fc03958433e8a43" providerId="LiveId" clId="{CCD3CE61-4D88-4013-A37F-A71FC2B550FB}" dt="2023-01-28T23:54:59.393" v="1489" actId="207"/>
        <pc:sldMkLst>
          <pc:docMk/>
          <pc:sldMk cId="1329959021" sldId="411"/>
        </pc:sldMkLst>
        <pc:spChg chg="add mod">
          <ac:chgData name="Chittaranjan Hens" userId="6fc03958433e8a43" providerId="LiveId" clId="{CCD3CE61-4D88-4013-A37F-A71FC2B550FB}" dt="2023-01-28T23:54:59.393" v="1489" actId="207"/>
          <ac:spMkLst>
            <pc:docMk/>
            <pc:sldMk cId="1329959021" sldId="411"/>
            <ac:spMk id="4" creationId="{1AF18E95-829E-BED3-936C-D600920ADFFE}"/>
          </ac:spMkLst>
        </pc:spChg>
        <pc:picChg chg="mod">
          <ac:chgData name="Chittaranjan Hens" userId="6fc03958433e8a43" providerId="LiveId" clId="{CCD3CE61-4D88-4013-A37F-A71FC2B550FB}" dt="2023-01-14T06:31:30.217" v="184" actId="14100"/>
          <ac:picMkLst>
            <pc:docMk/>
            <pc:sldMk cId="1329959021" sldId="411"/>
            <ac:picMk id="3" creationId="{D74CF3CA-F82D-3741-5CE7-6CB3542FD93D}"/>
          </ac:picMkLst>
        </pc:picChg>
        <pc:picChg chg="add del mod">
          <ac:chgData name="Chittaranjan Hens" userId="6fc03958433e8a43" providerId="LiveId" clId="{CCD3CE61-4D88-4013-A37F-A71FC2B550FB}" dt="2023-01-14T06:31:40.401" v="187" actId="478"/>
          <ac:picMkLst>
            <pc:docMk/>
            <pc:sldMk cId="1329959021" sldId="411"/>
            <ac:picMk id="4" creationId="{0680848E-DBB7-4D7D-A63C-73FCE91C258E}"/>
          </ac:picMkLst>
        </pc:picChg>
        <pc:picChg chg="del">
          <ac:chgData name="Chittaranjan Hens" userId="6fc03958433e8a43" providerId="LiveId" clId="{CCD3CE61-4D88-4013-A37F-A71FC2B550FB}" dt="2023-01-14T06:28:11.450" v="128" actId="478"/>
          <ac:picMkLst>
            <pc:docMk/>
            <pc:sldMk cId="1329959021" sldId="411"/>
            <ac:picMk id="5" creationId="{8FC58378-2672-8E1E-5C0D-8A902145C43C}"/>
          </ac:picMkLst>
        </pc:picChg>
        <pc:picChg chg="add mod">
          <ac:chgData name="Chittaranjan Hens" userId="6fc03958433e8a43" providerId="LiveId" clId="{CCD3CE61-4D88-4013-A37F-A71FC2B550FB}" dt="2023-01-28T23:54:31.525" v="1481" actId="14100"/>
          <ac:picMkLst>
            <pc:docMk/>
            <pc:sldMk cId="1329959021" sldId="411"/>
            <ac:picMk id="7" creationId="{CF824821-24A3-936D-4B0A-353268EB0161}"/>
          </ac:picMkLst>
        </pc:picChg>
      </pc:sldChg>
      <pc:sldChg chg="addSp delSp modSp add del mod">
        <pc:chgData name="Chittaranjan Hens" userId="6fc03958433e8a43" providerId="LiveId" clId="{CCD3CE61-4D88-4013-A37F-A71FC2B550FB}" dt="2023-01-14T07:03:42.913" v="818" actId="47"/>
        <pc:sldMkLst>
          <pc:docMk/>
          <pc:sldMk cId="2589607415" sldId="412"/>
        </pc:sldMkLst>
        <pc:spChg chg="del">
          <ac:chgData name="Chittaranjan Hens" userId="6fc03958433e8a43" providerId="LiveId" clId="{CCD3CE61-4D88-4013-A37F-A71FC2B550FB}" dt="2023-01-14T06:33:38.701" v="198" actId="478"/>
          <ac:spMkLst>
            <pc:docMk/>
            <pc:sldMk cId="2589607415" sldId="412"/>
            <ac:spMk id="3" creationId="{00000000-0000-0000-0000-000000000000}"/>
          </ac:spMkLst>
        </pc:spChg>
        <pc:spChg chg="add del mod">
          <ac:chgData name="Chittaranjan Hens" userId="6fc03958433e8a43" providerId="LiveId" clId="{CCD3CE61-4D88-4013-A37F-A71FC2B550FB}" dt="2023-01-14T06:33:40.879" v="199" actId="478"/>
          <ac:spMkLst>
            <pc:docMk/>
            <pc:sldMk cId="2589607415" sldId="412"/>
            <ac:spMk id="4" creationId="{BFFF5693-D74D-5582-D16F-A2990CFDF200}"/>
          </ac:spMkLst>
        </pc:spChg>
        <pc:spChg chg="add mod">
          <ac:chgData name="Chittaranjan Hens" userId="6fc03958433e8a43" providerId="LiveId" clId="{CCD3CE61-4D88-4013-A37F-A71FC2B550FB}" dt="2023-01-14T06:59:05.021" v="674" actId="207"/>
          <ac:spMkLst>
            <pc:docMk/>
            <pc:sldMk cId="2589607415" sldId="412"/>
            <ac:spMk id="11" creationId="{4209A650-35E5-6668-07E0-877725473147}"/>
          </ac:spMkLst>
        </pc:spChg>
        <pc:spChg chg="add mod">
          <ac:chgData name="Chittaranjan Hens" userId="6fc03958433e8a43" providerId="LiveId" clId="{CCD3CE61-4D88-4013-A37F-A71FC2B550FB}" dt="2023-01-14T06:58:53.901" v="671" actId="2711"/>
          <ac:spMkLst>
            <pc:docMk/>
            <pc:sldMk cId="2589607415" sldId="412"/>
            <ac:spMk id="12" creationId="{8C3E5611-D352-88A6-0D22-CAEF5639554D}"/>
          </ac:spMkLst>
        </pc:spChg>
        <pc:picChg chg="add del">
          <ac:chgData name="Chittaranjan Hens" userId="6fc03958433e8a43" providerId="LiveId" clId="{CCD3CE61-4D88-4013-A37F-A71FC2B550FB}" dt="2023-01-14T06:37:00.812" v="232" actId="478"/>
          <ac:picMkLst>
            <pc:docMk/>
            <pc:sldMk cId="2589607415" sldId="412"/>
            <ac:picMk id="8" creationId="{7EDBE56E-2E07-0A22-46DB-4C568D869201}"/>
          </ac:picMkLst>
        </pc:picChg>
        <pc:picChg chg="add del">
          <ac:chgData name="Chittaranjan Hens" userId="6fc03958433e8a43" providerId="LiveId" clId="{CCD3CE61-4D88-4013-A37F-A71FC2B550FB}" dt="2023-01-14T06:38:15.333" v="300" actId="478"/>
          <ac:picMkLst>
            <pc:docMk/>
            <pc:sldMk cId="2589607415" sldId="412"/>
            <ac:picMk id="10" creationId="{F7548763-6436-BD4B-1D5A-55F7D89108AB}"/>
          </ac:picMkLst>
        </pc:picChg>
      </pc:sldChg>
      <pc:sldChg chg="add del">
        <pc:chgData name="Chittaranjan Hens" userId="6fc03958433e8a43" providerId="LiveId" clId="{CCD3CE61-4D88-4013-A37F-A71FC2B550FB}" dt="2023-01-14T06:33:30.356" v="196"/>
        <pc:sldMkLst>
          <pc:docMk/>
          <pc:sldMk cId="3696917266" sldId="412"/>
        </pc:sldMkLst>
      </pc:sldChg>
      <pc:sldChg chg="addSp delSp modSp new mod">
        <pc:chgData name="Chittaranjan Hens" userId="6fc03958433e8a43" providerId="LiveId" clId="{CCD3CE61-4D88-4013-A37F-A71FC2B550FB}" dt="2023-01-14T06:41:16.024" v="307" actId="1076"/>
        <pc:sldMkLst>
          <pc:docMk/>
          <pc:sldMk cId="1621981354" sldId="413"/>
        </pc:sldMkLst>
        <pc:spChg chg="del">
          <ac:chgData name="Chittaranjan Hens" userId="6fc03958433e8a43" providerId="LiveId" clId="{CCD3CE61-4D88-4013-A37F-A71FC2B550FB}" dt="2023-01-14T06:41:05.884" v="303" actId="478"/>
          <ac:spMkLst>
            <pc:docMk/>
            <pc:sldMk cId="1621981354" sldId="413"/>
            <ac:spMk id="2" creationId="{BA33DCF7-4948-DF2A-5BCF-8314E5649822}"/>
          </ac:spMkLst>
        </pc:spChg>
        <pc:spChg chg="del">
          <ac:chgData name="Chittaranjan Hens" userId="6fc03958433e8a43" providerId="LiveId" clId="{CCD3CE61-4D88-4013-A37F-A71FC2B550FB}" dt="2023-01-14T06:41:07.860" v="304" actId="478"/>
          <ac:spMkLst>
            <pc:docMk/>
            <pc:sldMk cId="1621981354" sldId="413"/>
            <ac:spMk id="3" creationId="{65470F4F-2981-6805-B4AD-81D356308645}"/>
          </ac:spMkLst>
        </pc:spChg>
        <pc:spChg chg="add mod">
          <ac:chgData name="Chittaranjan Hens" userId="6fc03958433e8a43" providerId="LiveId" clId="{CCD3CE61-4D88-4013-A37F-A71FC2B550FB}" dt="2023-01-14T06:41:16.024" v="307" actId="1076"/>
          <ac:spMkLst>
            <pc:docMk/>
            <pc:sldMk cId="1621981354" sldId="413"/>
            <ac:spMk id="4" creationId="{EDE27BFE-AC83-FEB5-DB0E-562EE6E12639}"/>
          </ac:spMkLst>
        </pc:spChg>
        <pc:picChg chg="add mod">
          <ac:chgData name="Chittaranjan Hens" userId="6fc03958433e8a43" providerId="LiveId" clId="{CCD3CE61-4D88-4013-A37F-A71FC2B550FB}" dt="2023-01-14T06:41:10.875" v="306" actId="1076"/>
          <ac:picMkLst>
            <pc:docMk/>
            <pc:sldMk cId="1621981354" sldId="413"/>
            <ac:picMk id="5" creationId="{E1F49FB1-743F-A0F8-AD40-7893DAD4A50B}"/>
          </ac:picMkLst>
        </pc:picChg>
        <pc:picChg chg="add mod">
          <ac:chgData name="Chittaranjan Hens" userId="6fc03958433e8a43" providerId="LiveId" clId="{CCD3CE61-4D88-4013-A37F-A71FC2B550FB}" dt="2023-01-14T06:41:10.875" v="306" actId="1076"/>
          <ac:picMkLst>
            <pc:docMk/>
            <pc:sldMk cId="1621981354" sldId="413"/>
            <ac:picMk id="6" creationId="{E8F7F749-F014-7AFE-66BF-B9451F9549F6}"/>
          </ac:picMkLst>
        </pc:picChg>
      </pc:sldChg>
      <pc:sldChg chg="addSp delSp modSp add mod">
        <pc:chgData name="Chittaranjan Hens" userId="6fc03958433e8a43" providerId="LiveId" clId="{CCD3CE61-4D88-4013-A37F-A71FC2B550FB}" dt="2023-01-14T06:43:10.738" v="319" actId="14100"/>
        <pc:sldMkLst>
          <pc:docMk/>
          <pc:sldMk cId="1091115903" sldId="414"/>
        </pc:sldMkLst>
        <pc:spChg chg="del">
          <ac:chgData name="Chittaranjan Hens" userId="6fc03958433e8a43" providerId="LiveId" clId="{CCD3CE61-4D88-4013-A37F-A71FC2B550FB}" dt="2023-01-14T06:42:35.093" v="311" actId="478"/>
          <ac:spMkLst>
            <pc:docMk/>
            <pc:sldMk cId="1091115903" sldId="414"/>
            <ac:spMk id="11" creationId="{4209A650-35E5-6668-07E0-877725473147}"/>
          </ac:spMkLst>
        </pc:spChg>
        <pc:picChg chg="add mod">
          <ac:chgData name="Chittaranjan Hens" userId="6fc03958433e8a43" providerId="LiveId" clId="{CCD3CE61-4D88-4013-A37F-A71FC2B550FB}" dt="2023-01-14T06:43:10.738" v="319" actId="14100"/>
          <ac:picMkLst>
            <pc:docMk/>
            <pc:sldMk cId="1091115903" sldId="414"/>
            <ac:picMk id="3" creationId="{17AF6130-1B33-5CED-C98E-C4270F9A2C95}"/>
          </ac:picMkLst>
        </pc:picChg>
      </pc:sldChg>
      <pc:sldChg chg="modSp add del mod">
        <pc:chgData name="Chittaranjan Hens" userId="6fc03958433e8a43" providerId="LiveId" clId="{CCD3CE61-4D88-4013-A37F-A71FC2B550FB}" dt="2023-01-14T07:02:30.446" v="780" actId="47"/>
        <pc:sldMkLst>
          <pc:docMk/>
          <pc:sldMk cId="104297650" sldId="415"/>
        </pc:sldMkLst>
        <pc:spChg chg="mod">
          <ac:chgData name="Chittaranjan Hens" userId="6fc03958433e8a43" providerId="LiveId" clId="{CCD3CE61-4D88-4013-A37F-A71FC2B550FB}" dt="2023-01-14T06:59:40.427" v="725" actId="113"/>
          <ac:spMkLst>
            <pc:docMk/>
            <pc:sldMk cId="104297650" sldId="415"/>
            <ac:spMk id="12" creationId="{8C3E5611-D352-88A6-0D22-CAEF5639554D}"/>
          </ac:spMkLst>
        </pc:spChg>
      </pc:sldChg>
      <pc:sldChg chg="add del">
        <pc:chgData name="Chittaranjan Hens" userId="6fc03958433e8a43" providerId="LiveId" clId="{CCD3CE61-4D88-4013-A37F-A71FC2B550FB}" dt="2023-01-14T06:42:37.267" v="313"/>
        <pc:sldMkLst>
          <pc:docMk/>
          <pc:sldMk cId="3597519306" sldId="415"/>
        </pc:sldMkLst>
      </pc:sldChg>
      <pc:sldChg chg="addSp modSp add mod">
        <pc:chgData name="Chittaranjan Hens" userId="6fc03958433e8a43" providerId="LiveId" clId="{CCD3CE61-4D88-4013-A37F-A71FC2B550FB}" dt="2023-01-29T00:02:10.557" v="1520" actId="403"/>
        <pc:sldMkLst>
          <pc:docMk/>
          <pc:sldMk cId="2818684715" sldId="416"/>
        </pc:sldMkLst>
        <pc:spChg chg="add mod">
          <ac:chgData name="Chittaranjan Hens" userId="6fc03958433e8a43" providerId="LiveId" clId="{CCD3CE61-4D88-4013-A37F-A71FC2B550FB}" dt="2023-01-14T07:26:31.136" v="1415" actId="403"/>
          <ac:spMkLst>
            <pc:docMk/>
            <pc:sldMk cId="2818684715" sldId="416"/>
            <ac:spMk id="3" creationId="{9F82AA7E-DE96-7568-8D57-CE1CC4EE78AA}"/>
          </ac:spMkLst>
        </pc:spChg>
        <pc:spChg chg="add mod">
          <ac:chgData name="Chittaranjan Hens" userId="6fc03958433e8a43" providerId="LiveId" clId="{CCD3CE61-4D88-4013-A37F-A71FC2B550FB}" dt="2023-01-29T00:02:10.557" v="1520" actId="403"/>
          <ac:spMkLst>
            <pc:docMk/>
            <pc:sldMk cId="2818684715" sldId="416"/>
            <ac:spMk id="7" creationId="{AA4C2379-D912-C2C9-C895-731F53209B57}"/>
          </ac:spMkLst>
        </pc:spChg>
        <pc:spChg chg="mod">
          <ac:chgData name="Chittaranjan Hens" userId="6fc03958433e8a43" providerId="LiveId" clId="{CCD3CE61-4D88-4013-A37F-A71FC2B550FB}" dt="2023-01-14T07:27:21.081" v="1422" actId="403"/>
          <ac:spMkLst>
            <pc:docMk/>
            <pc:sldMk cId="2818684715" sldId="416"/>
            <ac:spMk id="11" creationId="{4209A650-35E5-6668-07E0-877725473147}"/>
          </ac:spMkLst>
        </pc:spChg>
        <pc:spChg chg="mod">
          <ac:chgData name="Chittaranjan Hens" userId="6fc03958433e8a43" providerId="LiveId" clId="{CCD3CE61-4D88-4013-A37F-A71FC2B550FB}" dt="2023-01-14T07:27:16.161" v="1420" actId="403"/>
          <ac:spMkLst>
            <pc:docMk/>
            <pc:sldMk cId="2818684715" sldId="416"/>
            <ac:spMk id="12" creationId="{8C3E5611-D352-88A6-0D22-CAEF5639554D}"/>
          </ac:spMkLst>
        </pc:spChg>
      </pc:sldChg>
      <pc:sldChg chg="modSp add del mod">
        <pc:chgData name="Chittaranjan Hens" userId="6fc03958433e8a43" providerId="LiveId" clId="{CCD3CE61-4D88-4013-A37F-A71FC2B550FB}" dt="2023-01-29T00:01:46.453" v="1516" actId="1076"/>
        <pc:sldMkLst>
          <pc:docMk/>
          <pc:sldMk cId="642985344" sldId="417"/>
        </pc:sldMkLst>
        <pc:spChg chg="add mod">
          <ac:chgData name="Chittaranjan Hens" userId="6fc03958433e8a43" providerId="LiveId" clId="{CCD3CE61-4D88-4013-A37F-A71FC2B550FB}" dt="2023-01-29T00:01:46.453" v="1516" actId="1076"/>
          <ac:spMkLst>
            <pc:docMk/>
            <pc:sldMk cId="642985344" sldId="417"/>
            <ac:spMk id="3" creationId="{0336724B-B8CA-B54F-36AB-841E18A44D0F}"/>
          </ac:spMkLst>
        </pc:spChg>
        <pc:spChg chg="mod">
          <ac:chgData name="Chittaranjan Hens" userId="6fc03958433e8a43" providerId="LiveId" clId="{CCD3CE61-4D88-4013-A37F-A71FC2B550FB}" dt="2023-01-14T07:07:20.598" v="1033" actId="113"/>
          <ac:spMkLst>
            <pc:docMk/>
            <pc:sldMk cId="642985344" sldId="417"/>
            <ac:spMk id="11" creationId="{4209A650-35E5-6668-07E0-877725473147}"/>
          </ac:spMkLst>
        </pc:spChg>
      </pc:sldChg>
      <pc:sldChg chg="addSp delSp modSp add mod">
        <pc:chgData name="Chittaranjan Hens" userId="6fc03958433e8a43" providerId="LiveId" clId="{CCD3CE61-4D88-4013-A37F-A71FC2B550FB}" dt="2023-01-29T00:02:20.333" v="1522" actId="14100"/>
        <pc:sldMkLst>
          <pc:docMk/>
          <pc:sldMk cId="2774221867" sldId="418"/>
        </pc:sldMkLst>
        <pc:spChg chg="add mod">
          <ac:chgData name="Chittaranjan Hens" userId="6fc03958433e8a43" providerId="LiveId" clId="{CCD3CE61-4D88-4013-A37F-A71FC2B550FB}" dt="2023-01-14T07:27:55.079" v="1429" actId="1076"/>
          <ac:spMkLst>
            <pc:docMk/>
            <pc:sldMk cId="2774221867" sldId="418"/>
            <ac:spMk id="2" creationId="{509B2187-91B9-EE46-63DA-ED526C202A78}"/>
          </ac:spMkLst>
        </pc:spChg>
        <pc:spChg chg="del">
          <ac:chgData name="Chittaranjan Hens" userId="6fc03958433e8a43" providerId="LiveId" clId="{CCD3CE61-4D88-4013-A37F-A71FC2B550FB}" dt="2023-01-14T07:08:55.458" v="1127" actId="478"/>
          <ac:spMkLst>
            <pc:docMk/>
            <pc:sldMk cId="2774221867" sldId="418"/>
            <ac:spMk id="3" creationId="{9F82AA7E-DE96-7568-8D57-CE1CC4EE78AA}"/>
          </ac:spMkLst>
        </pc:spChg>
        <pc:spChg chg="del">
          <ac:chgData name="Chittaranjan Hens" userId="6fc03958433e8a43" providerId="LiveId" clId="{CCD3CE61-4D88-4013-A37F-A71FC2B550FB}" dt="2023-01-14T07:12:14.928" v="1188" actId="478"/>
          <ac:spMkLst>
            <pc:docMk/>
            <pc:sldMk cId="2774221867" sldId="418"/>
            <ac:spMk id="7" creationId="{AA4C2379-D912-C2C9-C895-731F53209B57}"/>
          </ac:spMkLst>
        </pc:spChg>
        <pc:spChg chg="add mod">
          <ac:chgData name="Chittaranjan Hens" userId="6fc03958433e8a43" providerId="LiveId" clId="{CCD3CE61-4D88-4013-A37F-A71FC2B550FB}" dt="2023-01-14T07:27:39.491" v="1427" actId="1076"/>
          <ac:spMkLst>
            <pc:docMk/>
            <pc:sldMk cId="2774221867" sldId="418"/>
            <ac:spMk id="9" creationId="{FF9EE4E1-9B9C-707A-0528-0286C07D4C98}"/>
          </ac:spMkLst>
        </pc:spChg>
        <pc:spChg chg="mod">
          <ac:chgData name="Chittaranjan Hens" userId="6fc03958433e8a43" providerId="LiveId" clId="{CCD3CE61-4D88-4013-A37F-A71FC2B550FB}" dt="2023-01-14T07:27:34.005" v="1425" actId="14100"/>
          <ac:spMkLst>
            <pc:docMk/>
            <pc:sldMk cId="2774221867" sldId="418"/>
            <ac:spMk id="11" creationId="{4209A650-35E5-6668-07E0-877725473147}"/>
          </ac:spMkLst>
        </pc:spChg>
        <pc:spChg chg="add del mod">
          <ac:chgData name="Chittaranjan Hens" userId="6fc03958433e8a43" providerId="LiveId" clId="{CCD3CE61-4D88-4013-A37F-A71FC2B550FB}" dt="2023-01-14T07:27:49.207" v="1428" actId="403"/>
          <ac:spMkLst>
            <pc:docMk/>
            <pc:sldMk cId="2774221867" sldId="418"/>
            <ac:spMk id="12" creationId="{8C3E5611-D352-88A6-0D22-CAEF5639554D}"/>
          </ac:spMkLst>
        </pc:spChg>
        <pc:picChg chg="add mod">
          <ac:chgData name="Chittaranjan Hens" userId="6fc03958433e8a43" providerId="LiveId" clId="{CCD3CE61-4D88-4013-A37F-A71FC2B550FB}" dt="2023-01-29T00:02:20.333" v="1522" actId="14100"/>
          <ac:picMkLst>
            <pc:docMk/>
            <pc:sldMk cId="2774221867" sldId="418"/>
            <ac:picMk id="8" creationId="{25A2EAEA-BA20-6B7E-B92A-A19FFCCEA664}"/>
          </ac:picMkLst>
        </pc:picChg>
      </pc:sldChg>
      <pc:sldChg chg="addSp delSp modSp add mod">
        <pc:chgData name="Chittaranjan Hens" userId="6fc03958433e8a43" providerId="LiveId" clId="{CCD3CE61-4D88-4013-A37F-A71FC2B550FB}" dt="2023-01-29T00:02:36.204" v="1525" actId="1076"/>
        <pc:sldMkLst>
          <pc:docMk/>
          <pc:sldMk cId="2134820902" sldId="419"/>
        </pc:sldMkLst>
        <pc:spChg chg="del">
          <ac:chgData name="Chittaranjan Hens" userId="6fc03958433e8a43" providerId="LiveId" clId="{CCD3CE61-4D88-4013-A37F-A71FC2B550FB}" dt="2023-01-14T07:16:53.227" v="1325" actId="478"/>
          <ac:spMkLst>
            <pc:docMk/>
            <pc:sldMk cId="2134820902" sldId="419"/>
            <ac:spMk id="2" creationId="{509B2187-91B9-EE46-63DA-ED526C202A78}"/>
          </ac:spMkLst>
        </pc:spChg>
        <pc:spChg chg="del">
          <ac:chgData name="Chittaranjan Hens" userId="6fc03958433e8a43" providerId="LiveId" clId="{CCD3CE61-4D88-4013-A37F-A71FC2B550FB}" dt="2023-01-14T07:16:53.227" v="1325" actId="478"/>
          <ac:spMkLst>
            <pc:docMk/>
            <pc:sldMk cId="2134820902" sldId="419"/>
            <ac:spMk id="9" creationId="{FF9EE4E1-9B9C-707A-0528-0286C07D4C98}"/>
          </ac:spMkLst>
        </pc:spChg>
        <pc:spChg chg="add mod">
          <ac:chgData name="Chittaranjan Hens" userId="6fc03958433e8a43" providerId="LiveId" clId="{CCD3CE61-4D88-4013-A37F-A71FC2B550FB}" dt="2023-01-29T00:02:36.204" v="1525" actId="1076"/>
          <ac:spMkLst>
            <pc:docMk/>
            <pc:sldMk cId="2134820902" sldId="419"/>
            <ac:spMk id="10" creationId="{B3B15DF8-1406-4E27-87C6-443C2C43BEBE}"/>
          </ac:spMkLst>
        </pc:spChg>
        <pc:spChg chg="mod">
          <ac:chgData name="Chittaranjan Hens" userId="6fc03958433e8a43" providerId="LiveId" clId="{CCD3CE61-4D88-4013-A37F-A71FC2B550FB}" dt="2023-01-14T07:17:22.608" v="1348" actId="20577"/>
          <ac:spMkLst>
            <pc:docMk/>
            <pc:sldMk cId="2134820902" sldId="419"/>
            <ac:spMk id="11" creationId="{4209A650-35E5-6668-07E0-877725473147}"/>
          </ac:spMkLst>
        </pc:spChg>
        <pc:spChg chg="del">
          <ac:chgData name="Chittaranjan Hens" userId="6fc03958433e8a43" providerId="LiveId" clId="{CCD3CE61-4D88-4013-A37F-A71FC2B550FB}" dt="2023-01-14T07:16:53.227" v="1325" actId="478"/>
          <ac:spMkLst>
            <pc:docMk/>
            <pc:sldMk cId="2134820902" sldId="419"/>
            <ac:spMk id="12" creationId="{8C3E5611-D352-88A6-0D22-CAEF5639554D}"/>
          </ac:spMkLst>
        </pc:spChg>
        <pc:spChg chg="add mod">
          <ac:chgData name="Chittaranjan Hens" userId="6fc03958433e8a43" providerId="LiveId" clId="{CCD3CE61-4D88-4013-A37F-A71FC2B550FB}" dt="2023-01-14T07:27:06.967" v="1419" actId="403"/>
          <ac:spMkLst>
            <pc:docMk/>
            <pc:sldMk cId="2134820902" sldId="419"/>
            <ac:spMk id="14" creationId="{27CDADE5-5528-52BA-5E9D-B69C64D44AC4}"/>
          </ac:spMkLst>
        </pc:spChg>
        <pc:picChg chg="mod">
          <ac:chgData name="Chittaranjan Hens" userId="6fc03958433e8a43" providerId="LiveId" clId="{CCD3CE61-4D88-4013-A37F-A71FC2B550FB}" dt="2023-01-29T00:02:33.200" v="1524" actId="1076"/>
          <ac:picMkLst>
            <pc:docMk/>
            <pc:sldMk cId="2134820902" sldId="419"/>
            <ac:picMk id="3" creationId="{C98518A4-46B9-A3C3-D36E-C1A38D792A66}"/>
          </ac:picMkLst>
        </pc:picChg>
        <pc:picChg chg="add del mod">
          <ac:chgData name="Chittaranjan Hens" userId="6fc03958433e8a43" providerId="LiveId" clId="{CCD3CE61-4D88-4013-A37F-A71FC2B550FB}" dt="2023-01-14T07:18:10.046" v="1351" actId="478"/>
          <ac:picMkLst>
            <pc:docMk/>
            <pc:sldMk cId="2134820902" sldId="419"/>
            <ac:picMk id="4" creationId="{EF3FB014-52EB-49D7-20F4-35384394786A}"/>
          </ac:picMkLst>
        </pc:picChg>
        <pc:picChg chg="del">
          <ac:chgData name="Chittaranjan Hens" userId="6fc03958433e8a43" providerId="LiveId" clId="{CCD3CE61-4D88-4013-A37F-A71FC2B550FB}" dt="2023-01-14T07:16:54.988" v="1326" actId="478"/>
          <ac:picMkLst>
            <pc:docMk/>
            <pc:sldMk cId="2134820902" sldId="419"/>
            <ac:picMk id="8" creationId="{25A2EAEA-BA20-6B7E-B92A-A19FFCCEA664}"/>
          </ac:picMkLst>
        </pc:picChg>
      </pc:sldChg>
      <pc:sldChg chg="addSp delSp modSp add mod">
        <pc:chgData name="Chittaranjan Hens" userId="6fc03958433e8a43" providerId="LiveId" clId="{CCD3CE61-4D88-4013-A37F-A71FC2B550FB}" dt="2023-01-14T07:29:28.598" v="1439" actId="1076"/>
        <pc:sldMkLst>
          <pc:docMk/>
          <pc:sldMk cId="1891475892" sldId="420"/>
        </pc:sldMkLst>
        <pc:picChg chg="del">
          <ac:chgData name="Chittaranjan Hens" userId="6fc03958433e8a43" providerId="LiveId" clId="{CCD3CE61-4D88-4013-A37F-A71FC2B550FB}" dt="2023-01-14T07:28:57.953" v="1431" actId="478"/>
          <ac:picMkLst>
            <pc:docMk/>
            <pc:sldMk cId="1891475892" sldId="420"/>
            <ac:picMk id="3" creationId="{17AF6130-1B33-5CED-C98E-C4270F9A2C95}"/>
          </ac:picMkLst>
        </pc:picChg>
        <pc:picChg chg="add mod">
          <ac:chgData name="Chittaranjan Hens" userId="6fc03958433e8a43" providerId="LiveId" clId="{CCD3CE61-4D88-4013-A37F-A71FC2B550FB}" dt="2023-01-14T07:29:11.519" v="1436" actId="1076"/>
          <ac:picMkLst>
            <pc:docMk/>
            <pc:sldMk cId="1891475892" sldId="420"/>
            <ac:picMk id="4" creationId="{BCB76D4A-0590-0816-DC08-662BF2DE00B7}"/>
          </ac:picMkLst>
        </pc:picChg>
        <pc:picChg chg="add mod">
          <ac:chgData name="Chittaranjan Hens" userId="6fc03958433e8a43" providerId="LiveId" clId="{CCD3CE61-4D88-4013-A37F-A71FC2B550FB}" dt="2023-01-14T07:29:28.598" v="1439" actId="1076"/>
          <ac:picMkLst>
            <pc:docMk/>
            <pc:sldMk cId="1891475892" sldId="420"/>
            <ac:picMk id="8" creationId="{E52D8029-39D6-2ACD-4EE3-30BC81CF5CC3}"/>
          </ac:picMkLst>
        </pc:picChg>
      </pc:sldChg>
      <pc:sldChg chg="add del">
        <pc:chgData name="Chittaranjan Hens" userId="6fc03958433e8a43" providerId="LiveId" clId="{CCD3CE61-4D88-4013-A37F-A71FC2B550FB}" dt="2023-01-14T07:29:01.088" v="1433"/>
        <pc:sldMkLst>
          <pc:docMk/>
          <pc:sldMk cId="1862673164" sldId="421"/>
        </pc:sldMkLst>
      </pc:sldChg>
      <pc:sldChg chg="addSp delSp modSp add mod">
        <pc:chgData name="Chittaranjan Hens" userId="6fc03958433e8a43" providerId="LiveId" clId="{CCD3CE61-4D88-4013-A37F-A71FC2B550FB}" dt="2023-01-14T07:30:31.691" v="1448" actId="14100"/>
        <pc:sldMkLst>
          <pc:docMk/>
          <pc:sldMk cId="2969503797" sldId="421"/>
        </pc:sldMkLst>
        <pc:picChg chg="add mod">
          <ac:chgData name="Chittaranjan Hens" userId="6fc03958433e8a43" providerId="LiveId" clId="{CCD3CE61-4D88-4013-A37F-A71FC2B550FB}" dt="2023-01-14T07:30:31.691" v="1448" actId="14100"/>
          <ac:picMkLst>
            <pc:docMk/>
            <pc:sldMk cId="2969503797" sldId="421"/>
            <ac:picMk id="3" creationId="{A2CCC407-CB50-15BB-E99E-E7B94449E459}"/>
          </ac:picMkLst>
        </pc:picChg>
        <pc:picChg chg="del">
          <ac:chgData name="Chittaranjan Hens" userId="6fc03958433e8a43" providerId="LiveId" clId="{CCD3CE61-4D88-4013-A37F-A71FC2B550FB}" dt="2023-01-14T07:30:15.595" v="1442" actId="478"/>
          <ac:picMkLst>
            <pc:docMk/>
            <pc:sldMk cId="2969503797" sldId="421"/>
            <ac:picMk id="4" creationId="{BCB76D4A-0590-0816-DC08-662BF2DE00B7}"/>
          </ac:picMkLst>
        </pc:picChg>
        <pc:picChg chg="del">
          <ac:chgData name="Chittaranjan Hens" userId="6fc03958433e8a43" providerId="LiveId" clId="{CCD3CE61-4D88-4013-A37F-A71FC2B550FB}" dt="2023-01-14T07:30:14.164" v="1441" actId="478"/>
          <ac:picMkLst>
            <pc:docMk/>
            <pc:sldMk cId="2969503797" sldId="421"/>
            <ac:picMk id="8" creationId="{E52D8029-39D6-2ACD-4EE3-30BC81CF5CC3}"/>
          </ac:picMkLst>
        </pc:picChg>
      </pc:sldChg>
      <pc:sldChg chg="modSp add modAnim">
        <pc:chgData name="Chittaranjan Hens" userId="6fc03958433e8a43" providerId="LiveId" clId="{CCD3CE61-4D88-4013-A37F-A71FC2B550FB}" dt="2023-01-29T00:00:27.867" v="1510" actId="2711"/>
        <pc:sldMkLst>
          <pc:docMk/>
          <pc:sldMk cId="1168732920" sldId="422"/>
        </pc:sldMkLst>
        <pc:spChg chg="mod">
          <ac:chgData name="Chittaranjan Hens" userId="6fc03958433e8a43" providerId="LiveId" clId="{CCD3CE61-4D88-4013-A37F-A71FC2B550FB}" dt="2023-01-29T00:00:27.867" v="1510" actId="2711"/>
          <ac:spMkLst>
            <pc:docMk/>
            <pc:sldMk cId="1168732920" sldId="422"/>
            <ac:spMk id="3" creationId="{00000000-0000-0000-0000-000000000000}"/>
          </ac:spMkLst>
        </pc:spChg>
      </pc:sldChg>
      <pc:sldChg chg="add del">
        <pc:chgData name="Chittaranjan Hens" userId="6fc03958433e8a43" providerId="LiveId" clId="{CCD3CE61-4D88-4013-A37F-A71FC2B550FB}" dt="2023-01-14T07:30:18.107" v="1444"/>
        <pc:sldMkLst>
          <pc:docMk/>
          <pc:sldMk cId="2506325471" sldId="422"/>
        </pc:sldMkLst>
      </pc:sldChg>
    </pc:docChg>
  </pc:docChgLst>
  <pc:docChgLst>
    <pc:chgData name="Chittaranjan Hens" userId="6fc03958433e8a43" providerId="LiveId" clId="{C95D0380-BDE2-43DB-B3D1-310949439998}"/>
    <pc:docChg chg="modSld sldOrd">
      <pc:chgData name="Chittaranjan Hens" userId="6fc03958433e8a43" providerId="LiveId" clId="{C95D0380-BDE2-43DB-B3D1-310949439998}" dt="2024-02-09T07:40:33.645" v="1"/>
      <pc:docMkLst>
        <pc:docMk/>
      </pc:docMkLst>
      <pc:sldChg chg="ord">
        <pc:chgData name="Chittaranjan Hens" userId="6fc03958433e8a43" providerId="LiveId" clId="{C95D0380-BDE2-43DB-B3D1-310949439998}" dt="2024-02-09T07:40:33.645" v="1"/>
        <pc:sldMkLst>
          <pc:docMk/>
          <pc:sldMk cId="2963817444" sldId="494"/>
        </pc:sldMkLst>
      </pc:sldChg>
    </pc:docChg>
  </pc:docChgLst>
  <pc:docChgLst>
    <pc:chgData name="Chittaranjan Hens" userId="6fc03958433e8a43" providerId="LiveId" clId="{19026C74-C42F-41AE-BE0F-80E6DCFB919B}"/>
    <pc:docChg chg="custSel addSld delSld modSld">
      <pc:chgData name="Chittaranjan Hens" userId="6fc03958433e8a43" providerId="LiveId" clId="{19026C74-C42F-41AE-BE0F-80E6DCFB919B}" dt="2024-03-14T10:33:39.555" v="24" actId="47"/>
      <pc:docMkLst>
        <pc:docMk/>
      </pc:docMkLst>
      <pc:sldChg chg="del">
        <pc:chgData name="Chittaranjan Hens" userId="6fc03958433e8a43" providerId="LiveId" clId="{19026C74-C42F-41AE-BE0F-80E6DCFB919B}" dt="2024-03-03T15:46:58.547" v="14" actId="47"/>
        <pc:sldMkLst>
          <pc:docMk/>
          <pc:sldMk cId="0" sldId="260"/>
        </pc:sldMkLst>
      </pc:sldChg>
      <pc:sldChg chg="del">
        <pc:chgData name="Chittaranjan Hens" userId="6fc03958433e8a43" providerId="LiveId" clId="{19026C74-C42F-41AE-BE0F-80E6DCFB919B}" dt="2024-02-26T11:18:47.723" v="8" actId="47"/>
        <pc:sldMkLst>
          <pc:docMk/>
          <pc:sldMk cId="0" sldId="262"/>
        </pc:sldMkLst>
      </pc:sldChg>
      <pc:sldChg chg="addSp modSp mod">
        <pc:chgData name="Chittaranjan Hens" userId="6fc03958433e8a43" providerId="LiveId" clId="{19026C74-C42F-41AE-BE0F-80E6DCFB919B}" dt="2024-02-26T09:31:46.845" v="4" actId="1076"/>
        <pc:sldMkLst>
          <pc:docMk/>
          <pc:sldMk cId="0" sldId="266"/>
        </pc:sldMkLst>
        <pc:spChg chg="add mod">
          <ac:chgData name="Chittaranjan Hens" userId="6fc03958433e8a43" providerId="LiveId" clId="{19026C74-C42F-41AE-BE0F-80E6DCFB919B}" dt="2024-02-26T09:31:46.845" v="4" actId="1076"/>
          <ac:spMkLst>
            <pc:docMk/>
            <pc:sldMk cId="0" sldId="266"/>
            <ac:spMk id="5" creationId="{C3CB682A-1F62-D69D-AAB5-A9FA63B7D0CD}"/>
          </ac:spMkLst>
        </pc:spChg>
      </pc:sldChg>
      <pc:sldChg chg="add">
        <pc:chgData name="Chittaranjan Hens" userId="6fc03958433e8a43" providerId="LiveId" clId="{19026C74-C42F-41AE-BE0F-80E6DCFB919B}" dt="2024-02-26T11:18:08.238" v="7"/>
        <pc:sldMkLst>
          <pc:docMk/>
          <pc:sldMk cId="2891461729" sldId="331"/>
        </pc:sldMkLst>
      </pc:sldChg>
      <pc:sldChg chg="add">
        <pc:chgData name="Chittaranjan Hens" userId="6fc03958433e8a43" providerId="LiveId" clId="{19026C74-C42F-41AE-BE0F-80E6DCFB919B}" dt="2024-02-26T11:18:08.238" v="7"/>
        <pc:sldMkLst>
          <pc:docMk/>
          <pc:sldMk cId="3576832565" sldId="332"/>
        </pc:sldMkLst>
      </pc:sldChg>
      <pc:sldChg chg="add">
        <pc:chgData name="Chittaranjan Hens" userId="6fc03958433e8a43" providerId="LiveId" clId="{19026C74-C42F-41AE-BE0F-80E6DCFB919B}" dt="2024-02-26T11:18:08.238" v="7"/>
        <pc:sldMkLst>
          <pc:docMk/>
          <pc:sldMk cId="1154022635" sldId="333"/>
        </pc:sldMkLst>
      </pc:sldChg>
      <pc:sldChg chg="modSp mod">
        <pc:chgData name="Chittaranjan Hens" userId="6fc03958433e8a43" providerId="LiveId" clId="{19026C74-C42F-41AE-BE0F-80E6DCFB919B}" dt="2024-03-03T15:46:53.404" v="13" actId="20577"/>
        <pc:sldMkLst>
          <pc:docMk/>
          <pc:sldMk cId="2274049102" sldId="408"/>
        </pc:sldMkLst>
        <pc:spChg chg="mod">
          <ac:chgData name="Chittaranjan Hens" userId="6fc03958433e8a43" providerId="LiveId" clId="{19026C74-C42F-41AE-BE0F-80E6DCFB919B}" dt="2024-03-03T15:46:53.404" v="13" actId="20577"/>
          <ac:spMkLst>
            <pc:docMk/>
            <pc:sldMk cId="2274049102" sldId="408"/>
            <ac:spMk id="21507" creationId="{C703BF0B-9E63-BDA1-5BDE-B66DD411DFD7}"/>
          </ac:spMkLst>
        </pc:spChg>
      </pc:sldChg>
      <pc:sldChg chg="del">
        <pc:chgData name="Chittaranjan Hens" userId="6fc03958433e8a43" providerId="LiveId" clId="{19026C74-C42F-41AE-BE0F-80E6DCFB919B}" dt="2024-02-26T11:18:03.402" v="6" actId="47"/>
        <pc:sldMkLst>
          <pc:docMk/>
          <pc:sldMk cId="4052713330" sldId="409"/>
        </pc:sldMkLst>
      </pc:sldChg>
      <pc:sldChg chg="delSp mod">
        <pc:chgData name="Chittaranjan Hens" userId="6fc03958433e8a43" providerId="LiveId" clId="{19026C74-C42F-41AE-BE0F-80E6DCFB919B}" dt="2024-03-03T15:48:51.801" v="17" actId="478"/>
        <pc:sldMkLst>
          <pc:docMk/>
          <pc:sldMk cId="1329959021" sldId="411"/>
        </pc:sldMkLst>
        <pc:spChg chg="del">
          <ac:chgData name="Chittaranjan Hens" userId="6fc03958433e8a43" providerId="LiveId" clId="{19026C74-C42F-41AE-BE0F-80E6DCFB919B}" dt="2024-03-03T15:48:51.801" v="17" actId="478"/>
          <ac:spMkLst>
            <pc:docMk/>
            <pc:sldMk cId="1329959021" sldId="411"/>
            <ac:spMk id="4" creationId="{1AF18E95-829E-BED3-936C-D600920ADFFE}"/>
          </ac:spMkLst>
        </pc:spChg>
      </pc:sldChg>
      <pc:sldChg chg="delSp modSp mod">
        <pc:chgData name="Chittaranjan Hens" userId="6fc03958433e8a43" providerId="LiveId" clId="{19026C74-C42F-41AE-BE0F-80E6DCFB919B}" dt="2024-03-03T15:47:23.953" v="16" actId="6549"/>
        <pc:sldMkLst>
          <pc:docMk/>
          <pc:sldMk cId="1168732920" sldId="422"/>
        </pc:sldMkLst>
        <pc:spChg chg="mod">
          <ac:chgData name="Chittaranjan Hens" userId="6fc03958433e8a43" providerId="LiveId" clId="{19026C74-C42F-41AE-BE0F-80E6DCFB919B}" dt="2024-03-03T15:47:23.953" v="16" actId="6549"/>
          <ac:spMkLst>
            <pc:docMk/>
            <pc:sldMk cId="1168732920" sldId="422"/>
            <ac:spMk id="3" creationId="{00000000-0000-0000-0000-000000000000}"/>
          </ac:spMkLst>
        </pc:spChg>
        <pc:picChg chg="del">
          <ac:chgData name="Chittaranjan Hens" userId="6fc03958433e8a43" providerId="LiveId" clId="{19026C74-C42F-41AE-BE0F-80E6DCFB919B}" dt="2024-03-03T15:47:21.202" v="15" actId="478"/>
          <ac:picMkLst>
            <pc:docMk/>
            <pc:sldMk cId="1168732920" sldId="422"/>
            <ac:picMk id="2051" creationId="{00000000-0000-0000-0000-000000000000}"/>
          </ac:picMkLst>
        </pc:picChg>
      </pc:sldChg>
      <pc:sldChg chg="del">
        <pc:chgData name="Chittaranjan Hens" userId="6fc03958433e8a43" providerId="LiveId" clId="{19026C74-C42F-41AE-BE0F-80E6DCFB919B}" dt="2024-03-03T15:49:47.312" v="22" actId="47"/>
        <pc:sldMkLst>
          <pc:docMk/>
          <pc:sldMk cId="2657082366" sldId="488"/>
        </pc:sldMkLst>
      </pc:sldChg>
      <pc:sldChg chg="del">
        <pc:chgData name="Chittaranjan Hens" userId="6fc03958433e8a43" providerId="LiveId" clId="{19026C74-C42F-41AE-BE0F-80E6DCFB919B}" dt="2024-03-03T15:49:46.779" v="21" actId="47"/>
        <pc:sldMkLst>
          <pc:docMk/>
          <pc:sldMk cId="988625802" sldId="491"/>
        </pc:sldMkLst>
      </pc:sldChg>
      <pc:sldChg chg="del">
        <pc:chgData name="Chittaranjan Hens" userId="6fc03958433e8a43" providerId="LiveId" clId="{19026C74-C42F-41AE-BE0F-80E6DCFB919B}" dt="2024-03-03T15:49:36.164" v="18" actId="47"/>
        <pc:sldMkLst>
          <pc:docMk/>
          <pc:sldMk cId="1942351146" sldId="492"/>
        </pc:sldMkLst>
      </pc:sldChg>
      <pc:sldChg chg="del">
        <pc:chgData name="Chittaranjan Hens" userId="6fc03958433e8a43" providerId="LiveId" clId="{19026C74-C42F-41AE-BE0F-80E6DCFB919B}" dt="2024-03-03T15:49:46.338" v="20" actId="47"/>
        <pc:sldMkLst>
          <pc:docMk/>
          <pc:sldMk cId="1389310659" sldId="494"/>
        </pc:sldMkLst>
      </pc:sldChg>
      <pc:sldChg chg="del">
        <pc:chgData name="Chittaranjan Hens" userId="6fc03958433e8a43" providerId="LiveId" clId="{19026C74-C42F-41AE-BE0F-80E6DCFB919B}" dt="2024-03-03T15:49:38.180" v="19" actId="47"/>
        <pc:sldMkLst>
          <pc:docMk/>
          <pc:sldMk cId="641709698" sldId="497"/>
        </pc:sldMkLst>
      </pc:sldChg>
      <pc:sldChg chg="del">
        <pc:chgData name="Chittaranjan Hens" userId="6fc03958433e8a43" providerId="LiveId" clId="{19026C74-C42F-41AE-BE0F-80E6DCFB919B}" dt="2024-03-03T15:49:48.735" v="23" actId="47"/>
        <pc:sldMkLst>
          <pc:docMk/>
          <pc:sldMk cId="3457482218" sldId="499"/>
        </pc:sldMkLst>
      </pc:sldChg>
      <pc:sldChg chg="del">
        <pc:chgData name="Chittaranjan Hens" userId="6fc03958433e8a43" providerId="LiveId" clId="{19026C74-C42F-41AE-BE0F-80E6DCFB919B}" dt="2024-03-03T15:43:26.169" v="9" actId="47"/>
        <pc:sldMkLst>
          <pc:docMk/>
          <pc:sldMk cId="380894564" sldId="897"/>
        </pc:sldMkLst>
      </pc:sldChg>
      <pc:sldChg chg="del">
        <pc:chgData name="Chittaranjan Hens" userId="6fc03958433e8a43" providerId="LiveId" clId="{19026C74-C42F-41AE-BE0F-80E6DCFB919B}" dt="2024-03-14T10:33:39.555" v="24" actId="47"/>
        <pc:sldMkLst>
          <pc:docMk/>
          <pc:sldMk cId="3900106801" sldId="898"/>
        </pc:sldMkLst>
      </pc:sldChg>
    </pc:docChg>
  </pc:docChgLst>
  <pc:docChgLst>
    <pc:chgData name="Chittaranjan Hens" userId="6fc03958433e8a43" providerId="LiveId" clId="{2217C419-4E7E-43C2-AFAD-16C11AE65759}"/>
    <pc:docChg chg="custSel addSld delSld modSld">
      <pc:chgData name="Chittaranjan Hens" userId="6fc03958433e8a43" providerId="LiveId" clId="{2217C419-4E7E-43C2-AFAD-16C11AE65759}" dt="2023-01-30T05:46:48.098" v="14" actId="680"/>
      <pc:docMkLst>
        <pc:docMk/>
      </pc:docMkLst>
      <pc:sldChg chg="modSp add mod">
        <pc:chgData name="Chittaranjan Hens" userId="6fc03958433e8a43" providerId="LiveId" clId="{2217C419-4E7E-43C2-AFAD-16C11AE65759}" dt="2023-01-30T05:45:55.372" v="6" actId="27636"/>
        <pc:sldMkLst>
          <pc:docMk/>
          <pc:sldMk cId="4118174380" sldId="281"/>
        </pc:sldMkLst>
        <pc:spChg chg="mod">
          <ac:chgData name="Chittaranjan Hens" userId="6fc03958433e8a43" providerId="LiveId" clId="{2217C419-4E7E-43C2-AFAD-16C11AE65759}" dt="2023-01-30T05:45:55.372" v="6" actId="27636"/>
          <ac:spMkLst>
            <pc:docMk/>
            <pc:sldMk cId="4118174380" sldId="281"/>
            <ac:spMk id="7" creationId="{6914705F-5DAA-074E-F1F8-BBCCA9869E73}"/>
          </ac:spMkLst>
        </pc:spChg>
      </pc:sldChg>
      <pc:sldChg chg="modSp add del">
        <pc:chgData name="Chittaranjan Hens" userId="6fc03958433e8a43" providerId="LiveId" clId="{2217C419-4E7E-43C2-AFAD-16C11AE65759}" dt="2023-01-30T05:46:15.356" v="12" actId="47"/>
        <pc:sldMkLst>
          <pc:docMk/>
          <pc:sldMk cId="200605627" sldId="423"/>
        </pc:sldMkLst>
        <pc:picChg chg="mod">
          <ac:chgData name="Chittaranjan Hens" userId="6fc03958433e8a43" providerId="LiveId" clId="{2217C419-4E7E-43C2-AFAD-16C11AE65759}" dt="2023-01-30T05:45:15.445" v="1" actId="1076"/>
          <ac:picMkLst>
            <pc:docMk/>
            <pc:sldMk cId="200605627" sldId="423"/>
            <ac:picMk id="37892" creationId="{919B05F3-1496-3BD8-2D56-6E81F6FDDC15}"/>
          </ac:picMkLst>
        </pc:picChg>
      </pc:sldChg>
      <pc:sldChg chg="modSp add mod">
        <pc:chgData name="Chittaranjan Hens" userId="6fc03958433e8a43" providerId="LiveId" clId="{2217C419-4E7E-43C2-AFAD-16C11AE65759}" dt="2023-01-30T05:45:55.363" v="5" actId="27636"/>
        <pc:sldMkLst>
          <pc:docMk/>
          <pc:sldMk cId="3726892099" sldId="478"/>
        </pc:sldMkLst>
        <pc:spChg chg="mod">
          <ac:chgData name="Chittaranjan Hens" userId="6fc03958433e8a43" providerId="LiveId" clId="{2217C419-4E7E-43C2-AFAD-16C11AE65759}" dt="2023-01-30T05:45:55.363" v="5" actId="27636"/>
          <ac:spMkLst>
            <pc:docMk/>
            <pc:sldMk cId="3726892099" sldId="478"/>
            <ac:spMk id="5" creationId="{8F3F52BC-B8A0-6C01-7DE5-B23DD05D80AF}"/>
          </ac:spMkLst>
        </pc:spChg>
      </pc:sldChg>
      <pc:sldChg chg="add">
        <pc:chgData name="Chittaranjan Hens" userId="6fc03958433e8a43" providerId="LiveId" clId="{2217C419-4E7E-43C2-AFAD-16C11AE65759}" dt="2023-01-30T05:45:55.168" v="2"/>
        <pc:sldMkLst>
          <pc:docMk/>
          <pc:sldMk cId="903028763" sldId="480"/>
        </pc:sldMkLst>
      </pc:sldChg>
      <pc:sldChg chg="modSp add mod">
        <pc:chgData name="Chittaranjan Hens" userId="6fc03958433e8a43" providerId="LiveId" clId="{2217C419-4E7E-43C2-AFAD-16C11AE65759}" dt="2023-01-30T05:45:55.322" v="4" actId="27636"/>
        <pc:sldMkLst>
          <pc:docMk/>
          <pc:sldMk cId="1804185450" sldId="481"/>
        </pc:sldMkLst>
        <pc:spChg chg="mod">
          <ac:chgData name="Chittaranjan Hens" userId="6fc03958433e8a43" providerId="LiveId" clId="{2217C419-4E7E-43C2-AFAD-16C11AE65759}" dt="2023-01-30T05:45:55.322" v="4" actId="27636"/>
          <ac:spMkLst>
            <pc:docMk/>
            <pc:sldMk cId="1804185450" sldId="481"/>
            <ac:spMk id="9" creationId="{CCC3805E-DA3E-5141-B167-52CB9D9C212B}"/>
          </ac:spMkLst>
        </pc:spChg>
      </pc:sldChg>
      <pc:sldChg chg="modSp add mod">
        <pc:chgData name="Chittaranjan Hens" userId="6fc03958433e8a43" providerId="LiveId" clId="{2217C419-4E7E-43C2-AFAD-16C11AE65759}" dt="2023-01-30T05:45:55.274" v="3" actId="27636"/>
        <pc:sldMkLst>
          <pc:docMk/>
          <pc:sldMk cId="275163279" sldId="482"/>
        </pc:sldMkLst>
        <pc:spChg chg="mod">
          <ac:chgData name="Chittaranjan Hens" userId="6fc03958433e8a43" providerId="LiveId" clId="{2217C419-4E7E-43C2-AFAD-16C11AE65759}" dt="2023-01-30T05:45:55.274" v="3" actId="27636"/>
          <ac:spMkLst>
            <pc:docMk/>
            <pc:sldMk cId="275163279" sldId="482"/>
            <ac:spMk id="6156" creationId="{CD5541B4-54A8-B9F7-5D91-7FC48738A5E7}"/>
          </ac:spMkLst>
        </pc:spChg>
      </pc:sldChg>
      <pc:sldChg chg="add">
        <pc:chgData name="Chittaranjan Hens" userId="6fc03958433e8a43" providerId="LiveId" clId="{2217C419-4E7E-43C2-AFAD-16C11AE65759}" dt="2023-01-30T05:45:55.168" v="2"/>
        <pc:sldMkLst>
          <pc:docMk/>
          <pc:sldMk cId="3293640932" sldId="484"/>
        </pc:sldMkLst>
      </pc:sldChg>
      <pc:sldChg chg="add">
        <pc:chgData name="Chittaranjan Hens" userId="6fc03958433e8a43" providerId="LiveId" clId="{2217C419-4E7E-43C2-AFAD-16C11AE65759}" dt="2023-01-30T05:45:55.168" v="2"/>
        <pc:sldMkLst>
          <pc:docMk/>
          <pc:sldMk cId="2258000590" sldId="485"/>
        </pc:sldMkLst>
      </pc:sldChg>
      <pc:sldChg chg="add">
        <pc:chgData name="Chittaranjan Hens" userId="6fc03958433e8a43" providerId="LiveId" clId="{2217C419-4E7E-43C2-AFAD-16C11AE65759}" dt="2023-01-30T05:45:55.168" v="2"/>
        <pc:sldMkLst>
          <pc:docMk/>
          <pc:sldMk cId="3628849433" sldId="486"/>
        </pc:sldMkLst>
      </pc:sldChg>
      <pc:sldChg chg="add">
        <pc:chgData name="Chittaranjan Hens" userId="6fc03958433e8a43" providerId="LiveId" clId="{2217C419-4E7E-43C2-AFAD-16C11AE65759}" dt="2023-01-30T05:45:55.168" v="2"/>
        <pc:sldMkLst>
          <pc:docMk/>
          <pc:sldMk cId="2673504197" sldId="487"/>
        </pc:sldMkLst>
      </pc:sldChg>
      <pc:sldChg chg="modSp add mod">
        <pc:chgData name="Chittaranjan Hens" userId="6fc03958433e8a43" providerId="LiveId" clId="{2217C419-4E7E-43C2-AFAD-16C11AE65759}" dt="2023-01-30T05:46:12.882" v="11" actId="14100"/>
        <pc:sldMkLst>
          <pc:docMk/>
          <pc:sldMk cId="531838443" sldId="488"/>
        </pc:sldMkLst>
        <pc:spChg chg="mod">
          <ac:chgData name="Chittaranjan Hens" userId="6fc03958433e8a43" providerId="LiveId" clId="{2217C419-4E7E-43C2-AFAD-16C11AE65759}" dt="2023-01-30T05:46:05.090" v="7" actId="1076"/>
          <ac:spMkLst>
            <pc:docMk/>
            <pc:sldMk cId="531838443" sldId="488"/>
            <ac:spMk id="2" creationId="{CC9D182B-D969-B31C-B54B-DD1117D14321}"/>
          </ac:spMkLst>
        </pc:spChg>
        <pc:spChg chg="mod">
          <ac:chgData name="Chittaranjan Hens" userId="6fc03958433e8a43" providerId="LiveId" clId="{2217C419-4E7E-43C2-AFAD-16C11AE65759}" dt="2023-01-30T05:46:12.882" v="11" actId="14100"/>
          <ac:spMkLst>
            <pc:docMk/>
            <pc:sldMk cId="531838443" sldId="488"/>
            <ac:spMk id="5" creationId="{8CA60EBD-8FEF-48C4-10A2-6D9A1287CDAB}"/>
          </ac:spMkLst>
        </pc:spChg>
      </pc:sldChg>
      <pc:sldChg chg="add">
        <pc:chgData name="Chittaranjan Hens" userId="6fc03958433e8a43" providerId="LiveId" clId="{2217C419-4E7E-43C2-AFAD-16C11AE65759}" dt="2023-01-30T05:45:55.168" v="2"/>
        <pc:sldMkLst>
          <pc:docMk/>
          <pc:sldMk cId="1434668872" sldId="489"/>
        </pc:sldMkLst>
      </pc:sldChg>
      <pc:sldChg chg="add">
        <pc:chgData name="Chittaranjan Hens" userId="6fc03958433e8a43" providerId="LiveId" clId="{2217C419-4E7E-43C2-AFAD-16C11AE65759}" dt="2023-01-30T05:45:55.168" v="2"/>
        <pc:sldMkLst>
          <pc:docMk/>
          <pc:sldMk cId="2345262314" sldId="490"/>
        </pc:sldMkLst>
      </pc:sldChg>
      <pc:sldChg chg="add">
        <pc:chgData name="Chittaranjan Hens" userId="6fc03958433e8a43" providerId="LiveId" clId="{2217C419-4E7E-43C2-AFAD-16C11AE65759}" dt="2023-01-30T05:45:55.168" v="2"/>
        <pc:sldMkLst>
          <pc:docMk/>
          <pc:sldMk cId="104971257" sldId="491"/>
        </pc:sldMkLst>
      </pc:sldChg>
      <pc:sldChg chg="add">
        <pc:chgData name="Chittaranjan Hens" userId="6fc03958433e8a43" providerId="LiveId" clId="{2217C419-4E7E-43C2-AFAD-16C11AE65759}" dt="2023-01-30T05:45:55.168" v="2"/>
        <pc:sldMkLst>
          <pc:docMk/>
          <pc:sldMk cId="2723067071" sldId="492"/>
        </pc:sldMkLst>
      </pc:sldChg>
      <pc:sldChg chg="new">
        <pc:chgData name="Chittaranjan Hens" userId="6fc03958433e8a43" providerId="LiveId" clId="{2217C419-4E7E-43C2-AFAD-16C11AE65759}" dt="2023-01-30T05:46:22.735" v="13" actId="680"/>
        <pc:sldMkLst>
          <pc:docMk/>
          <pc:sldMk cId="751199624" sldId="493"/>
        </pc:sldMkLst>
      </pc:sldChg>
      <pc:sldChg chg="new">
        <pc:chgData name="Chittaranjan Hens" userId="6fc03958433e8a43" providerId="LiveId" clId="{2217C419-4E7E-43C2-AFAD-16C11AE65759}" dt="2023-01-30T05:46:48.098" v="14" actId="680"/>
        <pc:sldMkLst>
          <pc:docMk/>
          <pc:sldMk cId="2963817444" sldId="494"/>
        </pc:sldMkLst>
      </pc:sldChg>
    </pc:docChg>
  </pc:docChgLst>
  <pc:docChgLst>
    <pc:chgData name="Chittaranjan Hens" userId="6fc03958433e8a43" providerId="LiveId" clId="{2959217B-A9E9-483C-A106-867D6F9738B2}"/>
    <pc:docChg chg="undo custSel addSld delSld modSld sldOrd">
      <pc:chgData name="Chittaranjan Hens" userId="6fc03958433e8a43" providerId="LiveId" clId="{2959217B-A9E9-483C-A106-867D6F9738B2}" dt="2024-02-18T09:56:43.782" v="1036" actId="14100"/>
      <pc:docMkLst>
        <pc:docMk/>
      </pc:docMkLst>
      <pc:sldChg chg="del">
        <pc:chgData name="Chittaranjan Hens" userId="6fc03958433e8a43" providerId="LiveId" clId="{2959217B-A9E9-483C-A106-867D6F9738B2}" dt="2024-02-17T02:53:01.115" v="0" actId="47"/>
        <pc:sldMkLst>
          <pc:docMk/>
          <pc:sldMk cId="0" sldId="268"/>
        </pc:sldMkLst>
      </pc:sldChg>
      <pc:sldChg chg="modSp mod">
        <pc:chgData name="Chittaranjan Hens" userId="6fc03958433e8a43" providerId="LiveId" clId="{2959217B-A9E9-483C-A106-867D6F9738B2}" dt="2024-02-17T02:53:41.714" v="2" actId="207"/>
        <pc:sldMkLst>
          <pc:docMk/>
          <pc:sldMk cId="2274049102" sldId="408"/>
        </pc:sldMkLst>
        <pc:spChg chg="mod">
          <ac:chgData name="Chittaranjan Hens" userId="6fc03958433e8a43" providerId="LiveId" clId="{2959217B-A9E9-483C-A106-867D6F9738B2}" dt="2024-02-17T02:53:41.714" v="2" actId="207"/>
          <ac:spMkLst>
            <pc:docMk/>
            <pc:sldMk cId="2274049102" sldId="408"/>
            <ac:spMk id="21507" creationId="{C703BF0B-9E63-BDA1-5BDE-B66DD411DFD7}"/>
          </ac:spMkLst>
        </pc:spChg>
      </pc:sldChg>
      <pc:sldChg chg="addSp modSp">
        <pc:chgData name="Chittaranjan Hens" userId="6fc03958433e8a43" providerId="LiveId" clId="{2959217B-A9E9-483C-A106-867D6F9738B2}" dt="2024-02-17T02:57:58.362" v="7"/>
        <pc:sldMkLst>
          <pc:docMk/>
          <pc:sldMk cId="1329959021" sldId="411"/>
        </pc:sldMkLst>
        <pc:spChg chg="add mod">
          <ac:chgData name="Chittaranjan Hens" userId="6fc03958433e8a43" providerId="LiveId" clId="{2959217B-A9E9-483C-A106-867D6F9738B2}" dt="2024-02-17T02:57:58.362" v="7"/>
          <ac:spMkLst>
            <pc:docMk/>
            <pc:sldMk cId="1329959021" sldId="411"/>
            <ac:spMk id="5" creationId="{D294A42E-CB68-869B-2A50-EE91396A7BBC}"/>
          </ac:spMkLst>
        </pc:spChg>
      </pc:sldChg>
      <pc:sldChg chg="addSp modSp">
        <pc:chgData name="Chittaranjan Hens" userId="6fc03958433e8a43" providerId="LiveId" clId="{2959217B-A9E9-483C-A106-867D6F9738B2}" dt="2024-02-17T02:58:00.845" v="8"/>
        <pc:sldMkLst>
          <pc:docMk/>
          <pc:sldMk cId="1621981354" sldId="413"/>
        </pc:sldMkLst>
        <pc:spChg chg="add mod">
          <ac:chgData name="Chittaranjan Hens" userId="6fc03958433e8a43" providerId="LiveId" clId="{2959217B-A9E9-483C-A106-867D6F9738B2}" dt="2024-02-17T02:58:00.845" v="8"/>
          <ac:spMkLst>
            <pc:docMk/>
            <pc:sldMk cId="1621981354" sldId="413"/>
            <ac:spMk id="3" creationId="{43333B06-522F-C359-47AC-8B9EEBC90F55}"/>
          </ac:spMkLst>
        </pc:spChg>
      </pc:sldChg>
      <pc:sldChg chg="addSp delSp modSp new mod ord">
        <pc:chgData name="Chittaranjan Hens" userId="6fc03958433e8a43" providerId="LiveId" clId="{2959217B-A9E9-483C-A106-867D6F9738B2}" dt="2024-02-17T03:01:02.742" v="97" actId="27636"/>
        <pc:sldMkLst>
          <pc:docMk/>
          <pc:sldMk cId="3332479017" sldId="423"/>
        </pc:sldMkLst>
        <pc:spChg chg="del">
          <ac:chgData name="Chittaranjan Hens" userId="6fc03958433e8a43" providerId="LiveId" clId="{2959217B-A9E9-483C-A106-867D6F9738B2}" dt="2024-02-17T02:57:46.170" v="6" actId="478"/>
          <ac:spMkLst>
            <pc:docMk/>
            <pc:sldMk cId="3332479017" sldId="423"/>
            <ac:spMk id="2" creationId="{7AA9B599-EC2D-586E-06B6-0B184368566D}"/>
          </ac:spMkLst>
        </pc:spChg>
        <pc:spChg chg="del">
          <ac:chgData name="Chittaranjan Hens" userId="6fc03958433e8a43" providerId="LiveId" clId="{2959217B-A9E9-483C-A106-867D6F9738B2}" dt="2024-02-17T02:58:21.126" v="32" actId="478"/>
          <ac:spMkLst>
            <pc:docMk/>
            <pc:sldMk cId="3332479017" sldId="423"/>
            <ac:spMk id="3" creationId="{6B0D91D9-913F-E4AD-0D86-808DD34817E1}"/>
          </ac:spMkLst>
        </pc:spChg>
        <pc:spChg chg="add mod">
          <ac:chgData name="Chittaranjan Hens" userId="6fc03958433e8a43" providerId="LiveId" clId="{2959217B-A9E9-483C-A106-867D6F9738B2}" dt="2024-02-17T03:01:02.742" v="97" actId="27636"/>
          <ac:spMkLst>
            <pc:docMk/>
            <pc:sldMk cId="3332479017" sldId="423"/>
            <ac:spMk id="4" creationId="{D231498F-C471-006D-BB54-9652958C1FAD}"/>
          </ac:spMkLst>
        </pc:spChg>
      </pc:sldChg>
      <pc:sldChg chg="modSp add del mod">
        <pc:chgData name="Chittaranjan Hens" userId="6fc03958433e8a43" providerId="LiveId" clId="{2959217B-A9E9-483C-A106-867D6F9738B2}" dt="2024-02-18T09:54:17.490" v="1006" actId="47"/>
        <pc:sldMkLst>
          <pc:docMk/>
          <pc:sldMk cId="1374869496" sldId="424"/>
        </pc:sldMkLst>
        <pc:spChg chg="mod">
          <ac:chgData name="Chittaranjan Hens" userId="6fc03958433e8a43" providerId="LiveId" clId="{2959217B-A9E9-483C-A106-867D6F9738B2}" dt="2024-02-17T03:01:40.848" v="119" actId="20577"/>
          <ac:spMkLst>
            <pc:docMk/>
            <pc:sldMk cId="1374869496" sldId="424"/>
            <ac:spMk id="4" creationId="{7FB98933-FF5F-2B4A-6EBF-C9487BE58D42}"/>
          </ac:spMkLst>
        </pc:spChg>
      </pc:sldChg>
      <pc:sldChg chg="add del setBg modNotes">
        <pc:chgData name="Chittaranjan Hens" userId="6fc03958433e8a43" providerId="LiveId" clId="{2959217B-A9E9-483C-A106-867D6F9738B2}" dt="2024-02-18T09:54:39.701" v="1011" actId="47"/>
        <pc:sldMkLst>
          <pc:docMk/>
          <pc:sldMk cId="0" sldId="465"/>
        </pc:sldMkLst>
      </pc:sldChg>
      <pc:sldChg chg="modSp add del mod modNotes">
        <pc:chgData name="Chittaranjan Hens" userId="6fc03958433e8a43" providerId="LiveId" clId="{2959217B-A9E9-483C-A106-867D6F9738B2}" dt="2024-02-18T09:54:40.045" v="1012" actId="47"/>
        <pc:sldMkLst>
          <pc:docMk/>
          <pc:sldMk cId="222730644" sldId="466"/>
        </pc:sldMkLst>
        <pc:spChg chg="mod">
          <ac:chgData name="Chittaranjan Hens" userId="6fc03958433e8a43" providerId="LiveId" clId="{2959217B-A9E9-483C-A106-867D6F9738B2}" dt="2024-02-17T05:52:15.940" v="214" actId="1076"/>
          <ac:spMkLst>
            <pc:docMk/>
            <pc:sldMk cId="222730644" sldId="466"/>
            <ac:spMk id="10" creationId="{7E7710DC-94DC-73CB-DC96-542CA6501A33}"/>
          </ac:spMkLst>
        </pc:spChg>
        <pc:spChg chg="mod">
          <ac:chgData name="Chittaranjan Hens" userId="6fc03958433e8a43" providerId="LiveId" clId="{2959217B-A9E9-483C-A106-867D6F9738B2}" dt="2024-02-17T05:52:04.857" v="212" actId="1076"/>
          <ac:spMkLst>
            <pc:docMk/>
            <pc:sldMk cId="222730644" sldId="466"/>
            <ac:spMk id="459779" creationId="{71F2790A-DB05-557C-721D-53186DDC08B9}"/>
          </ac:spMkLst>
        </pc:spChg>
      </pc:sldChg>
      <pc:sldChg chg="modSp add del mod modNotes">
        <pc:chgData name="Chittaranjan Hens" userId="6fc03958433e8a43" providerId="LiveId" clId="{2959217B-A9E9-483C-A106-867D6F9738B2}" dt="2024-02-18T09:54:40.312" v="1013" actId="47"/>
        <pc:sldMkLst>
          <pc:docMk/>
          <pc:sldMk cId="2493903465" sldId="467"/>
        </pc:sldMkLst>
        <pc:spChg chg="mod">
          <ac:chgData name="Chittaranjan Hens" userId="6fc03958433e8a43" providerId="LiveId" clId="{2959217B-A9E9-483C-A106-867D6F9738B2}" dt="2024-02-17T05:52:30.767" v="218" actId="123"/>
          <ac:spMkLst>
            <pc:docMk/>
            <pc:sldMk cId="2493903465" sldId="467"/>
            <ac:spMk id="2" creationId="{F98001AA-DD09-35CA-42E7-E96338A0E9F0}"/>
          </ac:spMkLst>
        </pc:spChg>
        <pc:spChg chg="mod">
          <ac:chgData name="Chittaranjan Hens" userId="6fc03958433e8a43" providerId="LiveId" clId="{2959217B-A9E9-483C-A106-867D6F9738B2}" dt="2024-02-17T05:52:28.682" v="217" actId="123"/>
          <ac:spMkLst>
            <pc:docMk/>
            <pc:sldMk cId="2493903465" sldId="467"/>
            <ac:spMk id="7" creationId="{B76CBF3D-7A61-2E81-6BB8-3AED143F81E8}"/>
          </ac:spMkLst>
        </pc:spChg>
        <pc:spChg chg="mod">
          <ac:chgData name="Chittaranjan Hens" userId="6fc03958433e8a43" providerId="LiveId" clId="{2959217B-A9E9-483C-A106-867D6F9738B2}" dt="2024-02-17T05:51:58.003" v="211" actId="1076"/>
          <ac:spMkLst>
            <pc:docMk/>
            <pc:sldMk cId="2493903465" sldId="467"/>
            <ac:spMk id="459779" creationId="{71F2790A-DB05-557C-721D-53186DDC08B9}"/>
          </ac:spMkLst>
        </pc:spChg>
      </pc:sldChg>
      <pc:sldChg chg="modSp add del mod modNotes">
        <pc:chgData name="Chittaranjan Hens" userId="6fc03958433e8a43" providerId="LiveId" clId="{2959217B-A9E9-483C-A106-867D6F9738B2}" dt="2024-02-18T09:54:41.961" v="1017" actId="47"/>
        <pc:sldMkLst>
          <pc:docMk/>
          <pc:sldMk cId="745941232" sldId="470"/>
        </pc:sldMkLst>
        <pc:spChg chg="mod">
          <ac:chgData name="Chittaranjan Hens" userId="6fc03958433e8a43" providerId="LiveId" clId="{2959217B-A9E9-483C-A106-867D6F9738B2}" dt="2024-02-17T05:53:14.664" v="227" actId="1076"/>
          <ac:spMkLst>
            <pc:docMk/>
            <pc:sldMk cId="745941232" sldId="470"/>
            <ac:spMk id="2" creationId="{3F27813D-E2E7-F3EE-1E18-42BFE206255E}"/>
          </ac:spMkLst>
        </pc:spChg>
        <pc:spChg chg="mod">
          <ac:chgData name="Chittaranjan Hens" userId="6fc03958433e8a43" providerId="LiveId" clId="{2959217B-A9E9-483C-A106-867D6F9738B2}" dt="2024-02-17T03:11:03.572" v="139" actId="255"/>
          <ac:spMkLst>
            <pc:docMk/>
            <pc:sldMk cId="745941232" sldId="470"/>
            <ac:spMk id="6" creationId="{A7D521BF-A813-8E16-9C36-A433394AEACE}"/>
          </ac:spMkLst>
        </pc:spChg>
        <pc:spChg chg="mod">
          <ac:chgData name="Chittaranjan Hens" userId="6fc03958433e8a43" providerId="LiveId" clId="{2959217B-A9E9-483C-A106-867D6F9738B2}" dt="2024-02-17T05:53:11.612" v="226" actId="1076"/>
          <ac:spMkLst>
            <pc:docMk/>
            <pc:sldMk cId="745941232" sldId="470"/>
            <ac:spMk id="459779" creationId="{71F2790A-DB05-557C-721D-53186DDC08B9}"/>
          </ac:spMkLst>
        </pc:spChg>
      </pc:sldChg>
      <pc:sldChg chg="modSp add del mod modNotes">
        <pc:chgData name="Chittaranjan Hens" userId="6fc03958433e8a43" providerId="LiveId" clId="{2959217B-A9E9-483C-A106-867D6F9738B2}" dt="2024-02-18T09:54:41.035" v="1015" actId="47"/>
        <pc:sldMkLst>
          <pc:docMk/>
          <pc:sldMk cId="1563262966" sldId="471"/>
        </pc:sldMkLst>
        <pc:spChg chg="mod">
          <ac:chgData name="Chittaranjan Hens" userId="6fc03958433e8a43" providerId="LiveId" clId="{2959217B-A9E9-483C-A106-867D6F9738B2}" dt="2024-02-17T05:51:30.016" v="206" actId="14100"/>
          <ac:spMkLst>
            <pc:docMk/>
            <pc:sldMk cId="1563262966" sldId="471"/>
            <ac:spMk id="8" creationId="{393C716D-EEC1-E2A6-AC5A-E3CEBD709DA6}"/>
          </ac:spMkLst>
        </pc:spChg>
        <pc:spChg chg="mod">
          <ac:chgData name="Chittaranjan Hens" userId="6fc03958433e8a43" providerId="LiveId" clId="{2959217B-A9E9-483C-A106-867D6F9738B2}" dt="2024-02-17T05:51:32.973" v="207" actId="1076"/>
          <ac:spMkLst>
            <pc:docMk/>
            <pc:sldMk cId="1563262966" sldId="471"/>
            <ac:spMk id="13" creationId="{1D7082E6-48B1-8716-B67B-BA1EC2E01F5A}"/>
          </ac:spMkLst>
        </pc:spChg>
        <pc:spChg chg="mod">
          <ac:chgData name="Chittaranjan Hens" userId="6fc03958433e8a43" providerId="LiveId" clId="{2959217B-A9E9-483C-A106-867D6F9738B2}" dt="2024-02-17T05:52:52.981" v="220" actId="1076"/>
          <ac:spMkLst>
            <pc:docMk/>
            <pc:sldMk cId="1563262966" sldId="471"/>
            <ac:spMk id="459779" creationId="{71F2790A-DB05-557C-721D-53186DDC08B9}"/>
          </ac:spMkLst>
        </pc:spChg>
        <pc:picChg chg="mod">
          <ac:chgData name="Chittaranjan Hens" userId="6fc03958433e8a43" providerId="LiveId" clId="{2959217B-A9E9-483C-A106-867D6F9738B2}" dt="2024-02-17T05:52:54.566" v="221" actId="1076"/>
          <ac:picMkLst>
            <pc:docMk/>
            <pc:sldMk cId="1563262966" sldId="471"/>
            <ac:picMk id="5" creationId="{AFAA329C-F60D-22A9-80BE-08E38C65B9DB}"/>
          </ac:picMkLst>
        </pc:picChg>
      </pc:sldChg>
      <pc:sldChg chg="modSp add del mod">
        <pc:chgData name="Chittaranjan Hens" userId="6fc03958433e8a43" providerId="LiveId" clId="{2959217B-A9E9-483C-A106-867D6F9738B2}" dt="2024-02-18T09:54:42.244" v="1018" actId="47"/>
        <pc:sldMkLst>
          <pc:docMk/>
          <pc:sldMk cId="130503036" sldId="472"/>
        </pc:sldMkLst>
        <pc:spChg chg="mod">
          <ac:chgData name="Chittaranjan Hens" userId="6fc03958433e8a43" providerId="LiveId" clId="{2959217B-A9E9-483C-A106-867D6F9738B2}" dt="2024-02-17T03:11:21.805" v="143" actId="1076"/>
          <ac:spMkLst>
            <pc:docMk/>
            <pc:sldMk cId="130503036" sldId="472"/>
            <ac:spMk id="2" creationId="{3F27813D-E2E7-F3EE-1E18-42BFE206255E}"/>
          </ac:spMkLst>
        </pc:spChg>
        <pc:spChg chg="mod">
          <ac:chgData name="Chittaranjan Hens" userId="6fc03958433e8a43" providerId="LiveId" clId="{2959217B-A9E9-483C-A106-867D6F9738B2}" dt="2024-02-17T03:11:18.270" v="142" actId="1076"/>
          <ac:spMkLst>
            <pc:docMk/>
            <pc:sldMk cId="130503036" sldId="472"/>
            <ac:spMk id="6" creationId="{A7D521BF-A813-8E16-9C36-A433394AEACE}"/>
          </ac:spMkLst>
        </pc:spChg>
        <pc:spChg chg="mod">
          <ac:chgData name="Chittaranjan Hens" userId="6fc03958433e8a43" providerId="LiveId" clId="{2959217B-A9E9-483C-A106-867D6F9738B2}" dt="2024-02-17T03:11:11.339" v="140" actId="255"/>
          <ac:spMkLst>
            <pc:docMk/>
            <pc:sldMk cId="130503036" sldId="472"/>
            <ac:spMk id="9" creationId="{1C8B1187-D3E5-6877-C8F5-4D9C430A775D}"/>
          </ac:spMkLst>
        </pc:spChg>
        <pc:spChg chg="mod">
          <ac:chgData name="Chittaranjan Hens" userId="6fc03958433e8a43" providerId="LiveId" clId="{2959217B-A9E9-483C-A106-867D6F9738B2}" dt="2024-02-17T03:11:15.216" v="141" actId="1076"/>
          <ac:spMkLst>
            <pc:docMk/>
            <pc:sldMk cId="130503036" sldId="472"/>
            <ac:spMk id="459779" creationId="{71F2790A-DB05-557C-721D-53186DDC08B9}"/>
          </ac:spMkLst>
        </pc:spChg>
      </pc:sldChg>
      <pc:sldChg chg="addSp delSp modSp add del mod modNotes">
        <pc:chgData name="Chittaranjan Hens" userId="6fc03958433e8a43" providerId="LiveId" clId="{2959217B-A9E9-483C-A106-867D6F9738B2}" dt="2024-02-18T09:54:42.669" v="1019" actId="47"/>
        <pc:sldMkLst>
          <pc:docMk/>
          <pc:sldMk cId="1435458729" sldId="473"/>
        </pc:sldMkLst>
        <pc:spChg chg="add mod">
          <ac:chgData name="Chittaranjan Hens" userId="6fc03958433e8a43" providerId="LiveId" clId="{2959217B-A9E9-483C-A106-867D6F9738B2}" dt="2024-02-17T03:12:24.238" v="156"/>
          <ac:spMkLst>
            <pc:docMk/>
            <pc:sldMk cId="1435458729" sldId="473"/>
            <ac:spMk id="2" creationId="{C1714DBB-3690-8859-63D3-CCC5AEB18925}"/>
          </ac:spMkLst>
        </pc:spChg>
        <pc:spChg chg="mod">
          <ac:chgData name="Chittaranjan Hens" userId="6fc03958433e8a43" providerId="LiveId" clId="{2959217B-A9E9-483C-A106-867D6F9738B2}" dt="2024-02-17T03:11:57.190" v="149" actId="14100"/>
          <ac:spMkLst>
            <pc:docMk/>
            <pc:sldMk cId="1435458729" sldId="473"/>
            <ac:spMk id="4" creationId="{05793742-B1E9-6704-F001-2D6C13B76971}"/>
          </ac:spMkLst>
        </pc:spChg>
        <pc:spChg chg="mod">
          <ac:chgData name="Chittaranjan Hens" userId="6fc03958433e8a43" providerId="LiveId" clId="{2959217B-A9E9-483C-A106-867D6F9738B2}" dt="2024-02-17T03:12:02.658" v="152" actId="6549"/>
          <ac:spMkLst>
            <pc:docMk/>
            <pc:sldMk cId="1435458729" sldId="473"/>
            <ac:spMk id="10" creationId="{B9B03B03-537F-89DC-98F1-BF9728DFE5D6}"/>
          </ac:spMkLst>
        </pc:spChg>
        <pc:spChg chg="mod">
          <ac:chgData name="Chittaranjan Hens" userId="6fc03958433e8a43" providerId="LiveId" clId="{2959217B-A9E9-483C-A106-867D6F9738B2}" dt="2024-02-17T03:11:52.177" v="148" actId="14100"/>
          <ac:spMkLst>
            <pc:docMk/>
            <pc:sldMk cId="1435458729" sldId="473"/>
            <ac:spMk id="13" creationId="{1D7082E6-48B1-8716-B67B-BA1EC2E01F5A}"/>
          </ac:spMkLst>
        </pc:spChg>
        <pc:spChg chg="del mod">
          <ac:chgData name="Chittaranjan Hens" userId="6fc03958433e8a43" providerId="LiveId" clId="{2959217B-A9E9-483C-A106-867D6F9738B2}" dt="2024-02-17T03:12:23.576" v="155" actId="478"/>
          <ac:spMkLst>
            <pc:docMk/>
            <pc:sldMk cId="1435458729" sldId="473"/>
            <ac:spMk id="459779" creationId="{71F2790A-DB05-557C-721D-53186DDC08B9}"/>
          </ac:spMkLst>
        </pc:spChg>
        <pc:picChg chg="mod">
          <ac:chgData name="Chittaranjan Hens" userId="6fc03958433e8a43" providerId="LiveId" clId="{2959217B-A9E9-483C-A106-867D6F9738B2}" dt="2024-02-17T03:11:46.765" v="147" actId="1076"/>
          <ac:picMkLst>
            <pc:docMk/>
            <pc:sldMk cId="1435458729" sldId="473"/>
            <ac:picMk id="7" creationId="{F62511E2-9104-9A03-5E84-3BE4F79FC77E}"/>
          </ac:picMkLst>
        </pc:picChg>
      </pc:sldChg>
      <pc:sldChg chg="add del">
        <pc:chgData name="Chittaranjan Hens" userId="6fc03958433e8a43" providerId="LiveId" clId="{2959217B-A9E9-483C-A106-867D6F9738B2}" dt="2024-02-18T09:50:35.520" v="984" actId="47"/>
        <pc:sldMkLst>
          <pc:docMk/>
          <pc:sldMk cId="3316960400" sldId="474"/>
        </pc:sldMkLst>
      </pc:sldChg>
      <pc:sldChg chg="addSp delSp modSp add del mod">
        <pc:chgData name="Chittaranjan Hens" userId="6fc03958433e8a43" providerId="LiveId" clId="{2959217B-A9E9-483C-A106-867D6F9738B2}" dt="2024-02-18T09:54:44.176" v="1023" actId="47"/>
        <pc:sldMkLst>
          <pc:docMk/>
          <pc:sldMk cId="3631585849" sldId="475"/>
        </pc:sldMkLst>
        <pc:spChg chg="add mod">
          <ac:chgData name="Chittaranjan Hens" userId="6fc03958433e8a43" providerId="LiveId" clId="{2959217B-A9E9-483C-A106-867D6F9738B2}" dt="2024-02-17T03:13:39.436" v="170"/>
          <ac:spMkLst>
            <pc:docMk/>
            <pc:sldMk cId="3631585849" sldId="475"/>
            <ac:spMk id="2" creationId="{8A3E5739-8825-FBFC-669E-EF76E466D0E0}"/>
          </ac:spMkLst>
        </pc:spChg>
        <pc:spChg chg="mod">
          <ac:chgData name="Chittaranjan Hens" userId="6fc03958433e8a43" providerId="LiveId" clId="{2959217B-A9E9-483C-A106-867D6F9738B2}" dt="2024-02-17T05:54:09.476" v="231" actId="1076"/>
          <ac:spMkLst>
            <pc:docMk/>
            <pc:sldMk cId="3631585849" sldId="475"/>
            <ac:spMk id="4" creationId="{D429E054-5A44-244E-2016-EF111161588F}"/>
          </ac:spMkLst>
        </pc:spChg>
        <pc:spChg chg="mod">
          <ac:chgData name="Chittaranjan Hens" userId="6fc03958433e8a43" providerId="LiveId" clId="{2959217B-A9E9-483C-A106-867D6F9738B2}" dt="2024-02-17T03:13:19.596" v="166" actId="14100"/>
          <ac:spMkLst>
            <pc:docMk/>
            <pc:sldMk cId="3631585849" sldId="475"/>
            <ac:spMk id="10" creationId="{70373A06-8C13-F869-65E7-2D4974CA7E64}"/>
          </ac:spMkLst>
        </pc:spChg>
        <pc:spChg chg="del">
          <ac:chgData name="Chittaranjan Hens" userId="6fc03958433e8a43" providerId="LiveId" clId="{2959217B-A9E9-483C-A106-867D6F9738B2}" dt="2024-02-17T03:13:38.652" v="169" actId="478"/>
          <ac:spMkLst>
            <pc:docMk/>
            <pc:sldMk cId="3631585849" sldId="475"/>
            <ac:spMk id="459779" creationId="{71F2790A-DB05-557C-721D-53186DDC08B9}"/>
          </ac:spMkLst>
        </pc:spChg>
      </pc:sldChg>
      <pc:sldChg chg="addSp delSp modSp add del mod">
        <pc:chgData name="Chittaranjan Hens" userId="6fc03958433e8a43" providerId="LiveId" clId="{2959217B-A9E9-483C-A106-867D6F9738B2}" dt="2024-02-18T09:54:43.124" v="1020" actId="47"/>
        <pc:sldMkLst>
          <pc:docMk/>
          <pc:sldMk cId="84341186" sldId="476"/>
        </pc:sldMkLst>
        <pc:spChg chg="add mod">
          <ac:chgData name="Chittaranjan Hens" userId="6fc03958433e8a43" providerId="LiveId" clId="{2959217B-A9E9-483C-A106-867D6F9738B2}" dt="2024-02-17T03:12:28.937" v="158"/>
          <ac:spMkLst>
            <pc:docMk/>
            <pc:sldMk cId="84341186" sldId="476"/>
            <ac:spMk id="2" creationId="{E9F2B146-64A5-1103-432B-F72CAF10DBB5}"/>
          </ac:spMkLst>
        </pc:spChg>
        <pc:spChg chg="mod">
          <ac:chgData name="Chittaranjan Hens" userId="6fc03958433e8a43" providerId="LiveId" clId="{2959217B-A9E9-483C-A106-867D6F9738B2}" dt="2024-02-17T05:53:53.132" v="228" actId="1076"/>
          <ac:spMkLst>
            <pc:docMk/>
            <pc:sldMk cId="84341186" sldId="476"/>
            <ac:spMk id="8" creationId="{886E4B89-88F2-DFC7-08ED-F8F284233BC8}"/>
          </ac:spMkLst>
        </pc:spChg>
        <pc:spChg chg="mod">
          <ac:chgData name="Chittaranjan Hens" userId="6fc03958433e8a43" providerId="LiveId" clId="{2959217B-A9E9-483C-A106-867D6F9738B2}" dt="2024-02-17T05:53:59.403" v="230" actId="123"/>
          <ac:spMkLst>
            <pc:docMk/>
            <pc:sldMk cId="84341186" sldId="476"/>
            <ac:spMk id="11" creationId="{E6514DFD-894A-ED6B-A6F6-1E1D2F6E525F}"/>
          </ac:spMkLst>
        </pc:spChg>
        <pc:spChg chg="del">
          <ac:chgData name="Chittaranjan Hens" userId="6fc03958433e8a43" providerId="LiveId" clId="{2959217B-A9E9-483C-A106-867D6F9738B2}" dt="2024-02-17T03:12:28.072" v="157" actId="478"/>
          <ac:spMkLst>
            <pc:docMk/>
            <pc:sldMk cId="84341186" sldId="476"/>
            <ac:spMk id="459779" creationId="{71F2790A-DB05-557C-721D-53186DDC08B9}"/>
          </ac:spMkLst>
        </pc:spChg>
      </pc:sldChg>
      <pc:sldChg chg="modSp add del mod setBg modNotes">
        <pc:chgData name="Chittaranjan Hens" userId="6fc03958433e8a43" providerId="LiveId" clId="{2959217B-A9E9-483C-A106-867D6F9738B2}" dt="2024-02-18T09:54:43.611" v="1021" actId="47"/>
        <pc:sldMkLst>
          <pc:docMk/>
          <pc:sldMk cId="1915345652" sldId="477"/>
        </pc:sldMkLst>
        <pc:spChg chg="mod">
          <ac:chgData name="Chittaranjan Hens" userId="6fc03958433e8a43" providerId="LiveId" clId="{2959217B-A9E9-483C-A106-867D6F9738B2}" dt="2024-02-17T03:12:43.659" v="160" actId="1076"/>
          <ac:spMkLst>
            <pc:docMk/>
            <pc:sldMk cId="1915345652" sldId="477"/>
            <ac:spMk id="10" creationId="{AB49F00B-4C07-51DC-0C48-F3DB30688567}"/>
          </ac:spMkLst>
        </pc:spChg>
        <pc:spChg chg="mod">
          <ac:chgData name="Chittaranjan Hens" userId="6fc03958433e8a43" providerId="LiveId" clId="{2959217B-A9E9-483C-A106-867D6F9738B2}" dt="2024-02-17T03:12:51.914" v="162" actId="6549"/>
          <ac:spMkLst>
            <pc:docMk/>
            <pc:sldMk cId="1915345652" sldId="477"/>
            <ac:spMk id="13" creationId="{9CBAFF1F-B746-4D3E-93BF-326974A188DF}"/>
          </ac:spMkLst>
        </pc:spChg>
      </pc:sldChg>
      <pc:sldChg chg="modSp add del mod">
        <pc:chgData name="Chittaranjan Hens" userId="6fc03958433e8a43" providerId="LiveId" clId="{2959217B-A9E9-483C-A106-867D6F9738B2}" dt="2024-02-18T09:54:43.768" v="1022" actId="47"/>
        <pc:sldMkLst>
          <pc:docMk/>
          <pc:sldMk cId="919497820" sldId="478"/>
        </pc:sldMkLst>
        <pc:spChg chg="mod">
          <ac:chgData name="Chittaranjan Hens" userId="6fc03958433e8a43" providerId="LiveId" clId="{2959217B-A9E9-483C-A106-867D6F9738B2}" dt="2024-02-17T03:13:07.352" v="164" actId="1076"/>
          <ac:spMkLst>
            <pc:docMk/>
            <pc:sldMk cId="919497820" sldId="478"/>
            <ac:spMk id="4" creationId="{D429E054-5A44-244E-2016-EF111161588F}"/>
          </ac:spMkLst>
        </pc:spChg>
        <pc:spChg chg="mod">
          <ac:chgData name="Chittaranjan Hens" userId="6fc03958433e8a43" providerId="LiveId" clId="{2959217B-A9E9-483C-A106-867D6F9738B2}" dt="2024-02-17T03:13:31.971" v="168" actId="1076"/>
          <ac:spMkLst>
            <pc:docMk/>
            <pc:sldMk cId="919497820" sldId="478"/>
            <ac:spMk id="459779" creationId="{71F2790A-DB05-557C-721D-53186DDC08B9}"/>
          </ac:spMkLst>
        </pc:spChg>
      </pc:sldChg>
      <pc:sldChg chg="addSp delSp modSp add del mod">
        <pc:chgData name="Chittaranjan Hens" userId="6fc03958433e8a43" providerId="LiveId" clId="{2959217B-A9E9-483C-A106-867D6F9738B2}" dt="2024-02-18T09:54:44.726" v="1024" actId="47"/>
        <pc:sldMkLst>
          <pc:docMk/>
          <pc:sldMk cId="1602759110" sldId="479"/>
        </pc:sldMkLst>
        <pc:spChg chg="add mod">
          <ac:chgData name="Chittaranjan Hens" userId="6fc03958433e8a43" providerId="LiveId" clId="{2959217B-A9E9-483C-A106-867D6F9738B2}" dt="2024-02-17T03:13:44.166" v="172"/>
          <ac:spMkLst>
            <pc:docMk/>
            <pc:sldMk cId="1602759110" sldId="479"/>
            <ac:spMk id="2" creationId="{5B0125CF-52B9-7841-745F-5099680BE58E}"/>
          </ac:spMkLst>
        </pc:spChg>
        <pc:spChg chg="mod">
          <ac:chgData name="Chittaranjan Hens" userId="6fc03958433e8a43" providerId="LiveId" clId="{2959217B-A9E9-483C-A106-867D6F9738B2}" dt="2024-02-17T03:14:13.739" v="176" actId="1076"/>
          <ac:spMkLst>
            <pc:docMk/>
            <pc:sldMk cId="1602759110" sldId="479"/>
            <ac:spMk id="29" creationId="{9D18C6C8-E660-13FB-8B9F-E36113CC909A}"/>
          </ac:spMkLst>
        </pc:spChg>
        <pc:spChg chg="del">
          <ac:chgData name="Chittaranjan Hens" userId="6fc03958433e8a43" providerId="LiveId" clId="{2959217B-A9E9-483C-A106-867D6F9738B2}" dt="2024-02-17T03:13:43.677" v="171" actId="478"/>
          <ac:spMkLst>
            <pc:docMk/>
            <pc:sldMk cId="1602759110" sldId="479"/>
            <ac:spMk id="459779" creationId="{71F2790A-DB05-557C-721D-53186DDC08B9}"/>
          </ac:spMkLst>
        </pc:spChg>
      </pc:sldChg>
      <pc:sldChg chg="modSp add del mod setBg modNotes">
        <pc:chgData name="Chittaranjan Hens" userId="6fc03958433e8a43" providerId="LiveId" clId="{2959217B-A9E9-483C-A106-867D6F9738B2}" dt="2024-02-18T09:54:45.244" v="1025" actId="47"/>
        <pc:sldMkLst>
          <pc:docMk/>
          <pc:sldMk cId="3793128355" sldId="480"/>
        </pc:sldMkLst>
        <pc:spChg chg="mod">
          <ac:chgData name="Chittaranjan Hens" userId="6fc03958433e8a43" providerId="LiveId" clId="{2959217B-A9E9-483C-A106-867D6F9738B2}" dt="2024-02-17T03:13:51.654" v="173" actId="255"/>
          <ac:spMkLst>
            <pc:docMk/>
            <pc:sldMk cId="3793128355" sldId="480"/>
            <ac:spMk id="4" creationId="{C985A0A2-BA73-A250-AE7B-1621B5CF0307}"/>
          </ac:spMkLst>
        </pc:spChg>
        <pc:spChg chg="mod">
          <ac:chgData name="Chittaranjan Hens" userId="6fc03958433e8a43" providerId="LiveId" clId="{2959217B-A9E9-483C-A106-867D6F9738B2}" dt="2024-02-17T03:13:51.654" v="173" actId="255"/>
          <ac:spMkLst>
            <pc:docMk/>
            <pc:sldMk cId="3793128355" sldId="480"/>
            <ac:spMk id="6" creationId="{583B1308-437C-768D-F792-EDBF27A90DAE}"/>
          </ac:spMkLst>
        </pc:spChg>
      </pc:sldChg>
      <pc:sldChg chg="modSp add del mod">
        <pc:chgData name="Chittaranjan Hens" userId="6fc03958433e8a43" providerId="LiveId" clId="{2959217B-A9E9-483C-A106-867D6F9738B2}" dt="2024-02-18T09:54:41.395" v="1016" actId="47"/>
        <pc:sldMkLst>
          <pc:docMk/>
          <pc:sldMk cId="401126861" sldId="481"/>
        </pc:sldMkLst>
        <pc:spChg chg="mod">
          <ac:chgData name="Chittaranjan Hens" userId="6fc03958433e8a43" providerId="LiveId" clId="{2959217B-A9E9-483C-A106-867D6F9738B2}" dt="2024-02-17T05:53:03.657" v="223" actId="1076"/>
          <ac:spMkLst>
            <pc:docMk/>
            <pc:sldMk cId="401126861" sldId="481"/>
            <ac:spMk id="2" creationId="{F98001AA-DD09-35CA-42E7-E96338A0E9F0}"/>
          </ac:spMkLst>
        </pc:spChg>
        <pc:spChg chg="mod">
          <ac:chgData name="Chittaranjan Hens" userId="6fc03958433e8a43" providerId="LiveId" clId="{2959217B-A9E9-483C-A106-867D6F9738B2}" dt="2024-02-17T05:53:05.547" v="224" actId="1076"/>
          <ac:spMkLst>
            <pc:docMk/>
            <pc:sldMk cId="401126861" sldId="481"/>
            <ac:spMk id="7" creationId="{B76CBF3D-7A61-2E81-6BB8-3AED143F81E8}"/>
          </ac:spMkLst>
        </pc:spChg>
        <pc:spChg chg="mod">
          <ac:chgData name="Chittaranjan Hens" userId="6fc03958433e8a43" providerId="LiveId" clId="{2959217B-A9E9-483C-A106-867D6F9738B2}" dt="2024-02-17T05:53:07.588" v="225" actId="1076"/>
          <ac:spMkLst>
            <pc:docMk/>
            <pc:sldMk cId="401126861" sldId="481"/>
            <ac:spMk id="8" creationId="{7DB7BC34-5C10-D619-5349-6BB48E65D4BA}"/>
          </ac:spMkLst>
        </pc:spChg>
        <pc:spChg chg="mod">
          <ac:chgData name="Chittaranjan Hens" userId="6fc03958433e8a43" providerId="LiveId" clId="{2959217B-A9E9-483C-A106-867D6F9738B2}" dt="2024-02-17T05:53:00.154" v="222" actId="1076"/>
          <ac:spMkLst>
            <pc:docMk/>
            <pc:sldMk cId="401126861" sldId="481"/>
            <ac:spMk id="459779" creationId="{71F2790A-DB05-557C-721D-53186DDC08B9}"/>
          </ac:spMkLst>
        </pc:spChg>
      </pc:sldChg>
      <pc:sldChg chg="add del setBg modNotes">
        <pc:chgData name="Chittaranjan Hens" userId="6fc03958433e8a43" providerId="LiveId" clId="{2959217B-A9E9-483C-A106-867D6F9738B2}" dt="2024-02-18T09:54:46" v="1026" actId="47"/>
        <pc:sldMkLst>
          <pc:docMk/>
          <pc:sldMk cId="2223380793" sldId="482"/>
        </pc:sldMkLst>
      </pc:sldChg>
      <pc:sldChg chg="add del setBg modNotes">
        <pc:chgData name="Chittaranjan Hens" userId="6fc03958433e8a43" providerId="LiveId" clId="{2959217B-A9E9-483C-A106-867D6F9738B2}" dt="2024-02-18T09:54:46.755" v="1027" actId="47"/>
        <pc:sldMkLst>
          <pc:docMk/>
          <pc:sldMk cId="913819543" sldId="483"/>
        </pc:sldMkLst>
      </pc:sldChg>
      <pc:sldChg chg="modSp add del mod ord">
        <pc:chgData name="Chittaranjan Hens" userId="6fc03958433e8a43" providerId="LiveId" clId="{2959217B-A9E9-483C-A106-867D6F9738B2}" dt="2024-02-18T09:54:47.509" v="1028" actId="47"/>
        <pc:sldMkLst>
          <pc:docMk/>
          <pc:sldMk cId="3522219399" sldId="484"/>
        </pc:sldMkLst>
        <pc:spChg chg="mod">
          <ac:chgData name="Chittaranjan Hens" userId="6fc03958433e8a43" providerId="LiveId" clId="{2959217B-A9E9-483C-A106-867D6F9738B2}" dt="2024-02-17T03:14:44.172" v="180" actId="1076"/>
          <ac:spMkLst>
            <pc:docMk/>
            <pc:sldMk cId="3522219399" sldId="484"/>
            <ac:spMk id="2" creationId="{EF67C103-3920-2615-234C-49632A612F81}"/>
          </ac:spMkLst>
        </pc:spChg>
        <pc:spChg chg="mod">
          <ac:chgData name="Chittaranjan Hens" userId="6fc03958433e8a43" providerId="LiveId" clId="{2959217B-A9E9-483C-A106-867D6F9738B2}" dt="2024-02-17T03:14:47.503" v="181" actId="1076"/>
          <ac:spMkLst>
            <pc:docMk/>
            <pc:sldMk cId="3522219399" sldId="484"/>
            <ac:spMk id="17" creationId="{F9F114B8-55A9-C2FD-0D7B-5D905AA57EB7}"/>
          </ac:spMkLst>
        </pc:spChg>
        <pc:spChg chg="mod">
          <ac:chgData name="Chittaranjan Hens" userId="6fc03958433e8a43" providerId="LiveId" clId="{2959217B-A9E9-483C-A106-867D6F9738B2}" dt="2024-02-17T03:14:38.067" v="179" actId="1076"/>
          <ac:spMkLst>
            <pc:docMk/>
            <pc:sldMk cId="3522219399" sldId="484"/>
            <ac:spMk id="459779" creationId="{8E779024-90F8-BA68-99F0-00EB9C364EFF}"/>
          </ac:spMkLst>
        </pc:spChg>
        <pc:picChg chg="mod">
          <ac:chgData name="Chittaranjan Hens" userId="6fc03958433e8a43" providerId="LiveId" clId="{2959217B-A9E9-483C-A106-867D6F9738B2}" dt="2024-02-17T03:14:51.048" v="183" actId="1076"/>
          <ac:picMkLst>
            <pc:docMk/>
            <pc:sldMk cId="3522219399" sldId="484"/>
            <ac:picMk id="9" creationId="{E38835F6-951A-6A83-073F-48F44F41B1BA}"/>
          </ac:picMkLst>
        </pc:picChg>
        <pc:picChg chg="mod">
          <ac:chgData name="Chittaranjan Hens" userId="6fc03958433e8a43" providerId="LiveId" clId="{2959217B-A9E9-483C-A106-867D6F9738B2}" dt="2024-02-17T03:14:49.399" v="182" actId="1076"/>
          <ac:picMkLst>
            <pc:docMk/>
            <pc:sldMk cId="3522219399" sldId="484"/>
            <ac:picMk id="11" creationId="{0448AD3D-3809-6BA9-F567-50B0344EFCD7}"/>
          </ac:picMkLst>
        </pc:picChg>
      </pc:sldChg>
      <pc:sldChg chg="modSp add del mod ord modNotes">
        <pc:chgData name="Chittaranjan Hens" userId="6fc03958433e8a43" providerId="LiveId" clId="{2959217B-A9E9-483C-A106-867D6F9738B2}" dt="2024-02-18T09:54:50.131" v="1029" actId="47"/>
        <pc:sldMkLst>
          <pc:docMk/>
          <pc:sldMk cId="4247264665" sldId="486"/>
        </pc:sldMkLst>
        <pc:spChg chg="mod">
          <ac:chgData name="Chittaranjan Hens" userId="6fc03958433e8a43" providerId="LiveId" clId="{2959217B-A9E9-483C-A106-867D6F9738B2}" dt="2024-02-17T03:15:21.217" v="187" actId="1076"/>
          <ac:spMkLst>
            <pc:docMk/>
            <pc:sldMk cId="4247264665" sldId="486"/>
            <ac:spMk id="2" creationId="{2C5EC0AA-73AD-EBF8-9FBE-894941314EEE}"/>
          </ac:spMkLst>
        </pc:spChg>
        <pc:spChg chg="mod">
          <ac:chgData name="Chittaranjan Hens" userId="6fc03958433e8a43" providerId="LiveId" clId="{2959217B-A9E9-483C-A106-867D6F9738B2}" dt="2024-02-17T03:15:12.302" v="184" actId="1076"/>
          <ac:spMkLst>
            <pc:docMk/>
            <pc:sldMk cId="4247264665" sldId="486"/>
            <ac:spMk id="459779" creationId="{0D7322A4-F56D-8616-BF27-FC9353BE9F2B}"/>
          </ac:spMkLst>
        </pc:spChg>
      </pc:sldChg>
      <pc:sldChg chg="delSp modSp add mod ord modNotes">
        <pc:chgData name="Chittaranjan Hens" userId="6fc03958433e8a43" providerId="LiveId" clId="{2959217B-A9E9-483C-A106-867D6F9738B2}" dt="2024-02-18T09:55:07.690" v="1031" actId="1076"/>
        <pc:sldMkLst>
          <pc:docMk/>
          <pc:sldMk cId="3673974735" sldId="487"/>
        </pc:sldMkLst>
        <pc:spChg chg="del">
          <ac:chgData name="Chittaranjan Hens" userId="6fc03958433e8a43" providerId="LiveId" clId="{2959217B-A9E9-483C-A106-867D6F9738B2}" dt="2024-02-18T09:54:58.628" v="1030" actId="478"/>
          <ac:spMkLst>
            <pc:docMk/>
            <pc:sldMk cId="3673974735" sldId="487"/>
            <ac:spMk id="5" creationId="{197BC654-512B-DAF4-B3EA-AEB13B243608}"/>
          </ac:spMkLst>
        </pc:spChg>
        <pc:spChg chg="mod">
          <ac:chgData name="Chittaranjan Hens" userId="6fc03958433e8a43" providerId="LiveId" clId="{2959217B-A9E9-483C-A106-867D6F9738B2}" dt="2024-02-17T03:15:30.564" v="189" actId="1076"/>
          <ac:spMkLst>
            <pc:docMk/>
            <pc:sldMk cId="3673974735" sldId="487"/>
            <ac:spMk id="459779" creationId="{B6B42EC6-DD1A-1887-20DF-DFFE5521D031}"/>
          </ac:spMkLst>
        </pc:spChg>
        <pc:picChg chg="mod">
          <ac:chgData name="Chittaranjan Hens" userId="6fc03958433e8a43" providerId="LiveId" clId="{2959217B-A9E9-483C-A106-867D6F9738B2}" dt="2024-02-18T09:55:07.690" v="1031" actId="1076"/>
          <ac:picMkLst>
            <pc:docMk/>
            <pc:sldMk cId="3673974735" sldId="487"/>
            <ac:picMk id="4" creationId="{5109707D-612B-98E2-09DC-C71647487730}"/>
          </ac:picMkLst>
        </pc:picChg>
      </pc:sldChg>
      <pc:sldChg chg="add">
        <pc:chgData name="Chittaranjan Hens" userId="6fc03958433e8a43" providerId="LiveId" clId="{2959217B-A9E9-483C-A106-867D6F9738B2}" dt="2024-02-17T03:06:37.688" v="120"/>
        <pc:sldMkLst>
          <pc:docMk/>
          <pc:sldMk cId="2657082366" sldId="488"/>
        </pc:sldMkLst>
      </pc:sldChg>
      <pc:sldChg chg="add">
        <pc:chgData name="Chittaranjan Hens" userId="6fc03958433e8a43" providerId="LiveId" clId="{2959217B-A9E9-483C-A106-867D6F9738B2}" dt="2024-02-17T03:06:37.688" v="120"/>
        <pc:sldMkLst>
          <pc:docMk/>
          <pc:sldMk cId="988625802" sldId="491"/>
        </pc:sldMkLst>
      </pc:sldChg>
      <pc:sldChg chg="modSp add mod">
        <pc:chgData name="Chittaranjan Hens" userId="6fc03958433e8a43" providerId="LiveId" clId="{2959217B-A9E9-483C-A106-867D6F9738B2}" dt="2024-02-17T03:15:46.105" v="193" actId="14100"/>
        <pc:sldMkLst>
          <pc:docMk/>
          <pc:sldMk cId="1942351146" sldId="492"/>
        </pc:sldMkLst>
        <pc:spChg chg="mod">
          <ac:chgData name="Chittaranjan Hens" userId="6fc03958433e8a43" providerId="LiveId" clId="{2959217B-A9E9-483C-A106-867D6F9738B2}" dt="2024-02-17T03:15:46.105" v="193" actId="14100"/>
          <ac:spMkLst>
            <pc:docMk/>
            <pc:sldMk cId="1942351146" sldId="492"/>
            <ac:spMk id="3" creationId="{265F5E44-CE7B-66CE-EAB7-C74FFAFD2585}"/>
          </ac:spMkLst>
        </pc:spChg>
        <pc:spChg chg="mod">
          <ac:chgData name="Chittaranjan Hens" userId="6fc03958433e8a43" providerId="LiveId" clId="{2959217B-A9E9-483C-A106-867D6F9738B2}" dt="2024-02-17T03:15:36.229" v="190" actId="1076"/>
          <ac:spMkLst>
            <pc:docMk/>
            <pc:sldMk cId="1942351146" sldId="492"/>
            <ac:spMk id="459779" creationId="{71F2790A-DB05-557C-721D-53186DDC08B9}"/>
          </ac:spMkLst>
        </pc:spChg>
        <pc:picChg chg="mod">
          <ac:chgData name="Chittaranjan Hens" userId="6fc03958433e8a43" providerId="LiveId" clId="{2959217B-A9E9-483C-A106-867D6F9738B2}" dt="2024-02-17T03:07:26.285" v="125" actId="1076"/>
          <ac:picMkLst>
            <pc:docMk/>
            <pc:sldMk cId="1942351146" sldId="492"/>
            <ac:picMk id="8" creationId="{87771E0B-59BC-C418-70D7-B2DC28BB0BD3}"/>
          </ac:picMkLst>
        </pc:picChg>
      </pc:sldChg>
      <pc:sldChg chg="modSp add del mod modNotes">
        <pc:chgData name="Chittaranjan Hens" userId="6fc03958433e8a43" providerId="LiveId" clId="{2959217B-A9E9-483C-A106-867D6F9738B2}" dt="2024-02-18T09:56:29.640" v="1032" actId="47"/>
        <pc:sldMkLst>
          <pc:docMk/>
          <pc:sldMk cId="1188636297" sldId="493"/>
        </pc:sldMkLst>
        <pc:spChg chg="mod">
          <ac:chgData name="Chittaranjan Hens" userId="6fc03958433e8a43" providerId="LiveId" clId="{2959217B-A9E9-483C-A106-867D6F9738B2}" dt="2024-02-17T03:16:13.154" v="198" actId="1076"/>
          <ac:spMkLst>
            <pc:docMk/>
            <pc:sldMk cId="1188636297" sldId="493"/>
            <ac:spMk id="3" creationId="{265F5E44-CE7B-66CE-EAB7-C74FFAFD2585}"/>
          </ac:spMkLst>
        </pc:spChg>
        <pc:spChg chg="mod">
          <ac:chgData name="Chittaranjan Hens" userId="6fc03958433e8a43" providerId="LiveId" clId="{2959217B-A9E9-483C-A106-867D6F9738B2}" dt="2024-02-17T03:15:59.134" v="195" actId="1076"/>
          <ac:spMkLst>
            <pc:docMk/>
            <pc:sldMk cId="1188636297" sldId="493"/>
            <ac:spMk id="459779" creationId="{71F2790A-DB05-557C-721D-53186DDC08B9}"/>
          </ac:spMkLst>
        </pc:spChg>
      </pc:sldChg>
      <pc:sldChg chg="add">
        <pc:chgData name="Chittaranjan Hens" userId="6fc03958433e8a43" providerId="LiveId" clId="{2959217B-A9E9-483C-A106-867D6F9738B2}" dt="2024-02-17T03:06:37.688" v="120"/>
        <pc:sldMkLst>
          <pc:docMk/>
          <pc:sldMk cId="1389310659" sldId="494"/>
        </pc:sldMkLst>
      </pc:sldChg>
      <pc:sldChg chg="modSp add mod">
        <pc:chgData name="Chittaranjan Hens" userId="6fc03958433e8a43" providerId="LiveId" clId="{2959217B-A9E9-483C-A106-867D6F9738B2}" dt="2024-02-17T05:54:25.588" v="232" actId="1076"/>
        <pc:sldMkLst>
          <pc:docMk/>
          <pc:sldMk cId="544723617" sldId="495"/>
        </pc:sldMkLst>
        <pc:spChg chg="mod">
          <ac:chgData name="Chittaranjan Hens" userId="6fc03958433e8a43" providerId="LiveId" clId="{2959217B-A9E9-483C-A106-867D6F9738B2}" dt="2024-02-17T05:54:25.588" v="232" actId="1076"/>
          <ac:spMkLst>
            <pc:docMk/>
            <pc:sldMk cId="544723617" sldId="495"/>
            <ac:spMk id="12" creationId="{AF6EA466-E38F-FEDC-CD23-2A00108988D6}"/>
          </ac:spMkLst>
        </pc:spChg>
      </pc:sldChg>
      <pc:sldChg chg="add">
        <pc:chgData name="Chittaranjan Hens" userId="6fc03958433e8a43" providerId="LiveId" clId="{2959217B-A9E9-483C-A106-867D6F9738B2}" dt="2024-02-17T03:06:37.688" v="120"/>
        <pc:sldMkLst>
          <pc:docMk/>
          <pc:sldMk cId="3372984574" sldId="496"/>
        </pc:sldMkLst>
      </pc:sldChg>
      <pc:sldChg chg="modSp add mod">
        <pc:chgData name="Chittaranjan Hens" userId="6fc03958433e8a43" providerId="LiveId" clId="{2959217B-A9E9-483C-A106-867D6F9738B2}" dt="2024-02-18T09:56:43.782" v="1036" actId="14100"/>
        <pc:sldMkLst>
          <pc:docMk/>
          <pc:sldMk cId="641709698" sldId="497"/>
        </pc:sldMkLst>
        <pc:spChg chg="mod">
          <ac:chgData name="Chittaranjan Hens" userId="6fc03958433e8a43" providerId="LiveId" clId="{2959217B-A9E9-483C-A106-867D6F9738B2}" dt="2024-02-18T09:56:43.782" v="1036" actId="14100"/>
          <ac:spMkLst>
            <pc:docMk/>
            <pc:sldMk cId="641709698" sldId="497"/>
            <ac:spMk id="3" creationId="{265F5E44-CE7B-66CE-EAB7-C74FFAFD2585}"/>
          </ac:spMkLst>
        </pc:spChg>
        <pc:spChg chg="mod">
          <ac:chgData name="Chittaranjan Hens" userId="6fc03958433e8a43" providerId="LiveId" clId="{2959217B-A9E9-483C-A106-867D6F9738B2}" dt="2024-02-17T03:15:54.122" v="194" actId="1076"/>
          <ac:spMkLst>
            <pc:docMk/>
            <pc:sldMk cId="641709698" sldId="497"/>
            <ac:spMk id="459779" creationId="{71F2790A-DB05-557C-721D-53186DDC08B9}"/>
          </ac:spMkLst>
        </pc:spChg>
        <pc:grpChg chg="mod">
          <ac:chgData name="Chittaranjan Hens" userId="6fc03958433e8a43" providerId="LiveId" clId="{2959217B-A9E9-483C-A106-867D6F9738B2}" dt="2024-02-18T09:56:34.604" v="1033" actId="1076"/>
          <ac:grpSpMkLst>
            <pc:docMk/>
            <pc:sldMk cId="641709698" sldId="497"/>
            <ac:grpSpMk id="7" creationId="{90E64C15-4895-E0CB-BB26-65F51BEBAFB7}"/>
          </ac:grpSpMkLst>
        </pc:grpChg>
      </pc:sldChg>
      <pc:sldChg chg="add del">
        <pc:chgData name="Chittaranjan Hens" userId="6fc03958433e8a43" providerId="LiveId" clId="{2959217B-A9E9-483C-A106-867D6F9738B2}" dt="2024-02-18T09:45:17.526" v="937"/>
        <pc:sldMkLst>
          <pc:docMk/>
          <pc:sldMk cId="3681935430" sldId="498"/>
        </pc:sldMkLst>
      </pc:sldChg>
      <pc:sldChg chg="modSp add modNotes">
        <pc:chgData name="Chittaranjan Hens" userId="6fc03958433e8a43" providerId="LiveId" clId="{2959217B-A9E9-483C-A106-867D6F9738B2}" dt="2024-02-17T03:09:30.549" v="132" actId="1076"/>
        <pc:sldMkLst>
          <pc:docMk/>
          <pc:sldMk cId="3457482218" sldId="499"/>
        </pc:sldMkLst>
        <pc:spChg chg="mod">
          <ac:chgData name="Chittaranjan Hens" userId="6fc03958433e8a43" providerId="LiveId" clId="{2959217B-A9E9-483C-A106-867D6F9738B2}" dt="2024-02-17T03:09:30.549" v="132" actId="1076"/>
          <ac:spMkLst>
            <pc:docMk/>
            <pc:sldMk cId="3457482218" sldId="499"/>
            <ac:spMk id="459779" creationId="{5CB3DFA8-66D7-E543-27D0-184943078CBB}"/>
          </ac:spMkLst>
        </pc:spChg>
      </pc:sldChg>
      <pc:sldChg chg="add del setBg modNotes">
        <pc:chgData name="Chittaranjan Hens" userId="6fc03958433e8a43" providerId="LiveId" clId="{2959217B-A9E9-483C-A106-867D6F9738B2}" dt="2024-02-18T09:52:17.996" v="1003" actId="47"/>
        <pc:sldMkLst>
          <pc:docMk/>
          <pc:sldMk cId="3623459672" sldId="500"/>
        </pc:sldMkLst>
      </pc:sldChg>
      <pc:sldChg chg="add del setBg modNotes">
        <pc:chgData name="Chittaranjan Hens" userId="6fc03958433e8a43" providerId="LiveId" clId="{2959217B-A9E9-483C-A106-867D6F9738B2}" dt="2024-02-18T09:52:19.079" v="1004" actId="47"/>
        <pc:sldMkLst>
          <pc:docMk/>
          <pc:sldMk cId="1251651479" sldId="501"/>
        </pc:sldMkLst>
      </pc:sldChg>
      <pc:sldChg chg="add del setBg modNotes">
        <pc:chgData name="Chittaranjan Hens" userId="6fc03958433e8a43" providerId="LiveId" clId="{2959217B-A9E9-483C-A106-867D6F9738B2}" dt="2024-02-18T09:52:22.238" v="1005" actId="47"/>
        <pc:sldMkLst>
          <pc:docMk/>
          <pc:sldMk cId="1447277646" sldId="502"/>
        </pc:sldMkLst>
      </pc:sldChg>
      <pc:sldChg chg="add del">
        <pc:chgData name="Chittaranjan Hens" userId="6fc03958433e8a43" providerId="LiveId" clId="{2959217B-A9E9-483C-A106-867D6F9738B2}" dt="2024-02-18T09:54:39.104" v="1008" actId="47"/>
        <pc:sldMkLst>
          <pc:docMk/>
          <pc:sldMk cId="2394187084" sldId="891"/>
        </pc:sldMkLst>
      </pc:sldChg>
      <pc:sldChg chg="add del">
        <pc:chgData name="Chittaranjan Hens" userId="6fc03958433e8a43" providerId="LiveId" clId="{2959217B-A9E9-483C-A106-867D6F9738B2}" dt="2024-02-18T09:54:39.292" v="1009" actId="47"/>
        <pc:sldMkLst>
          <pc:docMk/>
          <pc:sldMk cId="3968383980" sldId="892"/>
        </pc:sldMkLst>
      </pc:sldChg>
      <pc:sldChg chg="addSp modSp add del setBg modNotes">
        <pc:chgData name="Chittaranjan Hens" userId="6fc03958433e8a43" providerId="LiveId" clId="{2959217B-A9E9-483C-A106-867D6F9738B2}" dt="2024-02-18T09:54:40.752" v="1014" actId="47"/>
        <pc:sldMkLst>
          <pc:docMk/>
          <pc:sldMk cId="3403523105" sldId="893"/>
        </pc:sldMkLst>
        <pc:spChg chg="add mod">
          <ac:chgData name="Chittaranjan Hens" userId="6fc03958433e8a43" providerId="LiveId" clId="{2959217B-A9E9-483C-A106-867D6F9738B2}" dt="2024-02-17T05:52:44.508" v="219"/>
          <ac:spMkLst>
            <pc:docMk/>
            <pc:sldMk cId="3403523105" sldId="893"/>
            <ac:spMk id="2" creationId="{BD4BA326-A603-96AD-88F6-43FF2D982944}"/>
          </ac:spMkLst>
        </pc:spChg>
      </pc:sldChg>
      <pc:sldChg chg="add del">
        <pc:chgData name="Chittaranjan Hens" userId="6fc03958433e8a43" providerId="LiveId" clId="{2959217B-A9E9-483C-A106-867D6F9738B2}" dt="2024-02-18T09:54:38.759" v="1007" actId="47"/>
        <pc:sldMkLst>
          <pc:docMk/>
          <pc:sldMk cId="3271564540" sldId="895"/>
        </pc:sldMkLst>
      </pc:sldChg>
      <pc:sldChg chg="addSp delSp modSp new del mod setBg">
        <pc:chgData name="Chittaranjan Hens" userId="6fc03958433e8a43" providerId="LiveId" clId="{2959217B-A9E9-483C-A106-867D6F9738B2}" dt="2024-02-18T09:54:39.465" v="1010" actId="47"/>
        <pc:sldMkLst>
          <pc:docMk/>
          <pc:sldMk cId="264796305" sldId="896"/>
        </pc:sldMkLst>
        <pc:spChg chg="del">
          <ac:chgData name="Chittaranjan Hens" userId="6fc03958433e8a43" providerId="LiveId" clId="{2959217B-A9E9-483C-A106-867D6F9738B2}" dt="2024-02-17T03:10:25.140" v="134" actId="478"/>
          <ac:spMkLst>
            <pc:docMk/>
            <pc:sldMk cId="264796305" sldId="896"/>
            <ac:spMk id="2" creationId="{772FC9E5-CA3F-973B-1E27-CD4EA392E296}"/>
          </ac:spMkLst>
        </pc:spChg>
        <pc:spChg chg="del">
          <ac:chgData name="Chittaranjan Hens" userId="6fc03958433e8a43" providerId="LiveId" clId="{2959217B-A9E9-483C-A106-867D6F9738B2}" dt="2024-02-17T03:10:27.379" v="135" actId="478"/>
          <ac:spMkLst>
            <pc:docMk/>
            <pc:sldMk cId="264796305" sldId="896"/>
            <ac:spMk id="3" creationId="{30BE78FB-83F9-D09D-289A-9C16B832D072}"/>
          </ac:spMkLst>
        </pc:spChg>
        <pc:spChg chg="add">
          <ac:chgData name="Chittaranjan Hens" userId="6fc03958433e8a43" providerId="LiveId" clId="{2959217B-A9E9-483C-A106-867D6F9738B2}" dt="2024-02-17T03:10:35.577" v="138" actId="26606"/>
          <ac:spMkLst>
            <pc:docMk/>
            <pc:sldMk cId="264796305" sldId="896"/>
            <ac:spMk id="9" creationId="{86FF76B9-219D-4469-AF87-0236D29032F1}"/>
          </ac:spMkLst>
        </pc:spChg>
        <pc:spChg chg="add">
          <ac:chgData name="Chittaranjan Hens" userId="6fc03958433e8a43" providerId="LiveId" clId="{2959217B-A9E9-483C-A106-867D6F9738B2}" dt="2024-02-17T03:10:35.577" v="138" actId="26606"/>
          <ac:spMkLst>
            <pc:docMk/>
            <pc:sldMk cId="264796305" sldId="896"/>
            <ac:spMk id="15" creationId="{2E80C965-DB6D-4F81-9E9E-B027384D0BD6}"/>
          </ac:spMkLst>
        </pc:spChg>
        <pc:spChg chg="add">
          <ac:chgData name="Chittaranjan Hens" userId="6fc03958433e8a43" providerId="LiveId" clId="{2959217B-A9E9-483C-A106-867D6F9738B2}" dt="2024-02-17T03:10:35.577" v="138" actId="26606"/>
          <ac:spMkLst>
            <pc:docMk/>
            <pc:sldMk cId="264796305" sldId="896"/>
            <ac:spMk id="17" creationId="{633C5E46-DAC5-4661-9C87-22B08E2A512F}"/>
          </ac:spMkLst>
        </pc:spChg>
        <pc:grpChg chg="add">
          <ac:chgData name="Chittaranjan Hens" userId="6fc03958433e8a43" providerId="LiveId" clId="{2959217B-A9E9-483C-A106-867D6F9738B2}" dt="2024-02-17T03:10:35.577" v="138" actId="26606"/>
          <ac:grpSpMkLst>
            <pc:docMk/>
            <pc:sldMk cId="264796305" sldId="896"/>
            <ac:grpSpMk id="11" creationId="{DB88BD78-87E1-424D-B479-C37D8E41B12E}"/>
          </ac:grpSpMkLst>
        </pc:grpChg>
        <pc:picChg chg="add mod">
          <ac:chgData name="Chittaranjan Hens" userId="6fc03958433e8a43" providerId="LiveId" clId="{2959217B-A9E9-483C-A106-867D6F9738B2}" dt="2024-02-17T03:10:35.577" v="138" actId="26606"/>
          <ac:picMkLst>
            <pc:docMk/>
            <pc:sldMk cId="264796305" sldId="896"/>
            <ac:picMk id="4" creationId="{BFEF0E6D-CB3D-F65F-7E8E-92BC3C97A500}"/>
          </ac:picMkLst>
        </pc:picChg>
      </pc:sldChg>
      <pc:sldChg chg="addSp modSp new mod ord">
        <pc:chgData name="Chittaranjan Hens" userId="6fc03958433e8a43" providerId="LiveId" clId="{2959217B-A9E9-483C-A106-867D6F9738B2}" dt="2024-02-18T09:14:07.225" v="936" actId="1582"/>
        <pc:sldMkLst>
          <pc:docMk/>
          <pc:sldMk cId="380894564" sldId="897"/>
        </pc:sldMkLst>
        <pc:spChg chg="mod">
          <ac:chgData name="Chittaranjan Hens" userId="6fc03958433e8a43" providerId="LiveId" clId="{2959217B-A9E9-483C-A106-867D6F9738B2}" dt="2024-02-17T06:11:07.136" v="932" actId="6549"/>
          <ac:spMkLst>
            <pc:docMk/>
            <pc:sldMk cId="380894564" sldId="897"/>
            <ac:spMk id="3" creationId="{854FB164-23FE-0FA1-5D18-E0A459C34E91}"/>
          </ac:spMkLst>
        </pc:spChg>
        <pc:spChg chg="add mod">
          <ac:chgData name="Chittaranjan Hens" userId="6fc03958433e8a43" providerId="LiveId" clId="{2959217B-A9E9-483C-A106-867D6F9738B2}" dt="2024-02-18T09:14:07.225" v="936" actId="1582"/>
          <ac:spMkLst>
            <pc:docMk/>
            <pc:sldMk cId="380894564" sldId="897"/>
            <ac:spMk id="4" creationId="{77B164B9-DF9F-96ED-6775-3D2FFEB7A9C6}"/>
          </ac:spMkLst>
        </pc:spChg>
      </pc:sldChg>
      <pc:sldChg chg="add del">
        <pc:chgData name="Chittaranjan Hens" userId="6fc03958433e8a43" providerId="LiveId" clId="{2959217B-A9E9-483C-A106-867D6F9738B2}" dt="2024-02-17T05:55:44.142" v="234" actId="2890"/>
        <pc:sldMkLst>
          <pc:docMk/>
          <pc:sldMk cId="677298717" sldId="897"/>
        </pc:sldMkLst>
      </pc:sldChg>
      <pc:sldChg chg="modSp add mod">
        <pc:chgData name="Chittaranjan Hens" userId="6fc03958433e8a43" providerId="LiveId" clId="{2959217B-A9E9-483C-A106-867D6F9738B2}" dt="2024-02-17T06:11:15.155" v="933" actId="207"/>
        <pc:sldMkLst>
          <pc:docMk/>
          <pc:sldMk cId="3900106801" sldId="898"/>
        </pc:sldMkLst>
        <pc:spChg chg="mod">
          <ac:chgData name="Chittaranjan Hens" userId="6fc03958433e8a43" providerId="LiveId" clId="{2959217B-A9E9-483C-A106-867D6F9738B2}" dt="2024-02-17T06:11:15.155" v="933" actId="207"/>
          <ac:spMkLst>
            <pc:docMk/>
            <pc:sldMk cId="3900106801" sldId="898"/>
            <ac:spMk id="3" creationId="{5186662E-514A-57F1-0548-D7605F5ABFED}"/>
          </ac:spMkLst>
        </pc:spChg>
      </pc:sldChg>
      <pc:sldChg chg="add">
        <pc:chgData name="Chittaranjan Hens" userId="6fc03958433e8a43" providerId="LiveId" clId="{2959217B-A9E9-483C-A106-867D6F9738B2}" dt="2024-02-18T09:45:17.526" v="937"/>
        <pc:sldMkLst>
          <pc:docMk/>
          <pc:sldMk cId="1211553486" sldId="899"/>
        </pc:sldMkLst>
      </pc:sldChg>
      <pc:sldChg chg="add">
        <pc:chgData name="Chittaranjan Hens" userId="6fc03958433e8a43" providerId="LiveId" clId="{2959217B-A9E9-483C-A106-867D6F9738B2}" dt="2024-02-18T09:45:17.526" v="937"/>
        <pc:sldMkLst>
          <pc:docMk/>
          <pc:sldMk cId="1452798340" sldId="900"/>
        </pc:sldMkLst>
      </pc:sldChg>
      <pc:sldChg chg="add">
        <pc:chgData name="Chittaranjan Hens" userId="6fc03958433e8a43" providerId="LiveId" clId="{2959217B-A9E9-483C-A106-867D6F9738B2}" dt="2024-02-18T09:45:17.526" v="937"/>
        <pc:sldMkLst>
          <pc:docMk/>
          <pc:sldMk cId="3929219606" sldId="901"/>
        </pc:sldMkLst>
      </pc:sldChg>
      <pc:sldChg chg="add setBg modNotes">
        <pc:chgData name="Chittaranjan Hens" userId="6fc03958433e8a43" providerId="LiveId" clId="{2959217B-A9E9-483C-A106-867D6F9738B2}" dt="2024-02-18T09:45:17.526" v="937"/>
        <pc:sldMkLst>
          <pc:docMk/>
          <pc:sldMk cId="0" sldId="902"/>
        </pc:sldMkLst>
      </pc:sldChg>
      <pc:sldChg chg="modSp add modNotes">
        <pc:chgData name="Chittaranjan Hens" userId="6fc03958433e8a43" providerId="LiveId" clId="{2959217B-A9E9-483C-A106-867D6F9738B2}" dt="2024-02-18T09:49:11.120" v="975" actId="1076"/>
        <pc:sldMkLst>
          <pc:docMk/>
          <pc:sldMk cId="2596610378" sldId="903"/>
        </pc:sldMkLst>
        <pc:spChg chg="mod">
          <ac:chgData name="Chittaranjan Hens" userId="6fc03958433e8a43" providerId="LiveId" clId="{2959217B-A9E9-483C-A106-867D6F9738B2}" dt="2024-02-18T09:45:39.036" v="938" actId="255"/>
          <ac:spMkLst>
            <pc:docMk/>
            <pc:sldMk cId="2596610378" sldId="903"/>
            <ac:spMk id="10" creationId="{7E7710DC-94DC-73CB-DC96-542CA6501A33}"/>
          </ac:spMkLst>
        </pc:spChg>
        <pc:spChg chg="mod">
          <ac:chgData name="Chittaranjan Hens" userId="6fc03958433e8a43" providerId="LiveId" clId="{2959217B-A9E9-483C-A106-867D6F9738B2}" dt="2024-02-18T09:49:11.120" v="975" actId="1076"/>
          <ac:spMkLst>
            <pc:docMk/>
            <pc:sldMk cId="2596610378" sldId="903"/>
            <ac:spMk id="459779" creationId="{71F2790A-DB05-557C-721D-53186DDC08B9}"/>
          </ac:spMkLst>
        </pc:spChg>
      </pc:sldChg>
      <pc:sldChg chg="modSp add mod">
        <pc:chgData name="Chittaranjan Hens" userId="6fc03958433e8a43" providerId="LiveId" clId="{2959217B-A9E9-483C-A106-867D6F9738B2}" dt="2024-02-18T09:46:06.783" v="942" actId="1076"/>
        <pc:sldMkLst>
          <pc:docMk/>
          <pc:sldMk cId="4276295318" sldId="904"/>
        </pc:sldMkLst>
        <pc:spChg chg="mod">
          <ac:chgData name="Chittaranjan Hens" userId="6fc03958433e8a43" providerId="LiveId" clId="{2959217B-A9E9-483C-A106-867D6F9738B2}" dt="2024-02-18T09:45:54.682" v="939" actId="255"/>
          <ac:spMkLst>
            <pc:docMk/>
            <pc:sldMk cId="4276295318" sldId="904"/>
            <ac:spMk id="2" creationId="{F98001AA-DD09-35CA-42E7-E96338A0E9F0}"/>
          </ac:spMkLst>
        </pc:spChg>
        <pc:spChg chg="mod">
          <ac:chgData name="Chittaranjan Hens" userId="6fc03958433e8a43" providerId="LiveId" clId="{2959217B-A9E9-483C-A106-867D6F9738B2}" dt="2024-02-18T09:46:03.536" v="941" actId="1076"/>
          <ac:spMkLst>
            <pc:docMk/>
            <pc:sldMk cId="4276295318" sldId="904"/>
            <ac:spMk id="4" creationId="{AA3C85F5-9E5C-C2AD-20E2-0C53E7774041}"/>
          </ac:spMkLst>
        </pc:spChg>
        <pc:spChg chg="mod">
          <ac:chgData name="Chittaranjan Hens" userId="6fc03958433e8a43" providerId="LiveId" clId="{2959217B-A9E9-483C-A106-867D6F9738B2}" dt="2024-02-18T09:45:57.724" v="940" actId="1076"/>
          <ac:spMkLst>
            <pc:docMk/>
            <pc:sldMk cId="4276295318" sldId="904"/>
            <ac:spMk id="7" creationId="{B76CBF3D-7A61-2E81-6BB8-3AED143F81E8}"/>
          </ac:spMkLst>
        </pc:spChg>
        <pc:spChg chg="mod">
          <ac:chgData name="Chittaranjan Hens" userId="6fc03958433e8a43" providerId="LiveId" clId="{2959217B-A9E9-483C-A106-867D6F9738B2}" dt="2024-02-18T09:46:06.783" v="942" actId="1076"/>
          <ac:spMkLst>
            <pc:docMk/>
            <pc:sldMk cId="4276295318" sldId="904"/>
            <ac:spMk id="459779" creationId="{71F2790A-DB05-557C-721D-53186DDC08B9}"/>
          </ac:spMkLst>
        </pc:spChg>
      </pc:sldChg>
      <pc:sldChg chg="add setBg modNotes">
        <pc:chgData name="Chittaranjan Hens" userId="6fc03958433e8a43" providerId="LiveId" clId="{2959217B-A9E9-483C-A106-867D6F9738B2}" dt="2024-02-18T09:45:17.526" v="937"/>
        <pc:sldMkLst>
          <pc:docMk/>
          <pc:sldMk cId="1593322453" sldId="905"/>
        </pc:sldMkLst>
      </pc:sldChg>
      <pc:sldChg chg="modSp add mod modNotes">
        <pc:chgData name="Chittaranjan Hens" userId="6fc03958433e8a43" providerId="LiveId" clId="{2959217B-A9E9-483C-A106-867D6F9738B2}" dt="2024-02-18T09:47:06.779" v="954" actId="1076"/>
        <pc:sldMkLst>
          <pc:docMk/>
          <pc:sldMk cId="1468560740" sldId="906"/>
        </pc:sldMkLst>
        <pc:spChg chg="mod">
          <ac:chgData name="Chittaranjan Hens" userId="6fc03958433e8a43" providerId="LiveId" clId="{2959217B-A9E9-483C-A106-867D6F9738B2}" dt="2024-02-18T09:47:06.779" v="954" actId="1076"/>
          <ac:spMkLst>
            <pc:docMk/>
            <pc:sldMk cId="1468560740" sldId="906"/>
            <ac:spMk id="3" creationId="{3FD0BC0F-664C-49DF-A450-88EF551566A9}"/>
          </ac:spMkLst>
        </pc:spChg>
        <pc:spChg chg="mod">
          <ac:chgData name="Chittaranjan Hens" userId="6fc03958433e8a43" providerId="LiveId" clId="{2959217B-A9E9-483C-A106-867D6F9738B2}" dt="2024-02-18T09:47:01.552" v="952" actId="14100"/>
          <ac:spMkLst>
            <pc:docMk/>
            <pc:sldMk cId="1468560740" sldId="906"/>
            <ac:spMk id="8" creationId="{393C716D-EEC1-E2A6-AC5A-E3CEBD709DA6}"/>
          </ac:spMkLst>
        </pc:spChg>
        <pc:spChg chg="mod">
          <ac:chgData name="Chittaranjan Hens" userId="6fc03958433e8a43" providerId="LiveId" clId="{2959217B-A9E9-483C-A106-867D6F9738B2}" dt="2024-02-18T09:47:03.874" v="953" actId="1076"/>
          <ac:spMkLst>
            <pc:docMk/>
            <pc:sldMk cId="1468560740" sldId="906"/>
            <ac:spMk id="13" creationId="{1D7082E6-48B1-8716-B67B-BA1EC2E01F5A}"/>
          </ac:spMkLst>
        </pc:spChg>
        <pc:spChg chg="mod">
          <ac:chgData name="Chittaranjan Hens" userId="6fc03958433e8a43" providerId="LiveId" clId="{2959217B-A9E9-483C-A106-867D6F9738B2}" dt="2024-02-18T09:46:58.449" v="951" actId="1076"/>
          <ac:spMkLst>
            <pc:docMk/>
            <pc:sldMk cId="1468560740" sldId="906"/>
            <ac:spMk id="459779" creationId="{71F2790A-DB05-557C-721D-53186DDC08B9}"/>
          </ac:spMkLst>
        </pc:spChg>
      </pc:sldChg>
      <pc:sldChg chg="modSp add mod">
        <pc:chgData name="Chittaranjan Hens" userId="6fc03958433e8a43" providerId="LiveId" clId="{2959217B-A9E9-483C-A106-867D6F9738B2}" dt="2024-02-18T09:46:50.084" v="950" actId="1076"/>
        <pc:sldMkLst>
          <pc:docMk/>
          <pc:sldMk cId="4149346995" sldId="907"/>
        </pc:sldMkLst>
        <pc:spChg chg="mod">
          <ac:chgData name="Chittaranjan Hens" userId="6fc03958433e8a43" providerId="LiveId" clId="{2959217B-A9E9-483C-A106-867D6F9738B2}" dt="2024-02-18T09:46:46.806" v="949" actId="1076"/>
          <ac:spMkLst>
            <pc:docMk/>
            <pc:sldMk cId="4149346995" sldId="907"/>
            <ac:spMk id="2" creationId="{F98001AA-DD09-35CA-42E7-E96338A0E9F0}"/>
          </ac:spMkLst>
        </pc:spChg>
        <pc:spChg chg="mod">
          <ac:chgData name="Chittaranjan Hens" userId="6fc03958433e8a43" providerId="LiveId" clId="{2959217B-A9E9-483C-A106-867D6F9738B2}" dt="2024-02-18T09:46:38.918" v="947" actId="255"/>
          <ac:spMkLst>
            <pc:docMk/>
            <pc:sldMk cId="4149346995" sldId="907"/>
            <ac:spMk id="7" creationId="{B76CBF3D-7A61-2E81-6BB8-3AED143F81E8}"/>
          </ac:spMkLst>
        </pc:spChg>
        <pc:spChg chg="mod">
          <ac:chgData name="Chittaranjan Hens" userId="6fc03958433e8a43" providerId="LiveId" clId="{2959217B-A9E9-483C-A106-867D6F9738B2}" dt="2024-02-18T09:46:50.084" v="950" actId="1076"/>
          <ac:spMkLst>
            <pc:docMk/>
            <pc:sldMk cId="4149346995" sldId="907"/>
            <ac:spMk id="8" creationId="{7DB7BC34-5C10-D619-5349-6BB48E65D4BA}"/>
          </ac:spMkLst>
        </pc:spChg>
        <pc:spChg chg="mod">
          <ac:chgData name="Chittaranjan Hens" userId="6fc03958433e8a43" providerId="LiveId" clId="{2959217B-A9E9-483C-A106-867D6F9738B2}" dt="2024-02-18T09:46:42.852" v="948" actId="1076"/>
          <ac:spMkLst>
            <pc:docMk/>
            <pc:sldMk cId="4149346995" sldId="907"/>
            <ac:spMk id="459779" creationId="{71F2790A-DB05-557C-721D-53186DDC08B9}"/>
          </ac:spMkLst>
        </pc:spChg>
      </pc:sldChg>
      <pc:sldChg chg="add del">
        <pc:chgData name="Chittaranjan Hens" userId="6fc03958433e8a43" providerId="LiveId" clId="{2959217B-A9E9-483C-A106-867D6F9738B2}" dt="2024-02-18T09:47:27.586" v="955" actId="47"/>
        <pc:sldMkLst>
          <pc:docMk/>
          <pc:sldMk cId="1156734616" sldId="908"/>
        </pc:sldMkLst>
      </pc:sldChg>
      <pc:sldChg chg="modSp add mod modNotes">
        <pc:chgData name="Chittaranjan Hens" userId="6fc03958433e8a43" providerId="LiveId" clId="{2959217B-A9E9-483C-A106-867D6F9738B2}" dt="2024-02-18T09:47:48.559" v="959" actId="1076"/>
        <pc:sldMkLst>
          <pc:docMk/>
          <pc:sldMk cId="4222971666" sldId="909"/>
        </pc:sldMkLst>
        <pc:spChg chg="mod">
          <ac:chgData name="Chittaranjan Hens" userId="6fc03958433e8a43" providerId="LiveId" clId="{2959217B-A9E9-483C-A106-867D6F9738B2}" dt="2024-02-18T09:47:48.559" v="959" actId="1076"/>
          <ac:spMkLst>
            <pc:docMk/>
            <pc:sldMk cId="4222971666" sldId="909"/>
            <ac:spMk id="2" creationId="{3F27813D-E2E7-F3EE-1E18-42BFE206255E}"/>
          </ac:spMkLst>
        </pc:spChg>
        <pc:spChg chg="mod">
          <ac:chgData name="Chittaranjan Hens" userId="6fc03958433e8a43" providerId="LiveId" clId="{2959217B-A9E9-483C-A106-867D6F9738B2}" dt="2024-02-18T09:47:44.724" v="958" actId="1076"/>
          <ac:spMkLst>
            <pc:docMk/>
            <pc:sldMk cId="4222971666" sldId="909"/>
            <ac:spMk id="6" creationId="{A7D521BF-A813-8E16-9C36-A433394AEACE}"/>
          </ac:spMkLst>
        </pc:spChg>
        <pc:spChg chg="mod">
          <ac:chgData name="Chittaranjan Hens" userId="6fc03958433e8a43" providerId="LiveId" clId="{2959217B-A9E9-483C-A106-867D6F9738B2}" dt="2024-02-18T09:47:41.808" v="957" actId="255"/>
          <ac:spMkLst>
            <pc:docMk/>
            <pc:sldMk cId="4222971666" sldId="909"/>
            <ac:spMk id="9" creationId="{1C8B1187-D3E5-6877-C8F5-4D9C430A775D}"/>
          </ac:spMkLst>
        </pc:spChg>
        <pc:spChg chg="mod">
          <ac:chgData name="Chittaranjan Hens" userId="6fc03958433e8a43" providerId="LiveId" clId="{2959217B-A9E9-483C-A106-867D6F9738B2}" dt="2024-02-18T09:47:35.635" v="956" actId="1076"/>
          <ac:spMkLst>
            <pc:docMk/>
            <pc:sldMk cId="4222971666" sldId="909"/>
            <ac:spMk id="459779" creationId="{71F2790A-DB05-557C-721D-53186DDC08B9}"/>
          </ac:spMkLst>
        </pc:spChg>
      </pc:sldChg>
      <pc:sldChg chg="modSp add mod">
        <pc:chgData name="Chittaranjan Hens" userId="6fc03958433e8a43" providerId="LiveId" clId="{2959217B-A9E9-483C-A106-867D6F9738B2}" dt="2024-02-18T09:50:46.843" v="985" actId="403"/>
        <pc:sldMkLst>
          <pc:docMk/>
          <pc:sldMk cId="3290989089" sldId="910"/>
        </pc:sldMkLst>
        <pc:spChg chg="mod">
          <ac:chgData name="Chittaranjan Hens" userId="6fc03958433e8a43" providerId="LiveId" clId="{2959217B-A9E9-483C-A106-867D6F9738B2}" dt="2024-02-18T09:49:31.285" v="978" actId="14100"/>
          <ac:spMkLst>
            <pc:docMk/>
            <pc:sldMk cId="3290989089" sldId="910"/>
            <ac:spMk id="4" creationId="{05793742-B1E9-6704-F001-2D6C13B76971}"/>
          </ac:spMkLst>
        </pc:spChg>
        <pc:spChg chg="mod">
          <ac:chgData name="Chittaranjan Hens" userId="6fc03958433e8a43" providerId="LiveId" clId="{2959217B-A9E9-483C-A106-867D6F9738B2}" dt="2024-02-18T09:50:46.843" v="985" actId="403"/>
          <ac:spMkLst>
            <pc:docMk/>
            <pc:sldMk cId="3290989089" sldId="910"/>
            <ac:spMk id="10" creationId="{B9B03B03-537F-89DC-98F1-BF9728DFE5D6}"/>
          </ac:spMkLst>
        </pc:spChg>
        <pc:spChg chg="mod">
          <ac:chgData name="Chittaranjan Hens" userId="6fc03958433e8a43" providerId="LiveId" clId="{2959217B-A9E9-483C-A106-867D6F9738B2}" dt="2024-02-18T09:49:34.868" v="979" actId="207"/>
          <ac:spMkLst>
            <pc:docMk/>
            <pc:sldMk cId="3290989089" sldId="910"/>
            <ac:spMk id="13" creationId="{1D7082E6-48B1-8716-B67B-BA1EC2E01F5A}"/>
          </ac:spMkLst>
        </pc:spChg>
        <pc:spChg chg="mod">
          <ac:chgData name="Chittaranjan Hens" userId="6fc03958433e8a43" providerId="LiveId" clId="{2959217B-A9E9-483C-A106-867D6F9738B2}" dt="2024-02-18T09:48:00.135" v="961" actId="1076"/>
          <ac:spMkLst>
            <pc:docMk/>
            <pc:sldMk cId="3290989089" sldId="910"/>
            <ac:spMk id="459779" creationId="{71F2790A-DB05-557C-721D-53186DDC08B9}"/>
          </ac:spMkLst>
        </pc:spChg>
      </pc:sldChg>
      <pc:sldChg chg="modSp add mod modNotes">
        <pc:chgData name="Chittaranjan Hens" userId="6fc03958433e8a43" providerId="LiveId" clId="{2959217B-A9E9-483C-A106-867D6F9738B2}" dt="2024-02-18T09:51:27.320" v="993" actId="14100"/>
        <pc:sldMkLst>
          <pc:docMk/>
          <pc:sldMk cId="299232583" sldId="911"/>
        </pc:sldMkLst>
        <pc:spChg chg="mod">
          <ac:chgData name="Chittaranjan Hens" userId="6fc03958433e8a43" providerId="LiveId" clId="{2959217B-A9E9-483C-A106-867D6F9738B2}" dt="2024-02-18T09:51:16.144" v="990" actId="1076"/>
          <ac:spMkLst>
            <pc:docMk/>
            <pc:sldMk cId="299232583" sldId="911"/>
            <ac:spMk id="8" creationId="{886E4B89-88F2-DFC7-08ED-F8F284233BC8}"/>
          </ac:spMkLst>
        </pc:spChg>
        <pc:spChg chg="mod">
          <ac:chgData name="Chittaranjan Hens" userId="6fc03958433e8a43" providerId="LiveId" clId="{2959217B-A9E9-483C-A106-867D6F9738B2}" dt="2024-02-18T09:51:27.320" v="993" actId="14100"/>
          <ac:spMkLst>
            <pc:docMk/>
            <pc:sldMk cId="299232583" sldId="911"/>
            <ac:spMk id="11" creationId="{E6514DFD-894A-ED6B-A6F6-1E1D2F6E525F}"/>
          </ac:spMkLst>
        </pc:spChg>
        <pc:spChg chg="mod">
          <ac:chgData name="Chittaranjan Hens" userId="6fc03958433e8a43" providerId="LiveId" clId="{2959217B-A9E9-483C-A106-867D6F9738B2}" dt="2024-02-18T09:48:31.329" v="970" actId="1076"/>
          <ac:spMkLst>
            <pc:docMk/>
            <pc:sldMk cId="299232583" sldId="911"/>
            <ac:spMk id="459779" creationId="{71F2790A-DB05-557C-721D-53186DDC08B9}"/>
          </ac:spMkLst>
        </pc:spChg>
      </pc:sldChg>
      <pc:sldChg chg="modSp add mod setBg modNotes">
        <pc:chgData name="Chittaranjan Hens" userId="6fc03958433e8a43" providerId="LiveId" clId="{2959217B-A9E9-483C-A106-867D6F9738B2}" dt="2024-02-18T09:51:40.727" v="996" actId="403"/>
        <pc:sldMkLst>
          <pc:docMk/>
          <pc:sldMk cId="2456576925" sldId="912"/>
        </pc:sldMkLst>
        <pc:spChg chg="mod">
          <ac:chgData name="Chittaranjan Hens" userId="6fc03958433e8a43" providerId="LiveId" clId="{2959217B-A9E9-483C-A106-867D6F9738B2}" dt="2024-02-18T09:51:36.565" v="995" actId="403"/>
          <ac:spMkLst>
            <pc:docMk/>
            <pc:sldMk cId="2456576925" sldId="912"/>
            <ac:spMk id="10" creationId="{AB49F00B-4C07-51DC-0C48-F3DB30688567}"/>
          </ac:spMkLst>
        </pc:spChg>
        <pc:spChg chg="mod">
          <ac:chgData name="Chittaranjan Hens" userId="6fc03958433e8a43" providerId="LiveId" clId="{2959217B-A9E9-483C-A106-867D6F9738B2}" dt="2024-02-18T09:51:40.727" v="996" actId="403"/>
          <ac:spMkLst>
            <pc:docMk/>
            <pc:sldMk cId="2456576925" sldId="912"/>
            <ac:spMk id="13" creationId="{9CBAFF1F-B746-4D3E-93BF-326974A188DF}"/>
          </ac:spMkLst>
        </pc:spChg>
        <pc:spChg chg="mod">
          <ac:chgData name="Chittaranjan Hens" userId="6fc03958433e8a43" providerId="LiveId" clId="{2959217B-A9E9-483C-A106-867D6F9738B2}" dt="2024-02-18T09:48:51.922" v="974" actId="1076"/>
          <ac:spMkLst>
            <pc:docMk/>
            <pc:sldMk cId="2456576925" sldId="912"/>
            <ac:spMk id="459779" creationId="{71F2790A-DB05-557C-721D-53186DDC08B9}"/>
          </ac:spMkLst>
        </pc:spChg>
      </pc:sldChg>
      <pc:sldChg chg="modSp add mod">
        <pc:chgData name="Chittaranjan Hens" userId="6fc03958433e8a43" providerId="LiveId" clId="{2959217B-A9E9-483C-A106-867D6F9738B2}" dt="2024-02-18T09:51:55.733" v="998" actId="1076"/>
        <pc:sldMkLst>
          <pc:docMk/>
          <pc:sldMk cId="2147343944" sldId="913"/>
        </pc:sldMkLst>
        <pc:spChg chg="mod">
          <ac:chgData name="Chittaranjan Hens" userId="6fc03958433e8a43" providerId="LiveId" clId="{2959217B-A9E9-483C-A106-867D6F9738B2}" dt="2024-02-18T09:51:49.466" v="997" actId="1076"/>
          <ac:spMkLst>
            <pc:docMk/>
            <pc:sldMk cId="2147343944" sldId="913"/>
            <ac:spMk id="15" creationId="{5DDAFBE2-FDED-A5F7-8EA3-8A2DE235821F}"/>
          </ac:spMkLst>
        </pc:spChg>
        <pc:spChg chg="mod">
          <ac:chgData name="Chittaranjan Hens" userId="6fc03958433e8a43" providerId="LiveId" clId="{2959217B-A9E9-483C-A106-867D6F9738B2}" dt="2024-02-18T09:51:55.733" v="998" actId="1076"/>
          <ac:spMkLst>
            <pc:docMk/>
            <pc:sldMk cId="2147343944" sldId="913"/>
            <ac:spMk id="459779" creationId="{71F2790A-DB05-557C-721D-53186DDC08B9}"/>
          </ac:spMkLst>
        </pc:spChg>
      </pc:sldChg>
      <pc:sldChg chg="addSp delSp modSp add modNotes">
        <pc:chgData name="Chittaranjan Hens" userId="6fc03958433e8a43" providerId="LiveId" clId="{2959217B-A9E9-483C-A106-867D6F9738B2}" dt="2024-02-18T09:52:07.456" v="1000"/>
        <pc:sldMkLst>
          <pc:docMk/>
          <pc:sldMk cId="2313248122" sldId="914"/>
        </pc:sldMkLst>
        <pc:spChg chg="add mod">
          <ac:chgData name="Chittaranjan Hens" userId="6fc03958433e8a43" providerId="LiveId" clId="{2959217B-A9E9-483C-A106-867D6F9738B2}" dt="2024-02-18T09:52:07.456" v="1000"/>
          <ac:spMkLst>
            <pc:docMk/>
            <pc:sldMk cId="2313248122" sldId="914"/>
            <ac:spMk id="2" creationId="{E745C372-0EA3-05D5-FE25-2C589DCD6FA1}"/>
          </ac:spMkLst>
        </pc:spChg>
        <pc:spChg chg="del">
          <ac:chgData name="Chittaranjan Hens" userId="6fc03958433e8a43" providerId="LiveId" clId="{2959217B-A9E9-483C-A106-867D6F9738B2}" dt="2024-02-18T09:52:06.977" v="999" actId="478"/>
          <ac:spMkLst>
            <pc:docMk/>
            <pc:sldMk cId="2313248122" sldId="914"/>
            <ac:spMk id="459779" creationId="{71F2790A-DB05-557C-721D-53186DDC08B9}"/>
          </ac:spMkLst>
        </pc:spChg>
      </pc:sldChg>
      <pc:sldChg chg="addSp delSp modSp add">
        <pc:chgData name="Chittaranjan Hens" userId="6fc03958433e8a43" providerId="LiveId" clId="{2959217B-A9E9-483C-A106-867D6F9738B2}" dt="2024-02-18T09:52:12.164" v="1002"/>
        <pc:sldMkLst>
          <pc:docMk/>
          <pc:sldMk cId="929430297" sldId="915"/>
        </pc:sldMkLst>
        <pc:spChg chg="add mod">
          <ac:chgData name="Chittaranjan Hens" userId="6fc03958433e8a43" providerId="LiveId" clId="{2959217B-A9E9-483C-A106-867D6F9738B2}" dt="2024-02-18T09:52:12.164" v="1002"/>
          <ac:spMkLst>
            <pc:docMk/>
            <pc:sldMk cId="929430297" sldId="915"/>
            <ac:spMk id="2" creationId="{ECB31C52-141C-339A-7F25-905464F3BE2A}"/>
          </ac:spMkLst>
        </pc:spChg>
        <pc:spChg chg="del">
          <ac:chgData name="Chittaranjan Hens" userId="6fc03958433e8a43" providerId="LiveId" clId="{2959217B-A9E9-483C-A106-867D6F9738B2}" dt="2024-02-18T09:52:11.654" v="1001" actId="478"/>
          <ac:spMkLst>
            <pc:docMk/>
            <pc:sldMk cId="929430297" sldId="915"/>
            <ac:spMk id="459779" creationId="{71F2790A-DB05-557C-721D-53186DDC08B9}"/>
          </ac:spMkLst>
        </pc:spChg>
      </pc:sldChg>
      <pc:sldChg chg="add setBg modNotes">
        <pc:chgData name="Chittaranjan Hens" userId="6fc03958433e8a43" providerId="LiveId" clId="{2959217B-A9E9-483C-A106-867D6F9738B2}" dt="2024-02-18T09:45:17.526" v="937"/>
        <pc:sldMkLst>
          <pc:docMk/>
          <pc:sldMk cId="3357870428" sldId="916"/>
        </pc:sldMkLst>
      </pc:sldChg>
      <pc:sldChg chg="add setBg modNotes">
        <pc:chgData name="Chittaranjan Hens" userId="6fc03958433e8a43" providerId="LiveId" clId="{2959217B-A9E9-483C-A106-867D6F9738B2}" dt="2024-02-18T09:45:17.526" v="937"/>
        <pc:sldMkLst>
          <pc:docMk/>
          <pc:sldMk cId="3711105328" sldId="917"/>
        </pc:sldMkLst>
      </pc:sldChg>
      <pc:sldChg chg="add setBg modNotes">
        <pc:chgData name="Chittaranjan Hens" userId="6fc03958433e8a43" providerId="LiveId" clId="{2959217B-A9E9-483C-A106-867D6F9738B2}" dt="2024-02-18T09:45:17.526" v="937"/>
        <pc:sldMkLst>
          <pc:docMk/>
          <pc:sldMk cId="3584350597" sldId="918"/>
        </pc:sldMkLst>
      </pc:sldChg>
      <pc:sldChg chg="add">
        <pc:chgData name="Chittaranjan Hens" userId="6fc03958433e8a43" providerId="LiveId" clId="{2959217B-A9E9-483C-A106-867D6F9738B2}" dt="2024-02-18T09:45:17.526" v="937"/>
        <pc:sldMkLst>
          <pc:docMk/>
          <pc:sldMk cId="329769781" sldId="919"/>
        </pc:sldMkLst>
      </pc:sldChg>
      <pc:sldChg chg="add">
        <pc:chgData name="Chittaranjan Hens" userId="6fc03958433e8a43" providerId="LiveId" clId="{2959217B-A9E9-483C-A106-867D6F9738B2}" dt="2024-02-18T09:45:17.526" v="937"/>
        <pc:sldMkLst>
          <pc:docMk/>
          <pc:sldMk cId="3067896978" sldId="920"/>
        </pc:sldMkLst>
      </pc:sldChg>
      <pc:sldChg chg="add">
        <pc:chgData name="Chittaranjan Hens" userId="6fc03958433e8a43" providerId="LiveId" clId="{2959217B-A9E9-483C-A106-867D6F9738B2}" dt="2024-02-18T09:45:17.526" v="937"/>
        <pc:sldMkLst>
          <pc:docMk/>
          <pc:sldMk cId="4057010075" sldId="921"/>
        </pc:sldMkLst>
      </pc:sldChg>
      <pc:sldChg chg="add">
        <pc:chgData name="Chittaranjan Hens" userId="6fc03958433e8a43" providerId="LiveId" clId="{2959217B-A9E9-483C-A106-867D6F9738B2}" dt="2024-02-18T09:45:17.526" v="937"/>
        <pc:sldMkLst>
          <pc:docMk/>
          <pc:sldMk cId="3353658090" sldId="922"/>
        </pc:sldMkLst>
      </pc:sldChg>
      <pc:sldChg chg="add">
        <pc:chgData name="Chittaranjan Hens" userId="6fc03958433e8a43" providerId="LiveId" clId="{2959217B-A9E9-483C-A106-867D6F9738B2}" dt="2024-02-18T09:45:17.526" v="937"/>
        <pc:sldMkLst>
          <pc:docMk/>
          <pc:sldMk cId="731825664" sldId="923"/>
        </pc:sldMkLst>
      </pc:sldChg>
      <pc:sldChg chg="add">
        <pc:chgData name="Chittaranjan Hens" userId="6fc03958433e8a43" providerId="LiveId" clId="{2959217B-A9E9-483C-A106-867D6F9738B2}" dt="2024-02-18T09:45:17.526" v="937"/>
        <pc:sldMkLst>
          <pc:docMk/>
          <pc:sldMk cId="2193566425" sldId="924"/>
        </pc:sldMkLst>
      </pc:sldChg>
      <pc:sldChg chg="add">
        <pc:chgData name="Chittaranjan Hens" userId="6fc03958433e8a43" providerId="LiveId" clId="{2959217B-A9E9-483C-A106-867D6F9738B2}" dt="2024-02-18T09:45:17.526" v="937"/>
        <pc:sldMkLst>
          <pc:docMk/>
          <pc:sldMk cId="548668395" sldId="925"/>
        </pc:sldMkLst>
      </pc:sldChg>
      <pc:sldChg chg="add">
        <pc:chgData name="Chittaranjan Hens" userId="6fc03958433e8a43" providerId="LiveId" clId="{2959217B-A9E9-483C-A106-867D6F9738B2}" dt="2024-02-18T09:45:17.526" v="937"/>
        <pc:sldMkLst>
          <pc:docMk/>
          <pc:sldMk cId="2386083445" sldId="926"/>
        </pc:sldMkLst>
      </pc:sldChg>
      <pc:sldChg chg="add">
        <pc:chgData name="Chittaranjan Hens" userId="6fc03958433e8a43" providerId="LiveId" clId="{2959217B-A9E9-483C-A106-867D6F9738B2}" dt="2024-02-18T09:45:17.526" v="937"/>
        <pc:sldMkLst>
          <pc:docMk/>
          <pc:sldMk cId="3037841034" sldId="927"/>
        </pc:sldMkLst>
      </pc:sldChg>
      <pc:sldChg chg="add">
        <pc:chgData name="Chittaranjan Hens" userId="6fc03958433e8a43" providerId="LiveId" clId="{2959217B-A9E9-483C-A106-867D6F9738B2}" dt="2024-02-18T09:45:17.526" v="937"/>
        <pc:sldMkLst>
          <pc:docMk/>
          <pc:sldMk cId="3091307330" sldId="928"/>
        </pc:sldMkLst>
      </pc:sldChg>
      <pc:sldChg chg="add">
        <pc:chgData name="Chittaranjan Hens" userId="6fc03958433e8a43" providerId="LiveId" clId="{2959217B-A9E9-483C-A106-867D6F9738B2}" dt="2024-02-18T09:45:17.526" v="937"/>
        <pc:sldMkLst>
          <pc:docMk/>
          <pc:sldMk cId="404736854" sldId="929"/>
        </pc:sldMkLst>
      </pc:sldChg>
      <pc:sldChg chg="add">
        <pc:chgData name="Chittaranjan Hens" userId="6fc03958433e8a43" providerId="LiveId" clId="{2959217B-A9E9-483C-A106-867D6F9738B2}" dt="2024-02-18T09:45:17.526" v="937"/>
        <pc:sldMkLst>
          <pc:docMk/>
          <pc:sldMk cId="1730706542" sldId="930"/>
        </pc:sldMkLst>
      </pc:sldChg>
    </pc:docChg>
  </pc:docChgLst>
  <pc:docChgLst>
    <pc:chgData name="Chittaranjan Hens" userId="6fc03958433e8a43" providerId="LiveId" clId="{4FEEE9DF-23F2-48D0-95D5-A9C45D691E6E}"/>
    <pc:docChg chg="modSld">
      <pc:chgData name="Chittaranjan Hens" userId="6fc03958433e8a43" providerId="LiveId" clId="{4FEEE9DF-23F2-48D0-95D5-A9C45D691E6E}" dt="2024-02-19T04:08:31.147" v="0" actId="1076"/>
      <pc:docMkLst>
        <pc:docMk/>
      </pc:docMkLst>
      <pc:sldChg chg="modSp mod">
        <pc:chgData name="Chittaranjan Hens" userId="6fc03958433e8a43" providerId="LiveId" clId="{4FEEE9DF-23F2-48D0-95D5-A9C45D691E6E}" dt="2024-02-19T04:08:31.147" v="0" actId="1076"/>
        <pc:sldMkLst>
          <pc:docMk/>
          <pc:sldMk cId="2147343944" sldId="913"/>
        </pc:sldMkLst>
        <pc:spChg chg="mod">
          <ac:chgData name="Chittaranjan Hens" userId="6fc03958433e8a43" providerId="LiveId" clId="{4FEEE9DF-23F2-48D0-95D5-A9C45D691E6E}" dt="2024-02-19T04:08:31.147" v="0" actId="1076"/>
          <ac:spMkLst>
            <pc:docMk/>
            <pc:sldMk cId="2147343944" sldId="913"/>
            <ac:spMk id="4" creationId="{D429E054-5A44-244E-2016-EF111161588F}"/>
          </ac:spMkLst>
        </pc:spChg>
      </pc:sldChg>
    </pc:docChg>
  </pc:docChgLst>
  <pc:docChgLst>
    <pc:chgData name="Chittaranjan Hens" userId="6fc03958433e8a43" providerId="LiveId" clId="{961215E7-21E9-4229-9DC0-4E6D255FA737}"/>
    <pc:docChg chg="delSld">
      <pc:chgData name="Chittaranjan Hens" userId="6fc03958433e8a43" providerId="LiveId" clId="{961215E7-21E9-4229-9DC0-4E6D255FA737}" dt="2024-02-12T03:07:27.845" v="15" actId="47"/>
      <pc:docMkLst>
        <pc:docMk/>
      </pc:docMkLst>
      <pc:sldChg chg="del">
        <pc:chgData name="Chittaranjan Hens" userId="6fc03958433e8a43" providerId="LiveId" clId="{961215E7-21E9-4229-9DC0-4E6D255FA737}" dt="2024-02-12T03:07:22.910" v="13" actId="47"/>
        <pc:sldMkLst>
          <pc:docMk/>
          <pc:sldMk cId="4118174380" sldId="281"/>
        </pc:sldMkLst>
      </pc:sldChg>
      <pc:sldChg chg="del">
        <pc:chgData name="Chittaranjan Hens" userId="6fc03958433e8a43" providerId="LiveId" clId="{961215E7-21E9-4229-9DC0-4E6D255FA737}" dt="2024-02-12T03:07:22.066" v="12" actId="47"/>
        <pc:sldMkLst>
          <pc:docMk/>
          <pc:sldMk cId="3726892099" sldId="478"/>
        </pc:sldMkLst>
      </pc:sldChg>
      <pc:sldChg chg="del">
        <pc:chgData name="Chittaranjan Hens" userId="6fc03958433e8a43" providerId="LiveId" clId="{961215E7-21E9-4229-9DC0-4E6D255FA737}" dt="2024-02-12T03:07:19.677" v="9" actId="47"/>
        <pc:sldMkLst>
          <pc:docMk/>
          <pc:sldMk cId="903028763" sldId="480"/>
        </pc:sldMkLst>
      </pc:sldChg>
      <pc:sldChg chg="del">
        <pc:chgData name="Chittaranjan Hens" userId="6fc03958433e8a43" providerId="LiveId" clId="{961215E7-21E9-4229-9DC0-4E6D255FA737}" dt="2024-02-12T03:07:21.411" v="11" actId="47"/>
        <pc:sldMkLst>
          <pc:docMk/>
          <pc:sldMk cId="1804185450" sldId="481"/>
        </pc:sldMkLst>
      </pc:sldChg>
      <pc:sldChg chg="del">
        <pc:chgData name="Chittaranjan Hens" userId="6fc03958433e8a43" providerId="LiveId" clId="{961215E7-21E9-4229-9DC0-4E6D255FA737}" dt="2024-02-12T03:07:20.440" v="10" actId="47"/>
        <pc:sldMkLst>
          <pc:docMk/>
          <pc:sldMk cId="275163279" sldId="482"/>
        </pc:sldMkLst>
      </pc:sldChg>
      <pc:sldChg chg="del">
        <pc:chgData name="Chittaranjan Hens" userId="6fc03958433e8a43" providerId="LiveId" clId="{961215E7-21E9-4229-9DC0-4E6D255FA737}" dt="2024-02-12T03:07:14.028" v="1" actId="47"/>
        <pc:sldMkLst>
          <pc:docMk/>
          <pc:sldMk cId="3293640932" sldId="484"/>
        </pc:sldMkLst>
      </pc:sldChg>
      <pc:sldChg chg="del">
        <pc:chgData name="Chittaranjan Hens" userId="6fc03958433e8a43" providerId="LiveId" clId="{961215E7-21E9-4229-9DC0-4E6D255FA737}" dt="2024-02-12T03:07:15.123" v="2" actId="47"/>
        <pc:sldMkLst>
          <pc:docMk/>
          <pc:sldMk cId="2258000590" sldId="485"/>
        </pc:sldMkLst>
      </pc:sldChg>
      <pc:sldChg chg="del">
        <pc:chgData name="Chittaranjan Hens" userId="6fc03958433e8a43" providerId="LiveId" clId="{961215E7-21E9-4229-9DC0-4E6D255FA737}" dt="2024-02-12T03:07:15.770" v="3" actId="47"/>
        <pc:sldMkLst>
          <pc:docMk/>
          <pc:sldMk cId="3628849433" sldId="486"/>
        </pc:sldMkLst>
      </pc:sldChg>
      <pc:sldChg chg="del">
        <pc:chgData name="Chittaranjan Hens" userId="6fc03958433e8a43" providerId="LiveId" clId="{961215E7-21E9-4229-9DC0-4E6D255FA737}" dt="2024-02-12T03:07:16.409" v="4" actId="47"/>
        <pc:sldMkLst>
          <pc:docMk/>
          <pc:sldMk cId="2673504197" sldId="487"/>
        </pc:sldMkLst>
      </pc:sldChg>
      <pc:sldChg chg="del">
        <pc:chgData name="Chittaranjan Hens" userId="6fc03958433e8a43" providerId="LiveId" clId="{961215E7-21E9-4229-9DC0-4E6D255FA737}" dt="2024-02-12T03:07:13.411" v="0" actId="47"/>
        <pc:sldMkLst>
          <pc:docMk/>
          <pc:sldMk cId="531838443" sldId="488"/>
        </pc:sldMkLst>
      </pc:sldChg>
      <pc:sldChg chg="del">
        <pc:chgData name="Chittaranjan Hens" userId="6fc03958433e8a43" providerId="LiveId" clId="{961215E7-21E9-4229-9DC0-4E6D255FA737}" dt="2024-02-12T03:07:17.065" v="5" actId="47"/>
        <pc:sldMkLst>
          <pc:docMk/>
          <pc:sldMk cId="1434668872" sldId="489"/>
        </pc:sldMkLst>
      </pc:sldChg>
      <pc:sldChg chg="del">
        <pc:chgData name="Chittaranjan Hens" userId="6fc03958433e8a43" providerId="LiveId" clId="{961215E7-21E9-4229-9DC0-4E6D255FA737}" dt="2024-02-12T03:07:17.620" v="6" actId="47"/>
        <pc:sldMkLst>
          <pc:docMk/>
          <pc:sldMk cId="2345262314" sldId="490"/>
        </pc:sldMkLst>
      </pc:sldChg>
      <pc:sldChg chg="del">
        <pc:chgData name="Chittaranjan Hens" userId="6fc03958433e8a43" providerId="LiveId" clId="{961215E7-21E9-4229-9DC0-4E6D255FA737}" dt="2024-02-12T03:07:18.270" v="7" actId="47"/>
        <pc:sldMkLst>
          <pc:docMk/>
          <pc:sldMk cId="104971257" sldId="491"/>
        </pc:sldMkLst>
      </pc:sldChg>
      <pc:sldChg chg="del">
        <pc:chgData name="Chittaranjan Hens" userId="6fc03958433e8a43" providerId="LiveId" clId="{961215E7-21E9-4229-9DC0-4E6D255FA737}" dt="2024-02-12T03:07:18.937" v="8" actId="47"/>
        <pc:sldMkLst>
          <pc:docMk/>
          <pc:sldMk cId="2723067071" sldId="492"/>
        </pc:sldMkLst>
      </pc:sldChg>
      <pc:sldChg chg="del">
        <pc:chgData name="Chittaranjan Hens" userId="6fc03958433e8a43" providerId="LiveId" clId="{961215E7-21E9-4229-9DC0-4E6D255FA737}" dt="2024-02-12T03:07:27.845" v="15" actId="47"/>
        <pc:sldMkLst>
          <pc:docMk/>
          <pc:sldMk cId="751199624" sldId="493"/>
        </pc:sldMkLst>
      </pc:sldChg>
      <pc:sldChg chg="del">
        <pc:chgData name="Chittaranjan Hens" userId="6fc03958433e8a43" providerId="LiveId" clId="{961215E7-21E9-4229-9DC0-4E6D255FA737}" dt="2024-02-12T03:07:23.793" v="14" actId="47"/>
        <pc:sldMkLst>
          <pc:docMk/>
          <pc:sldMk cId="2963817444" sldId="494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4T15:52:11.8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898 1288 24575,'-1'0'0,"1"-1"0,0 0 0,0 0 0,-1 0 0,1 1 0,0-1 0,-1 0 0,1 0 0,-1 1 0,1-1 0,-1 0 0,0 1 0,1-1 0,-1 1 0,1-1 0,-1 0 0,0 1 0,0 0 0,1-1 0,-1 1 0,0-1 0,0 1 0,1 0 0,-1-1 0,0 1 0,0 0 0,0 0 0,-1 0 0,-27-4 0,25 3 0,-78-1 0,47 1 0,-58-7 0,-422-123 0,497 126 0,13 4 0,-1 0 0,1-1 0,-1 1 0,1-1 0,0 0 0,0 0 0,0-1 0,0 0 0,0 0 0,0 0 0,-5-5 0,10 7 0,0 1 0,0-1 0,0 0 0,0 0 0,0 0 0,0 1 0,0-1 0,1 0 0,-1 0 0,0 1 0,0-1 0,1 0 0,-1 0 0,1 1 0,-1-1 0,0 0 0,1 1 0,-1-1 0,1 0 0,-1 1 0,1-1 0,0 1 0,-1-1 0,1 1 0,0-1 0,-1 1 0,1 0 0,0-1 0,-1 1 0,1 0 0,0-1 0,0 1 0,0 0 0,1 0 0,32-12 0,8 1 0,1 3 0,75-6 0,92 8 0,-162 5 0,40 3 0,31-3 0,-228 4 0,1-5 0,0-5 0,-121-23 0,222 29 0,0 0 0,1-1 0,-1 0 0,0 0 0,-11-6 0,17 7 0,0 1 0,0-1 0,1 1 0,-1-1 0,0 1 0,0-1 0,0 1 0,1-1 0,-1 0 0,0 1 0,1-1 0,-1 0 0,0 0 0,1 0 0,-1 1 0,1-1 0,0 0 0,-1 0 0,1 0 0,0 0 0,-1 0 0,1 0 0,0 0 0,0 0 0,0 0 0,0 0 0,0 0 0,0 0 0,0 0 0,0 0 0,0 0 0,0 0 0,0 0 0,1 1 0,-1-1 0,0 0 0,1 0 0,-1 0 0,1 0 0,-1 0 0,1 0 0,-1 1 0,1-1 0,0 0 0,-1 0 0,1 1 0,0-1 0,0 0 0,1 0 0,4-4 0,1 0 0,0 0 0,0 1 0,0 0 0,0 0 0,1 1 0,-1 0 0,1 0 0,0 1 0,11-3 0,16-1 0,37-2 0,-69 8 0,105-7 0,128 8 0,-231-1 0,0 0 0,0 1 0,0 0 0,0-1 0,0 1 0,0 1 0,0-1 0,-1 1 0,1 0 0,0 0 0,4 4 0,-6-5 0,-1 1 0,0 1 0,-1-1 0,1 0 0,0 0 0,-1 1 0,1-1 0,-1 1 0,0-1 0,0 1 0,0 0 0,0-1 0,0 1 0,0 0 0,-1 0 0,0 0 0,1-1 0,-1 1 0,0 0 0,-1 4 0,1 8 0,0 0 0,-1 0 0,-1 0 0,0-1 0,-1 1 0,-1-1 0,0 1 0,-1-1 0,-1-1 0,0 1 0,-1-1 0,-13 20 0,11-19 0,0 0 0,1 1 0,0 0 0,2 1 0,0 0 0,0 0 0,-5 30 0,10-42 0,0 1 0,1 0 0,0-1 0,0 1 0,0 0 0,1-1 0,-1 1 0,1 0 0,0-1 0,0 1 0,1-1 0,-1 0 0,5 9 0,-3-10 0,-1 0 0,1 0 0,0 0 0,0 0 0,0-1 0,0 1 0,0-1 0,1 0 0,-1 0 0,1 0 0,-1 0 0,1-1 0,0 1 0,0-1 0,-1 0 0,1 0 0,0 0 0,0-1 0,4 1 0,-3-1 0,0 1 0,0-1 0,0 1 0,0-1 0,0-1 0,0 1 0,0-1 0,0 0 0,-1 0 0,1 0 0,0-1 0,5-2 0,-7 2 0,-1 1 0,0-1 0,1 0 0,-1 0 0,0-1 0,0 1 0,-1 0 0,1-1 0,0 1 0,-1-1 0,1 1 0,-1-1 0,0 0 0,0 1 0,0-1 0,0 0 0,-1 0 0,1 0 0,-1 0 0,0 0 0,1-5 0,-1-1 0,0 0 0,-1 0 0,1 1 0,-2-1 0,1 1 0,-1-1 0,-1 1 0,1-1 0,-1 1 0,-1 0 0,1 0 0,-9-12 0,4 9 0,-1 0 0,0 0 0,-1 1 0,0 0 0,0 0 0,-1 1 0,-13-8 0,-17-7 0,0 2 0,-1 2 0,-71-24 0,106 42 0,6 2 0,-6-3 0,0 0 0,-1 1 0,1 0 0,-1 0 0,-10 0 0,16 2 0,1 0 0,-1 0 0,1 0 0,0 0 0,-1 0 0,1 0 0,0 1 0,-1-1 0,1 0 0,0 1 0,0-1 0,-1 1 0,1 0 0,0-1 0,0 1 0,0 0 0,0 0 0,0 0 0,0 0 0,0 0 0,0 0 0,0 0 0,0 0 0,1 0 0,-1 0 0,0 0 0,1 1 0,-1-1 0,1 0 0,-1 0 0,1 1 0,-1-1 0,1 0 0,0 1 0,0-1 0,0 3 0,0 0 0,0 0 0,0 0 0,1 0 0,-1 0 0,1 0 0,0 0 0,0-1 0,0 1 0,1 0 0,0-1 0,-1 1 0,1 0 0,0-1 0,1 0 0,-1 0 0,1 1 0,-1-1 0,1-1 0,0 1 0,0 0 0,0-1 0,4 3 0,10 7 0,0-2 0,1 0 0,21 8 0,-30-13 0,18 4 0,0 0 0,1-2 0,-1-1 0,1-1 0,1-1 0,44 0 0,-27-2 0,58 12 0,-1 12 0,-62-14 0,74 11 0,-102-22 0,0-1 0,0-1 0,0 0 0,-1 0 0,22-6 0,64-23 0,-78 24 0,14-6 0,0-1 0,-1-1 0,0-2 0,-1-2 0,43-31 0,-134 74 0,19-9 0,-1-1 0,-74 15 0,-87 5 0,32-8 0,147-23 0,14-3 0,-1 1 0,0 0 0,1 1 0,0-1 0,-15 8 0,21-9 0,1 1 0,-1 0 0,1 0 0,0 0 0,0 0 0,-1 0 0,1 0 0,0 0 0,1 1 0,-1-1 0,0 0 0,1 1 0,-1 0 0,1-1 0,0 1 0,0 0 0,0 0 0,0 0 0,1 0 0,-1 0 0,1 0 0,-1 5 0,1-4 0,0-1 0,0 0 0,0 1 0,1-1 0,-1 1 0,1-1 0,0 0 0,0 1 0,0-1 0,0 0 0,1 0 0,-1 0 0,1 0 0,0 0 0,-1 0 0,1 0 0,1-1 0,-1 1 0,0-1 0,1 1 0,-1-1 0,1 0 0,0 0 0,0 0 0,-1 0 0,1-1 0,0 1 0,1-1 0,-1 0 0,0 0 0,0 0 0,7 1 0,9 2 0,0-2 0,1 0 0,-1-1 0,30-2 0,-35 1 0,-4 0 0,-1-1 0,1 0 0,-1 0 0,1-1 0,-1 0 0,0 0 0,0-1 0,0-1 0,0 1 0,12-9 0,-14 8 0,-1-1 0,-1 1 0,1-2 0,-1 1 0,0 0 0,0-1 0,0 0 0,-1 0 0,0-1 0,0 1 0,0-1 0,-1 0 0,4-12 0,-3 4 0,0 0 0,0-1 0,-2 0 0,0 1 0,0-1 0,-2-27 0,-3 4 0,-13-59 0,15 94 0,0-1 0,-1 0 0,0 0 0,0 1 0,0-1 0,0 1 0,-1-1 0,1 1 0,-1 0 0,0 0 0,-1 0 0,1 0 0,-1 1 0,1-1 0,-1 1 0,0 0 0,0 0 0,-1 1 0,1-1 0,0 1 0,-7-3 0,-9-2 0,0 1 0,0 1 0,-41-5 0,27 5 0,-67-12 0,-108-20 0,-140-27 0,127 26 0,192 31 0,19 4 0,0 1 0,-1-1 0,1 2 0,0 0 0,-1 0 0,1 1 0,-17 2 0,28-2 0,-1 0 0,0 0 0,1 0 0,-1 0 0,1 0 0,-1 0 0,0 1 0,1-1 0,-1 0 0,1 0 0,-1 1 0,1-1 0,-1 0 0,1 1 0,-1-1 0,1 0 0,-1 1 0,1-1 0,-1 1 0,1-1 0,0 1 0,-1-1 0,1 1 0,0-1 0,-1 1 0,1-1 0,0 1 0,0 0 0,0-1 0,-1 1 0,1-1 0,0 2 0,0 0 0,1 0 0,-1-1 0,1 1 0,-1 0 0,1 0 0,0-1 0,0 1 0,0-1 0,0 1 0,0-1 0,2 3 0,34 31 0,-12-17 0,-12-9 0,0 1 0,0 0 0,0 1 0,-2 0 0,1 1 0,-1 0 0,16 25 0,-26-36 0,-1 0 0,0-1 0,1 1 0,-1-1 0,0 1 0,1 0 0,-1-1 0,1 1 0,-1-1 0,1 1 0,-1-1 0,1 0 0,0 1 0,-1-1 0,1 0 0,-1 1 0,1-1 0,0 0 0,-1 1 0,1-1 0,0 0 0,0 0 0,-1 0 0,1 0 0,0 0 0,-1 0 0,3 0 0,-2 0 0,1-1 0,0 0 0,0 1 0,0-1 0,-1 0 0,1 0 0,0 0 0,-1 0 0,1-1 0,2-1 0,34-43 0,-32 37 0,30-42 0,-16 21 0,48-53 0,-63 79 0,0 0 0,0 0 0,1 1 0,-1-1 0,1 1 0,-1 1 0,1-1 0,0 1 0,0 0 0,0 0 0,1 1 0,-1 0 0,12-1 0,9 1 0,54 4 0,-36 0 0,-17-3 0,2 0 0,1 1 0,-1 2 0,0 1 0,45 11 0,-68-13 0,0 0 0,0 1 0,0 0 0,0 1 0,0-1 0,-1 1 0,1 0 0,-1 1 0,0 0 0,0 0 0,-1 0 0,1 0 0,-1 1 0,-1 0 0,1 0 0,-1 0 0,0 1 0,0 0 0,-1-1 0,0 1 0,0 0 0,0 1 0,1 8 0,0 0 0,-2-5 0,1 0 0,0 0 0,0 0 0,8 15 0,-9-22 0,0-1 0,1 1 0,-1-1 0,1 0 0,0 0 0,0 0 0,0 0 0,0 0 0,1-1 0,-1 1 0,1-1 0,-1 0 0,1 0 0,0 0 0,7 2 0,0-1 0,1 0 0,-1-1 0,0-1 0,1 1 0,0-2 0,-1 0 0,1 0 0,-1-1 0,1 0 0,-1-1 0,1-1 0,-1 1 0,0-2 0,18-7 0,-22 8 0,0 0 0,-1-1 0,1 1 0,-1-1 0,0-1 0,0 1 0,0-1 0,-1 0 0,0 0 0,0-1 0,0 1 0,0-1 0,-1 0 0,0-1 0,-1 1 0,1-1 0,-1 0 0,0 1 0,-1-1 0,0 0 0,0-1 0,0 1 0,1-14 0,-3 18 0,0 1 0,0-1 0,-1 1 0,1 0 0,-1-1 0,1 1 0,-1 0 0,0 0 0,1 0 0,-1-1 0,0 1 0,-1 0 0,1 0 0,0 0 0,-1 0 0,1 1 0,-1-1 0,1 0 0,-1 0 0,0 1 0,0-1 0,1 1 0,-5-2 0,3 1 0,0 1 0,0-1 0,0 1 0,0 0 0,0 0 0,-1 0 0,1 1 0,0-1 0,-1 1 0,1 0 0,0 0 0,0 0 0,-1 0 0,1 0 0,0 1 0,-5 0 0,7 0 0,0-1 0,0 0 0,0 0 0,0 1 0,0-1 0,0 1 0,0-1 0,0 1 0,0-1 0,1 1 0,-1 0 0,0-1 0,0 1 0,0 0 0,1 0 0,-1-1 0,0 1 0,1 0 0,-1 0 0,1 0 0,-1 0 0,1 0 0,-1 0 0,1 0 0,0 0 0,-1 0 0,1 0 0,0 0 0,0 0 0,0 0 0,0 0 0,0 0 0,0 0 0,0 0 0,0 0 0,1 2 0,0 0 0,0 0 0,0 0 0,0 0 0,1 0 0,-1 0 0,1 0 0,0 0 0,0-1 0,0 1 0,0-1 0,5 4 0,4 4 0,1-1 0,0-1 0,1 0 0,0 0 0,23 9 0,78 22 0,-95-34 0,309 71 0,13-24-387,-212-34 19,568 66 180,5-54 225,-692-30-32,-1 1 43,1-1-1,-1-1 1,1 0 0,-1 0 0,13-4-1,-19 4-26,-1 0-1,1 0 0,-1 0 0,0-1 0,1 1 0,-1-1 1,0 1-1,0-1 0,0 0 0,0 0 0,-1 0 0,1 0 1,0 0-1,-1 0 0,1 0 0,-1-1 0,0 1 0,0 0 1,0-1-1,0 1 0,0-1 0,0-4 0,5-12-1,1 0 0,0 0 0,2 0 0,0 1 0,1 1-1,0-1 1,22-24 0,-29 38-19,-1 0 0,1 1 0,-1-1 0,1 0 0,-1-1 0,0 1 0,-1 0 0,1 0 0,-1-1 0,0 1 0,0-1 0,0 0 0,-1 1 0,1-1 0,-1 1 0,0-1 0,0 0 0,-1 1 0,0-1 0,1 1 0,-1-1 0,-1 1 0,1-1 0,-1 1 0,0 0 0,0-1 0,0 1 0,-3-4 0,-5-4 0,0 0 0,0 0 0,-1 1 0,-1 1 0,0 0 0,0 0 0,-18-9 0,-27-16 0,-2 2 0,-1 4 0,-2 1 0,0 4 0,-1 2 0,-2 3 0,-127-20 0,173 36 0,-1 1 0,1 1 0,0 1 0,-1 1 0,-34 5 0,46-5 0,1 1 0,0 1 0,0-1 0,0 1 0,0 0 0,0 1 0,1-1 0,-1 1 0,1 1 0,0-1 0,0 1 0,1 0 0,0 0 0,-1 1 0,2 0 0,-1 0 0,-5 8 0,-39 76 0,31-54 0,-2-1 0,-30 41 0,-40 29 0,-15 18 0,103-120 0,1-1 0,-1 1 0,0 0 0,1 0 0,0-1 0,-1 1 0,1 0 0,0 0 0,1 0 0,-1 0 0,0 1 0,1 3 0,0-6 0,0-1 0,0 0 0,0 1 0,0-1 0,0 1 0,0-1 0,0 1 0,0-1 0,0 0 0,1 1 0,-1-1 0,0 0 0,0 1 0,1-1 0,-1 0 0,0 1 0,0-1 0,1 0 0,-1 1 0,0-1 0,1 0 0,-1 0 0,0 1 0,1-1 0,-1 0 0,0 0 0,1 0 0,-1 0 0,1 1 0,-1-1 0,1 0 0,1 0 0,0 0 0,-1-1 0,1 1 0,0 0 0,0-1 0,-1 1 0,1-1 0,0 1 0,-1-1 0,1 0 0,0 0 0,1-1 0,27-19 0,-1-1 0,-1-1 0,-1-1 0,25-31 0,15-12 0,141-113 0,-73 65 0,75-43 0,-175 133 0,55-48 0,-76 58 0,1 0 0,-2 0 0,0-2 0,-1 1 0,17-33 0,65-142 0,-93 189 0,0 1 0,0 0 0,0-1 0,0 1 0,-1-1 0,1 1 0,0-1 0,-1 1 0,1-1 0,-1 1 0,0-1 0,1 0 0,-1 1 0,0-1 0,0 0 0,0 1 0,0-3 0,-1 3 0,-1 1 0,1-1 0,0 0 0,0 1 0,0-1 0,-1 1 0,1-1 0,0 1 0,-1 0 0,1-1 0,0 1 0,-1 0 0,1 0 0,0 0 0,-1 0 0,1 0 0,-1 0 0,1 1 0,0-1 0,-1 0 0,1 1 0,-2 0 0,-187 36 0,67-12 0,-172 15 0,-260-37 0,552-3-1365,11-1-5461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4T15:52:11.8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898 1288 24575,'-1'0'0,"1"-1"0,0 0 0,0 0 0,-1 0 0,1 1 0,0-1 0,-1 0 0,1 0 0,-1 1 0,1-1 0,-1 0 0,0 1 0,1-1 0,-1 1 0,1-1 0,-1 0 0,0 1 0,0 0 0,1-1 0,-1 1 0,0-1 0,0 1 0,1 0 0,-1-1 0,0 1 0,0 0 0,0 0 0,-1 0 0,-27-4 0,25 3 0,-78-1 0,47 1 0,-58-7 0,-422-123 0,497 126 0,13 4 0,-1 0 0,1-1 0,-1 1 0,1-1 0,0 0 0,0 0 0,0-1 0,0 0 0,0 0 0,0 0 0,-5-5 0,10 7 0,0 1 0,0-1 0,0 0 0,0 0 0,0 0 0,0 1 0,0-1 0,1 0 0,-1 0 0,0 1 0,0-1 0,1 0 0,-1 0 0,1 1 0,-1-1 0,0 0 0,1 1 0,-1-1 0,1 0 0,-1 1 0,1-1 0,0 1 0,-1-1 0,1 1 0,0-1 0,-1 1 0,1 0 0,0-1 0,-1 1 0,1 0 0,0-1 0,0 1 0,0 0 0,1 0 0,32-12 0,8 1 0,1 3 0,75-6 0,92 8 0,-162 5 0,40 3 0,31-3 0,-228 4 0,1-5 0,0-5 0,-121-23 0,222 29 0,0 0 0,1-1 0,-1 0 0,0 0 0,-11-6 0,17 7 0,0 1 0,0-1 0,1 1 0,-1-1 0,0 1 0,0-1 0,0 1 0,1-1 0,-1 0 0,0 1 0,1-1 0,-1 0 0,0 0 0,1 0 0,-1 1 0,1-1 0,0 0 0,-1 0 0,1 0 0,0 0 0,-1 0 0,1 0 0,0 0 0,0 0 0,0 0 0,0 0 0,0 0 0,0 0 0,0 0 0,0 0 0,0 0 0,0 0 0,0 0 0,1 1 0,-1-1 0,0 0 0,1 0 0,-1 0 0,1 0 0,-1 0 0,1 0 0,-1 1 0,1-1 0,0 0 0,-1 0 0,1 1 0,0-1 0,0 0 0,1 0 0,4-4 0,1 0 0,0 0 0,0 1 0,0 0 0,0 0 0,1 1 0,-1 0 0,1 0 0,0 1 0,11-3 0,16-1 0,37-2 0,-69 8 0,105-7 0,128 8 0,-231-1 0,0 0 0,0 1 0,0 0 0,0-1 0,0 1 0,0 1 0,0-1 0,-1 1 0,1 0 0,0 0 0,4 4 0,-6-5 0,-1 1 0,0 1 0,-1-1 0,1 0 0,0 0 0,-1 1 0,1-1 0,-1 1 0,0-1 0,0 1 0,0 0 0,0-1 0,0 1 0,0 0 0,-1 0 0,0 0 0,1-1 0,-1 1 0,0 0 0,-1 4 0,1 8 0,0 0 0,-1 0 0,-1 0 0,0-1 0,-1 1 0,-1-1 0,0 1 0,-1-1 0,-1-1 0,0 1 0,-1-1 0,-13 20 0,11-19 0,0 0 0,1 1 0,0 0 0,2 1 0,0 0 0,0 0 0,-5 30 0,10-42 0,0 1 0,1 0 0,0-1 0,0 1 0,0 0 0,1-1 0,-1 1 0,1 0 0,0-1 0,0 1 0,1-1 0,-1 0 0,5 9 0,-3-10 0,-1 0 0,1 0 0,0 0 0,0 0 0,0-1 0,0 1 0,0-1 0,1 0 0,-1 0 0,1 0 0,-1 0 0,1-1 0,0 1 0,0-1 0,-1 0 0,1 0 0,0 0 0,0-1 0,4 1 0,-3-1 0,0 1 0,0-1 0,0 1 0,0-1 0,0-1 0,0 1 0,0-1 0,0 0 0,-1 0 0,1 0 0,0-1 0,5-2 0,-7 2 0,-1 1 0,0-1 0,1 0 0,-1 0 0,0-1 0,0 1 0,-1 0 0,1-1 0,0 1 0,-1-1 0,1 1 0,-1-1 0,0 0 0,0 1 0,0-1 0,0 0 0,-1 0 0,1 0 0,-1 0 0,0 0 0,1-5 0,-1-1 0,0 0 0,-1 0 0,1 1 0,-2-1 0,1 1 0,-1-1 0,-1 1 0,1-1 0,-1 1 0,-1 0 0,1 0 0,-9-12 0,4 9 0,-1 0 0,0 0 0,-1 1 0,0 0 0,0 0 0,-1 1 0,-13-8 0,-17-7 0,0 2 0,-1 2 0,-71-24 0,106 42 0,6 2 0,-6-3 0,0 0 0,-1 1 0,1 0 0,-1 0 0,-10 0 0,16 2 0,1 0 0,-1 0 0,1 0 0,0 0 0,-1 0 0,1 0 0,0 1 0,-1-1 0,1 0 0,0 1 0,0-1 0,-1 1 0,1 0 0,0-1 0,0 1 0,0 0 0,0 0 0,0 0 0,0 0 0,0 0 0,0 0 0,0 0 0,0 0 0,1 0 0,-1 0 0,0 0 0,1 1 0,-1-1 0,1 0 0,-1 0 0,1 1 0,-1-1 0,1 0 0,0 1 0,0-1 0,0 3 0,0 0 0,0 0 0,0 0 0,1 0 0,-1 0 0,1 0 0,0 0 0,0-1 0,0 1 0,1 0 0,0-1 0,-1 1 0,1 0 0,0-1 0,1 0 0,-1 0 0,1 1 0,-1-1 0,1-1 0,0 1 0,0 0 0,0-1 0,4 3 0,10 7 0,0-2 0,1 0 0,21 8 0,-30-13 0,18 4 0,0 0 0,1-2 0,-1-1 0,1-1 0,1-1 0,44 0 0,-27-2 0,58 12 0,-1 12 0,-62-14 0,74 11 0,-102-22 0,0-1 0,0-1 0,0 0 0,-1 0 0,22-6 0,64-23 0,-78 24 0,14-6 0,0-1 0,-1-1 0,0-2 0,-1-2 0,43-31 0,-134 74 0,19-9 0,-1-1 0,-74 15 0,-87 5 0,32-8 0,147-23 0,14-3 0,-1 1 0,0 0 0,1 1 0,0-1 0,-15 8 0,21-9 0,1 1 0,-1 0 0,1 0 0,0 0 0,0 0 0,-1 0 0,1 0 0,0 0 0,1 1 0,-1-1 0,0 0 0,1 1 0,-1 0 0,1-1 0,0 1 0,0 0 0,0 0 0,0 0 0,1 0 0,-1 0 0,1 0 0,-1 5 0,1-4 0,0-1 0,0 0 0,0 1 0,1-1 0,-1 1 0,1-1 0,0 0 0,0 1 0,0-1 0,0 0 0,1 0 0,-1 0 0,1 0 0,0 0 0,-1 0 0,1 0 0,1-1 0,-1 1 0,0-1 0,1 1 0,-1-1 0,1 0 0,0 0 0,0 0 0,-1 0 0,1-1 0,0 1 0,1-1 0,-1 0 0,0 0 0,0 0 0,7 1 0,9 2 0,0-2 0,1 0 0,-1-1 0,30-2 0,-35 1 0,-4 0 0,-1-1 0,1 0 0,-1 0 0,1-1 0,-1 0 0,0 0 0,0-1 0,0-1 0,0 1 0,12-9 0,-14 8 0,-1-1 0,-1 1 0,1-2 0,-1 1 0,0 0 0,0-1 0,0 0 0,-1 0 0,0-1 0,0 1 0,0-1 0,-1 0 0,4-12 0,-3 4 0,0 0 0,0-1 0,-2 0 0,0 1 0,0-1 0,-2-27 0,-3 4 0,-13-59 0,15 94 0,0-1 0,-1 0 0,0 0 0,0 1 0,0-1 0,0 1 0,-1-1 0,1 1 0,-1 0 0,0 0 0,-1 0 0,1 0 0,-1 1 0,1-1 0,-1 1 0,0 0 0,0 0 0,-1 1 0,1-1 0,0 1 0,-7-3 0,-9-2 0,0 1 0,0 1 0,-41-5 0,27 5 0,-67-12 0,-108-20 0,-140-27 0,127 26 0,192 31 0,19 4 0,0 1 0,-1-1 0,1 2 0,0 0 0,-1 0 0,1 1 0,-17 2 0,28-2 0,-1 0 0,0 0 0,1 0 0,-1 0 0,1 0 0,-1 0 0,0 1 0,1-1 0,-1 0 0,1 0 0,-1 1 0,1-1 0,-1 0 0,1 1 0,-1-1 0,1 0 0,-1 1 0,1-1 0,-1 1 0,1-1 0,0 1 0,-1-1 0,1 1 0,0-1 0,-1 1 0,1-1 0,0 1 0,0 0 0,0-1 0,-1 1 0,1-1 0,0 2 0,0 0 0,1 0 0,-1-1 0,1 1 0,-1 0 0,1 0 0,0-1 0,0 1 0,0-1 0,0 1 0,0-1 0,2 3 0,34 31 0,-12-17 0,-12-9 0,0 1 0,0 0 0,0 1 0,-2 0 0,1 1 0,-1 0 0,16 25 0,-26-36 0,-1 0 0,0-1 0,1 1 0,-1-1 0,0 1 0,1 0 0,-1-1 0,1 1 0,-1-1 0,1 1 0,-1-1 0,1 0 0,0 1 0,-1-1 0,1 0 0,-1 1 0,1-1 0,0 0 0,-1 1 0,1-1 0,0 0 0,0 0 0,-1 0 0,1 0 0,0 0 0,-1 0 0,3 0 0,-2 0 0,1-1 0,0 0 0,0 1 0,0-1 0,-1 0 0,1 0 0,0 0 0,-1 0 0,1-1 0,2-1 0,34-43 0,-32 37 0,30-42 0,-16 21 0,48-53 0,-63 79 0,0 0 0,0 0 0,1 1 0,-1-1 0,1 1 0,-1 1 0,1-1 0,0 1 0,0 0 0,0 0 0,1 1 0,-1 0 0,12-1 0,9 1 0,54 4 0,-36 0 0,-17-3 0,2 0 0,1 1 0,-1 2 0,0 1 0,45 11 0,-68-13 0,0 0 0,0 1 0,0 0 0,0 1 0,0-1 0,-1 1 0,1 0 0,-1 1 0,0 0 0,0 0 0,-1 0 0,1 0 0,-1 1 0,-1 0 0,1 0 0,-1 0 0,0 1 0,0 0 0,-1-1 0,0 1 0,0 0 0,0 1 0,1 8 0,0 0 0,-2-5 0,1 0 0,0 0 0,0 0 0,8 15 0,-9-22 0,0-1 0,1 1 0,-1-1 0,1 0 0,0 0 0,0 0 0,0 0 0,0 0 0,1-1 0,-1 1 0,1-1 0,-1 0 0,1 0 0,0 0 0,7 2 0,0-1 0,1 0 0,-1-1 0,0-1 0,1 1 0,0-2 0,-1 0 0,1 0 0,-1-1 0,1 0 0,-1-1 0,1-1 0,-1 1 0,0-2 0,18-7 0,-22 8 0,0 0 0,-1-1 0,1 1 0,-1-1 0,0-1 0,0 1 0,0-1 0,-1 0 0,0 0 0,0-1 0,0 1 0,0-1 0,-1 0 0,0-1 0,-1 1 0,1-1 0,-1 0 0,0 1 0,-1-1 0,0 0 0,0-1 0,0 1 0,1-14 0,-3 18 0,0 1 0,0-1 0,-1 1 0,1 0 0,-1-1 0,1 1 0,-1 0 0,0 0 0,1 0 0,-1-1 0,0 1 0,-1 0 0,1 0 0,0 0 0,-1 0 0,1 1 0,-1-1 0,1 0 0,-1 0 0,0 1 0,0-1 0,1 1 0,-5-2 0,3 1 0,0 1 0,0-1 0,0 1 0,0 0 0,0 0 0,-1 0 0,1 1 0,0-1 0,-1 1 0,1 0 0,0 0 0,0 0 0,-1 0 0,1 0 0,0 1 0,-5 0 0,7 0 0,0-1 0,0 0 0,0 0 0,0 1 0,0-1 0,0 1 0,0-1 0,0 1 0,0-1 0,1 1 0,-1 0 0,0-1 0,0 1 0,0 0 0,1 0 0,-1-1 0,0 1 0,1 0 0,-1 0 0,1 0 0,-1 0 0,1 0 0,-1 0 0,1 0 0,0 0 0,-1 0 0,1 0 0,0 0 0,0 0 0,0 0 0,0 0 0,0 0 0,0 0 0,0 0 0,0 0 0,1 2 0,0 0 0,0 0 0,0 0 0,0 0 0,1 0 0,-1 0 0,1 0 0,0 0 0,0-1 0,0 1 0,0-1 0,5 4 0,4 4 0,1-1 0,0-1 0,1 0 0,0 0 0,23 9 0,78 22 0,-95-34 0,309 71 0,13-24-387,-212-34 19,568 66 180,5-54 225,-692-30-32,-1 1 43,1-1-1,-1-1 1,1 0 0,-1 0 0,13-4-1,-19 4-26,-1 0-1,1 0 0,-1 0 0,0-1 0,1 1 0,-1-1 1,0 1-1,0-1 0,0 0 0,0 0 0,-1 0 0,1 0 1,0 0-1,-1 0 0,1 0 0,-1-1 0,0 1 0,0 0 1,0-1-1,0 1 0,0-1 0,0-4 0,5-12-1,1 0 0,0 0 0,2 0 0,0 1 0,1 1-1,0-1 1,22-24 0,-29 38-19,-1 0 0,1 1 0,-1-1 0,1 0 0,-1-1 0,0 1 0,-1 0 0,1 0 0,-1-1 0,0 1 0,0-1 0,0 0 0,-1 1 0,1-1 0,-1 1 0,0-1 0,0 0 0,-1 1 0,0-1 0,1 1 0,-1-1 0,-1 1 0,1-1 0,-1 1 0,0 0 0,0-1 0,0 1 0,-3-4 0,-5-4 0,0 0 0,0 0 0,-1 1 0,-1 1 0,0 0 0,0 0 0,-18-9 0,-27-16 0,-2 2 0,-1 4 0,-2 1 0,0 4 0,-1 2 0,-2 3 0,-127-20 0,173 36 0,-1 1 0,1 1 0,0 1 0,-1 1 0,-34 5 0,46-5 0,1 1 0,0 1 0,0-1 0,0 1 0,0 0 0,0 1 0,1-1 0,-1 1 0,1 1 0,0-1 0,0 1 0,1 0 0,0 0 0,-1 1 0,2 0 0,-1 0 0,-5 8 0,-39 76 0,31-54 0,-2-1 0,-30 41 0,-40 29 0,-15 18 0,103-120 0,1-1 0,-1 1 0,0 0 0,1 0 0,0-1 0,-1 1 0,1 0 0,0 0 0,1 0 0,-1 0 0,0 1 0,1 3 0,0-6 0,0-1 0,0 0 0,0 1 0,0-1 0,0 1 0,0-1 0,0 1 0,0-1 0,0 0 0,1 1 0,-1-1 0,0 0 0,0 1 0,1-1 0,-1 0 0,0 1 0,0-1 0,1 0 0,-1 1 0,0-1 0,1 0 0,-1 0 0,0 1 0,1-1 0,-1 0 0,0 0 0,1 0 0,-1 0 0,1 1 0,-1-1 0,1 0 0,1 0 0,0 0 0,-1-1 0,1 1 0,0 0 0,0-1 0,-1 1 0,1-1 0,0 1 0,-1-1 0,1 0 0,0 0 0,1-1 0,27-19 0,-1-1 0,-1-1 0,-1-1 0,25-31 0,15-12 0,141-113 0,-73 65 0,75-43 0,-175 133 0,55-48 0,-76 58 0,1 0 0,-2 0 0,0-2 0,-1 1 0,17-33 0,65-142 0,-93 189 0,0 1 0,0 0 0,0-1 0,0 1 0,-1-1 0,1 1 0,0-1 0,-1 1 0,1-1 0,-1 1 0,0-1 0,1 0 0,-1 1 0,0-1 0,0 0 0,0 1 0,0-3 0,-1 3 0,-1 1 0,1-1 0,0 0 0,0 1 0,0-1 0,-1 1 0,1-1 0,0 1 0,-1 0 0,1-1 0,0 1 0,-1 0 0,1 0 0,0 0 0,-1 0 0,1 0 0,-1 0 0,1 1 0,0-1 0,-1 0 0,1 1 0,-2 0 0,-187 36 0,67-12 0,-172 15 0,-260-37 0,552-3-1365,11-1-5461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4T15:52:11.8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898 1288 24575,'-1'0'0,"1"-1"0,0 0 0,0 0 0,-1 0 0,1 1 0,0-1 0,-1 0 0,1 0 0,-1 1 0,1-1 0,-1 0 0,0 1 0,1-1 0,-1 1 0,1-1 0,-1 0 0,0 1 0,0 0 0,1-1 0,-1 1 0,0-1 0,0 1 0,1 0 0,-1-1 0,0 1 0,0 0 0,0 0 0,-1 0 0,-27-4 0,25 3 0,-78-1 0,47 1 0,-58-7 0,-422-123 0,497 126 0,13 4 0,-1 0 0,1-1 0,-1 1 0,1-1 0,0 0 0,0 0 0,0-1 0,0 0 0,0 0 0,0 0 0,-5-5 0,10 7 0,0 1 0,0-1 0,0 0 0,0 0 0,0 0 0,0 1 0,0-1 0,1 0 0,-1 0 0,0 1 0,0-1 0,1 0 0,-1 0 0,1 1 0,-1-1 0,0 0 0,1 1 0,-1-1 0,1 0 0,-1 1 0,1-1 0,0 1 0,-1-1 0,1 1 0,0-1 0,-1 1 0,1 0 0,0-1 0,-1 1 0,1 0 0,0-1 0,0 1 0,0 0 0,1 0 0,32-12 0,8 1 0,1 3 0,75-6 0,92 8 0,-162 5 0,40 3 0,31-3 0,-228 4 0,1-5 0,0-5 0,-121-23 0,222 29 0,0 0 0,1-1 0,-1 0 0,0 0 0,-11-6 0,17 7 0,0 1 0,0-1 0,1 1 0,-1-1 0,0 1 0,0-1 0,0 1 0,1-1 0,-1 0 0,0 1 0,1-1 0,-1 0 0,0 0 0,1 0 0,-1 1 0,1-1 0,0 0 0,-1 0 0,1 0 0,0 0 0,-1 0 0,1 0 0,0 0 0,0 0 0,0 0 0,0 0 0,0 0 0,0 0 0,0 0 0,0 0 0,0 0 0,0 0 0,0 0 0,1 1 0,-1-1 0,0 0 0,1 0 0,-1 0 0,1 0 0,-1 0 0,1 0 0,-1 1 0,1-1 0,0 0 0,-1 0 0,1 1 0,0-1 0,0 0 0,1 0 0,4-4 0,1 0 0,0 0 0,0 1 0,0 0 0,0 0 0,1 1 0,-1 0 0,1 0 0,0 1 0,11-3 0,16-1 0,37-2 0,-69 8 0,105-7 0,128 8 0,-231-1 0,0 0 0,0 1 0,0 0 0,0-1 0,0 1 0,0 1 0,0-1 0,-1 1 0,1 0 0,0 0 0,4 4 0,-6-5 0,-1 1 0,0 1 0,-1-1 0,1 0 0,0 0 0,-1 1 0,1-1 0,-1 1 0,0-1 0,0 1 0,0 0 0,0-1 0,0 1 0,0 0 0,-1 0 0,0 0 0,1-1 0,-1 1 0,0 0 0,-1 4 0,1 8 0,0 0 0,-1 0 0,-1 0 0,0-1 0,-1 1 0,-1-1 0,0 1 0,-1-1 0,-1-1 0,0 1 0,-1-1 0,-13 20 0,11-19 0,0 0 0,1 1 0,0 0 0,2 1 0,0 0 0,0 0 0,-5 30 0,10-42 0,0 1 0,1 0 0,0-1 0,0 1 0,0 0 0,1-1 0,-1 1 0,1 0 0,0-1 0,0 1 0,1-1 0,-1 0 0,5 9 0,-3-10 0,-1 0 0,1 0 0,0 0 0,0 0 0,0-1 0,0 1 0,0-1 0,1 0 0,-1 0 0,1 0 0,-1 0 0,1-1 0,0 1 0,0-1 0,-1 0 0,1 0 0,0 0 0,0-1 0,4 1 0,-3-1 0,0 1 0,0-1 0,0 1 0,0-1 0,0-1 0,0 1 0,0-1 0,0 0 0,-1 0 0,1 0 0,0-1 0,5-2 0,-7 2 0,-1 1 0,0-1 0,1 0 0,-1 0 0,0-1 0,0 1 0,-1 0 0,1-1 0,0 1 0,-1-1 0,1 1 0,-1-1 0,0 0 0,0 1 0,0-1 0,0 0 0,-1 0 0,1 0 0,-1 0 0,0 0 0,1-5 0,-1-1 0,0 0 0,-1 0 0,1 1 0,-2-1 0,1 1 0,-1-1 0,-1 1 0,1-1 0,-1 1 0,-1 0 0,1 0 0,-9-12 0,4 9 0,-1 0 0,0 0 0,-1 1 0,0 0 0,0 0 0,-1 1 0,-13-8 0,-17-7 0,0 2 0,-1 2 0,-71-24 0,106 42 0,6 2 0,-6-3 0,0 0 0,-1 1 0,1 0 0,-1 0 0,-10 0 0,16 2 0,1 0 0,-1 0 0,1 0 0,0 0 0,-1 0 0,1 0 0,0 1 0,-1-1 0,1 0 0,0 1 0,0-1 0,-1 1 0,1 0 0,0-1 0,0 1 0,0 0 0,0 0 0,0 0 0,0 0 0,0 0 0,0 0 0,0 0 0,0 0 0,1 0 0,-1 0 0,0 0 0,1 1 0,-1-1 0,1 0 0,-1 0 0,1 1 0,-1-1 0,1 0 0,0 1 0,0-1 0,0 3 0,0 0 0,0 0 0,0 0 0,1 0 0,-1 0 0,1 0 0,0 0 0,0-1 0,0 1 0,1 0 0,0-1 0,-1 1 0,1 0 0,0-1 0,1 0 0,-1 0 0,1 1 0,-1-1 0,1-1 0,0 1 0,0 0 0,0-1 0,4 3 0,10 7 0,0-2 0,1 0 0,21 8 0,-30-13 0,18 4 0,0 0 0,1-2 0,-1-1 0,1-1 0,1-1 0,44 0 0,-27-2 0,58 12 0,-1 12 0,-62-14 0,74 11 0,-102-22 0,0-1 0,0-1 0,0 0 0,-1 0 0,22-6 0,64-23 0,-78 24 0,14-6 0,0-1 0,-1-1 0,0-2 0,-1-2 0,43-31 0,-134 74 0,19-9 0,-1-1 0,-74 15 0,-87 5 0,32-8 0,147-23 0,14-3 0,-1 1 0,0 0 0,1 1 0,0-1 0,-15 8 0,21-9 0,1 1 0,-1 0 0,1 0 0,0 0 0,0 0 0,-1 0 0,1 0 0,0 0 0,1 1 0,-1-1 0,0 0 0,1 1 0,-1 0 0,1-1 0,0 1 0,0 0 0,0 0 0,0 0 0,1 0 0,-1 0 0,1 0 0,-1 5 0,1-4 0,0-1 0,0 0 0,0 1 0,1-1 0,-1 1 0,1-1 0,0 0 0,0 1 0,0-1 0,0 0 0,1 0 0,-1 0 0,1 0 0,0 0 0,-1 0 0,1 0 0,1-1 0,-1 1 0,0-1 0,1 1 0,-1-1 0,1 0 0,0 0 0,0 0 0,-1 0 0,1-1 0,0 1 0,1-1 0,-1 0 0,0 0 0,0 0 0,7 1 0,9 2 0,0-2 0,1 0 0,-1-1 0,30-2 0,-35 1 0,-4 0 0,-1-1 0,1 0 0,-1 0 0,1-1 0,-1 0 0,0 0 0,0-1 0,0-1 0,0 1 0,12-9 0,-14 8 0,-1-1 0,-1 1 0,1-2 0,-1 1 0,0 0 0,0-1 0,0 0 0,-1 0 0,0-1 0,0 1 0,0-1 0,-1 0 0,4-12 0,-3 4 0,0 0 0,0-1 0,-2 0 0,0 1 0,0-1 0,-2-27 0,-3 4 0,-13-59 0,15 94 0,0-1 0,-1 0 0,0 0 0,0 1 0,0-1 0,0 1 0,-1-1 0,1 1 0,-1 0 0,0 0 0,-1 0 0,1 0 0,-1 1 0,1-1 0,-1 1 0,0 0 0,0 0 0,-1 1 0,1-1 0,0 1 0,-7-3 0,-9-2 0,0 1 0,0 1 0,-41-5 0,27 5 0,-67-12 0,-108-20 0,-140-27 0,127 26 0,192 31 0,19 4 0,0 1 0,-1-1 0,1 2 0,0 0 0,-1 0 0,1 1 0,-17 2 0,28-2 0,-1 0 0,0 0 0,1 0 0,-1 0 0,1 0 0,-1 0 0,0 1 0,1-1 0,-1 0 0,1 0 0,-1 1 0,1-1 0,-1 0 0,1 1 0,-1-1 0,1 0 0,-1 1 0,1-1 0,-1 1 0,1-1 0,0 1 0,-1-1 0,1 1 0,0-1 0,-1 1 0,1-1 0,0 1 0,0 0 0,0-1 0,-1 1 0,1-1 0,0 2 0,0 0 0,1 0 0,-1-1 0,1 1 0,-1 0 0,1 0 0,0-1 0,0 1 0,0-1 0,0 1 0,0-1 0,2 3 0,34 31 0,-12-17 0,-12-9 0,0 1 0,0 0 0,0 1 0,-2 0 0,1 1 0,-1 0 0,16 25 0,-26-36 0,-1 0 0,0-1 0,1 1 0,-1-1 0,0 1 0,1 0 0,-1-1 0,1 1 0,-1-1 0,1 1 0,-1-1 0,1 0 0,0 1 0,-1-1 0,1 0 0,-1 1 0,1-1 0,0 0 0,-1 1 0,1-1 0,0 0 0,0 0 0,-1 0 0,1 0 0,0 0 0,-1 0 0,3 0 0,-2 0 0,1-1 0,0 0 0,0 1 0,0-1 0,-1 0 0,1 0 0,0 0 0,-1 0 0,1-1 0,2-1 0,34-43 0,-32 37 0,30-42 0,-16 21 0,48-53 0,-63 79 0,0 0 0,0 0 0,1 1 0,-1-1 0,1 1 0,-1 1 0,1-1 0,0 1 0,0 0 0,0 0 0,1 1 0,-1 0 0,12-1 0,9 1 0,54 4 0,-36 0 0,-17-3 0,2 0 0,1 1 0,-1 2 0,0 1 0,45 11 0,-68-13 0,0 0 0,0 1 0,0 0 0,0 1 0,0-1 0,-1 1 0,1 0 0,-1 1 0,0 0 0,0 0 0,-1 0 0,1 0 0,-1 1 0,-1 0 0,1 0 0,-1 0 0,0 1 0,0 0 0,-1-1 0,0 1 0,0 0 0,0 1 0,1 8 0,0 0 0,-2-5 0,1 0 0,0 0 0,0 0 0,8 15 0,-9-22 0,0-1 0,1 1 0,-1-1 0,1 0 0,0 0 0,0 0 0,0 0 0,0 0 0,1-1 0,-1 1 0,1-1 0,-1 0 0,1 0 0,0 0 0,7 2 0,0-1 0,1 0 0,-1-1 0,0-1 0,1 1 0,0-2 0,-1 0 0,1 0 0,-1-1 0,1 0 0,-1-1 0,1-1 0,-1 1 0,0-2 0,18-7 0,-22 8 0,0 0 0,-1-1 0,1 1 0,-1-1 0,0-1 0,0 1 0,0-1 0,-1 0 0,0 0 0,0-1 0,0 1 0,0-1 0,-1 0 0,0-1 0,-1 1 0,1-1 0,-1 0 0,0 1 0,-1-1 0,0 0 0,0-1 0,0 1 0,1-14 0,-3 18 0,0 1 0,0-1 0,-1 1 0,1 0 0,-1-1 0,1 1 0,-1 0 0,0 0 0,1 0 0,-1-1 0,0 1 0,-1 0 0,1 0 0,0 0 0,-1 0 0,1 1 0,-1-1 0,1 0 0,-1 0 0,0 1 0,0-1 0,1 1 0,-5-2 0,3 1 0,0 1 0,0-1 0,0 1 0,0 0 0,0 0 0,-1 0 0,1 1 0,0-1 0,-1 1 0,1 0 0,0 0 0,0 0 0,-1 0 0,1 0 0,0 1 0,-5 0 0,7 0 0,0-1 0,0 0 0,0 0 0,0 1 0,0-1 0,0 1 0,0-1 0,0 1 0,0-1 0,1 1 0,-1 0 0,0-1 0,0 1 0,0 0 0,1 0 0,-1-1 0,0 1 0,1 0 0,-1 0 0,1 0 0,-1 0 0,1 0 0,-1 0 0,1 0 0,0 0 0,-1 0 0,1 0 0,0 0 0,0 0 0,0 0 0,0 0 0,0 0 0,0 0 0,0 0 0,0 0 0,1 2 0,0 0 0,0 0 0,0 0 0,0 0 0,1 0 0,-1 0 0,1 0 0,0 0 0,0-1 0,0 1 0,0-1 0,5 4 0,4 4 0,1-1 0,0-1 0,1 0 0,0 0 0,23 9 0,78 22 0,-95-34 0,309 71 0,13-24-387,-212-34 19,568 66 180,5-54 225,-692-30-32,-1 1 43,1-1-1,-1-1 1,1 0 0,-1 0 0,13-4-1,-19 4-26,-1 0-1,1 0 0,-1 0 0,0-1 0,1 1 0,-1-1 1,0 1-1,0-1 0,0 0 0,0 0 0,-1 0 0,1 0 1,0 0-1,-1 0 0,1 0 0,-1-1 0,0 1 0,0 0 1,0-1-1,0 1 0,0-1 0,0-4 0,5-12-1,1 0 0,0 0 0,2 0 0,0 1 0,1 1-1,0-1 1,22-24 0,-29 38-19,-1 0 0,1 1 0,-1-1 0,1 0 0,-1-1 0,0 1 0,-1 0 0,1 0 0,-1-1 0,0 1 0,0-1 0,0 0 0,-1 1 0,1-1 0,-1 1 0,0-1 0,0 0 0,-1 1 0,0-1 0,1 1 0,-1-1 0,-1 1 0,1-1 0,-1 1 0,0 0 0,0-1 0,0 1 0,-3-4 0,-5-4 0,0 0 0,0 0 0,-1 1 0,-1 1 0,0 0 0,0 0 0,-18-9 0,-27-16 0,-2 2 0,-1 4 0,-2 1 0,0 4 0,-1 2 0,-2 3 0,-127-20 0,173 36 0,-1 1 0,1 1 0,0 1 0,-1 1 0,-34 5 0,46-5 0,1 1 0,0 1 0,0-1 0,0 1 0,0 0 0,0 1 0,1-1 0,-1 1 0,1 1 0,0-1 0,0 1 0,1 0 0,0 0 0,-1 1 0,2 0 0,-1 0 0,-5 8 0,-39 76 0,31-54 0,-2-1 0,-30 41 0,-40 29 0,-15 18 0,103-120 0,1-1 0,-1 1 0,0 0 0,1 0 0,0-1 0,-1 1 0,1 0 0,0 0 0,1 0 0,-1 0 0,0 1 0,1 3 0,0-6 0,0-1 0,0 0 0,0 1 0,0-1 0,0 1 0,0-1 0,0 1 0,0-1 0,0 0 0,1 1 0,-1-1 0,0 0 0,0 1 0,1-1 0,-1 0 0,0 1 0,0-1 0,1 0 0,-1 1 0,0-1 0,1 0 0,-1 0 0,0 1 0,1-1 0,-1 0 0,0 0 0,1 0 0,-1 0 0,1 1 0,-1-1 0,1 0 0,1 0 0,0 0 0,-1-1 0,1 1 0,0 0 0,0-1 0,-1 1 0,1-1 0,0 1 0,-1-1 0,1 0 0,0 0 0,1-1 0,27-19 0,-1-1 0,-1-1 0,-1-1 0,25-31 0,15-12 0,141-113 0,-73 65 0,75-43 0,-175 133 0,55-48 0,-76 58 0,1 0 0,-2 0 0,0-2 0,-1 1 0,17-33 0,65-142 0,-93 189 0,0 1 0,0 0 0,0-1 0,0 1 0,-1-1 0,1 1 0,0-1 0,-1 1 0,1-1 0,-1 1 0,0-1 0,1 0 0,-1 1 0,0-1 0,0 0 0,0 1 0,0-3 0,-1 3 0,-1 1 0,1-1 0,0 0 0,0 1 0,0-1 0,-1 1 0,1-1 0,0 1 0,-1 0 0,1-1 0,0 1 0,-1 0 0,1 0 0,0 0 0,-1 0 0,1 0 0,-1 0 0,1 1 0,0-1 0,-1 0 0,1 1 0,-2 0 0,-187 36 0,67-12 0,-172 15 0,-260-37 0,552-3-1365,11-1-5461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4T15:52:11.8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898 1288 24575,'-1'0'0,"1"-1"0,0 0 0,0 0 0,-1 0 0,1 1 0,0-1 0,-1 0 0,1 0 0,-1 1 0,1-1 0,-1 0 0,0 1 0,1-1 0,-1 1 0,1-1 0,-1 0 0,0 1 0,0 0 0,1-1 0,-1 1 0,0-1 0,0 1 0,1 0 0,-1-1 0,0 1 0,0 0 0,0 0 0,-1 0 0,-27-4 0,25 3 0,-78-1 0,47 1 0,-58-7 0,-422-123 0,497 126 0,13 4 0,-1 0 0,1-1 0,-1 1 0,1-1 0,0 0 0,0 0 0,0-1 0,0 0 0,0 0 0,0 0 0,-5-5 0,10 7 0,0 1 0,0-1 0,0 0 0,0 0 0,0 0 0,0 1 0,0-1 0,1 0 0,-1 0 0,0 1 0,0-1 0,1 0 0,-1 0 0,1 1 0,-1-1 0,0 0 0,1 1 0,-1-1 0,1 0 0,-1 1 0,1-1 0,0 1 0,-1-1 0,1 1 0,0-1 0,-1 1 0,1 0 0,0-1 0,-1 1 0,1 0 0,0-1 0,0 1 0,0 0 0,1 0 0,32-12 0,8 1 0,1 3 0,75-6 0,92 8 0,-162 5 0,40 3 0,31-3 0,-228 4 0,1-5 0,0-5 0,-121-23 0,222 29 0,0 0 0,1-1 0,-1 0 0,0 0 0,-11-6 0,17 7 0,0 1 0,0-1 0,1 1 0,-1-1 0,0 1 0,0-1 0,0 1 0,1-1 0,-1 0 0,0 1 0,1-1 0,-1 0 0,0 0 0,1 0 0,-1 1 0,1-1 0,0 0 0,-1 0 0,1 0 0,0 0 0,-1 0 0,1 0 0,0 0 0,0 0 0,0 0 0,0 0 0,0 0 0,0 0 0,0 0 0,0 0 0,0 0 0,0 0 0,0 0 0,1 1 0,-1-1 0,0 0 0,1 0 0,-1 0 0,1 0 0,-1 0 0,1 0 0,-1 1 0,1-1 0,0 0 0,-1 0 0,1 1 0,0-1 0,0 0 0,1 0 0,4-4 0,1 0 0,0 0 0,0 1 0,0 0 0,0 0 0,1 1 0,-1 0 0,1 0 0,0 1 0,11-3 0,16-1 0,37-2 0,-69 8 0,105-7 0,128 8 0,-231-1 0,0 0 0,0 1 0,0 0 0,0-1 0,0 1 0,0 1 0,0-1 0,-1 1 0,1 0 0,0 0 0,4 4 0,-6-5 0,-1 1 0,0 1 0,-1-1 0,1 0 0,0 0 0,-1 1 0,1-1 0,-1 1 0,0-1 0,0 1 0,0 0 0,0-1 0,0 1 0,0 0 0,-1 0 0,0 0 0,1-1 0,-1 1 0,0 0 0,-1 4 0,1 8 0,0 0 0,-1 0 0,-1 0 0,0-1 0,-1 1 0,-1-1 0,0 1 0,-1-1 0,-1-1 0,0 1 0,-1-1 0,-13 20 0,11-19 0,0 0 0,1 1 0,0 0 0,2 1 0,0 0 0,0 0 0,-5 30 0,10-42 0,0 1 0,1 0 0,0-1 0,0 1 0,0 0 0,1-1 0,-1 1 0,1 0 0,0-1 0,0 1 0,1-1 0,-1 0 0,5 9 0,-3-10 0,-1 0 0,1 0 0,0 0 0,0 0 0,0-1 0,0 1 0,0-1 0,1 0 0,-1 0 0,1 0 0,-1 0 0,1-1 0,0 1 0,0-1 0,-1 0 0,1 0 0,0 0 0,0-1 0,4 1 0,-3-1 0,0 1 0,0-1 0,0 1 0,0-1 0,0-1 0,0 1 0,0-1 0,0 0 0,-1 0 0,1 0 0,0-1 0,5-2 0,-7 2 0,-1 1 0,0-1 0,1 0 0,-1 0 0,0-1 0,0 1 0,-1 0 0,1-1 0,0 1 0,-1-1 0,1 1 0,-1-1 0,0 0 0,0 1 0,0-1 0,0 0 0,-1 0 0,1 0 0,-1 0 0,0 0 0,1-5 0,-1-1 0,0 0 0,-1 0 0,1 1 0,-2-1 0,1 1 0,-1-1 0,-1 1 0,1-1 0,-1 1 0,-1 0 0,1 0 0,-9-12 0,4 9 0,-1 0 0,0 0 0,-1 1 0,0 0 0,0 0 0,-1 1 0,-13-8 0,-17-7 0,0 2 0,-1 2 0,-71-24 0,106 42 0,6 2 0,-6-3 0,0 0 0,-1 1 0,1 0 0,-1 0 0,-10 0 0,16 2 0,1 0 0,-1 0 0,1 0 0,0 0 0,-1 0 0,1 0 0,0 1 0,-1-1 0,1 0 0,0 1 0,0-1 0,-1 1 0,1 0 0,0-1 0,0 1 0,0 0 0,0 0 0,0 0 0,0 0 0,0 0 0,0 0 0,0 0 0,0 0 0,1 0 0,-1 0 0,0 0 0,1 1 0,-1-1 0,1 0 0,-1 0 0,1 1 0,-1-1 0,1 0 0,0 1 0,0-1 0,0 3 0,0 0 0,0 0 0,0 0 0,1 0 0,-1 0 0,1 0 0,0 0 0,0-1 0,0 1 0,1 0 0,0-1 0,-1 1 0,1 0 0,0-1 0,1 0 0,-1 0 0,1 1 0,-1-1 0,1-1 0,0 1 0,0 0 0,0-1 0,4 3 0,10 7 0,0-2 0,1 0 0,21 8 0,-30-13 0,18 4 0,0 0 0,1-2 0,-1-1 0,1-1 0,1-1 0,44 0 0,-27-2 0,58 12 0,-1 12 0,-62-14 0,74 11 0,-102-22 0,0-1 0,0-1 0,0 0 0,-1 0 0,22-6 0,64-23 0,-78 24 0,14-6 0,0-1 0,-1-1 0,0-2 0,-1-2 0,43-31 0,-134 74 0,19-9 0,-1-1 0,-74 15 0,-87 5 0,32-8 0,147-23 0,14-3 0,-1 1 0,0 0 0,1 1 0,0-1 0,-15 8 0,21-9 0,1 1 0,-1 0 0,1 0 0,0 0 0,0 0 0,-1 0 0,1 0 0,0 0 0,1 1 0,-1-1 0,0 0 0,1 1 0,-1 0 0,1-1 0,0 1 0,0 0 0,0 0 0,0 0 0,1 0 0,-1 0 0,1 0 0,-1 5 0,1-4 0,0-1 0,0 0 0,0 1 0,1-1 0,-1 1 0,1-1 0,0 0 0,0 1 0,0-1 0,0 0 0,1 0 0,-1 0 0,1 0 0,0 0 0,-1 0 0,1 0 0,1-1 0,-1 1 0,0-1 0,1 1 0,-1-1 0,1 0 0,0 0 0,0 0 0,-1 0 0,1-1 0,0 1 0,1-1 0,-1 0 0,0 0 0,0 0 0,7 1 0,9 2 0,0-2 0,1 0 0,-1-1 0,30-2 0,-35 1 0,-4 0 0,-1-1 0,1 0 0,-1 0 0,1-1 0,-1 0 0,0 0 0,0-1 0,0-1 0,0 1 0,12-9 0,-14 8 0,-1-1 0,-1 1 0,1-2 0,-1 1 0,0 0 0,0-1 0,0 0 0,-1 0 0,0-1 0,0 1 0,0-1 0,-1 0 0,4-12 0,-3 4 0,0 0 0,0-1 0,-2 0 0,0 1 0,0-1 0,-2-27 0,-3 4 0,-13-59 0,15 94 0,0-1 0,-1 0 0,0 0 0,0 1 0,0-1 0,0 1 0,-1-1 0,1 1 0,-1 0 0,0 0 0,-1 0 0,1 0 0,-1 1 0,1-1 0,-1 1 0,0 0 0,0 0 0,-1 1 0,1-1 0,0 1 0,-7-3 0,-9-2 0,0 1 0,0 1 0,-41-5 0,27 5 0,-67-12 0,-108-20 0,-140-27 0,127 26 0,192 31 0,19 4 0,0 1 0,-1-1 0,1 2 0,0 0 0,-1 0 0,1 1 0,-17 2 0,28-2 0,-1 0 0,0 0 0,1 0 0,-1 0 0,1 0 0,-1 0 0,0 1 0,1-1 0,-1 0 0,1 0 0,-1 1 0,1-1 0,-1 0 0,1 1 0,-1-1 0,1 0 0,-1 1 0,1-1 0,-1 1 0,1-1 0,0 1 0,-1-1 0,1 1 0,0-1 0,-1 1 0,1-1 0,0 1 0,0 0 0,0-1 0,-1 1 0,1-1 0,0 2 0,0 0 0,1 0 0,-1-1 0,1 1 0,-1 0 0,1 0 0,0-1 0,0 1 0,0-1 0,0 1 0,0-1 0,2 3 0,34 31 0,-12-17 0,-12-9 0,0 1 0,0 0 0,0 1 0,-2 0 0,1 1 0,-1 0 0,16 25 0,-26-36 0,-1 0 0,0-1 0,1 1 0,-1-1 0,0 1 0,1 0 0,-1-1 0,1 1 0,-1-1 0,1 1 0,-1-1 0,1 0 0,0 1 0,-1-1 0,1 0 0,-1 1 0,1-1 0,0 0 0,-1 1 0,1-1 0,0 0 0,0 0 0,-1 0 0,1 0 0,0 0 0,-1 0 0,3 0 0,-2 0 0,1-1 0,0 0 0,0 1 0,0-1 0,-1 0 0,1 0 0,0 0 0,-1 0 0,1-1 0,2-1 0,34-43 0,-32 37 0,30-42 0,-16 21 0,48-53 0,-63 79 0,0 0 0,0 0 0,1 1 0,-1-1 0,1 1 0,-1 1 0,1-1 0,0 1 0,0 0 0,0 0 0,1 1 0,-1 0 0,12-1 0,9 1 0,54 4 0,-36 0 0,-17-3 0,2 0 0,1 1 0,-1 2 0,0 1 0,45 11 0,-68-13 0,0 0 0,0 1 0,0 0 0,0 1 0,0-1 0,-1 1 0,1 0 0,-1 1 0,0 0 0,0 0 0,-1 0 0,1 0 0,-1 1 0,-1 0 0,1 0 0,-1 0 0,0 1 0,0 0 0,-1-1 0,0 1 0,0 0 0,0 1 0,1 8 0,0 0 0,-2-5 0,1 0 0,0 0 0,0 0 0,8 15 0,-9-22 0,0-1 0,1 1 0,-1-1 0,1 0 0,0 0 0,0 0 0,0 0 0,0 0 0,1-1 0,-1 1 0,1-1 0,-1 0 0,1 0 0,0 0 0,7 2 0,0-1 0,1 0 0,-1-1 0,0-1 0,1 1 0,0-2 0,-1 0 0,1 0 0,-1-1 0,1 0 0,-1-1 0,1-1 0,-1 1 0,0-2 0,18-7 0,-22 8 0,0 0 0,-1-1 0,1 1 0,-1-1 0,0-1 0,0 1 0,0-1 0,-1 0 0,0 0 0,0-1 0,0 1 0,0-1 0,-1 0 0,0-1 0,-1 1 0,1-1 0,-1 0 0,0 1 0,-1-1 0,0 0 0,0-1 0,0 1 0,1-14 0,-3 18 0,0 1 0,0-1 0,-1 1 0,1 0 0,-1-1 0,1 1 0,-1 0 0,0 0 0,1 0 0,-1-1 0,0 1 0,-1 0 0,1 0 0,0 0 0,-1 0 0,1 1 0,-1-1 0,1 0 0,-1 0 0,0 1 0,0-1 0,1 1 0,-5-2 0,3 1 0,0 1 0,0-1 0,0 1 0,0 0 0,0 0 0,-1 0 0,1 1 0,0-1 0,-1 1 0,1 0 0,0 0 0,0 0 0,-1 0 0,1 0 0,0 1 0,-5 0 0,7 0 0,0-1 0,0 0 0,0 0 0,0 1 0,0-1 0,0 1 0,0-1 0,0 1 0,0-1 0,1 1 0,-1 0 0,0-1 0,0 1 0,0 0 0,1 0 0,-1-1 0,0 1 0,1 0 0,-1 0 0,1 0 0,-1 0 0,1 0 0,-1 0 0,1 0 0,0 0 0,-1 0 0,1 0 0,0 0 0,0 0 0,0 0 0,0 0 0,0 0 0,0 0 0,0 0 0,0 0 0,1 2 0,0 0 0,0 0 0,0 0 0,0 0 0,1 0 0,-1 0 0,1 0 0,0 0 0,0-1 0,0 1 0,0-1 0,5 4 0,4 4 0,1-1 0,0-1 0,1 0 0,0 0 0,23 9 0,78 22 0,-95-34 0,309 71 0,13-24-387,-212-34 19,568 66 180,5-54 225,-692-30-32,-1 1 43,1-1-1,-1-1 1,1 0 0,-1 0 0,13-4-1,-19 4-26,-1 0-1,1 0 0,-1 0 0,0-1 0,1 1 0,-1-1 1,0 1-1,0-1 0,0 0 0,0 0 0,-1 0 0,1 0 1,0 0-1,-1 0 0,1 0 0,-1-1 0,0 1 0,0 0 1,0-1-1,0 1 0,0-1 0,0-4 0,5-12-1,1 0 0,0 0 0,2 0 0,0 1 0,1 1-1,0-1 1,22-24 0,-29 38-19,-1 0 0,1 1 0,-1-1 0,1 0 0,-1-1 0,0 1 0,-1 0 0,1 0 0,-1-1 0,0 1 0,0-1 0,0 0 0,-1 1 0,1-1 0,-1 1 0,0-1 0,0 0 0,-1 1 0,0-1 0,1 1 0,-1-1 0,-1 1 0,1-1 0,-1 1 0,0 0 0,0-1 0,0 1 0,-3-4 0,-5-4 0,0 0 0,0 0 0,-1 1 0,-1 1 0,0 0 0,0 0 0,-18-9 0,-27-16 0,-2 2 0,-1 4 0,-2 1 0,0 4 0,-1 2 0,-2 3 0,-127-20 0,173 36 0,-1 1 0,1 1 0,0 1 0,-1 1 0,-34 5 0,46-5 0,1 1 0,0 1 0,0-1 0,0 1 0,0 0 0,0 1 0,1-1 0,-1 1 0,1 1 0,0-1 0,0 1 0,1 0 0,0 0 0,-1 1 0,2 0 0,-1 0 0,-5 8 0,-39 76 0,31-54 0,-2-1 0,-30 41 0,-40 29 0,-15 18 0,103-120 0,1-1 0,-1 1 0,0 0 0,1 0 0,0-1 0,-1 1 0,1 0 0,0 0 0,1 0 0,-1 0 0,0 1 0,1 3 0,0-6 0,0-1 0,0 0 0,0 1 0,0-1 0,0 1 0,0-1 0,0 1 0,0-1 0,0 0 0,1 1 0,-1-1 0,0 0 0,0 1 0,1-1 0,-1 0 0,0 1 0,0-1 0,1 0 0,-1 1 0,0-1 0,1 0 0,-1 0 0,0 1 0,1-1 0,-1 0 0,0 0 0,1 0 0,-1 0 0,1 1 0,-1-1 0,1 0 0,1 0 0,0 0 0,-1-1 0,1 1 0,0 0 0,0-1 0,-1 1 0,1-1 0,0 1 0,-1-1 0,1 0 0,0 0 0,1-1 0,27-19 0,-1-1 0,-1-1 0,-1-1 0,25-31 0,15-12 0,141-113 0,-73 65 0,75-43 0,-175 133 0,55-48 0,-76 58 0,1 0 0,-2 0 0,0-2 0,-1 1 0,17-33 0,65-142 0,-93 189 0,0 1 0,0 0 0,0-1 0,0 1 0,-1-1 0,1 1 0,0-1 0,-1 1 0,1-1 0,-1 1 0,0-1 0,1 0 0,-1 1 0,0-1 0,0 0 0,0 1 0,0-3 0,-1 3 0,-1 1 0,1-1 0,0 0 0,0 1 0,0-1 0,-1 1 0,1-1 0,0 1 0,-1 0 0,1-1 0,0 1 0,-1 0 0,1 0 0,0 0 0,-1 0 0,1 0 0,-1 0 0,1 1 0,0-1 0,-1 0 0,1 1 0,-2 0 0,-187 36 0,67-12 0,-172 15 0,-260-37 0,552-3-1365,11-1-5461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2F92AF-05B4-4351-A4FA-13C0B77CAAD6}" type="datetimeFigureOut">
              <a:rPr lang="en-US" smtClean="0"/>
              <a:pPr/>
              <a:t>10/5/2025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A1CE94-DC8E-499B-95D5-B5156CE061A4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1CE94-DC8E-499B-95D5-B5156CE061A4}" type="slidenum">
              <a:rPr lang="en-IN" smtClean="0"/>
              <a:pPr/>
              <a:t>8</a:t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A1CE94-DC8E-499B-95D5-B5156CE061A4}" type="slidenum">
              <a:rPr lang="en-IN" smtClean="0"/>
              <a:pPr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66177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1CE94-DC8E-499B-95D5-B5156CE061A4}" type="slidenum">
              <a:rPr lang="en-IN" smtClean="0"/>
              <a:pPr/>
              <a:t>10</a:t>
            </a:fld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1CE94-DC8E-499B-95D5-B5156CE061A4}" type="slidenum">
              <a:rPr lang="en-IN" smtClean="0"/>
              <a:pPr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12772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sz="1200" dirty="0"/>
              <a:t>For example, in the </a:t>
            </a:r>
            <a:r>
              <a:rPr lang="en-IN" sz="1200" i="1" dirty="0"/>
              <a:t>G</a:t>
            </a:r>
            <a:r>
              <a:rPr lang="en-IN" sz="1200" dirty="0"/>
              <a:t>(3, 2) model, each of the three possible graphs on three vertices and two edges are included with probability 1/3.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1CE94-DC8E-499B-95D5-B5156CE061A4}" type="slidenum">
              <a:rPr lang="en-IN" smtClean="0"/>
              <a:pPr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35281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A1CE94-DC8E-499B-95D5-B5156CE061A4}" type="slidenum">
              <a:rPr lang="en-IN" smtClean="0"/>
              <a:pPr/>
              <a:t>50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80806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Slide Image Placeholder 1">
            <a:extLst>
              <a:ext uri="{FF2B5EF4-FFF2-40B4-BE49-F238E27FC236}">
                <a16:creationId xmlns:a16="http://schemas.microsoft.com/office/drawing/2014/main" id="{63C176F2-626A-B5E8-D54B-67245B7C74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43010" name="Notes Placeholder 2">
            <a:extLst>
              <a:ext uri="{FF2B5EF4-FFF2-40B4-BE49-F238E27FC236}">
                <a16:creationId xmlns:a16="http://schemas.microsoft.com/office/drawing/2014/main" id="{E2797BBF-0119-43B9-D8D7-40A1296282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Arial" panose="020B0604020202020204" pitchFamily="34" charset="0"/>
              </a:rPr>
              <a:t>Because some vertices will not belong to any small component – but to the giant one.</a:t>
            </a:r>
          </a:p>
        </p:txBody>
      </p:sp>
      <p:sp>
        <p:nvSpPr>
          <p:cNvPr id="43011" name="Slide Number Placeholder 3">
            <a:extLst>
              <a:ext uri="{FF2B5EF4-FFF2-40B4-BE49-F238E27FC236}">
                <a16:creationId xmlns:a16="http://schemas.microsoft.com/office/drawing/2014/main" id="{B77D0B58-014F-546C-30CA-E383861667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D3D7DBC-1FB0-433A-8FE9-15921D51145F}" type="slidenum">
              <a:rPr lang="en-US" altLang="en-US" sz="1200">
                <a:solidFill>
                  <a:schemeClr val="tx1"/>
                </a:solidFill>
              </a:rPr>
              <a:pPr/>
              <a:t>90</a:t>
            </a:fld>
            <a:endParaRPr lang="en-US" altLang="en-US" sz="120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Slide Image Placeholder 1">
            <a:extLst>
              <a:ext uri="{FF2B5EF4-FFF2-40B4-BE49-F238E27FC236}">
                <a16:creationId xmlns:a16="http://schemas.microsoft.com/office/drawing/2014/main" id="{5303AE83-DC46-DAD4-782A-F311CAEB9B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50178" name="Notes Placeholder 2">
            <a:extLst>
              <a:ext uri="{FF2B5EF4-FFF2-40B4-BE49-F238E27FC236}">
                <a16:creationId xmlns:a16="http://schemas.microsoft.com/office/drawing/2014/main" id="{96F74AB8-B0CE-3BC9-35AB-1DE1786D48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Although random graph is not realistic, the behavior of small components is similar to what happens in many real-world networks</a:t>
            </a:r>
          </a:p>
          <a:p>
            <a:r>
              <a:rPr lang="en-US" altLang="en-US">
                <a:latin typeface="Arial" panose="020B0604020202020204" pitchFamily="34" charset="0"/>
              </a:rPr>
              <a:t>If a network has low edge density there are many small components.  As the density increases (larger average degree) </a:t>
            </a:r>
            <a:r>
              <a:rPr lang="en-US" altLang="en-US">
                <a:latin typeface="Arial" panose="020B0604020202020204" pitchFamily="34" charset="0"/>
                <a:sym typeface="Wingdings" panose="05000000000000000000" pitchFamily="2" charset="2"/>
              </a:rPr>
              <a:t> a giant component emerges</a:t>
            </a: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50179" name="Slide Number Placeholder 3">
            <a:extLst>
              <a:ext uri="{FF2B5EF4-FFF2-40B4-BE49-F238E27FC236}">
                <a16:creationId xmlns:a16="http://schemas.microsoft.com/office/drawing/2014/main" id="{C569D209-3306-3993-095F-A1636675C9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435FD2A-0254-4C9C-B93A-802E21BF8153}" type="slidenum">
              <a:rPr lang="en-US" altLang="en-US" sz="1200">
                <a:solidFill>
                  <a:schemeClr val="tx1"/>
                </a:solidFill>
              </a:rPr>
              <a:pPr/>
              <a:t>96</a:t>
            </a:fld>
            <a:endParaRPr lang="en-US" altLang="en-US" sz="120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B38A8-DFC2-4170-AA3D-621C0EB1C3FA}" type="datetime1">
              <a:rPr lang="en-US" smtClean="0"/>
              <a:t>10/5/2025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E646C-3CC9-4ED9-BCDC-2A56D5AA3539}" type="datetime1">
              <a:rPr lang="en-US" smtClean="0"/>
              <a:t>10/5/2025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C9E66-CDCC-40C9-BD4B-7B0E7D56C5E9}" type="datetime1">
              <a:rPr lang="en-US" smtClean="0"/>
              <a:t>10/5/2025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FD552-8406-45FD-98CD-D86BCCE752CB}" type="datetime1">
              <a:rPr lang="en-US" smtClean="0"/>
              <a:t>10/5/2025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0E76A-27F8-4E53-88DD-38BEBC6CC8D6}" type="datetime1">
              <a:rPr lang="en-US" smtClean="0"/>
              <a:t>10/5/2025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55415-7428-4F81-8310-D7D4B121DCB5}" type="datetime1">
              <a:rPr lang="en-US" smtClean="0"/>
              <a:t>10/5/2025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49B41-8FAB-4CED-8E9E-40ADAF9ED6CB}" type="datetime1">
              <a:rPr lang="en-US" smtClean="0"/>
              <a:t>10/5/2025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E81DF-2429-4866-A04D-5B928D908572}" type="datetime1">
              <a:rPr lang="en-US" smtClean="0"/>
              <a:t>10/5/2025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59DB2-6888-42CB-B3CF-25D4C1362EC0}" type="datetime1">
              <a:rPr lang="en-US" smtClean="0"/>
              <a:t>10/5/2025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C47B7-5D63-4D9A-BF83-332CC401DF3D}" type="datetime1">
              <a:rPr lang="en-US" smtClean="0"/>
              <a:t>10/5/2025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AADBE-74AA-4FDF-BB95-1B0FDDD0E8D6}" type="datetime1">
              <a:rPr lang="en-US" smtClean="0"/>
              <a:t>10/5/2025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EA96A7-CF49-4314-BD89-3476175ECE39}" type="datetime1">
              <a:rPr lang="en-US" smtClean="0"/>
              <a:t>10/5/2025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C.H, CCNSB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FF48A1-BBC9-46E7-A4CC-5BFD9B1F42DF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image" Target="../media/image5.png"/><Relationship Id="rId7" Type="http://schemas.openxmlformats.org/officeDocument/2006/relationships/oleObject" Target="../embeddings/oleObject2.bin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6.jpe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.jpe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13" Type="http://schemas.openxmlformats.org/officeDocument/2006/relationships/image" Target="../media/image32.png"/><Relationship Id="rId3" Type="http://schemas.openxmlformats.org/officeDocument/2006/relationships/image" Target="../media/image1.jpeg"/><Relationship Id="rId7" Type="http://schemas.openxmlformats.org/officeDocument/2006/relationships/image" Target="../media/image27.wmf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30.png"/><Relationship Id="rId5" Type="http://schemas.openxmlformats.org/officeDocument/2006/relationships/image" Target="../media/image26.wmf"/><Relationship Id="rId10" Type="http://schemas.openxmlformats.org/officeDocument/2006/relationships/image" Target="../media/image29.png"/><Relationship Id="rId4" Type="http://schemas.openxmlformats.org/officeDocument/2006/relationships/oleObject" Target="../embeddings/oleObject3.bin"/><Relationship Id="rId9" Type="http://schemas.openxmlformats.org/officeDocument/2006/relationships/image" Target="../media/image28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e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emf"/><Relationship Id="rId11" Type="http://schemas.openxmlformats.org/officeDocument/2006/relationships/image" Target="../media/image37.emf"/><Relationship Id="rId5" Type="http://schemas.openxmlformats.org/officeDocument/2006/relationships/oleObject" Target="../embeddings/oleObject7.bin"/><Relationship Id="rId10" Type="http://schemas.openxmlformats.org/officeDocument/2006/relationships/image" Target="../media/image36.emf"/><Relationship Id="rId4" Type="http://schemas.openxmlformats.org/officeDocument/2006/relationships/image" Target="../media/image33.emf"/><Relationship Id="rId9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emf"/><Relationship Id="rId4" Type="http://schemas.openxmlformats.org/officeDocument/2006/relationships/image" Target="../media/image38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0.png"/><Relationship Id="rId7" Type="http://schemas.openxmlformats.org/officeDocument/2006/relationships/image" Target="../media/image44.e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43.emf"/><Relationship Id="rId4" Type="http://schemas.openxmlformats.org/officeDocument/2006/relationships/oleObject" Target="../embeddings/oleObject9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0.png"/><Relationship Id="rId4" Type="http://schemas.openxmlformats.org/officeDocument/2006/relationships/image" Target="../media/image18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emf"/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emf"/><Relationship Id="rId2" Type="http://schemas.openxmlformats.org/officeDocument/2006/relationships/image" Target="../media/image49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e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8.png"/><Relationship Id="rId2" Type="http://schemas.openxmlformats.org/officeDocument/2006/relationships/image" Target="../media/image18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1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2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4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6.png"/><Relationship Id="rId4" Type="http://schemas.openxmlformats.org/officeDocument/2006/relationships/image" Target="../media/image19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7.png"/><Relationship Id="rId7" Type="http://schemas.openxmlformats.org/officeDocument/2006/relationships/image" Target="../media/image201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0.png"/><Relationship Id="rId5" Type="http://schemas.openxmlformats.org/officeDocument/2006/relationships/image" Target="../media/image199.png"/><Relationship Id="rId4" Type="http://schemas.openxmlformats.org/officeDocument/2006/relationships/image" Target="../media/image19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3.png"/><Relationship Id="rId7" Type="http://schemas.openxmlformats.org/officeDocument/2006/relationships/image" Target="../media/image207.png"/><Relationship Id="rId2" Type="http://schemas.openxmlformats.org/officeDocument/2006/relationships/image" Target="../media/image20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6.png"/><Relationship Id="rId5" Type="http://schemas.openxmlformats.org/officeDocument/2006/relationships/image" Target="../media/image205.png"/><Relationship Id="rId4" Type="http://schemas.openxmlformats.org/officeDocument/2006/relationships/image" Target="../media/image204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9.png"/><Relationship Id="rId2" Type="http://schemas.openxmlformats.org/officeDocument/2006/relationships/image" Target="../media/image20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0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em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2" Type="http://schemas.openxmlformats.org/officeDocument/2006/relationships/image" Target="../media/image5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e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2" Type="http://schemas.openxmlformats.org/officeDocument/2006/relationships/image" Target="../media/image5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e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2" Type="http://schemas.openxmlformats.org/officeDocument/2006/relationships/image" Target="../media/image5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emf"/><Relationship Id="rId5" Type="http://schemas.openxmlformats.org/officeDocument/2006/relationships/image" Target="../media/image56.emf"/><Relationship Id="rId4" Type="http://schemas.openxmlformats.org/officeDocument/2006/relationships/image" Target="../media/image55.emf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emf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emf"/><Relationship Id="rId2" Type="http://schemas.openxmlformats.org/officeDocument/2006/relationships/image" Target="../media/image58.emf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emf"/><Relationship Id="rId2" Type="http://schemas.openxmlformats.org/officeDocument/2006/relationships/image" Target="../media/image58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.emf"/><Relationship Id="rId4" Type="http://schemas.openxmlformats.org/officeDocument/2006/relationships/image" Target="../media/image60.e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70.png"/><Relationship Id="rId2" Type="http://schemas.openxmlformats.org/officeDocument/2006/relationships/image" Target="../media/image62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emf"/><Relationship Id="rId4" Type="http://schemas.openxmlformats.org/officeDocument/2006/relationships/image" Target="../media/image63.emf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e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6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9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6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76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4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emf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emf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e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emf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emf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emf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emf"/><Relationship Id="rId2" Type="http://schemas.openxmlformats.org/officeDocument/2006/relationships/image" Target="../media/image69.emf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emf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emf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emf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emf"/><Relationship Id="rId2" Type="http://schemas.openxmlformats.org/officeDocument/2006/relationships/image" Target="../media/image73.emf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emf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6.png"/><Relationship Id="rId4" Type="http://schemas.openxmlformats.org/officeDocument/2006/relationships/image" Target="../media/image105.pn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emf"/><Relationship Id="rId5" Type="http://schemas.openxmlformats.org/officeDocument/2006/relationships/image" Target="../media/image76.emf"/><Relationship Id="rId4" Type="http://schemas.openxmlformats.org/officeDocument/2006/relationships/image" Target="../media/image1010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emf"/><Relationship Id="rId2" Type="http://schemas.openxmlformats.org/officeDocument/2006/relationships/image" Target="../media/image78.emf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8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emf"/><Relationship Id="rId5" Type="http://schemas.openxmlformats.org/officeDocument/2006/relationships/image" Target="../media/image79.emf"/><Relationship Id="rId4" Type="http://schemas.openxmlformats.org/officeDocument/2006/relationships/image" Target="../media/image1030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0.png"/><Relationship Id="rId7" Type="http://schemas.openxmlformats.org/officeDocument/2006/relationships/image" Target="../media/image85.emf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emf"/><Relationship Id="rId5" Type="http://schemas.openxmlformats.org/officeDocument/2006/relationships/image" Target="../media/image83.emf"/><Relationship Id="rId4" Type="http://schemas.openxmlformats.org/officeDocument/2006/relationships/image" Target="../media/image82.emf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0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6.emf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emf"/><Relationship Id="rId2" Type="http://schemas.openxmlformats.org/officeDocument/2006/relationships/image" Target="../media/image87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0.emf"/><Relationship Id="rId4" Type="http://schemas.openxmlformats.org/officeDocument/2006/relationships/image" Target="../media/image89.emf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emf"/><Relationship Id="rId2" Type="http://schemas.openxmlformats.org/officeDocument/2006/relationships/image" Target="../media/image90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2.emf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2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6.png"/><Relationship Id="rId4" Type="http://schemas.openxmlformats.org/officeDocument/2006/relationships/image" Target="../media/image95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0.png"/><Relationship Id="rId4" Type="http://schemas.openxmlformats.org/officeDocument/2006/relationships/image" Target="../media/image93.emf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9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4.emf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5.emf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6.emf"/><Relationship Id="rId4" Type="http://schemas.openxmlformats.org/officeDocument/2006/relationships/oleObject" Target="../embeddings/oleObject12.bin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emf"/><Relationship Id="rId3" Type="http://schemas.openxmlformats.org/officeDocument/2006/relationships/image" Target="../media/image1.jpeg"/><Relationship Id="rId7" Type="http://schemas.openxmlformats.org/officeDocument/2006/relationships/oleObject" Target="../embeddings/oleObject14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8.emf"/><Relationship Id="rId5" Type="http://schemas.openxmlformats.org/officeDocument/2006/relationships/image" Target="../media/image97.emf"/><Relationship Id="rId10" Type="http://schemas.openxmlformats.org/officeDocument/2006/relationships/image" Target="../media/image100.emf"/><Relationship Id="rId4" Type="http://schemas.openxmlformats.org/officeDocument/2006/relationships/oleObject" Target="../embeddings/oleObject13.bin"/><Relationship Id="rId9" Type="http://schemas.openxmlformats.org/officeDocument/2006/relationships/oleObject" Target="../embeddings/oleObject15.bin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e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e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3.emf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5.e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104.emf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e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8.e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107.emf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9.emf"/><Relationship Id="rId4" Type="http://schemas.openxmlformats.org/officeDocument/2006/relationships/oleObject" Target="../embeddings/oleObject20.bin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Network Technology Background">
            <a:extLst>
              <a:ext uri="{FF2B5EF4-FFF2-40B4-BE49-F238E27FC236}">
                <a16:creationId xmlns:a16="http://schemas.microsoft.com/office/drawing/2014/main" id="{4FB74726-DA3D-34FC-0AE7-3E231B54999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r="-1" b="3428"/>
          <a:stretch/>
        </p:blipFill>
        <p:spPr>
          <a:xfrm>
            <a:off x="787909" y="682663"/>
            <a:ext cx="7336325" cy="5400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Title 1"/>
          <p:cNvSpPr txBox="1">
            <a:spLocks noGrp="1"/>
          </p:cNvSpPr>
          <p:nvPr>
            <p:ph idx="1"/>
          </p:nvPr>
        </p:nvSpPr>
        <p:spPr>
          <a:xfrm>
            <a:off x="1179707" y="908721"/>
            <a:ext cx="6552728" cy="1008112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  <a:buNone/>
            </a:pPr>
            <a:r>
              <a:rPr lang="en-IN" sz="3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Introduction to Random Graph</a:t>
            </a:r>
            <a:endParaRPr kumimoji="0" lang="en-IN" sz="3200" b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9326B2-1E8B-CE4A-E02C-D741CAB18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66E53-2885-448C-9D59-72434DF8FAC1}" type="datetime1">
              <a:rPr lang="en-US" smtClean="0"/>
              <a:t>10/5/2025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27F7F7-E084-966A-40FC-AED0D0B4C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97B931-AE2F-A733-7EE8-A5D2A19BA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1</a:t>
            </a:fld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etwork Technology Background">
            <a:extLst>
              <a:ext uri="{FF2B5EF4-FFF2-40B4-BE49-F238E27FC236}">
                <a16:creationId xmlns:a16="http://schemas.microsoft.com/office/drawing/2014/main" id="{65AD0369-B5C5-524F-3A75-8CF9EEE10B7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r="-1" b="3428"/>
          <a:stretch/>
        </p:blipFill>
        <p:spPr>
          <a:xfrm>
            <a:off x="18913" y="116632"/>
            <a:ext cx="8910804" cy="655891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8434" name="Picture 4">
            <a:extLst>
              <a:ext uri="{FF2B5EF4-FFF2-40B4-BE49-F238E27FC236}">
                <a16:creationId xmlns:a16="http://schemas.microsoft.com/office/drawing/2014/main" id="{5CB087E7-E9F4-3532-BCDC-5F33DD032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468438"/>
            <a:ext cx="7467600" cy="5084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5" name="Rectangle 5">
            <a:extLst>
              <a:ext uri="{FF2B5EF4-FFF2-40B4-BE49-F238E27FC236}">
                <a16:creationId xmlns:a16="http://schemas.microsoft.com/office/drawing/2014/main" id="{0D8D56FE-FA71-E3DF-66AC-B694CC7358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>
            <a:normAutofit/>
          </a:bodyPr>
          <a:lstStyle/>
          <a:p>
            <a:pPr eaLnBrk="1" hangingPunct="1"/>
            <a:r>
              <a:rPr lang="en-US" altLang="en-US" sz="36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What is a network (graph) model?</a:t>
            </a:r>
          </a:p>
        </p:txBody>
      </p:sp>
      <p:pic>
        <p:nvPicPr>
          <p:cNvPr id="18436" name="Picture 6">
            <a:extLst>
              <a:ext uri="{FF2B5EF4-FFF2-40B4-BE49-F238E27FC236}">
                <a16:creationId xmlns:a16="http://schemas.microsoft.com/office/drawing/2014/main" id="{179196AC-1617-B864-7307-D849452113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900" y="1905000"/>
            <a:ext cx="21209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E56C4D-10F2-2B7E-6823-F4A25654D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F5C7C-DF3E-4FD6-B79F-A45A74CF4945}" type="datetime1">
              <a:rPr lang="en-US" smtClean="0"/>
              <a:t>10/5/2025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90AF8B-E8D4-2DBD-E206-0931BA582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1F79B8-9292-890A-620C-BA9888253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20867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etwork Technology Background">
            <a:extLst>
              <a:ext uri="{FF2B5EF4-FFF2-40B4-BE49-F238E27FC236}">
                <a16:creationId xmlns:a16="http://schemas.microsoft.com/office/drawing/2014/main" id="{40A50528-AB59-4AD4-E5DE-BA49FC31D02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r="-1" b="3428"/>
          <a:stretch/>
        </p:blipFill>
        <p:spPr>
          <a:xfrm>
            <a:off x="18913" y="116632"/>
            <a:ext cx="8910804" cy="655891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9458" name="Rectangle 2">
            <a:extLst>
              <a:ext uri="{FF2B5EF4-FFF2-40B4-BE49-F238E27FC236}">
                <a16:creationId xmlns:a16="http://schemas.microsoft.com/office/drawing/2014/main" id="{1B21DC2E-37F2-69C1-FC8B-F7E5153152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marL="965200" indent="-965200" eaLnBrk="1" hangingPunct="1"/>
            <a:r>
              <a:rPr lang="en-US" altLang="en-US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Network models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E2F5E562-1218-EB68-352F-FC164FEF1E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205064"/>
          </a:xfrm>
          <a:solidFill>
            <a:schemeClr val="bg1"/>
          </a:solidFill>
        </p:spPr>
        <p:txBody>
          <a:bodyPr/>
          <a:lstStyle/>
          <a:p>
            <a:pPr marL="711200" indent="-711200" eaLnBrk="1" hangingPunct="1"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en-US" sz="2600" dirty="0">
                <a:ea typeface="ＭＳ Ｐゴシック" panose="020B0600070205080204" pitchFamily="34" charset="-128"/>
              </a:rPr>
              <a:t>We will cover the following network models:</a:t>
            </a:r>
          </a:p>
          <a:p>
            <a:pPr marL="711200" indent="-711200" eaLnBrk="1" hangingPunct="1">
              <a:buClr>
                <a:schemeClr val="tx1"/>
              </a:buClr>
              <a:buFont typeface="Wingdings" panose="05000000000000000000" pitchFamily="2" charset="2"/>
              <a:buAutoNum type="romanUcPeriod"/>
            </a:pPr>
            <a:r>
              <a:rPr lang="en-US" altLang="en-US" sz="2600" dirty="0" err="1">
                <a:ea typeface="ＭＳ Ｐゴシック" panose="020B0600070205080204" pitchFamily="34" charset="-128"/>
              </a:rPr>
              <a:t>Erdos</a:t>
            </a:r>
            <a:r>
              <a:rPr lang="en-US" altLang="en-US" sz="2600" dirty="0">
                <a:ea typeface="ＭＳ Ｐゴシック" panose="020B0600070205080204" pitchFamily="34" charset="-128"/>
              </a:rPr>
              <a:t>–</a:t>
            </a:r>
            <a:r>
              <a:rPr lang="en-US" altLang="en-US" sz="2600" dirty="0" err="1">
                <a:ea typeface="ＭＳ Ｐゴシック" panose="020B0600070205080204" pitchFamily="34" charset="-128"/>
              </a:rPr>
              <a:t>Renyi</a:t>
            </a:r>
            <a:r>
              <a:rPr lang="en-US" altLang="en-US" sz="2600" dirty="0">
                <a:ea typeface="ＭＳ Ｐゴシック" panose="020B0600070205080204" pitchFamily="34" charset="-128"/>
              </a:rPr>
              <a:t> random graphs</a:t>
            </a:r>
          </a:p>
          <a:p>
            <a:pPr marL="711200" indent="-711200" eaLnBrk="1" hangingPunct="1">
              <a:buClr>
                <a:schemeClr val="tx1"/>
              </a:buClr>
              <a:buFont typeface="Wingdings" panose="05000000000000000000" pitchFamily="2" charset="2"/>
              <a:buAutoNum type="romanUcPeriod"/>
            </a:pPr>
            <a:r>
              <a:rPr lang="en-US" altLang="en-US" sz="2600" dirty="0">
                <a:ea typeface="ＭＳ Ｐゴシック" panose="020B0600070205080204" pitchFamily="34" charset="-128"/>
              </a:rPr>
              <a:t>Small-world networks</a:t>
            </a:r>
          </a:p>
          <a:p>
            <a:pPr marL="711200" indent="-711200" eaLnBrk="1" hangingPunct="1">
              <a:buClr>
                <a:schemeClr val="tx1"/>
              </a:buClr>
              <a:buFont typeface="Wingdings" panose="05000000000000000000" pitchFamily="2" charset="2"/>
              <a:buAutoNum type="romanUcPeriod"/>
            </a:pPr>
            <a:r>
              <a:rPr lang="en-US" altLang="en-US" sz="2600" dirty="0">
                <a:ea typeface="ＭＳ Ｐゴシック" panose="020B0600070205080204" pitchFamily="34" charset="-128"/>
              </a:rPr>
              <a:t>Scale-free networks</a:t>
            </a:r>
          </a:p>
          <a:p>
            <a:pPr marL="711200" indent="-711200">
              <a:buClr>
                <a:schemeClr val="tx1"/>
              </a:buClr>
              <a:buFont typeface="Wingdings" panose="05000000000000000000" pitchFamily="2" charset="2"/>
              <a:buAutoNum type="romanUcPeriod"/>
            </a:pPr>
            <a:r>
              <a:rPr lang="en-US" altLang="en-US" sz="26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Generalized random graphs (with the same degree distribution as the data networks)</a:t>
            </a:r>
          </a:p>
          <a:p>
            <a:pPr marL="711200" indent="-711200" eaLnBrk="1" hangingPunct="1">
              <a:buClr>
                <a:schemeClr val="tx1"/>
              </a:buClr>
              <a:buFont typeface="Wingdings" panose="05000000000000000000" pitchFamily="2" charset="2"/>
              <a:buAutoNum type="romanUcPeriod"/>
            </a:pPr>
            <a:r>
              <a:rPr lang="en-US" altLang="en-US" sz="26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Hierarchical model</a:t>
            </a:r>
          </a:p>
          <a:p>
            <a:pPr marL="711200" indent="-711200" eaLnBrk="1" hangingPunct="1">
              <a:buClr>
                <a:schemeClr val="tx1"/>
              </a:buClr>
              <a:buFont typeface="Wingdings" panose="05000000000000000000" pitchFamily="2" charset="2"/>
              <a:buAutoNum type="romanUcPeriod"/>
            </a:pPr>
            <a:r>
              <a:rPr lang="en-US" altLang="en-US" sz="26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Geometric random graphs</a:t>
            </a:r>
          </a:p>
          <a:p>
            <a:pPr marL="711200" indent="-711200" eaLnBrk="1" hangingPunct="1">
              <a:buClr>
                <a:schemeClr val="tx1"/>
              </a:buClr>
              <a:buFont typeface="Wingdings" panose="05000000000000000000" pitchFamily="2" charset="2"/>
              <a:buAutoNum type="romanUcPeriod"/>
            </a:pPr>
            <a:endParaRPr lang="en-US" altLang="en-US" sz="2600" dirty="0">
              <a:ea typeface="ＭＳ Ｐゴシック" panose="020B0600070205080204" pitchFamily="34" charset="-128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90C450-97F7-68AE-8D0D-229D1F36E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0AEA0-EF84-411B-B1B3-B93D6209FF7B}" type="datetime1">
              <a:rPr lang="en-US" smtClean="0"/>
              <a:t>10/5/2025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96D873-3622-F817-0746-D0735B50C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E792A3-0F35-8E4F-43C5-E9E55797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2499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etwork Technology Background">
            <a:extLst>
              <a:ext uri="{FF2B5EF4-FFF2-40B4-BE49-F238E27FC236}">
                <a16:creationId xmlns:a16="http://schemas.microsoft.com/office/drawing/2014/main" id="{F2D9F7FF-1201-8696-A961-515C78B585C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r="-1" b="3428"/>
          <a:stretch/>
        </p:blipFill>
        <p:spPr>
          <a:xfrm>
            <a:off x="18913" y="116632"/>
            <a:ext cx="8910804" cy="655891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683568" y="188266"/>
            <a:ext cx="8081406" cy="6164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571604" y="260648"/>
            <a:ext cx="6000792" cy="642942"/>
          </a:xfrm>
          <a:solidFill>
            <a:schemeClr val="bg1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Random Graph: An insight within  </a:t>
            </a:r>
            <a:endParaRPr lang="en-IN" sz="32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93316F-49CC-B3B5-BC06-6D2677142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EE3DA-44B3-49DB-A806-53682073BDE9}" type="datetime1">
              <a:rPr lang="en-US" smtClean="0"/>
              <a:t>10/5/2025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BF24CB-3371-A0BC-5B66-B95D218D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0A9623-57CA-D367-B554-5D4F1D3EE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68735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etwork Technology Background">
            <a:extLst>
              <a:ext uri="{FF2B5EF4-FFF2-40B4-BE49-F238E27FC236}">
                <a16:creationId xmlns:a16="http://schemas.microsoft.com/office/drawing/2014/main" id="{BCCE2457-5501-AF0A-161D-2F60DBF5732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r="-1" b="3428"/>
          <a:stretch/>
        </p:blipFill>
        <p:spPr>
          <a:xfrm>
            <a:off x="18913" y="116632"/>
            <a:ext cx="8910804" cy="655891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27" name="Picture 3" descr="C:\Users\Dr S K Dana\Desktop\to_be_copied_forppt_presentation\vlcsnap-64139.png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81169" y="1214422"/>
            <a:ext cx="5848153" cy="3500462"/>
          </a:xfrm>
          <a:prstGeom prst="rect">
            <a:avLst/>
          </a:prstGeom>
          <a:noFill/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18913" y="184970"/>
            <a:ext cx="8910804" cy="785794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lvl="0">
              <a:spcBef>
                <a:spcPct val="0"/>
              </a:spcBef>
            </a:pPr>
            <a:r>
              <a:rPr lang="en-US" sz="3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Random graph: Preliminaries (Flipping a coin)</a:t>
            </a:r>
            <a:endParaRPr kumimoji="0" lang="en-IN" sz="3200" b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0" y="6596390"/>
            <a:ext cx="1071570" cy="2616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dirty="0"/>
              <a:t>Khan Academy</a:t>
            </a:r>
            <a:endParaRPr lang="en-IN" sz="1100" dirty="0"/>
          </a:p>
        </p:txBody>
      </p:sp>
      <p:pic>
        <p:nvPicPr>
          <p:cNvPr id="1028" name="Picture 4" descr="C:\Users\Dr S K Dana\Desktop\to_be_copied_forppt_presentation\coins (1)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215074" y="1285860"/>
            <a:ext cx="2376528" cy="3250528"/>
          </a:xfrm>
          <a:prstGeom prst="rect">
            <a:avLst/>
          </a:prstGeom>
          <a:noFill/>
        </p:spPr>
      </p:pic>
      <p:sp>
        <p:nvSpPr>
          <p:cNvPr id="11" name="TextBox 10"/>
          <p:cNvSpPr txBox="1"/>
          <p:nvPr/>
        </p:nvSpPr>
        <p:spPr>
          <a:xfrm>
            <a:off x="357158" y="4572008"/>
            <a:ext cx="18473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12" name="Rectangle 11"/>
          <p:cNvSpPr/>
          <p:nvPr/>
        </p:nvSpPr>
        <p:spPr>
          <a:xfrm>
            <a:off x="142844" y="5072074"/>
            <a:ext cx="8572559" cy="92333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dirty="0"/>
              <a:t>Probability of getting exactly 2 heads when flipping 3 coins  </a:t>
            </a:r>
            <a:r>
              <a:rPr lang="en-IN" dirty="0"/>
              <a:t>P(2) =</a:t>
            </a:r>
          </a:p>
          <a:p>
            <a:r>
              <a:rPr lang="en-IN" dirty="0"/>
              <a:t> </a:t>
            </a:r>
          </a:p>
          <a:p>
            <a:endParaRPr lang="en-IN" dirty="0"/>
          </a:p>
        </p:txBody>
      </p:sp>
      <p:graphicFrame>
        <p:nvGraphicFramePr>
          <p:cNvPr id="13" name="Object 12"/>
          <p:cNvGraphicFramePr>
            <a:graphicFrameLocks noChangeAspect="1"/>
          </p:cNvGraphicFramePr>
          <p:nvPr/>
        </p:nvGraphicFramePr>
        <p:xfrm>
          <a:off x="4514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4120" imgH="215640" progId="Equation.3">
                  <p:embed/>
                </p:oleObj>
              </mc:Choice>
              <mc:Fallback>
                <p:oleObj name="Equation" r:id="rId5" imgW="114120" imgH="215640" progId="Equation.3">
                  <p:embed/>
                  <p:pic>
                    <p:nvPicPr>
                      <p:cNvPr id="13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21050"/>
                        <a:ext cx="1143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/>
          <p:cNvGraphicFramePr>
            <a:graphicFrameLocks noChangeAspect="1"/>
          </p:cNvGraphicFramePr>
          <p:nvPr/>
        </p:nvGraphicFramePr>
        <p:xfrm>
          <a:off x="4514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14120" imgH="215640" progId="Equation.3">
                  <p:embed/>
                </p:oleObj>
              </mc:Choice>
              <mc:Fallback>
                <p:oleObj name="Equation" r:id="rId7" imgW="114120" imgH="215640" progId="Equation.3">
                  <p:embed/>
                  <p:pic>
                    <p:nvPicPr>
                      <p:cNvPr id="14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21050"/>
                        <a:ext cx="1143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6286512" y="5072074"/>
            <a:ext cx="333375" cy="34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7" name="Rectangle 16"/>
          <p:cNvSpPr/>
          <p:nvPr/>
        </p:nvSpPr>
        <p:spPr>
          <a:xfrm>
            <a:off x="6616197" y="5072074"/>
            <a:ext cx="11705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 p</a:t>
            </a:r>
            <a:r>
              <a:rPr lang="en-IN" baseline="30000" dirty="0"/>
              <a:t>2</a:t>
            </a:r>
            <a:r>
              <a:rPr lang="en-IN" dirty="0"/>
              <a:t>(1 − p)</a:t>
            </a:r>
            <a:r>
              <a:rPr lang="en-IN" baseline="30000" dirty="0"/>
              <a:t>2</a:t>
            </a:r>
            <a:r>
              <a:rPr lang="en-IN" dirty="0"/>
              <a:t> 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00826" y="5072074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×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0DB1CF-1C32-7250-D83A-33ACD3413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A2ABE-84F6-4D3D-B37F-EDE7B470A83F}" type="datetime1">
              <a:rPr lang="en-US" smtClean="0"/>
              <a:t>10/5/2025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7EF306-A780-4938-9E53-6AF2A34B9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6BD37-E448-A4A3-B689-4E67B98B3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5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7" grpId="0"/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Network Technology Background">
            <a:extLst>
              <a:ext uri="{FF2B5EF4-FFF2-40B4-BE49-F238E27FC236}">
                <a16:creationId xmlns:a16="http://schemas.microsoft.com/office/drawing/2014/main" id="{FB4A85CF-7BF7-06F1-5207-0517E765700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r="-1" b="3428"/>
          <a:stretch/>
        </p:blipFill>
        <p:spPr>
          <a:xfrm>
            <a:off x="0" y="84860"/>
            <a:ext cx="8910804" cy="655891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7" name="Rectangle 2"/>
          <p:cNvSpPr>
            <a:spLocks/>
          </p:cNvSpPr>
          <p:nvPr/>
        </p:nvSpPr>
        <p:spPr bwMode="auto">
          <a:xfrm>
            <a:off x="3992563" y="3627120"/>
            <a:ext cx="3294062" cy="83099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31748" bIns="0">
            <a:spAutoFit/>
          </a:bodyPr>
          <a:lstStyle/>
          <a:p>
            <a:pPr marL="30163">
              <a:buClr>
                <a:srgbClr val="CC0000"/>
              </a:buClr>
              <a:buSzPct val="100000"/>
            </a:pPr>
            <a:r>
              <a:rPr lang="en-US" b="1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rebuchet MS" charset="0"/>
                <a:sym typeface="Trebuchet MS" charset="0"/>
              </a:rPr>
              <a:t>Erdös-Rényi</a:t>
            </a:r>
            <a:r>
              <a:rPr lang="en-US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rebuchet MS" charset="0"/>
                <a:sym typeface="Trebuchet MS" charset="0"/>
              </a:rPr>
              <a:t> model (1960)</a:t>
            </a:r>
          </a:p>
          <a:p>
            <a:pPr marL="30163">
              <a:buClr>
                <a:srgbClr val="CC0000"/>
              </a:buClr>
              <a:buSzPct val="100000"/>
            </a:pPr>
            <a:endParaRPr lang="en-US" b="1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Trebuchet MS" charset="0"/>
              <a:sym typeface="Trebuchet MS" charset="0"/>
            </a:endParaRPr>
          </a:p>
          <a:p>
            <a:pPr marL="30163">
              <a:buClr>
                <a:srgbClr val="CC0000"/>
              </a:buClr>
              <a:buSzPct val="100000"/>
            </a:pPr>
            <a:r>
              <a:rPr lang="en-US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rebuchet MS" charset="0"/>
                <a:sym typeface="Trebuchet MS" charset="0"/>
              </a:rPr>
              <a:t>Connect with probability p</a:t>
            </a:r>
            <a:endParaRPr lang="en-US" sz="2400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Trebuchet MS" charset="0"/>
              <a:sym typeface="Trebuchet MS" charset="0"/>
            </a:endParaRPr>
          </a:p>
        </p:txBody>
      </p:sp>
      <p:sp>
        <p:nvSpPr>
          <p:cNvPr id="16401" name="Text Box 31"/>
          <p:cNvSpPr txBox="1">
            <a:spLocks noChangeArrowheads="1"/>
          </p:cNvSpPr>
          <p:nvPr/>
        </p:nvSpPr>
        <p:spPr bwMode="auto">
          <a:xfrm>
            <a:off x="3357554" y="4929198"/>
            <a:ext cx="1460500" cy="78483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defTabSz="914400">
              <a:spcBef>
                <a:spcPct val="50000"/>
              </a:spcBef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p=</a:t>
            </a:r>
            <a:r>
              <a:rPr lang="en-US" sz="18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1/6  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N=10 </a:t>
            </a:r>
          </a:p>
          <a:p>
            <a:pPr algn="ctr" defTabSz="914400">
              <a:spcBef>
                <a:spcPct val="50000"/>
              </a:spcBef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  <a:sym typeface="Symbol" charset="0"/>
              </a:rPr>
              <a:t>k ~ 1.5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507" name="TextBox 5"/>
          <p:cNvSpPr txBox="1">
            <a:spLocks noChangeArrowheads="1"/>
          </p:cNvSpPr>
          <p:nvPr/>
        </p:nvSpPr>
        <p:spPr bwMode="auto">
          <a:xfrm>
            <a:off x="357158" y="928670"/>
            <a:ext cx="1630353" cy="55399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1" hangingPunct="1"/>
            <a:r>
              <a:rPr lang="en-US" sz="1600" b="1" dirty="0" err="1">
                <a:latin typeface="Cambria" panose="02040503050406030204" pitchFamily="18" charset="0"/>
                <a:ea typeface="Cambria" panose="02040503050406030204" pitchFamily="18" charset="0"/>
                <a:cs typeface="Helvetica" charset="0"/>
              </a:rPr>
              <a:t>Pál</a:t>
            </a: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  <a:cs typeface="Helvetica" charset="0"/>
              </a:rPr>
              <a:t> </a:t>
            </a:r>
            <a:r>
              <a:rPr lang="en-US" sz="1600" b="1" dirty="0" err="1">
                <a:latin typeface="Cambria" panose="02040503050406030204" pitchFamily="18" charset="0"/>
                <a:ea typeface="Cambria" panose="02040503050406030204" pitchFamily="18" charset="0"/>
                <a:cs typeface="Helvetica" charset="0"/>
              </a:rPr>
              <a:t>Erdös</a:t>
            </a:r>
            <a:endParaRPr lang="en-US" sz="1600" b="1" dirty="0">
              <a:latin typeface="Cambria" panose="02040503050406030204" pitchFamily="18" charset="0"/>
              <a:ea typeface="Cambria" panose="02040503050406030204" pitchFamily="18" charset="0"/>
              <a:cs typeface="Helvetica" charset="0"/>
            </a:endParaRPr>
          </a:p>
          <a:p>
            <a:pPr algn="r" eaLnBrk="1" hangingPunct="1"/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Helvetica" charset="0"/>
              </a:rPr>
              <a:t>(1913-1996)</a:t>
            </a:r>
          </a:p>
        </p:txBody>
      </p:sp>
      <p:pic>
        <p:nvPicPr>
          <p:cNvPr id="21508" name="Picture 2" descr="b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7422" y="714356"/>
            <a:ext cx="4084637" cy="238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Oval 28"/>
          <p:cNvSpPr/>
          <p:nvPr/>
        </p:nvSpPr>
        <p:spPr bwMode="auto">
          <a:xfrm>
            <a:off x="1481139" y="6305551"/>
            <a:ext cx="180975" cy="21717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1" name="Oval 30"/>
          <p:cNvSpPr/>
          <p:nvPr/>
        </p:nvSpPr>
        <p:spPr bwMode="auto">
          <a:xfrm>
            <a:off x="792164" y="6035041"/>
            <a:ext cx="180975" cy="21717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4" name="Oval 33"/>
          <p:cNvSpPr/>
          <p:nvPr/>
        </p:nvSpPr>
        <p:spPr bwMode="auto">
          <a:xfrm>
            <a:off x="369889" y="5339716"/>
            <a:ext cx="180975" cy="21717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7" name="Oval 36"/>
          <p:cNvSpPr/>
          <p:nvPr/>
        </p:nvSpPr>
        <p:spPr bwMode="auto">
          <a:xfrm>
            <a:off x="369889" y="4471036"/>
            <a:ext cx="180975" cy="21717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1" name="Oval 40"/>
          <p:cNvSpPr/>
          <p:nvPr/>
        </p:nvSpPr>
        <p:spPr bwMode="auto">
          <a:xfrm>
            <a:off x="1477964" y="3493771"/>
            <a:ext cx="180975" cy="21717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9" name="Oval 48"/>
          <p:cNvSpPr/>
          <p:nvPr/>
        </p:nvSpPr>
        <p:spPr bwMode="auto">
          <a:xfrm>
            <a:off x="2597151" y="5335906"/>
            <a:ext cx="180975" cy="21717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0" name="Oval 49"/>
          <p:cNvSpPr/>
          <p:nvPr/>
        </p:nvSpPr>
        <p:spPr bwMode="auto">
          <a:xfrm>
            <a:off x="796926" y="3764281"/>
            <a:ext cx="180975" cy="21717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5" name="Oval 54"/>
          <p:cNvSpPr/>
          <p:nvPr/>
        </p:nvSpPr>
        <p:spPr bwMode="auto">
          <a:xfrm>
            <a:off x="2171700" y="6035041"/>
            <a:ext cx="179388" cy="21717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6" name="Oval 55"/>
          <p:cNvSpPr/>
          <p:nvPr/>
        </p:nvSpPr>
        <p:spPr bwMode="auto">
          <a:xfrm>
            <a:off x="2173289" y="3760471"/>
            <a:ext cx="180975" cy="21717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7" name="Oval 56"/>
          <p:cNvSpPr/>
          <p:nvPr/>
        </p:nvSpPr>
        <p:spPr bwMode="auto">
          <a:xfrm>
            <a:off x="2598739" y="4469131"/>
            <a:ext cx="180975" cy="21717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2" name="Group 79"/>
          <p:cNvGrpSpPr>
            <a:grpSpLocks/>
          </p:cNvGrpSpPr>
          <p:nvPr/>
        </p:nvGrpSpPr>
        <p:grpSpPr bwMode="auto">
          <a:xfrm>
            <a:off x="460376" y="3602356"/>
            <a:ext cx="2227263" cy="2811780"/>
            <a:chOff x="460945" y="3001475"/>
            <a:chExt cx="2227219" cy="2343415"/>
          </a:xfrm>
        </p:grpSpPr>
        <p:cxnSp>
          <p:nvCxnSpPr>
            <p:cNvPr id="59" name="Straight Connector 58"/>
            <p:cNvCxnSpPr>
              <a:stCxn id="29" idx="6"/>
              <a:endCxn id="55" idx="3"/>
            </p:cNvCxnSpPr>
            <p:nvPr/>
          </p:nvCxnSpPr>
          <p:spPr bwMode="auto">
            <a:xfrm flipV="1">
              <a:off x="1662659" y="5182947"/>
              <a:ext cx="534976" cy="161943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>
              <a:stCxn id="37" idx="4"/>
              <a:endCxn id="31" idx="1"/>
            </p:cNvCxnSpPr>
            <p:nvPr/>
          </p:nvCxnSpPr>
          <p:spPr bwMode="auto">
            <a:xfrm rot="16200000" flipH="1">
              <a:off x="65589" y="4301808"/>
              <a:ext cx="1149480" cy="358768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>
              <a:stCxn id="50" idx="6"/>
              <a:endCxn id="41" idx="2"/>
            </p:cNvCxnSpPr>
            <p:nvPr/>
          </p:nvCxnSpPr>
          <p:spPr bwMode="auto">
            <a:xfrm flipV="1">
              <a:off x="978460" y="3001475"/>
              <a:ext cx="500053" cy="22545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>
              <a:stCxn id="49" idx="0"/>
              <a:endCxn id="56" idx="4"/>
            </p:cNvCxnSpPr>
            <p:nvPr/>
          </p:nvCxnSpPr>
          <p:spPr bwMode="auto">
            <a:xfrm rot="16200000" flipV="1">
              <a:off x="1909435" y="3667535"/>
              <a:ext cx="1132016" cy="425442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>
              <a:stCxn id="55" idx="0"/>
              <a:endCxn id="41" idx="5"/>
            </p:cNvCxnSpPr>
            <p:nvPr/>
          </p:nvCxnSpPr>
          <p:spPr bwMode="auto">
            <a:xfrm rot="16200000" flipV="1">
              <a:off x="964836" y="3732643"/>
              <a:ext cx="1963959" cy="628638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>
              <a:stCxn id="57" idx="1"/>
              <a:endCxn id="56" idx="5"/>
            </p:cNvCxnSpPr>
            <p:nvPr/>
          </p:nvCxnSpPr>
          <p:spPr bwMode="auto">
            <a:xfrm rot="16200000" flipV="1">
              <a:off x="2244436" y="3370629"/>
              <a:ext cx="463602" cy="296857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>
              <a:stCxn id="34" idx="7"/>
              <a:endCxn id="56" idx="3"/>
            </p:cNvCxnSpPr>
            <p:nvPr/>
          </p:nvCxnSpPr>
          <p:spPr bwMode="auto">
            <a:xfrm rot="5400000" flipH="1" flipV="1">
              <a:off x="767248" y="3044453"/>
              <a:ext cx="1189171" cy="1674780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>
              <a:stCxn id="37" idx="6"/>
              <a:endCxn id="56" idx="2"/>
            </p:cNvCxnSpPr>
            <p:nvPr/>
          </p:nvCxnSpPr>
          <p:spPr bwMode="auto">
            <a:xfrm flipV="1">
              <a:off x="551431" y="3223750"/>
              <a:ext cx="1620805" cy="592204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520" name="Rectangle 66"/>
          <p:cNvSpPr>
            <a:spLocks noChangeArrowheads="1"/>
          </p:cNvSpPr>
          <p:nvPr/>
        </p:nvSpPr>
        <p:spPr bwMode="auto">
          <a:xfrm>
            <a:off x="6572264" y="1071546"/>
            <a:ext cx="1571604" cy="55399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r"/>
            <a:r>
              <a:rPr lang="en-US" sz="1600" b="1" dirty="0" err="1">
                <a:latin typeface="Cambria" panose="02040503050406030204" pitchFamily="18" charset="0"/>
                <a:ea typeface="Cambria" panose="02040503050406030204" pitchFamily="18" charset="0"/>
                <a:cs typeface="Helvetica" charset="0"/>
              </a:rPr>
              <a:t>Alfréd</a:t>
            </a: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  <a:cs typeface="Helvetica" charset="0"/>
              </a:rPr>
              <a:t> </a:t>
            </a:r>
            <a:r>
              <a:rPr lang="en-US" sz="1600" b="1" dirty="0" err="1">
                <a:latin typeface="Cambria" panose="02040503050406030204" pitchFamily="18" charset="0"/>
                <a:ea typeface="Cambria" panose="02040503050406030204" pitchFamily="18" charset="0"/>
                <a:cs typeface="Helvetica" charset="0"/>
              </a:rPr>
              <a:t>Rényi</a:t>
            </a:r>
            <a:endParaRPr lang="en-US" sz="1600" b="1" dirty="0">
              <a:latin typeface="Cambria" panose="02040503050406030204" pitchFamily="18" charset="0"/>
              <a:ea typeface="Cambria" panose="02040503050406030204" pitchFamily="18" charset="0"/>
              <a:cs typeface="Helvetica" charset="0"/>
            </a:endParaRPr>
          </a:p>
          <a:p>
            <a:pPr algn="r"/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Helvetica" charset="0"/>
              </a:rPr>
              <a:t>(1921-1970)</a:t>
            </a:r>
          </a:p>
        </p:txBody>
      </p:sp>
      <p:sp>
        <p:nvSpPr>
          <p:cNvPr id="21522" name="TextBox 3"/>
          <p:cNvSpPr txBox="1">
            <a:spLocks noChangeArrowheads="1"/>
          </p:cNvSpPr>
          <p:nvPr/>
        </p:nvSpPr>
        <p:spPr bwMode="auto">
          <a:xfrm>
            <a:off x="6342064" y="6480810"/>
            <a:ext cx="2725737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1" hangingPunct="1"/>
            <a:r>
              <a:rPr lang="en-US" sz="900" b="1" dirty="0">
                <a:solidFill>
                  <a:srgbClr val="BFBFBF"/>
                </a:solidFill>
                <a:latin typeface="Helvetica" charset="0"/>
                <a:cs typeface="Helvetica" charset="0"/>
              </a:rPr>
              <a:t>Network Science: Random Graphs  </a:t>
            </a:r>
            <a:r>
              <a:rPr lang="en-US" sz="600" i="1" dirty="0">
                <a:solidFill>
                  <a:srgbClr val="BFBFBF"/>
                </a:solidFill>
                <a:latin typeface="Helvetica" charset="0"/>
                <a:cs typeface="Helvetica" charset="0"/>
              </a:rPr>
              <a:t>2012</a:t>
            </a:r>
          </a:p>
          <a:p>
            <a:pPr algn="r" eaLnBrk="1" hangingPunct="1"/>
            <a:r>
              <a:rPr lang="en-US" sz="600" i="1" dirty="0" err="1">
                <a:solidFill>
                  <a:srgbClr val="BFBFBF"/>
                </a:solidFill>
                <a:latin typeface="Helvetica" charset="0"/>
                <a:cs typeface="Helvetica" charset="0"/>
              </a:rPr>
              <a:t>Barabasi</a:t>
            </a:r>
            <a:r>
              <a:rPr lang="en-US" sz="600" i="1" dirty="0">
                <a:solidFill>
                  <a:srgbClr val="BFBFBF"/>
                </a:solidFill>
                <a:latin typeface="Helvetica" charset="0"/>
                <a:cs typeface="Helvetica" charset="0"/>
              </a:rPr>
              <a:t> Group </a:t>
            </a:r>
            <a:r>
              <a:rPr lang="en-US" sz="600" i="1" dirty="0" err="1">
                <a:solidFill>
                  <a:srgbClr val="BFBFBF"/>
                </a:solidFill>
                <a:latin typeface="Helvetica" charset="0"/>
                <a:cs typeface="Helvetica" charset="0"/>
              </a:rPr>
              <a:t>ppt</a:t>
            </a:r>
            <a:endParaRPr lang="en-US" sz="600" i="1" dirty="0">
              <a:solidFill>
                <a:srgbClr val="BFBFBF"/>
              </a:solidFill>
              <a:latin typeface="Helvetica" charset="0"/>
              <a:cs typeface="Helvetica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D2FB820-B56C-C27A-116E-335990FF336F}"/>
              </a:ext>
            </a:extLst>
          </p:cNvPr>
          <p:cNvGrpSpPr/>
          <p:nvPr/>
        </p:nvGrpSpPr>
        <p:grpSpPr>
          <a:xfrm>
            <a:off x="4874996" y="4843122"/>
            <a:ext cx="3162733" cy="923330"/>
            <a:chOff x="4874996" y="4843122"/>
            <a:chExt cx="3162733" cy="923330"/>
          </a:xfrm>
        </p:grpSpPr>
        <p:sp>
          <p:nvSpPr>
            <p:cNvPr id="27" name="TextBox 26"/>
            <p:cNvSpPr txBox="1"/>
            <p:nvPr/>
          </p:nvSpPr>
          <p:spPr>
            <a:xfrm>
              <a:off x="4874996" y="4843122"/>
              <a:ext cx="3162733" cy="92333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mbria" panose="02040503050406030204" pitchFamily="18" charset="0"/>
                  <a:ea typeface="Cambria" panose="02040503050406030204" pitchFamily="18" charset="0"/>
                </a:rPr>
                <a:t>Total number of connections  =</a:t>
              </a:r>
            </a:p>
            <a:p>
              <a:endParaRPr lang="en-IN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3076" name="Picture 4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5098169" y="5170840"/>
              <a:ext cx="1082850" cy="4286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D575993-BEDD-5E9F-7546-5602568B735A}"/>
              </a:ext>
            </a:extLst>
          </p:cNvPr>
          <p:cNvGrpSpPr/>
          <p:nvPr/>
        </p:nvGrpSpPr>
        <p:grpSpPr>
          <a:xfrm>
            <a:off x="3286116" y="5786454"/>
            <a:ext cx="5431615" cy="646331"/>
            <a:chOff x="3286116" y="5786454"/>
            <a:chExt cx="5431615" cy="646331"/>
          </a:xfrm>
        </p:grpSpPr>
        <p:sp>
          <p:nvSpPr>
            <p:cNvPr id="35" name="TextBox 34"/>
            <p:cNvSpPr txBox="1"/>
            <p:nvPr/>
          </p:nvSpPr>
          <p:spPr>
            <a:xfrm>
              <a:off x="3286116" y="5786454"/>
              <a:ext cx="5431615" cy="64633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ambria" panose="02040503050406030204" pitchFamily="18" charset="0"/>
                  <a:ea typeface="Cambria" panose="02040503050406030204" pitchFamily="18" charset="0"/>
                </a:rPr>
                <a:t>Possible number of connections with probability 1/6 </a:t>
              </a:r>
            </a:p>
            <a:p>
              <a:r>
                <a:rPr lang="en-US" dirty="0">
                  <a:latin typeface="Cambria" panose="02040503050406030204" pitchFamily="18" charset="0"/>
                  <a:ea typeface="Cambria" panose="02040503050406030204" pitchFamily="18" charset="0"/>
                </a:rPr>
                <a:t>=</a:t>
              </a:r>
              <a:endParaRPr lang="en-IN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3078" name="Picture 6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3571868" y="6143644"/>
              <a:ext cx="1223019" cy="2857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3" name="Title 1">
            <a:extLst>
              <a:ext uri="{FF2B5EF4-FFF2-40B4-BE49-F238E27FC236}">
                <a16:creationId xmlns:a16="http://schemas.microsoft.com/office/drawing/2014/main" id="{C749EFDE-0574-530E-25F2-0A07A53A0AB1}"/>
              </a:ext>
            </a:extLst>
          </p:cNvPr>
          <p:cNvSpPr txBox="1">
            <a:spLocks/>
          </p:cNvSpPr>
          <p:nvPr/>
        </p:nvSpPr>
        <p:spPr>
          <a:xfrm>
            <a:off x="1631950" y="43318"/>
            <a:ext cx="6000792" cy="642942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9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Random Graph: An insight within  </a:t>
            </a:r>
            <a:endParaRPr lang="en-IN" sz="32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14F296-C6F9-B57B-C29E-7A89CB1FA2E9}"/>
              </a:ext>
            </a:extLst>
          </p:cNvPr>
          <p:cNvSpPr txBox="1"/>
          <p:nvPr/>
        </p:nvSpPr>
        <p:spPr>
          <a:xfrm>
            <a:off x="361614" y="2803197"/>
            <a:ext cx="1620838" cy="369332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Construction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1850823-8FDC-3E2D-1BDE-C1A16D025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A3221-8107-4C57-871E-B8878D428BC8}" type="datetime1">
              <a:rPr lang="en-US" smtClean="0"/>
              <a:t>10/5/2025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3CE5A5-77A0-F46A-7A94-A373A03B8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700F60-93A3-AA1B-7455-A9DB2A3D8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1107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0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E482E-7AEA-377F-D4F8-7573C275A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etwork Technology Background">
            <a:extLst>
              <a:ext uri="{FF2B5EF4-FFF2-40B4-BE49-F238E27FC236}">
                <a16:creationId xmlns:a16="http://schemas.microsoft.com/office/drawing/2014/main" id="{B16FF45A-6A49-777A-4511-BFEEB99EA8A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r="-1" b="3428"/>
          <a:stretch/>
        </p:blipFill>
        <p:spPr>
          <a:xfrm>
            <a:off x="18913" y="116632"/>
            <a:ext cx="8910804" cy="655891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1506" name="Rectangle 2">
            <a:extLst>
              <a:ext uri="{FF2B5EF4-FFF2-40B4-BE49-F238E27FC236}">
                <a16:creationId xmlns:a16="http://schemas.microsoft.com/office/drawing/2014/main" id="{1ADE8242-13F4-C0FF-DB5F-4D843379E8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922114"/>
          </a:xfrm>
          <a:solidFill>
            <a:schemeClr val="bg1"/>
          </a:solidFill>
        </p:spPr>
        <p:txBody>
          <a:bodyPr>
            <a:normAutofit fontScale="90000"/>
          </a:bodyPr>
          <a:lstStyle/>
          <a:p>
            <a:pPr marL="965200" indent="-965200" eaLnBrk="1" hangingPunct="1"/>
            <a:r>
              <a:rPr lang="en-US" altLang="en-US" sz="36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Erdos–</a:t>
            </a:r>
            <a:r>
              <a:rPr lang="en-US" altLang="en-US" sz="3600" b="1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Renyi</a:t>
            </a:r>
            <a:r>
              <a:rPr lang="en-US" altLang="en-US" sz="36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random graphs (ER)</a:t>
            </a:r>
            <a:br>
              <a:rPr lang="en-US" altLang="en-US" sz="36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sz="36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Construction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452313-48DF-5DCF-0BE3-E9D10321C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F91CC-F6E9-4E4B-BA67-02E22EAAE6F7}" type="datetime1">
              <a:rPr lang="en-US" smtClean="0"/>
              <a:t>10/5/2025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C731E3-7512-F80F-D74B-8E1EE90E0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309A20-039E-8A75-3E99-CF396679C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7</a:t>
            </a:fld>
            <a:endParaRPr lang="en-IN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C42EB33C-8E6F-628D-715E-BC98E764F4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15624" y="5044648"/>
            <a:ext cx="7517381" cy="3651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C094EA9-D631-41A0-0377-F196B50F82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627117"/>
            <a:ext cx="8472517" cy="1593972"/>
          </a:xfrm>
          <a:prstGeom prst="rect">
            <a:avLst/>
          </a:prstGeom>
        </p:spPr>
      </p:pic>
      <p:sp>
        <p:nvSpPr>
          <p:cNvPr id="6" name="Star: 5 Points 5">
            <a:extLst>
              <a:ext uri="{FF2B5EF4-FFF2-40B4-BE49-F238E27FC236}">
                <a16:creationId xmlns:a16="http://schemas.microsoft.com/office/drawing/2014/main" id="{17942E8A-D41D-803B-DF6C-61C38B726074}"/>
              </a:ext>
            </a:extLst>
          </p:cNvPr>
          <p:cNvSpPr/>
          <p:nvPr/>
        </p:nvSpPr>
        <p:spPr>
          <a:xfrm>
            <a:off x="703098" y="5926972"/>
            <a:ext cx="360040" cy="365126"/>
          </a:xfrm>
          <a:prstGeom prst="star5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606028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etwork Technology Background">
            <a:extLst>
              <a:ext uri="{FF2B5EF4-FFF2-40B4-BE49-F238E27FC236}">
                <a16:creationId xmlns:a16="http://schemas.microsoft.com/office/drawing/2014/main" id="{80DF9D96-18A1-B9F9-75CC-45CC511085B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60000"/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r="-1" b="3428"/>
          <a:stretch/>
        </p:blipFill>
        <p:spPr>
          <a:xfrm>
            <a:off x="18913" y="116632"/>
            <a:ext cx="8910804" cy="655891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070" y="860002"/>
            <a:ext cx="8229600" cy="1298037"/>
          </a:xfrm>
          <a:solidFill>
            <a:schemeClr val="bg1"/>
          </a:solidFill>
        </p:spPr>
        <p:txBody>
          <a:bodyPr>
            <a:normAutofit/>
          </a:bodyPr>
          <a:lstStyle/>
          <a:p>
            <a:pPr>
              <a:buNone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    </a:t>
            </a:r>
          </a:p>
          <a:p>
            <a:pPr>
              <a:buNone/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The probability of getting exactly </a:t>
            </a:r>
            <a:r>
              <a:rPr lang="en-IN" sz="2000" b="1" i="1" dirty="0">
                <a:latin typeface="Cambria" panose="02040503050406030204" pitchFamily="18" charset="0"/>
                <a:ea typeface="Cambria" panose="02040503050406030204" pitchFamily="18" charset="0"/>
              </a:rPr>
              <a:t>k</a:t>
            </a: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 successes in </a:t>
            </a:r>
            <a:r>
              <a:rPr lang="en-IN" sz="2000" b="1" i="1" dirty="0">
                <a:latin typeface="Cambria" panose="02040503050406030204" pitchFamily="18" charset="0"/>
                <a:ea typeface="Cambria" panose="02040503050406030204" pitchFamily="18" charset="0"/>
              </a:rPr>
              <a:t>n</a:t>
            </a: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 trials is given</a:t>
            </a:r>
          </a:p>
          <a:p>
            <a:pPr>
              <a:buNone/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by the probability mass function:</a:t>
            </a:r>
          </a:p>
          <a:p>
            <a:pPr>
              <a:buNone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None/>
            </a:pP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00034" y="2214554"/>
            <a:ext cx="5703134" cy="500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Rectangle 7"/>
          <p:cNvSpPr/>
          <p:nvPr/>
        </p:nvSpPr>
        <p:spPr>
          <a:xfrm>
            <a:off x="6858016" y="2357430"/>
            <a:ext cx="1595309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IN" i="1" dirty="0">
                <a:latin typeface="Cambria" panose="02040503050406030204" pitchFamily="18" charset="0"/>
                <a:ea typeface="Cambria" panose="02040503050406030204" pitchFamily="18" charset="0"/>
              </a:rPr>
              <a:t>k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 = 0, 1, 2, ..., </a:t>
            </a:r>
            <a:r>
              <a:rPr lang="en-IN" i="1" dirty="0">
                <a:latin typeface="Cambria" panose="02040503050406030204" pitchFamily="18" charset="0"/>
                <a:ea typeface="Cambria" panose="02040503050406030204" pitchFamily="18" charset="0"/>
              </a:rPr>
              <a:t>n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033564" y="3214686"/>
            <a:ext cx="7110436" cy="157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7" name="Picture 9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57158" y="3286124"/>
            <a:ext cx="1457325" cy="39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Title 1"/>
          <p:cNvSpPr txBox="1">
            <a:spLocks/>
          </p:cNvSpPr>
          <p:nvPr/>
        </p:nvSpPr>
        <p:spPr>
          <a:xfrm>
            <a:off x="23337" y="142852"/>
            <a:ext cx="8572528" cy="1142984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</a:pPr>
            <a:r>
              <a:rPr lang="en-US" sz="2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Random graph: Preliminaries </a:t>
            </a:r>
          </a:p>
          <a:p>
            <a:pPr lvl="0" algn="ctr">
              <a:spcBef>
                <a:spcPct val="0"/>
              </a:spcBef>
            </a:pPr>
            <a:r>
              <a:rPr lang="en-US" sz="2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(Binomial distribution and </a:t>
            </a:r>
            <a:r>
              <a:rPr lang="en-IN" sz="2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Poisson distribution)</a:t>
            </a:r>
            <a:endParaRPr kumimoji="0" lang="en-IN" sz="2800" b="1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2058" name="Picture 10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428596" y="5429264"/>
            <a:ext cx="7639050" cy="94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571472" y="4786322"/>
            <a:ext cx="1359155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For large 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83305" y="6317103"/>
            <a:ext cx="340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i="1" dirty="0">
                <a:solidFill>
                  <a:srgbClr val="FF0000"/>
                </a:solidFill>
              </a:rPr>
              <a:t>known as the Poisson distribution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3438" y="3286124"/>
            <a:ext cx="28575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-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CB682A-1F62-D69D-AAB5-A9FA63B7D0CD}"/>
              </a:ext>
            </a:extLst>
          </p:cNvPr>
          <p:cNvSpPr txBox="1"/>
          <p:nvPr/>
        </p:nvSpPr>
        <p:spPr>
          <a:xfrm>
            <a:off x="2273864" y="4872683"/>
            <a:ext cx="6326193" cy="36933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if </a:t>
            </a:r>
            <a:r>
              <a:rPr lang="en-US" b="0" i="1" dirty="0">
                <a:solidFill>
                  <a:srgbClr val="FF0000"/>
                </a:solidFill>
                <a:effectLst/>
                <a:latin typeface="Nimbus Roman No9 L"/>
              </a:rPr>
              <a:t>n</a:t>
            </a:r>
            <a:r>
              <a:rPr lang="en-US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 is sufficiently large and </a:t>
            </a:r>
            <a:r>
              <a:rPr lang="en-US" b="0" i="1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p</a:t>
            </a:r>
            <a:r>
              <a:rPr lang="en-US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 is sufficiently small.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0CF932-A683-D42A-DDBE-048A40DDB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102B8-F1AD-47E5-BDC5-0F3209ED70BE}" type="datetime1">
              <a:rPr lang="en-US" smtClean="0"/>
              <a:t>10/5/2025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3AB513-1EF8-863D-B743-03E79F317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B77C62-EAB4-9FCD-6302-EDBE2A7F9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8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Network Technology Background">
            <a:extLst>
              <a:ext uri="{FF2B5EF4-FFF2-40B4-BE49-F238E27FC236}">
                <a16:creationId xmlns:a16="http://schemas.microsoft.com/office/drawing/2014/main" id="{F640B8A7-F76F-F9AF-57A0-A36B2C2D17E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60000"/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r="-1" b="3428"/>
          <a:stretch/>
        </p:blipFill>
        <p:spPr>
          <a:xfrm>
            <a:off x="18913" y="116632"/>
            <a:ext cx="8910804" cy="655891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7889" name="Picture 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14546" y="4000504"/>
            <a:ext cx="6710508" cy="2714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0" y="4000504"/>
            <a:ext cx="22479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7891" name="Picture 3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483768" y="1340899"/>
            <a:ext cx="4486275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7892" name="Picture 4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868144" y="1298002"/>
            <a:ext cx="2728331" cy="3158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7893" name="Picture 5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1859876" y="1340899"/>
            <a:ext cx="666750" cy="280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7894" name="Picture 6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1293137" y="1340899"/>
            <a:ext cx="352425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TextBox 10"/>
          <p:cNvSpPr txBox="1"/>
          <p:nvPr/>
        </p:nvSpPr>
        <p:spPr>
          <a:xfrm>
            <a:off x="1645562" y="1273646"/>
            <a:ext cx="21431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=</a:t>
            </a:r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142844" y="928670"/>
            <a:ext cx="256390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Mean/expectation value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2910" y="3429000"/>
            <a:ext cx="1045479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Variance </a:t>
            </a:r>
            <a:endParaRPr lang="en-IN" dirty="0"/>
          </a:p>
        </p:txBody>
      </p:sp>
      <p:pic>
        <p:nvPicPr>
          <p:cNvPr id="38913" name="Picture 1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1785918" y="4214818"/>
            <a:ext cx="453357" cy="2143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7F44BCAB-94BD-BFFD-CC51-7A660410A193}"/>
              </a:ext>
            </a:extLst>
          </p:cNvPr>
          <p:cNvSpPr txBox="1">
            <a:spLocks/>
          </p:cNvSpPr>
          <p:nvPr/>
        </p:nvSpPr>
        <p:spPr>
          <a:xfrm>
            <a:off x="142844" y="20394"/>
            <a:ext cx="8572528" cy="979714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</a:pPr>
            <a:r>
              <a:rPr lang="en-US" sz="2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Random graph: Preliminaries </a:t>
            </a:r>
          </a:p>
          <a:p>
            <a:pPr lvl="0" algn="ctr">
              <a:spcBef>
                <a:spcPct val="0"/>
              </a:spcBef>
            </a:pPr>
            <a:r>
              <a:rPr lang="en-US" sz="2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(Binomial distribution and </a:t>
            </a:r>
            <a:r>
              <a:rPr lang="en-IN" sz="2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Poisson distribution)</a:t>
            </a:r>
            <a:endParaRPr kumimoji="0" lang="en-IN" sz="2800" b="1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106CDD-7F96-8C26-A369-4B9940156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E0F0E-10C2-40A4-9133-19360954528F}" type="datetime1">
              <a:rPr lang="en-US" smtClean="0"/>
              <a:t>10/5/2025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C234C7-92A3-976D-709D-D4F9A7822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266FD-22CF-7B50-F396-E01290518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9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7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8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etwork Technology Background">
            <a:extLst>
              <a:ext uri="{FF2B5EF4-FFF2-40B4-BE49-F238E27FC236}">
                <a16:creationId xmlns:a16="http://schemas.microsoft.com/office/drawing/2014/main" id="{636007C9-2F11-615F-2697-B0C62B51539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60000"/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r="-1" b="3428"/>
          <a:stretch/>
        </p:blipFill>
        <p:spPr>
          <a:xfrm>
            <a:off x="18913" y="116632"/>
            <a:ext cx="8910804" cy="655891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graphicFrame>
        <p:nvGraphicFramePr>
          <p:cNvPr id="2662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3633057"/>
              </p:ext>
            </p:extLst>
          </p:nvPr>
        </p:nvGraphicFramePr>
        <p:xfrm>
          <a:off x="3143240" y="1000108"/>
          <a:ext cx="3203575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11280" imgH="457200" progId="Equation.3">
                  <p:embed/>
                </p:oleObj>
              </mc:Choice>
              <mc:Fallback>
                <p:oleObj name="Equation" r:id="rId4" imgW="1511280" imgH="457200" progId="Equation.3">
                  <p:embed/>
                  <p:pic>
                    <p:nvPicPr>
                      <p:cNvPr id="2662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240" y="1000108"/>
                        <a:ext cx="3203575" cy="9175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9060166"/>
              </p:ext>
            </p:extLst>
          </p:nvPr>
        </p:nvGraphicFramePr>
        <p:xfrm>
          <a:off x="3214678" y="2071678"/>
          <a:ext cx="150018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72840" imgH="203040" progId="Equation.3">
                  <p:embed/>
                </p:oleObj>
              </mc:Choice>
              <mc:Fallback>
                <p:oleObj name="Equation" r:id="rId6" imgW="672840" imgH="203040" progId="Equation.3">
                  <p:embed/>
                  <p:pic>
                    <p:nvPicPr>
                      <p:cNvPr id="2662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4678" y="2071678"/>
                        <a:ext cx="1500188" cy="4318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5136438"/>
              </p:ext>
            </p:extLst>
          </p:nvPr>
        </p:nvGraphicFramePr>
        <p:xfrm>
          <a:off x="2798763" y="2786063"/>
          <a:ext cx="3159125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01720" imgH="228600" progId="Equation.3">
                  <p:embed/>
                </p:oleObj>
              </mc:Choice>
              <mc:Fallback>
                <p:oleObj name="Equation" r:id="rId8" imgW="1701720" imgH="228600" progId="Equation.3">
                  <p:embed/>
                  <p:pic>
                    <p:nvPicPr>
                      <p:cNvPr id="2662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8763" y="2786063"/>
                        <a:ext cx="3159125" cy="5000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0" y="2000240"/>
            <a:ext cx="2391873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Cambria" panose="02040503050406030204" pitchFamily="18" charset="0"/>
                <a:ea typeface="Cambria" panose="02040503050406030204" pitchFamily="18" charset="0"/>
              </a:rPr>
              <a:t>    Expectation/Mean</a:t>
            </a:r>
            <a:endParaRPr lang="en-IN" sz="2000" i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14282" y="2786058"/>
            <a:ext cx="1121269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Cambria" panose="02040503050406030204" pitchFamily="18" charset="0"/>
                <a:ea typeface="Cambria" panose="02040503050406030204" pitchFamily="18" charset="0"/>
              </a:rPr>
              <a:t>Variance</a:t>
            </a:r>
            <a:endParaRPr lang="en-IN" i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26632" name="Picture 8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5006608" y="3786190"/>
            <a:ext cx="3484932" cy="25717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6633" name="Picture 9"/>
          <p:cNvPicPr>
            <a:picLocks noChangeAspect="1"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2214546" y="5500702"/>
            <a:ext cx="2337458" cy="50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6634" name="Picture 10"/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2071670" y="4786322"/>
            <a:ext cx="13811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7" name="TextBox 16"/>
          <p:cNvSpPr txBox="1"/>
          <p:nvPr/>
        </p:nvSpPr>
        <p:spPr>
          <a:xfrm>
            <a:off x="285720" y="3500438"/>
            <a:ext cx="2543710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IN" sz="2000" b="1" i="1" dirty="0">
                <a:solidFill>
                  <a:srgbClr val="7030A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Poisson </a:t>
            </a:r>
            <a:r>
              <a:rPr lang="en-IN" sz="2000" b="1" dirty="0">
                <a:solidFill>
                  <a:srgbClr val="7030A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distribution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0" y="1000108"/>
            <a:ext cx="2836033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000" b="1" i="1" dirty="0">
                <a:solidFill>
                  <a:srgbClr val="7030A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Binomial </a:t>
            </a:r>
            <a:r>
              <a:rPr lang="en-IN" sz="2000" b="1" i="1" dirty="0">
                <a:solidFill>
                  <a:srgbClr val="7030A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distribution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9" name="Picture 18" descr="a.png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12" y="1357298"/>
            <a:ext cx="2468562" cy="2213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Oval 13"/>
          <p:cNvSpPr/>
          <p:nvPr/>
        </p:nvSpPr>
        <p:spPr>
          <a:xfrm>
            <a:off x="2298447" y="4917290"/>
            <a:ext cx="214314" cy="21431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dirty="0">
                <a:solidFill>
                  <a:schemeClr val="tx1"/>
                </a:solidFill>
              </a:rPr>
              <a:t>k</a:t>
            </a:r>
            <a:endParaRPr lang="en-IN" b="1" i="1" dirty="0">
              <a:solidFill>
                <a:schemeClr val="tx1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4B4AD91-E868-E6D5-0BA4-CD29AA20213C}"/>
              </a:ext>
            </a:extLst>
          </p:cNvPr>
          <p:cNvSpPr txBox="1">
            <a:spLocks/>
          </p:cNvSpPr>
          <p:nvPr/>
        </p:nvSpPr>
        <p:spPr>
          <a:xfrm>
            <a:off x="142844" y="20394"/>
            <a:ext cx="8572528" cy="979714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</a:pPr>
            <a:r>
              <a:rPr lang="en-US" sz="2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Random graph: Preliminaries </a:t>
            </a:r>
          </a:p>
          <a:p>
            <a:pPr lvl="0" algn="ctr">
              <a:spcBef>
                <a:spcPct val="0"/>
              </a:spcBef>
            </a:pPr>
            <a:r>
              <a:rPr lang="en-US" sz="2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(Binomial distribution and </a:t>
            </a:r>
            <a:r>
              <a:rPr lang="en-IN" sz="2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Poisson distribution)</a:t>
            </a:r>
            <a:endParaRPr kumimoji="0" lang="en-IN" sz="2800" b="1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9AB8A9-82D8-DB2A-2728-F2FB69546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8BB16-350F-4CCF-AAF1-8A03A98B2D20}" type="datetime1">
              <a:rPr lang="en-US" smtClean="0"/>
              <a:t>10/5/2025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C4FC4-F11B-992F-4E92-BDB506F21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5EDC95-2FB6-A4BB-162D-0742661DF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10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6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6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6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6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6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7" grpId="1" animBg="1"/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etwork Technology Background">
            <a:extLst>
              <a:ext uri="{FF2B5EF4-FFF2-40B4-BE49-F238E27FC236}">
                <a16:creationId xmlns:a16="http://schemas.microsoft.com/office/drawing/2014/main" id="{65A914D0-A30B-A2A0-6C9D-8934FB0565E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r="-1" b="3428"/>
          <a:stretch/>
        </p:blipFill>
        <p:spPr>
          <a:xfrm>
            <a:off x="18913" y="116632"/>
            <a:ext cx="8910804" cy="655891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6633" name="Text Box 8"/>
          <p:cNvSpPr txBox="1">
            <a:spLocks noChangeArrowheads="1"/>
          </p:cNvSpPr>
          <p:nvPr/>
        </p:nvSpPr>
        <p:spPr bwMode="auto">
          <a:xfrm>
            <a:off x="3405189" y="2411730"/>
            <a:ext cx="1452563" cy="52322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dirty="0">
                <a:latin typeface="Helvetica" charset="0"/>
                <a:cs typeface="Helvetica" charset="0"/>
              </a:rPr>
              <a:t>Select k </a:t>
            </a:r>
          </a:p>
          <a:p>
            <a:pPr eaLnBrk="1" hangingPunct="1"/>
            <a:r>
              <a:rPr lang="en-US" sz="1400" dirty="0">
                <a:latin typeface="Helvetica" charset="0"/>
                <a:cs typeface="Helvetica" charset="0"/>
              </a:rPr>
              <a:t>nodes from N-1</a:t>
            </a:r>
          </a:p>
        </p:txBody>
      </p:sp>
      <p:sp>
        <p:nvSpPr>
          <p:cNvPr id="26634" name="Text Box 9"/>
          <p:cNvSpPr txBox="1">
            <a:spLocks noChangeArrowheads="1"/>
          </p:cNvSpPr>
          <p:nvPr/>
        </p:nvSpPr>
        <p:spPr bwMode="auto">
          <a:xfrm>
            <a:off x="5221289" y="2687956"/>
            <a:ext cx="1708165" cy="5254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lnSpc>
                <a:spcPct val="0"/>
              </a:lnSpc>
              <a:buFontTx/>
              <a:buChar char="•"/>
            </a:pPr>
            <a:endParaRPr lang="en-US" sz="1400" dirty="0">
              <a:latin typeface="Helvetica" charset="0"/>
              <a:cs typeface="Helvetica" charset="0"/>
            </a:endParaRPr>
          </a:p>
          <a:p>
            <a:pPr eaLnBrk="1" hangingPunct="1"/>
            <a:r>
              <a:rPr lang="en-US" sz="1400" dirty="0">
                <a:latin typeface="Helvetica" charset="0"/>
                <a:cs typeface="Helvetica" charset="0"/>
              </a:rPr>
              <a:t>probability of </a:t>
            </a:r>
          </a:p>
          <a:p>
            <a:pPr eaLnBrk="1" hangingPunct="1"/>
            <a:r>
              <a:rPr lang="en-US" sz="1400" dirty="0">
                <a:latin typeface="Helvetica" charset="0"/>
                <a:cs typeface="Helvetica" charset="0"/>
              </a:rPr>
              <a:t>having </a:t>
            </a:r>
            <a:r>
              <a:rPr lang="en-US" sz="1400" i="1" dirty="0">
                <a:latin typeface="Helvetica" charset="0"/>
                <a:cs typeface="Helvetica" charset="0"/>
              </a:rPr>
              <a:t>k</a:t>
            </a:r>
            <a:r>
              <a:rPr lang="en-US" sz="1400" dirty="0">
                <a:latin typeface="Helvetica" charset="0"/>
                <a:cs typeface="Helvetica" charset="0"/>
              </a:rPr>
              <a:t> edges</a:t>
            </a:r>
          </a:p>
        </p:txBody>
      </p:sp>
      <p:sp>
        <p:nvSpPr>
          <p:cNvPr id="26635" name="Text Box 10"/>
          <p:cNvSpPr txBox="1">
            <a:spLocks noChangeArrowheads="1"/>
          </p:cNvSpPr>
          <p:nvPr/>
        </p:nvSpPr>
        <p:spPr bwMode="auto">
          <a:xfrm>
            <a:off x="6929454" y="2320290"/>
            <a:ext cx="2071702" cy="52629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lnSpc>
                <a:spcPct val="0"/>
              </a:lnSpc>
              <a:buFontTx/>
              <a:buChar char="•"/>
            </a:pPr>
            <a:endParaRPr lang="en-US" sz="2000" dirty="0"/>
          </a:p>
          <a:p>
            <a:pPr eaLnBrk="1" hangingPunct="1"/>
            <a:r>
              <a:rPr lang="en-US" sz="1400" dirty="0">
                <a:latin typeface="Helvetica" charset="0"/>
                <a:cs typeface="Helvetica" charset="0"/>
              </a:rPr>
              <a:t>probability of  missing   N-1-k  edges</a:t>
            </a:r>
          </a:p>
        </p:txBody>
      </p:sp>
      <p:sp>
        <p:nvSpPr>
          <p:cNvPr id="26636" name="Line 11"/>
          <p:cNvSpPr>
            <a:spLocks noChangeShapeType="1"/>
          </p:cNvSpPr>
          <p:nvPr/>
        </p:nvSpPr>
        <p:spPr bwMode="auto">
          <a:xfrm flipV="1">
            <a:off x="4203699" y="1634930"/>
            <a:ext cx="1590677" cy="776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26637" name="Line 12"/>
          <p:cNvSpPr>
            <a:spLocks noChangeShapeType="1"/>
          </p:cNvSpPr>
          <p:nvPr/>
        </p:nvSpPr>
        <p:spPr bwMode="auto">
          <a:xfrm flipV="1">
            <a:off x="5851525" y="1794510"/>
            <a:ext cx="609600" cy="9144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6638" name="Line 13"/>
          <p:cNvSpPr>
            <a:spLocks noChangeShapeType="1"/>
          </p:cNvSpPr>
          <p:nvPr/>
        </p:nvSpPr>
        <p:spPr bwMode="auto">
          <a:xfrm flipH="1" flipV="1">
            <a:off x="7091361" y="1634930"/>
            <a:ext cx="893764" cy="70822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square" anchor="ctr">
            <a:spAutoFit/>
          </a:bodyPr>
          <a:lstStyle/>
          <a:p>
            <a:endParaRPr lang="en-US"/>
          </a:p>
        </p:txBody>
      </p:sp>
      <p:graphicFrame>
        <p:nvGraphicFramePr>
          <p:cNvPr id="1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1311602"/>
              </p:ext>
            </p:extLst>
          </p:nvPr>
        </p:nvGraphicFramePr>
        <p:xfrm>
          <a:off x="4914900" y="984203"/>
          <a:ext cx="2954338" cy="8153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764360" imgH="429480" progId="Equation.3">
                  <p:embed/>
                </p:oleObj>
              </mc:Choice>
              <mc:Fallback>
                <p:oleObj name="Equation" r:id="rId3" imgW="1764360" imgH="429480" progId="Equation.3">
                  <p:embed/>
                  <p:pic>
                    <p:nvPicPr>
                      <p:cNvPr id="1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4900" y="984203"/>
                        <a:ext cx="2954338" cy="81534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7573766"/>
              </p:ext>
            </p:extLst>
          </p:nvPr>
        </p:nvGraphicFramePr>
        <p:xfrm>
          <a:off x="1187624" y="3447575"/>
          <a:ext cx="1808163" cy="3943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69120" imgH="164520" progId="Equation.3">
                  <p:embed/>
                </p:oleObj>
              </mc:Choice>
              <mc:Fallback>
                <p:oleObj name="Equation" r:id="rId5" imgW="969120" imgH="164520" progId="Equation.3">
                  <p:embed/>
                  <p:pic>
                    <p:nvPicPr>
                      <p:cNvPr id="1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624" y="3447575"/>
                        <a:ext cx="1808163" cy="394336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0945242"/>
              </p:ext>
            </p:extLst>
          </p:nvPr>
        </p:nvGraphicFramePr>
        <p:xfrm>
          <a:off x="5069239" y="3482519"/>
          <a:ext cx="2341562" cy="4648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15720" imgH="191880" progId="Equation.3">
                  <p:embed/>
                </p:oleObj>
              </mc:Choice>
              <mc:Fallback>
                <p:oleObj name="Equation" r:id="rId7" imgW="1215720" imgH="191880" progId="Equation.3">
                  <p:embed/>
                  <p:pic>
                    <p:nvPicPr>
                      <p:cNvPr id="1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9239" y="3482519"/>
                        <a:ext cx="2341562" cy="46482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3805" name="Picture 18" descr="a.png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738" y="1003936"/>
            <a:ext cx="2468562" cy="2213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806" name="TextBox 3"/>
          <p:cNvSpPr txBox="1">
            <a:spLocks noChangeArrowheads="1"/>
          </p:cNvSpPr>
          <p:nvPr/>
        </p:nvSpPr>
        <p:spPr bwMode="auto">
          <a:xfrm>
            <a:off x="6342064" y="6480810"/>
            <a:ext cx="2725737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1" hangingPunct="1"/>
            <a:r>
              <a:rPr lang="en-US" sz="900" b="1" dirty="0">
                <a:solidFill>
                  <a:srgbClr val="BFBFBF"/>
                </a:solidFill>
                <a:latin typeface="Helvetica" charset="0"/>
                <a:cs typeface="Helvetica" charset="0"/>
              </a:rPr>
              <a:t>Network Science: Random </a:t>
            </a:r>
            <a:r>
              <a:rPr lang="en-US" sz="900" b="1" dirty="0" err="1">
                <a:solidFill>
                  <a:srgbClr val="BFBFBF"/>
                </a:solidFill>
                <a:latin typeface="Helvetica" charset="0"/>
                <a:cs typeface="Helvetica" charset="0"/>
              </a:rPr>
              <a:t>Grapha`s</a:t>
            </a:r>
            <a:r>
              <a:rPr lang="en-US" sz="900" b="1" dirty="0">
                <a:solidFill>
                  <a:srgbClr val="BFBFBF"/>
                </a:solidFill>
                <a:latin typeface="Helvetica" charset="0"/>
                <a:cs typeface="Helvetica" charset="0"/>
              </a:rPr>
              <a:t>  </a:t>
            </a:r>
            <a:r>
              <a:rPr lang="en-US" sz="600" i="1" dirty="0">
                <a:solidFill>
                  <a:srgbClr val="BFBFBF"/>
                </a:solidFill>
                <a:latin typeface="Helvetica" charset="0"/>
                <a:cs typeface="Helvetica" charset="0"/>
              </a:rPr>
              <a:t>2012</a:t>
            </a:r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1473919" y="294319"/>
            <a:ext cx="6000792" cy="642942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algn="ctr"/>
            <a:r>
              <a:rPr lang="en-IN" sz="32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</a:t>
            </a:r>
            <a:r>
              <a:rPr lang="en-IN" sz="3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Properties of  Random Network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8E97E2-3DCE-544B-0620-4CFD12924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62ECB-CD80-4780-AB37-5EB5DEFDAA2D}" type="datetime1">
              <a:rPr lang="en-US" smtClean="0"/>
              <a:t>10/5/2025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4C3803-8FF2-2179-2DB7-EE39687F9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B7FD9A-8CD3-C4E5-B6D8-0730C3EB8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11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882774-DD23-84CF-30BF-56B3A608C30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53267" y="4046896"/>
            <a:ext cx="6144285" cy="13808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4671D09-8529-DA36-CB02-1DB63CC1EC6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3568" y="5427765"/>
            <a:ext cx="7560840" cy="101694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33" grpId="0" animBg="1"/>
      <p:bldP spid="26634" grpId="0" animBg="1"/>
      <p:bldP spid="26635" grpId="0" animBg="1"/>
      <p:bldP spid="26636" grpId="0" animBg="1"/>
      <p:bldP spid="26637" grpId="0" animBg="1"/>
      <p:bldP spid="2663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etwork Technology Background">
            <a:extLst>
              <a:ext uri="{FF2B5EF4-FFF2-40B4-BE49-F238E27FC236}">
                <a16:creationId xmlns:a16="http://schemas.microsoft.com/office/drawing/2014/main" id="{37637055-D0B0-76FC-6FF5-C42665349A5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60000"/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r="-1" b="3428"/>
          <a:stretch/>
        </p:blipFill>
        <p:spPr>
          <a:xfrm>
            <a:off x="18913" y="116632"/>
            <a:ext cx="8910804" cy="655891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74CF3CA-F82D-3741-5CE7-6CB3542FD9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45" y="980728"/>
            <a:ext cx="5484259" cy="46805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F824821-24A3-936D-4B0A-353268EB01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4048" y="951676"/>
            <a:ext cx="4032448" cy="4925596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294A42E-CB68-869B-2A50-EE91396A7BBC}"/>
              </a:ext>
            </a:extLst>
          </p:cNvPr>
          <p:cNvSpPr txBox="1">
            <a:spLocks/>
          </p:cNvSpPr>
          <p:nvPr/>
        </p:nvSpPr>
        <p:spPr>
          <a:xfrm>
            <a:off x="1473919" y="294319"/>
            <a:ext cx="6000792" cy="642942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algn="ctr"/>
            <a:r>
              <a:rPr lang="en-IN" sz="32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</a:t>
            </a:r>
            <a:r>
              <a:rPr lang="en-IN" sz="3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Properties of  Random Network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62120B-F66B-5D2C-DB0E-FF9E1A1C4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8B700-B68E-4E38-A91C-A37814B8538D}" type="datetime1">
              <a:rPr lang="en-US" smtClean="0"/>
              <a:t>10/5/2025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8CE878-1A8B-58C6-0682-4795AC4B0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534C60E-6552-7A46-13F8-2D6EA6ED0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99590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etwork Technology Background">
            <a:extLst>
              <a:ext uri="{FF2B5EF4-FFF2-40B4-BE49-F238E27FC236}">
                <a16:creationId xmlns:a16="http://schemas.microsoft.com/office/drawing/2014/main" id="{A54EBFF6-E822-1DD7-D913-8E3077640AF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r="-1" b="3428"/>
          <a:stretch/>
        </p:blipFill>
        <p:spPr>
          <a:xfrm>
            <a:off x="18913" y="116632"/>
            <a:ext cx="8910804" cy="655891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1F49FB1-743F-A0F8-AD40-7893DAD4A5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980728"/>
            <a:ext cx="5116379" cy="34351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8F7F749-F014-7AFE-66BF-B9451F9549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2097" y="980728"/>
            <a:ext cx="4069585" cy="4518204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43333B06-522F-C359-47AC-8B9EEBC90F55}"/>
              </a:ext>
            </a:extLst>
          </p:cNvPr>
          <p:cNvSpPr txBox="1">
            <a:spLocks/>
          </p:cNvSpPr>
          <p:nvPr/>
        </p:nvSpPr>
        <p:spPr>
          <a:xfrm>
            <a:off x="1473919" y="294319"/>
            <a:ext cx="6000792" cy="642942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algn="ctr"/>
            <a:r>
              <a:rPr lang="en-IN" sz="32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</a:t>
            </a:r>
            <a:r>
              <a:rPr lang="en-IN" sz="3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Properties of  Random Network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AB77AE-517E-4BF6-E0DB-92B55953C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4D268-3438-4D73-9072-D8B7D37D301C}" type="datetime1">
              <a:rPr lang="en-US" smtClean="0"/>
              <a:t>10/5/2025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7697505-DF6C-4D9C-F451-03E7B0562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DDFA015-8928-7DB6-B972-C00A3C49F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19813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etwork Technology Background">
            <a:extLst>
              <a:ext uri="{FF2B5EF4-FFF2-40B4-BE49-F238E27FC236}">
                <a16:creationId xmlns:a16="http://schemas.microsoft.com/office/drawing/2014/main" id="{88346EA7-162A-E50B-8216-9BF50B61A56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60000"/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r="-1" b="3428"/>
          <a:stretch/>
        </p:blipFill>
        <p:spPr>
          <a:xfrm>
            <a:off x="18913" y="116632"/>
            <a:ext cx="8910804" cy="6558917"/>
          </a:xfrm>
          <a:prstGeom prst="roundRect">
            <a:avLst>
              <a:gd name="adj" fmla="val 8594"/>
            </a:avLst>
          </a:prstGeom>
          <a:solidFill>
            <a:schemeClr val="bg1"/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4840303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just"/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In the </a:t>
            </a:r>
            <a:r>
              <a:rPr lang="en-IN" sz="2000" i="1" dirty="0">
                <a:latin typeface="Cambria" panose="02040503050406030204" pitchFamily="18" charset="0"/>
                <a:ea typeface="Cambria" panose="02040503050406030204" pitchFamily="18" charset="0"/>
              </a:rPr>
              <a:t>G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IN" sz="2000" i="1" dirty="0">
                <a:latin typeface="Cambria" panose="02040503050406030204" pitchFamily="18" charset="0"/>
                <a:ea typeface="Cambria" panose="02040503050406030204" pitchFamily="18" charset="0"/>
              </a:rPr>
              <a:t>n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, </a:t>
            </a:r>
            <a:r>
              <a:rPr lang="en-IN" sz="2000" i="1" dirty="0">
                <a:latin typeface="Cambria" panose="02040503050406030204" pitchFamily="18" charset="0"/>
                <a:ea typeface="Cambria" panose="02040503050406030204" pitchFamily="18" charset="0"/>
              </a:rPr>
              <a:t>M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) model, a graph is chosen uniformly at random from the collection of all graphs which have </a:t>
            </a:r>
            <a:r>
              <a:rPr lang="en-IN" sz="2000" i="1" dirty="0">
                <a:latin typeface="Cambria" panose="02040503050406030204" pitchFamily="18" charset="0"/>
                <a:ea typeface="Cambria" panose="02040503050406030204" pitchFamily="18" charset="0"/>
              </a:rPr>
              <a:t>n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 nodes and </a:t>
            </a:r>
            <a:r>
              <a:rPr lang="en-IN" sz="2000" i="1" dirty="0">
                <a:latin typeface="Cambria" panose="02040503050406030204" pitchFamily="18" charset="0"/>
                <a:ea typeface="Cambria" panose="02040503050406030204" pitchFamily="18" charset="0"/>
              </a:rPr>
              <a:t>M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 edges. </a:t>
            </a:r>
          </a:p>
          <a:p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None/>
            </a:pP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In the </a:t>
            </a:r>
            <a:r>
              <a:rPr lang="en-IN" sz="2000" i="1" dirty="0">
                <a:latin typeface="Cambria" panose="02040503050406030204" pitchFamily="18" charset="0"/>
                <a:ea typeface="Cambria" panose="02040503050406030204" pitchFamily="18" charset="0"/>
              </a:rPr>
              <a:t>G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IN" sz="2000" i="1" dirty="0">
                <a:latin typeface="Cambria" panose="02040503050406030204" pitchFamily="18" charset="0"/>
                <a:ea typeface="Cambria" panose="02040503050406030204" pitchFamily="18" charset="0"/>
              </a:rPr>
              <a:t>n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, </a:t>
            </a:r>
            <a:r>
              <a:rPr lang="en-IN" sz="2000" i="1" dirty="0">
                <a:latin typeface="Cambria" panose="02040503050406030204" pitchFamily="18" charset="0"/>
                <a:ea typeface="Cambria" panose="02040503050406030204" pitchFamily="18" charset="0"/>
              </a:rPr>
              <a:t>p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) model, a graph is constructed by connecting nodes randomly. Each edge is included in the graph with probability </a:t>
            </a:r>
            <a:r>
              <a:rPr lang="en-IN" sz="2000" i="1" dirty="0">
                <a:latin typeface="Cambria" panose="02040503050406030204" pitchFamily="18" charset="0"/>
                <a:ea typeface="Cambria" panose="02040503050406030204" pitchFamily="18" charset="0"/>
              </a:rPr>
              <a:t>p 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independent from every other edge. </a:t>
            </a:r>
          </a:p>
          <a:p>
            <a:endParaRPr lang="en-IN" dirty="0"/>
          </a:p>
        </p:txBody>
      </p:sp>
      <p:sp>
        <p:nvSpPr>
          <p:cNvPr id="6" name="Oval 5"/>
          <p:cNvSpPr/>
          <p:nvPr/>
        </p:nvSpPr>
        <p:spPr>
          <a:xfrm>
            <a:off x="2000232" y="2285992"/>
            <a:ext cx="214314" cy="28575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  <a:endParaRPr lang="en-IN" dirty="0"/>
          </a:p>
        </p:txBody>
      </p:sp>
      <p:sp>
        <p:nvSpPr>
          <p:cNvPr id="7" name="Oval 6"/>
          <p:cNvSpPr/>
          <p:nvPr/>
        </p:nvSpPr>
        <p:spPr>
          <a:xfrm>
            <a:off x="1500166" y="2857496"/>
            <a:ext cx="214314" cy="28575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  <a:endParaRPr lang="en-IN" dirty="0"/>
          </a:p>
        </p:txBody>
      </p:sp>
      <p:sp>
        <p:nvSpPr>
          <p:cNvPr id="8" name="Oval 7"/>
          <p:cNvSpPr/>
          <p:nvPr/>
        </p:nvSpPr>
        <p:spPr>
          <a:xfrm>
            <a:off x="2285984" y="2857496"/>
            <a:ext cx="214314" cy="28575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en-IN" dirty="0"/>
          </a:p>
        </p:txBody>
      </p:sp>
      <p:sp>
        <p:nvSpPr>
          <p:cNvPr id="9" name="Oval 8"/>
          <p:cNvSpPr/>
          <p:nvPr/>
        </p:nvSpPr>
        <p:spPr>
          <a:xfrm>
            <a:off x="3786182" y="2285992"/>
            <a:ext cx="214314" cy="28575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  <a:endParaRPr lang="en-IN" dirty="0"/>
          </a:p>
        </p:txBody>
      </p:sp>
      <p:sp>
        <p:nvSpPr>
          <p:cNvPr id="10" name="Oval 9"/>
          <p:cNvSpPr/>
          <p:nvPr/>
        </p:nvSpPr>
        <p:spPr>
          <a:xfrm>
            <a:off x="3428992" y="2857496"/>
            <a:ext cx="214314" cy="28575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  <a:endParaRPr lang="en-IN" dirty="0"/>
          </a:p>
        </p:txBody>
      </p:sp>
      <p:sp>
        <p:nvSpPr>
          <p:cNvPr id="11" name="Oval 10"/>
          <p:cNvSpPr/>
          <p:nvPr/>
        </p:nvSpPr>
        <p:spPr>
          <a:xfrm>
            <a:off x="4071934" y="2857496"/>
            <a:ext cx="214314" cy="28575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en-IN" dirty="0"/>
          </a:p>
        </p:txBody>
      </p:sp>
      <p:sp>
        <p:nvSpPr>
          <p:cNvPr id="12" name="Oval 11"/>
          <p:cNvSpPr/>
          <p:nvPr/>
        </p:nvSpPr>
        <p:spPr>
          <a:xfrm>
            <a:off x="5643570" y="2214554"/>
            <a:ext cx="214314" cy="28575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  <a:endParaRPr lang="en-IN" dirty="0"/>
          </a:p>
        </p:txBody>
      </p:sp>
      <p:sp>
        <p:nvSpPr>
          <p:cNvPr id="13" name="Oval 12"/>
          <p:cNvSpPr/>
          <p:nvPr/>
        </p:nvSpPr>
        <p:spPr>
          <a:xfrm>
            <a:off x="5214942" y="2857496"/>
            <a:ext cx="214314" cy="28575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  <a:endParaRPr lang="en-IN" dirty="0"/>
          </a:p>
        </p:txBody>
      </p:sp>
      <p:sp>
        <p:nvSpPr>
          <p:cNvPr id="14" name="Oval 13"/>
          <p:cNvSpPr/>
          <p:nvPr/>
        </p:nvSpPr>
        <p:spPr>
          <a:xfrm>
            <a:off x="6000760" y="2857496"/>
            <a:ext cx="214314" cy="28575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en-IN" dirty="0"/>
          </a:p>
        </p:txBody>
      </p:sp>
      <p:cxnSp>
        <p:nvCxnSpPr>
          <p:cNvPr id="16" name="Straight Connector 15"/>
          <p:cNvCxnSpPr>
            <a:stCxn id="6" idx="4"/>
            <a:endCxn id="7" idx="7"/>
          </p:cNvCxnSpPr>
          <p:nvPr/>
        </p:nvCxnSpPr>
        <p:spPr>
          <a:xfrm rot="5400000">
            <a:off x="1731443" y="2523396"/>
            <a:ext cx="327599" cy="424295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6" idx="4"/>
            <a:endCxn id="8" idx="0"/>
          </p:cNvCxnSpPr>
          <p:nvPr/>
        </p:nvCxnSpPr>
        <p:spPr>
          <a:xfrm rot="16200000" flipH="1">
            <a:off x="2107389" y="2571744"/>
            <a:ext cx="285752" cy="285752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endCxn id="10" idx="6"/>
          </p:cNvCxnSpPr>
          <p:nvPr/>
        </p:nvCxnSpPr>
        <p:spPr>
          <a:xfrm rot="5400000">
            <a:off x="3533984" y="2681066"/>
            <a:ext cx="428629" cy="209983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endCxn id="13" idx="6"/>
          </p:cNvCxnSpPr>
          <p:nvPr/>
        </p:nvCxnSpPr>
        <p:spPr>
          <a:xfrm rot="10800000">
            <a:off x="5429256" y="3000372"/>
            <a:ext cx="571504" cy="1588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endCxn id="14" idx="1"/>
          </p:cNvCxnSpPr>
          <p:nvPr/>
        </p:nvCxnSpPr>
        <p:spPr>
          <a:xfrm rot="16200000" flipH="1">
            <a:off x="5671893" y="2539089"/>
            <a:ext cx="470475" cy="250032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11" idx="2"/>
            <a:endCxn id="10" idx="6"/>
          </p:cNvCxnSpPr>
          <p:nvPr/>
        </p:nvCxnSpPr>
        <p:spPr>
          <a:xfrm rot="10800000">
            <a:off x="3643306" y="3000372"/>
            <a:ext cx="428628" cy="1588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584231" y="6488668"/>
            <a:ext cx="55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wiki</a:t>
            </a:r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E1CD24D-386D-50D2-4E5B-F36C51DCDE34}"/>
              </a:ext>
            </a:extLst>
          </p:cNvPr>
          <p:cNvSpPr txBox="1">
            <a:spLocks/>
          </p:cNvSpPr>
          <p:nvPr/>
        </p:nvSpPr>
        <p:spPr>
          <a:xfrm>
            <a:off x="457200" y="208388"/>
            <a:ext cx="8143900" cy="928670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Random Graph: An insight within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95993C-5C06-B298-F780-2FA78CE7739C}"/>
              </a:ext>
            </a:extLst>
          </p:cNvPr>
          <p:cNvSpPr txBox="1"/>
          <p:nvPr/>
        </p:nvSpPr>
        <p:spPr>
          <a:xfrm>
            <a:off x="6963393" y="1728566"/>
            <a:ext cx="1620838" cy="369332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Construction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B53EDB-CD15-1690-9C30-B1F9A2612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EC4C4-31E3-4A3B-AA4F-5EEABB5FA0F8}" type="datetime1">
              <a:rPr lang="en-US" smtClean="0"/>
              <a:t>10/5/2025</a:t>
            </a:fld>
            <a:endParaRPr lang="en-IN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96FD8219-7817-F820-3F2E-638FED94F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0132719F-E60C-241C-A24E-737C295AB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29120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etwork Technology Background">
            <a:extLst>
              <a:ext uri="{FF2B5EF4-FFF2-40B4-BE49-F238E27FC236}">
                <a16:creationId xmlns:a16="http://schemas.microsoft.com/office/drawing/2014/main" id="{DB2FB46A-808E-E5D6-57D1-3D0FB81E3CE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r="-1" b="3428"/>
          <a:stretch/>
        </p:blipFill>
        <p:spPr>
          <a:xfrm>
            <a:off x="18913" y="116632"/>
            <a:ext cx="8910804" cy="655891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1506" name="Rectangle 2">
            <a:extLst>
              <a:ext uri="{FF2B5EF4-FFF2-40B4-BE49-F238E27FC236}">
                <a16:creationId xmlns:a16="http://schemas.microsoft.com/office/drawing/2014/main" id="{CE5D1E22-5A18-2F96-6A9F-2E2E0E3BA8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922114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965200" indent="-965200" eaLnBrk="1" hangingPunct="1"/>
            <a:r>
              <a:rPr lang="en-US" altLang="en-US" sz="3600" b="1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Erdos</a:t>
            </a:r>
            <a:r>
              <a:rPr lang="en-US" altLang="en-US" sz="36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–</a:t>
            </a:r>
            <a:r>
              <a:rPr lang="en-US" altLang="en-US" sz="3600" b="1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Renyi</a:t>
            </a:r>
            <a:r>
              <a:rPr lang="en-US" altLang="en-US" sz="36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random graphs (ER)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C703BF0B-9E63-BDA1-5BDE-B66DD411DF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9687" y="1387280"/>
            <a:ext cx="8915400" cy="5029200"/>
          </a:xfrm>
          <a:solidFill>
            <a:schemeClr val="bg1"/>
          </a:solidFill>
        </p:spPr>
        <p:txBody>
          <a:bodyPr/>
          <a:lstStyle/>
          <a:p>
            <a:pPr marL="711200" indent="-711200" eaLnBrk="1" hangingPunct="1"/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Model a  network </a:t>
            </a:r>
            <a:r>
              <a:rPr lang="en-US" altLang="en-US" sz="2400" i="1" dirty="0">
                <a:latin typeface="Cambria" panose="02040503050406030204" pitchFamily="18" charset="0"/>
                <a:ea typeface="Cambria" panose="02040503050406030204" pitchFamily="18" charset="0"/>
              </a:rPr>
              <a:t>G(V,E) 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with </a:t>
            </a:r>
            <a:r>
              <a:rPr lang="en-US" altLang="en-US" sz="2400" i="1" dirty="0">
                <a:latin typeface="Cambria" panose="02040503050406030204" pitchFamily="18" charset="0"/>
                <a:ea typeface="Cambria" panose="02040503050406030204" pitchFamily="18" charset="0"/>
              </a:rPr>
              <a:t>|V|=n 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and </a:t>
            </a:r>
            <a:r>
              <a:rPr lang="en-US" altLang="en-US" sz="2400" i="1" dirty="0">
                <a:latin typeface="Cambria" panose="02040503050406030204" pitchFamily="18" charset="0"/>
                <a:ea typeface="Cambria" panose="02040503050406030204" pitchFamily="18" charset="0"/>
              </a:rPr>
              <a:t>|E|=m</a:t>
            </a: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11200" indent="-711200" eaLnBrk="1" hangingPunct="1"/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An ER graph that models G is constructed as follows:</a:t>
            </a:r>
          </a:p>
          <a:p>
            <a:pPr marL="1066800" lvl="1" indent="-609600" eaLnBrk="1" hangingPunct="1"/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It has </a:t>
            </a:r>
            <a:r>
              <a:rPr lang="en-US" altLang="en-US" sz="2400" i="1" dirty="0">
                <a:latin typeface="Cambria" panose="02040503050406030204" pitchFamily="18" charset="0"/>
                <a:ea typeface="Cambria" panose="02040503050406030204" pitchFamily="18" charset="0"/>
              </a:rPr>
              <a:t>n 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nodes</a:t>
            </a:r>
          </a:p>
          <a:p>
            <a:pPr marL="1066800" lvl="1" indent="-609600" eaLnBrk="1" hangingPunct="1"/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Edges are added between pairs of nodes uniformly at random with the same probability </a:t>
            </a:r>
            <a:r>
              <a:rPr lang="en-US" altLang="en-US" sz="2400" i="1" dirty="0">
                <a:latin typeface="Cambria" panose="02040503050406030204" pitchFamily="18" charset="0"/>
                <a:ea typeface="Cambria" panose="02040503050406030204" pitchFamily="18" charset="0"/>
              </a:rPr>
              <a:t>p</a:t>
            </a: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066800" lvl="1" indent="-609600" eaLnBrk="1" hangingPunct="1"/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Two (equivalent) methods for constructing ER graphs:</a:t>
            </a:r>
          </a:p>
          <a:p>
            <a:pPr marL="1422400" lvl="2" indent="-508000" eaLnBrk="1" hangingPunct="1"/>
            <a:r>
              <a:rPr lang="en-US" altLang="en-US" sz="2200" b="1" i="1" dirty="0" err="1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</a:t>
            </a:r>
            <a:r>
              <a:rPr lang="en-US" altLang="en-US" sz="2200" b="1" i="1" baseline="-25000" dirty="0" err="1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N,p</a:t>
            </a:r>
            <a:r>
              <a:rPr lang="en-US" altLang="en-US" sz="22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pick </a:t>
            </a:r>
            <a:r>
              <a:rPr lang="en-US" altLang="en-US" sz="2200" i="1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 </a:t>
            </a:r>
            <a:r>
              <a:rPr lang="en-US" altLang="en-US" sz="22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so that the resulting model network has </a:t>
            </a:r>
            <a:r>
              <a:rPr lang="en-US" altLang="en-US" sz="2200" i="1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 </a:t>
            </a:r>
            <a:r>
              <a:rPr lang="en-US" altLang="en-US" sz="22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edges</a:t>
            </a:r>
          </a:p>
          <a:p>
            <a:pPr marL="1422400" lvl="2" indent="-508000" eaLnBrk="1" hangingPunct="1"/>
            <a:r>
              <a:rPr lang="en-US" altLang="en-US" sz="2200" b="1" i="1" dirty="0" err="1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</a:t>
            </a:r>
            <a:r>
              <a:rPr lang="en-US" altLang="en-US" sz="2200" b="1" i="1" baseline="-25000" dirty="0" err="1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N,m</a:t>
            </a:r>
            <a:r>
              <a:rPr lang="en-US" altLang="en-US" sz="2200" i="1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altLang="en-US" sz="22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pick randomly </a:t>
            </a:r>
            <a:r>
              <a:rPr lang="en-US" altLang="en-US" sz="2200" i="1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 </a:t>
            </a:r>
            <a:r>
              <a:rPr lang="en-US" altLang="en-US" sz="22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pairs of nodes and add edges between them with probability </a:t>
            </a:r>
            <a:r>
              <a:rPr lang="en-US" altLang="en-US" sz="2200" i="1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</a:p>
          <a:p>
            <a:pPr marL="1422400" lvl="2" indent="-508000" eaLnBrk="1" hangingPunct="1"/>
            <a:endParaRPr lang="en-US" altLang="en-US" sz="2200" i="1" dirty="0">
              <a:solidFill>
                <a:srgbClr val="0000F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422400" lvl="2" indent="-508000" eaLnBrk="1" hangingPunct="1"/>
            <a:r>
              <a:rPr lang="en-US" altLang="en-US" sz="2200" i="1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Q: When they are “same”?</a:t>
            </a:r>
            <a:endParaRPr lang="en-US" altLang="en-US" sz="2200" dirty="0">
              <a:solidFill>
                <a:srgbClr val="0000F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864787-AA81-AE40-CD33-5F03B09CE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F91CC-F6E9-4E4B-BA67-02E22EAAE6F7}" type="datetime1">
              <a:rPr lang="en-US" smtClean="0"/>
              <a:t>10/5/2025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20F182-9771-74ED-069E-846CBDFC9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F5E310-C21A-1533-EAD0-25016C165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4138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1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1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1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15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15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15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85088-3144-C2C8-2534-5AE1A53E9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etwork Technology Background">
            <a:extLst>
              <a:ext uri="{FF2B5EF4-FFF2-40B4-BE49-F238E27FC236}">
                <a16:creationId xmlns:a16="http://schemas.microsoft.com/office/drawing/2014/main" id="{EBDD7AD6-E3A5-8557-4F7D-C302AD86485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r="-1" b="3428"/>
          <a:stretch/>
        </p:blipFill>
        <p:spPr>
          <a:xfrm>
            <a:off x="18913" y="116632"/>
            <a:ext cx="8910804" cy="655891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1506" name="Rectangle 2">
            <a:extLst>
              <a:ext uri="{FF2B5EF4-FFF2-40B4-BE49-F238E27FC236}">
                <a16:creationId xmlns:a16="http://schemas.microsoft.com/office/drawing/2014/main" id="{D029FA16-812D-17A3-6BB9-BA306A6DB3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922114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965200" indent="-965200" eaLnBrk="1" hangingPunct="1"/>
            <a:r>
              <a:rPr lang="en-US" altLang="en-US" sz="3600" b="1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Erdos</a:t>
            </a:r>
            <a:r>
              <a:rPr lang="en-US" altLang="en-US" sz="36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–</a:t>
            </a:r>
            <a:r>
              <a:rPr lang="en-US" altLang="en-US" sz="3600" b="1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Renyi</a:t>
            </a:r>
            <a:r>
              <a:rPr lang="en-US" altLang="en-US" sz="36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random graphs (ER)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9254E2E4-4B70-5563-2ADE-CDC8DC7126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9687" y="1387280"/>
            <a:ext cx="8915400" cy="5029200"/>
          </a:xfrm>
          <a:solidFill>
            <a:schemeClr val="bg1"/>
          </a:solidFill>
        </p:spPr>
        <p:txBody>
          <a:bodyPr/>
          <a:lstStyle/>
          <a:p>
            <a:pPr marL="0" indent="0" eaLnBrk="1" hangingPunct="1">
              <a:buNone/>
            </a:pPr>
            <a:endParaRPr lang="en-US" altLang="en-US" sz="2200" dirty="0">
              <a:solidFill>
                <a:srgbClr val="0000F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82DEF8-CBF7-C324-FF5A-C763054A4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F91CC-F6E9-4E4B-BA67-02E22EAAE6F7}" type="datetime1">
              <a:rPr lang="en-US" smtClean="0"/>
              <a:t>10/5/2025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AD2CFD-FA53-F19D-B299-779FB171D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B5A83B-9D1C-4B9E-A00C-8B1A09896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16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A8B6CC-156D-EBF0-BDD6-91E010C621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687" y="2421990"/>
            <a:ext cx="8800022" cy="276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9841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CCB43-1D84-5431-A8C9-839555878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11F7BD-6BE7-FD8B-19DF-C25A361EB8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9CEB3D-42DE-2A84-8DB9-03FDE2653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E646C-3CC9-4ED9-BCDC-2A56D5AA3539}" type="datetime1">
              <a:rPr lang="en-US" smtClean="0"/>
              <a:t>10/5/2025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F6749D-B796-EC89-99B3-E4E6CDE0B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69E05A-E934-53C2-635A-E4BB6F7BB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52842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231498F-C471-006D-BB54-9652958C1FAD}"/>
              </a:ext>
            </a:extLst>
          </p:cNvPr>
          <p:cNvSpPr txBox="1">
            <a:spLocks/>
          </p:cNvSpPr>
          <p:nvPr/>
        </p:nvSpPr>
        <p:spPr>
          <a:xfrm>
            <a:off x="1571604" y="2204864"/>
            <a:ext cx="6456780" cy="1080120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algn="ctr"/>
            <a:r>
              <a:rPr lang="en-IN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</a:t>
            </a:r>
            <a:r>
              <a:rPr lang="en-IN" sz="3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Percolation process: emergence of giant component</a:t>
            </a:r>
            <a:endParaRPr lang="en-IN" sz="24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AFCB06-7FEA-6737-6D22-ED3E12D2D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FEC3C-01ED-4F96-81F6-378D3E922C82}" type="datetime1">
              <a:rPr lang="en-US" smtClean="0"/>
              <a:t>10/5/2025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0D55AC-42C2-AD05-4D97-0BAE6ADFA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475795-610B-2D6B-09FA-02E49C9EF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24790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A3FCF-47F9-E92D-A67C-AAD928230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etwork Technology Background">
            <a:extLst>
              <a:ext uri="{FF2B5EF4-FFF2-40B4-BE49-F238E27FC236}">
                <a16:creationId xmlns:a16="http://schemas.microsoft.com/office/drawing/2014/main" id="{1CDD258C-717D-06E8-8AF0-E9118435A71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r="-1" b="3428"/>
          <a:stretch/>
        </p:blipFill>
        <p:spPr>
          <a:xfrm>
            <a:off x="13389" y="149541"/>
            <a:ext cx="8910804" cy="655891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3794" name="Content Placeholder 2">
                <a:extLst>
                  <a:ext uri="{FF2B5EF4-FFF2-40B4-BE49-F238E27FC236}">
                    <a16:creationId xmlns:a16="http://schemas.microsoft.com/office/drawing/2014/main" id="{8563EC38-083D-BAAF-9D55-D3D1E8BA9F1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11067" y="1598735"/>
                <a:ext cx="8313126" cy="4148503"/>
              </a:xfrm>
              <a:solidFill>
                <a:schemeClr val="bg1"/>
              </a:solidFill>
            </p:spPr>
            <p:txBody>
              <a:bodyPr>
                <a:normAutofit fontScale="70000" lnSpcReduction="20000"/>
              </a:bodyPr>
              <a:lstStyle/>
              <a:p>
                <a:pPr algn="just"/>
                <a:r>
                  <a:rPr lang="en-US" alt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A network component whose size grows in proportion to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 is called </a:t>
                </a:r>
                <a:r>
                  <a:rPr lang="en-US" altLang="en-US" u="sng" dirty="0">
                    <a:latin typeface="Cambria" panose="02040503050406030204" pitchFamily="18" charset="0"/>
                    <a:ea typeface="Cambria" panose="02040503050406030204" pitchFamily="18" charset="0"/>
                  </a:rPr>
                  <a:t>giant component</a:t>
                </a:r>
                <a:endParaRPr lang="en-US" alt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algn="just"/>
                <a:endParaRPr lang="en-US" alt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algn="just"/>
                <a:r>
                  <a:rPr lang="en-US" alt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𝑢</m:t>
                    </m:r>
                  </m:oMath>
                </a14:m>
                <a:r>
                  <a:rPr lang="en-US" alt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 be the fraction of nodes that do </a:t>
                </a:r>
                <a:r>
                  <a:rPr lang="en-US" altLang="en-US" u="sng" dirty="0">
                    <a:latin typeface="Cambria" panose="02040503050406030204" pitchFamily="18" charset="0"/>
                    <a:ea typeface="Cambria" panose="02040503050406030204" pitchFamily="18" charset="0"/>
                  </a:rPr>
                  <a:t>not</a:t>
                </a:r>
                <a:r>
                  <a:rPr lang="en-US" alt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 belong to the giant component.  Hence, </a:t>
                </a:r>
              </a:p>
              <a:p>
                <a:pPr lvl="1" algn="just"/>
                <a:r>
                  <a:rPr lang="en-US" alt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If there is no giant component </a:t>
                </a:r>
                <a:r>
                  <a:rPr lang="en-US" altLang="en-US" dirty="0">
                    <a:latin typeface="Cambria" panose="02040503050406030204" pitchFamily="18" charset="0"/>
                    <a:ea typeface="Cambria" panose="02040503050406030204" pitchFamily="18" charset="0"/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  <a:ea typeface="Cambria" panose="02040503050406030204" pitchFamily="18" charset="0"/>
                        <a:sym typeface="Wingdings" panose="05000000000000000000" pitchFamily="2" charset="2"/>
                      </a:rPr>
                      <m:t>𝑢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  <a:ea typeface="Cambria" panose="02040503050406030204" pitchFamily="18" charset="0"/>
                        <a:sym typeface="Wingdings" panose="05000000000000000000" pitchFamily="2" charset="2"/>
                      </a:rPr>
                      <m:t>=1</m:t>
                    </m:r>
                  </m:oMath>
                </a14:m>
                <a:endParaRPr lang="en-US" altLang="en-US" dirty="0">
                  <a:latin typeface="Cambria" panose="02040503050406030204" pitchFamily="18" charset="0"/>
                  <a:ea typeface="Cambria" panose="02040503050406030204" pitchFamily="18" charset="0"/>
                  <a:sym typeface="Wingdings" panose="05000000000000000000" pitchFamily="2" charset="2"/>
                </a:endParaRPr>
              </a:p>
              <a:p>
                <a:pPr lvl="1" algn="just"/>
                <a:r>
                  <a:rPr lang="en-US" altLang="en-US" dirty="0">
                    <a:latin typeface="Cambria" panose="02040503050406030204" pitchFamily="18" charset="0"/>
                    <a:ea typeface="Cambria" panose="02040503050406030204" pitchFamily="18" charset="0"/>
                    <a:sym typeface="Wingdings" panose="05000000000000000000" pitchFamily="2" charset="2"/>
                  </a:rPr>
                  <a:t>If there is giant component 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  <a:ea typeface="Cambria" panose="02040503050406030204" pitchFamily="18" charset="0"/>
                        <a:sym typeface="Wingdings" panose="05000000000000000000" pitchFamily="2" charset="2"/>
                      </a:rPr>
                      <m:t>𝑢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  <a:ea typeface="Cambria" panose="02040503050406030204" pitchFamily="18" charset="0"/>
                        <a:sym typeface="Wingdings" panose="05000000000000000000" pitchFamily="2" charset="2"/>
                      </a:rPr>
                      <m:t>&lt;1</m:t>
                    </m:r>
                  </m:oMath>
                </a14:m>
                <a:endParaRPr lang="en-US" altLang="en-US" dirty="0">
                  <a:latin typeface="Cambria" panose="02040503050406030204" pitchFamily="18" charset="0"/>
                  <a:ea typeface="Cambria" panose="02040503050406030204" pitchFamily="18" charset="0"/>
                  <a:sym typeface="Wingdings" panose="05000000000000000000" pitchFamily="2" charset="2"/>
                </a:endParaRPr>
              </a:p>
              <a:p>
                <a:pPr lvl="1" algn="just"/>
                <a:endParaRPr lang="en-US" altLang="en-US" dirty="0">
                  <a:latin typeface="Cambria" panose="02040503050406030204" pitchFamily="18" charset="0"/>
                  <a:ea typeface="Cambria" panose="02040503050406030204" pitchFamily="18" charset="0"/>
                  <a:sym typeface="Wingdings" panose="05000000000000000000" pitchFamily="2" charset="2"/>
                </a:endParaRPr>
              </a:p>
              <a:p>
                <a:pPr algn="just"/>
                <a:r>
                  <a:rPr lang="en-US" alt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In order for a node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 not to connect to the giant component:</a:t>
                </a:r>
              </a:p>
              <a:p>
                <a:pPr lvl="1" algn="just"/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 needs not connect to any other node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𝑗</m:t>
                    </m:r>
                    <m:r>
                      <a:rPr lang="en-US" altLang="en-US" b="0" i="1" dirty="0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→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1−</m:t>
                    </m:r>
                    <m:r>
                      <a:rPr lang="en-US" altLang="en-US" i="1" dirty="0">
                        <a:latin typeface="Cambria Math" panose="02040503050406030204" pitchFamily="18" charset="0"/>
                        <a:ea typeface="Cambria" panose="02040503050406030204" pitchFamily="18" charset="0"/>
                        <a:sym typeface="Wingdings" panose="05000000000000000000" pitchFamily="2" charset="2"/>
                      </a:rPr>
                      <m:t>𝑝</m:t>
                    </m:r>
                  </m:oMath>
                </a14:m>
                <a:endParaRPr lang="en-US" altLang="en-US" dirty="0">
                  <a:latin typeface="Cambria" panose="02040503050406030204" pitchFamily="18" charset="0"/>
                  <a:ea typeface="Cambria" panose="02040503050406030204" pitchFamily="18" charset="0"/>
                  <a:sym typeface="Wingdings" panose="05000000000000000000" pitchFamily="2" charset="2"/>
                </a:endParaRPr>
              </a:p>
              <a:p>
                <a:pPr lvl="1" algn="just"/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  <a:ea typeface="Cambria" panose="02040503050406030204" pitchFamily="18" charset="0"/>
                        <a:sym typeface="Wingdings" panose="05000000000000000000" pitchFamily="2" charset="2"/>
                      </a:rPr>
                      <m:t>𝑖</m:t>
                    </m:r>
                  </m:oMath>
                </a14:m>
                <a:r>
                  <a:rPr lang="en-US" altLang="en-US" dirty="0">
                    <a:latin typeface="Cambria" panose="02040503050406030204" pitchFamily="18" charset="0"/>
                    <a:ea typeface="Cambria" panose="02040503050406030204" pitchFamily="18" charset="0"/>
                    <a:sym typeface="Wingdings" panose="05000000000000000000" pitchFamily="2" charset="2"/>
                  </a:rPr>
                  <a:t> is connected to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  <a:ea typeface="Cambria" panose="02040503050406030204" pitchFamily="18" charset="0"/>
                        <a:sym typeface="Wingdings" panose="05000000000000000000" pitchFamily="2" charset="2"/>
                      </a:rPr>
                      <m:t>𝑗</m:t>
                    </m:r>
                  </m:oMath>
                </a14:m>
                <a:r>
                  <a:rPr lang="en-US" altLang="en-US" dirty="0">
                    <a:latin typeface="Cambria" panose="02040503050406030204" pitchFamily="18" charset="0"/>
                    <a:ea typeface="Cambria" panose="02040503050406030204" pitchFamily="18" charset="0"/>
                    <a:sym typeface="Wingdings" panose="05000000000000000000" pitchFamily="2" charset="2"/>
                  </a:rPr>
                  <a:t>, but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  <a:ea typeface="Cambria" panose="02040503050406030204" pitchFamily="18" charset="0"/>
                        <a:sym typeface="Wingdings" panose="05000000000000000000" pitchFamily="2" charset="2"/>
                      </a:rPr>
                      <m:t>𝑗</m:t>
                    </m:r>
                  </m:oMath>
                </a14:m>
                <a:r>
                  <a:rPr lang="en-US" altLang="en-US" dirty="0">
                    <a:latin typeface="Cambria" panose="02040503050406030204" pitchFamily="18" charset="0"/>
                    <a:ea typeface="Cambria" panose="02040503050406030204" pitchFamily="18" charset="0"/>
                    <a:sym typeface="Wingdings" panose="05000000000000000000" pitchFamily="2" charset="2"/>
                  </a:rPr>
                  <a:t> itself is not connected to the giant component </a:t>
                </a:r>
                <a14:m>
                  <m:oMath xmlns:m="http://schemas.openxmlformats.org/officeDocument/2006/math">
                    <m:r>
                      <a:rPr lang="en-US" altLang="en-US" b="0" i="1" dirty="0" smtClean="0">
                        <a:latin typeface="Cambria Math" panose="02040503050406030204" pitchFamily="18" charset="0"/>
                        <a:ea typeface="Cambria" panose="02040503050406030204" pitchFamily="18" charset="0"/>
                        <a:sym typeface="Wingdings" panose="05000000000000000000" pitchFamily="2" charset="2"/>
                      </a:rPr>
                      <m:t>→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  <a:ea typeface="Cambria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  <a:ea typeface="Cambria" panose="02040503050406030204" pitchFamily="18" charset="0"/>
                        <a:sym typeface="Wingdings" panose="05000000000000000000" pitchFamily="2" charset="2"/>
                      </a:rPr>
                      <m:t>𝑝𝑢</m:t>
                    </m:r>
                  </m:oMath>
                </a14:m>
                <a:endParaRPr lang="en-US" alt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3794" name="Content Placeholder 2">
                <a:extLst>
                  <a:ext uri="{FF2B5EF4-FFF2-40B4-BE49-F238E27FC236}">
                    <a16:creationId xmlns:a16="http://schemas.microsoft.com/office/drawing/2014/main" id="{F957B052-44F3-1A9C-5D22-CCA2D0AF6F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1067" y="1598735"/>
                <a:ext cx="8313126" cy="4148503"/>
              </a:xfrm>
              <a:blipFill>
                <a:blip r:embed="rId3"/>
                <a:stretch>
                  <a:fillRect l="-806" t="-2496" r="-95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EEF47436-5CC9-105D-246B-FC111A561BD0}"/>
              </a:ext>
            </a:extLst>
          </p:cNvPr>
          <p:cNvSpPr txBox="1">
            <a:spLocks/>
          </p:cNvSpPr>
          <p:nvPr/>
        </p:nvSpPr>
        <p:spPr>
          <a:xfrm>
            <a:off x="1473919" y="300946"/>
            <a:ext cx="6000792" cy="642942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IN" sz="32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</a:t>
            </a:r>
            <a:r>
              <a:rPr lang="en-IN" sz="3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Giant Component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67C926-C4A0-6855-2825-574C044E9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9C116-D83B-407A-B7BF-305E9D3B5D1B}" type="datetime1">
              <a:rPr lang="en-US" smtClean="0"/>
              <a:t>10/5/2025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4BFDBE-90F7-2193-EF4A-AE96C1C1F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A819D0-6DB8-3845-9CC0-9B0DA95E8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14617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DFC12-137A-A639-9017-F9ABBB6A0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etwork Technology Background">
            <a:extLst>
              <a:ext uri="{FF2B5EF4-FFF2-40B4-BE49-F238E27FC236}">
                <a16:creationId xmlns:a16="http://schemas.microsoft.com/office/drawing/2014/main" id="{5EE642FE-72F9-D8D0-16C9-0379709AD20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r="-1" b="3428"/>
          <a:stretch/>
        </p:blipFill>
        <p:spPr>
          <a:xfrm>
            <a:off x="18913" y="149541"/>
            <a:ext cx="8910804" cy="655891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4818" name="Content Placeholder 2">
                <a:extLst>
                  <a:ext uri="{FF2B5EF4-FFF2-40B4-BE49-F238E27FC236}">
                    <a16:creationId xmlns:a16="http://schemas.microsoft.com/office/drawing/2014/main" id="{7A3A9608-4F97-37A3-201D-C48843C367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solidFill>
                <a:schemeClr val="bg1"/>
              </a:solidFill>
            </p:spPr>
            <p:txBody>
              <a:bodyPr>
                <a:noAutofit/>
              </a:bodyPr>
              <a:lstStyle/>
              <a:p>
                <a:pPr algn="just"/>
                <a:r>
                  <a:rPr lang="en-US" alt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Hence, the total probability of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not being connected to giant component via vertex j is: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1−</m:t>
                    </m:r>
                    <m:r>
                      <a:rPr lang="en-US" altLang="en-US" sz="2400" i="1" dirty="0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𝑝</m:t>
                    </m:r>
                    <m:r>
                      <a:rPr lang="en-US" altLang="en-US" sz="2400" i="1" dirty="0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+</m:t>
                    </m:r>
                    <m:r>
                      <a:rPr lang="en-US" altLang="en-US" sz="2400" i="1" dirty="0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𝑝𝑢</m:t>
                    </m:r>
                  </m:oMath>
                </a14:m>
                <a:endParaRPr lang="en-US" altLang="en-US" sz="24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lvl="1" algn="just"/>
                <a:r>
                  <a:rPr lang="en-US" alt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Considering all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𝑛</m:t>
                    </m:r>
                    <m:r>
                      <a:rPr lang="en-US" altLang="en-US" sz="2400" i="1" dirty="0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−1</m:t>
                    </m:r>
                  </m:oMath>
                </a14:m>
                <a:r>
                  <a:rPr lang="en-US" alt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vertices through which </a:t>
                </a:r>
                <a:r>
                  <a:rPr lang="en-US" altLang="en-US" sz="2400" dirty="0" err="1">
                    <a:latin typeface="Cambria" panose="02040503050406030204" pitchFamily="18" charset="0"/>
                    <a:ea typeface="Cambria" panose="02040503050406030204" pitchFamily="18" charset="0"/>
                  </a:rPr>
                  <a:t>i</a:t>
                </a:r>
                <a:r>
                  <a:rPr lang="en-US" alt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can connect:</a:t>
                </a:r>
              </a:p>
              <a:p>
                <a:pPr lvl="1" algn="just"/>
                <a:endParaRPr lang="en-US" altLang="en-US" sz="24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lvl="1" algn="just"/>
                <a:endParaRPr lang="en-US" altLang="en-US" sz="24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lvl="1" algn="just"/>
                <a:r>
                  <a:rPr lang="en-US" alt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Taking the logarithms at both sides and the Taylor approximation for large n:</a:t>
                </a:r>
              </a:p>
              <a:p>
                <a:pPr lvl="1" algn="just"/>
                <a:endParaRPr lang="en-US" altLang="en-US" sz="24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lvl="1" algn="just"/>
                <a:r>
                  <a:rPr lang="en-US" altLang="en-US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This equation cannot be solved in close form</a:t>
                </a:r>
              </a:p>
            </p:txBody>
          </p:sp>
        </mc:Choice>
        <mc:Fallback xmlns="">
          <p:sp>
            <p:nvSpPr>
              <p:cNvPr id="34818" name="Content Placeholder 2">
                <a:extLst>
                  <a:ext uri="{FF2B5EF4-FFF2-40B4-BE49-F238E27FC236}">
                    <a16:creationId xmlns:a16="http://schemas.microsoft.com/office/drawing/2014/main" id="{994B8D58-A8FF-AE99-F3F9-0255D460B5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63" t="-1078" r="-11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4820" name="Object 4">
            <a:extLst>
              <a:ext uri="{FF2B5EF4-FFF2-40B4-BE49-F238E27FC236}">
                <a16:creationId xmlns:a16="http://schemas.microsoft.com/office/drawing/2014/main" id="{72E1DAB5-4844-289C-1394-D7D7F90958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24138" y="2924175"/>
          <a:ext cx="3665537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60600" imgH="457200" progId="Equation.3">
                  <p:embed/>
                </p:oleObj>
              </mc:Choice>
              <mc:Fallback>
                <p:oleObj name="Equation" r:id="rId4" imgW="2260600" imgH="457200" progId="Equation.3">
                  <p:embed/>
                  <p:pic>
                    <p:nvPicPr>
                      <p:cNvPr id="34820" name="Object 4">
                        <a:extLst>
                          <a:ext uri="{FF2B5EF4-FFF2-40B4-BE49-F238E27FC236}">
                            <a16:creationId xmlns:a16="http://schemas.microsoft.com/office/drawing/2014/main" id="{72E1DAB5-4844-289C-1394-D7D7F909587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4138" y="2924175"/>
                        <a:ext cx="3665537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1" name="Object 5">
            <a:extLst>
              <a:ext uri="{FF2B5EF4-FFF2-40B4-BE49-F238E27FC236}">
                <a16:creationId xmlns:a16="http://schemas.microsoft.com/office/drawing/2014/main" id="{FCA3A019-5CF9-79D8-6CB7-BB9E9AC45E0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55875" y="4797425"/>
          <a:ext cx="5435600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816100" imgH="203200" progId="Equation.3">
                  <p:embed/>
                </p:oleObj>
              </mc:Choice>
              <mc:Fallback>
                <p:oleObj name="Equation" r:id="rId6" imgW="1816100" imgH="203200" progId="Equation.3">
                  <p:embed/>
                  <p:pic>
                    <p:nvPicPr>
                      <p:cNvPr id="34821" name="Object 5">
                        <a:extLst>
                          <a:ext uri="{FF2B5EF4-FFF2-40B4-BE49-F238E27FC236}">
                            <a16:creationId xmlns:a16="http://schemas.microsoft.com/office/drawing/2014/main" id="{FCA3A019-5CF9-79D8-6CB7-BB9E9AC45E0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4797425"/>
                        <a:ext cx="5435600" cy="608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B0C6778C-3938-CE2D-5058-1607575B6178}"/>
              </a:ext>
            </a:extLst>
          </p:cNvPr>
          <p:cNvSpPr txBox="1">
            <a:spLocks/>
          </p:cNvSpPr>
          <p:nvPr/>
        </p:nvSpPr>
        <p:spPr>
          <a:xfrm>
            <a:off x="1473919" y="300946"/>
            <a:ext cx="6000792" cy="642942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IN" sz="32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</a:t>
            </a:r>
            <a:r>
              <a:rPr lang="en-IN" sz="3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Giant Component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81EDE8-A509-B4E2-BE6A-9A0199D49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A9086-9F0C-4F01-A315-59B2414EAA03}" type="datetime1">
              <a:rPr lang="en-US" smtClean="0"/>
              <a:t>10/5/2025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52A330-E8DD-431E-E75A-E49E6700A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ED30F-3A3B-1811-45D9-C10082A94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68325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15B23-AF7D-0927-062E-EE066444F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etwork Technology Background">
            <a:extLst>
              <a:ext uri="{FF2B5EF4-FFF2-40B4-BE49-F238E27FC236}">
                <a16:creationId xmlns:a16="http://schemas.microsoft.com/office/drawing/2014/main" id="{6D1B3226-3D69-C7DB-1C62-649A814F3F8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r="-1" b="3428"/>
          <a:stretch/>
        </p:blipFill>
        <p:spPr>
          <a:xfrm>
            <a:off x="18913" y="116632"/>
            <a:ext cx="8910804" cy="655891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5842" name="Slide Number Placeholder 3">
            <a:extLst>
              <a:ext uri="{FF2B5EF4-FFF2-40B4-BE49-F238E27FC236}">
                <a16:creationId xmlns:a16="http://schemas.microsoft.com/office/drawing/2014/main" id="{CA21A947-8957-E710-1747-DA4E050791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15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685817" indent="-263776">
              <a:defRPr sz="2215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055103" indent="-211021">
              <a:defRPr sz="2215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477145" indent="-211021">
              <a:defRPr sz="2215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1899186" indent="-211021">
              <a:defRPr sz="2215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321227" indent="-211021" algn="ctr" eaLnBrk="0" fontAlgn="base" hangingPunct="0">
              <a:spcBef>
                <a:spcPct val="0"/>
              </a:spcBef>
              <a:spcAft>
                <a:spcPct val="0"/>
              </a:spcAft>
              <a:defRPr sz="2215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743269" indent="-211021" algn="ctr" eaLnBrk="0" fontAlgn="base" hangingPunct="0">
              <a:spcBef>
                <a:spcPct val="0"/>
              </a:spcBef>
              <a:spcAft>
                <a:spcPct val="0"/>
              </a:spcAft>
              <a:defRPr sz="2215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165310" indent="-211021" algn="ctr" eaLnBrk="0" fontAlgn="base" hangingPunct="0">
              <a:spcBef>
                <a:spcPct val="0"/>
              </a:spcBef>
              <a:spcAft>
                <a:spcPct val="0"/>
              </a:spcAft>
              <a:defRPr sz="2215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587351" indent="-211021" algn="ctr" eaLnBrk="0" fontAlgn="base" hangingPunct="0">
              <a:spcBef>
                <a:spcPct val="0"/>
              </a:spcBef>
              <a:spcAft>
                <a:spcPct val="0"/>
              </a:spcAft>
              <a:defRPr sz="2215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B6F8CE0-AE3E-4BB6-939C-F1C3CADC97C5}" type="slidenum">
              <a:rPr lang="en-US" altLang="en-US" sz="923">
                <a:solidFill>
                  <a:srgbClr val="161616"/>
                </a:solidFill>
              </a:rPr>
              <a:pPr/>
              <a:t>21</a:t>
            </a:fld>
            <a:endParaRPr lang="en-US" altLang="en-US" sz="923">
              <a:solidFill>
                <a:srgbClr val="16161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BFD40C55-38F4-01D4-BD2B-24C60CE493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solidFill>
                <a:schemeClr val="bg1"/>
              </a:solidFill>
            </p:spPr>
            <p:txBody>
              <a:bodyPr>
                <a:normAutofit fontScale="77500" lnSpcReduction="20000"/>
              </a:bodyPr>
              <a:lstStyle/>
              <a:p>
                <a:pPr algn="just">
                  <a:buFont typeface="Wingdings" charset="0"/>
                  <a:buChar char="l"/>
                  <a:defRPr/>
                </a:pP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We plot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𝑦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=1−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𝑒</m:t>
                    </m:r>
                    <m:r>
                      <a:rPr lang="en-US" i="1" baseline="30000" dirty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−</m:t>
                    </m:r>
                    <m:r>
                      <a:rPr lang="en-US" i="1" baseline="30000" dirty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𝑐𝑆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with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 between 0 and 1 (since it represents fraction of nodes)</a:t>
                </a:r>
              </a:p>
              <a:p>
                <a:pPr algn="just">
                  <a:buFont typeface="Wingdings" charset="0"/>
                  <a:buChar char="l"/>
                  <a:defRPr/>
                </a:pP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We also plot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𝑦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𝑆</m:t>
                    </m:r>
                  </m:oMath>
                </a14:m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algn="just">
                  <a:buFont typeface="Wingdings" charset="0"/>
                  <a:buChar char="l"/>
                  <a:defRPr/>
                </a:pP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The point where the two curves intersect is the solution </a:t>
                </a:r>
              </a:p>
              <a:p>
                <a:pPr algn="just">
                  <a:buFont typeface="Wingdings" charset="0"/>
                  <a:buChar char="l"/>
                  <a:defRPr/>
                </a:pP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For small c only one solution</a:t>
                </a:r>
              </a:p>
              <a:p>
                <a:pPr lvl="1" algn="just">
                  <a:buFont typeface="Wingdings" charset="0"/>
                  <a:buChar char="§"/>
                  <a:defRPr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𝑆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=0</m:t>
                    </m:r>
                  </m:oMath>
                </a14:m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algn="just">
                  <a:buFont typeface="Wingdings" charset="0"/>
                  <a:buChar char="l"/>
                  <a:defRPr/>
                </a:pP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For greater c there might be two</a:t>
                </a:r>
              </a:p>
              <a:p>
                <a:pPr marL="0" indent="0" algn="just">
                  <a:buNone/>
                  <a:defRPr/>
                </a:pP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solutions </a:t>
                </a:r>
              </a:p>
              <a:p>
                <a:pPr lvl="1" algn="just">
                  <a:buFont typeface="Wingdings" charset="0"/>
                  <a:buChar char="§"/>
                  <a:defRPr/>
                </a:pP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The point where two solutions start</a:t>
                </a:r>
              </a:p>
              <a:p>
                <a:pPr marL="446953" lvl="1" indent="0" algn="just">
                  <a:buNone/>
                  <a:defRPr/>
                </a:pP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appearing is when the gradients of the two</a:t>
                </a:r>
              </a:p>
              <a:p>
                <a:pPr marL="446953" lvl="1" indent="0" algn="just">
                  <a:buNone/>
                  <a:defRPr/>
                </a:pP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curves are equal 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𝑆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=0</m:t>
                    </m:r>
                  </m:oMath>
                </a14:m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lvl="2" algn="just">
                  <a:buFont typeface="Wingdings" charset="0"/>
                  <a:buChar char="ü"/>
                  <a:defRPr/>
                </a:pP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This happens for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𝑐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=1</m:t>
                    </m:r>
                  </m:oMath>
                </a14:m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59027B3D-3D2B-4E48-4CCD-78AFB098F0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185" t="-2830" r="-118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5843" name="Picture 5">
            <a:extLst>
              <a:ext uri="{FF2B5EF4-FFF2-40B4-BE49-F238E27FC236}">
                <a16:creationId xmlns:a16="http://schemas.microsoft.com/office/drawing/2014/main" id="{0D54D8AB-520B-6C63-3B18-93ED628332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0225" y="3298323"/>
            <a:ext cx="3164862" cy="2827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E4E37232-5C4F-E2FA-2660-9FE256FCF7DB}"/>
              </a:ext>
            </a:extLst>
          </p:cNvPr>
          <p:cNvSpPr txBox="1">
            <a:spLocks/>
          </p:cNvSpPr>
          <p:nvPr/>
        </p:nvSpPr>
        <p:spPr>
          <a:xfrm>
            <a:off x="1473919" y="300946"/>
            <a:ext cx="6000792" cy="642942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IN" sz="32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</a:t>
            </a:r>
            <a:r>
              <a:rPr lang="en-IN" sz="3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Giant Component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599B39-16E4-CBCF-F5FB-9E6DFF9B2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63EE2-7AB3-4AC0-B02F-6C8FBD1B7B7E}" type="datetime1">
              <a:rPr lang="en-US" smtClean="0"/>
              <a:t>10/5/2025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08DF7E-7EB0-15A4-13EF-972D72E74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</p:spTree>
    <p:extLst>
      <p:ext uri="{BB962C8B-B14F-4D97-AF65-F5344CB8AC3E}">
        <p14:creationId xmlns:p14="http://schemas.microsoft.com/office/powerpoint/2010/main" val="11540226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Network Technology Background">
            <a:extLst>
              <a:ext uri="{FF2B5EF4-FFF2-40B4-BE49-F238E27FC236}">
                <a16:creationId xmlns:a16="http://schemas.microsoft.com/office/drawing/2014/main" id="{08D77A8A-8355-FD45-0B8D-CFA92EF9905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r="-1" b="3428"/>
          <a:stretch/>
        </p:blipFill>
        <p:spPr>
          <a:xfrm>
            <a:off x="18913" y="116632"/>
            <a:ext cx="8910804" cy="655891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" name="TextBox 4"/>
          <p:cNvSpPr txBox="1"/>
          <p:nvPr/>
        </p:nvSpPr>
        <p:spPr>
          <a:xfrm>
            <a:off x="8584231" y="6488668"/>
            <a:ext cx="55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wiki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209A650-35E5-6668-07E0-877725473147}"/>
                  </a:ext>
                </a:extLst>
              </p:cNvPr>
              <p:cNvSpPr txBox="1"/>
              <p:nvPr/>
            </p:nvSpPr>
            <p:spPr>
              <a:xfrm>
                <a:off x="827584" y="980728"/>
                <a:ext cx="5112568" cy="49109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Sub critical Regime (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d>
                      <m:dPr>
                        <m:begChr m:val="⟨"/>
                        <m:endChr m:val="⟩"/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</m:d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 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) (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den>
                    </m:f>
                  </m:oMath>
                </a14:m>
                <a:r>
                  <a:rPr lang="en-US" b="1" dirty="0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)</a:t>
                </a:r>
                <a:endParaRPr lang="en-IN" b="1" dirty="0">
                  <a:solidFill>
                    <a:srgbClr val="FF000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209A650-35E5-6668-07E0-8777254731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980728"/>
                <a:ext cx="5112568" cy="491096"/>
              </a:xfrm>
              <a:prstGeom prst="rect">
                <a:avLst/>
              </a:prstGeom>
              <a:blipFill>
                <a:blip r:embed="rId3"/>
                <a:stretch>
                  <a:fillRect l="-1074" b="-625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C3E5611-D352-88A6-0D22-CAEF5639554D}"/>
                  </a:ext>
                </a:extLst>
              </p:cNvPr>
              <p:cNvSpPr txBox="1"/>
              <p:nvPr/>
            </p:nvSpPr>
            <p:spPr>
              <a:xfrm>
                <a:off x="899592" y="2132856"/>
                <a:ext cx="7920880" cy="255454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=0, </m:t>
                    </m:r>
                  </m:oMath>
                </a14:m>
                <a:r>
                  <a:rPr lang="en-IN" sz="2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isolated nodes.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IN" sz="2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increases imply ~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⟨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IN" sz="2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links are added in the system.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2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IN" sz="2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sz="2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a small number of links  emerge in this regime, hence tiny clusters will appear.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algn="ctr"/>
                <a:r>
                  <a:rPr lang="en-US" sz="2000" b="1" dirty="0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What will be size of the largest cluster?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IN" sz="20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IN" sz="20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C3E5611-D352-88A6-0D22-CAEF563955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2132856"/>
                <a:ext cx="7920880" cy="2554545"/>
              </a:xfrm>
              <a:prstGeom prst="rect">
                <a:avLst/>
              </a:prstGeom>
              <a:blipFill>
                <a:blip r:embed="rId4"/>
                <a:stretch>
                  <a:fillRect l="-693" t="-143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336724B-B8CA-B54F-36AB-841E18A44D0F}"/>
                  </a:ext>
                </a:extLst>
              </p:cNvPr>
              <p:cNvSpPr txBox="1"/>
              <p:nvPr/>
            </p:nvSpPr>
            <p:spPr>
              <a:xfrm>
                <a:off x="2853867" y="4077072"/>
                <a:ext cx="459556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IN" sz="2800" b="1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800" b="1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𝒍𝒐𝒈</m:t>
                      </m:r>
                      <m:r>
                        <a:rPr lang="en-IN" sz="2800" b="1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sz="2800" b="1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en-IN" sz="2800" b="1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)).</m:t>
                      </m:r>
                    </m:oMath>
                  </m:oMathPara>
                </a14:m>
                <a:endParaRPr lang="en-IN" sz="28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336724B-B8CA-B54F-36AB-841E18A44D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3867" y="4077072"/>
                <a:ext cx="4595566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6BA48E7E-6D27-3841-00CD-87FCFE4C9404}"/>
              </a:ext>
            </a:extLst>
          </p:cNvPr>
          <p:cNvSpPr txBox="1">
            <a:spLocks/>
          </p:cNvSpPr>
          <p:nvPr/>
        </p:nvSpPr>
        <p:spPr>
          <a:xfrm>
            <a:off x="1475656" y="36831"/>
            <a:ext cx="6000792" cy="642942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algn="ctr"/>
            <a:r>
              <a:rPr lang="en-IN" sz="32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</a:t>
            </a:r>
            <a:r>
              <a:rPr lang="en-IN" sz="3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Properties of  Random Network 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067295F-CAF9-43F3-D7ED-D02947D19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1EF59-3BB5-445A-8823-6ECC7205EB9D}" type="datetime1">
              <a:rPr lang="en-US" smtClean="0"/>
              <a:t>10/5/2025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B3AB107-394D-A692-2171-3500C0522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1109B24-3DE2-B6A5-147A-E947F991F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29853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Network Technology Background">
            <a:extLst>
              <a:ext uri="{FF2B5EF4-FFF2-40B4-BE49-F238E27FC236}">
                <a16:creationId xmlns:a16="http://schemas.microsoft.com/office/drawing/2014/main" id="{EACD9450-7C1D-FC9F-4571-7790155F79C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r="-1" b="3428"/>
          <a:stretch/>
        </p:blipFill>
        <p:spPr>
          <a:xfrm>
            <a:off x="18913" y="116632"/>
            <a:ext cx="8910804" cy="655891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" name="TextBox 4"/>
          <p:cNvSpPr txBox="1"/>
          <p:nvPr/>
        </p:nvSpPr>
        <p:spPr>
          <a:xfrm>
            <a:off x="8584231" y="6488668"/>
            <a:ext cx="55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wiki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209A650-35E5-6668-07E0-877725473147}"/>
                  </a:ext>
                </a:extLst>
              </p:cNvPr>
              <p:cNvSpPr txBox="1"/>
              <p:nvPr/>
            </p:nvSpPr>
            <p:spPr>
              <a:xfrm>
                <a:off x="827584" y="980728"/>
                <a:ext cx="5112568" cy="62408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Critical Regime (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</m:d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sz="2400" b="1" dirty="0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) (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den>
                    </m:f>
                  </m:oMath>
                </a14:m>
                <a:r>
                  <a:rPr lang="en-US" sz="2400" b="1" dirty="0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)</a:t>
                </a:r>
                <a:endParaRPr lang="en-IN" sz="2400" b="1" dirty="0">
                  <a:solidFill>
                    <a:srgbClr val="FF000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209A650-35E5-6668-07E0-8777254731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980728"/>
                <a:ext cx="5112568" cy="624082"/>
              </a:xfrm>
              <a:prstGeom prst="rect">
                <a:avLst/>
              </a:prstGeom>
              <a:blipFill>
                <a:blip r:embed="rId3"/>
                <a:stretch>
                  <a:fillRect l="-597" b="-78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8C3E5611-D352-88A6-0D22-CAEF5639554D}"/>
              </a:ext>
            </a:extLst>
          </p:cNvPr>
          <p:cNvSpPr txBox="1"/>
          <p:nvPr/>
        </p:nvSpPr>
        <p:spPr>
          <a:xfrm>
            <a:off x="902359" y="1826430"/>
            <a:ext cx="7920880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24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What will be the size of the largest cluster?</a:t>
            </a:r>
          </a:p>
          <a:p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82AA7E-DE96-7568-8D57-CE1CC4EE78AA}"/>
              </a:ext>
            </a:extLst>
          </p:cNvPr>
          <p:cNvSpPr txBox="1"/>
          <p:nvPr/>
        </p:nvSpPr>
        <p:spPr>
          <a:xfrm>
            <a:off x="1054979" y="3619902"/>
            <a:ext cx="7344816" cy="163121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Relative size is still zero. However there will be a significant jump in largest magnitude of the largest cluster.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Different size of cluster coexist (from power law)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Giant components will have loops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Small components are still tree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A4C2379-D912-C2C9-C895-731F53209B57}"/>
                  </a:ext>
                </a:extLst>
              </p:cNvPr>
              <p:cNvSpPr txBox="1"/>
              <p:nvPr/>
            </p:nvSpPr>
            <p:spPr>
              <a:xfrm>
                <a:off x="7946243" y="2284924"/>
                <a:ext cx="87699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en-IN" sz="2400" b="1" i="1" baseline="30000" dirty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IN" sz="2400" b="1" i="1" baseline="30000" dirty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IN" sz="2400" b="1" i="1" baseline="30000" dirty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IN" sz="24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A4C2379-D912-C2C9-C895-731F53209B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6243" y="2284924"/>
                <a:ext cx="876996" cy="461665"/>
              </a:xfrm>
              <a:prstGeom prst="rect">
                <a:avLst/>
              </a:prstGeom>
              <a:blipFill>
                <a:blip r:embed="rId4"/>
                <a:stretch>
                  <a:fillRect t="-92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B2AB75BD-DE40-C9D1-5B4B-32E4F8653E00}"/>
              </a:ext>
            </a:extLst>
          </p:cNvPr>
          <p:cNvSpPr txBox="1">
            <a:spLocks/>
          </p:cNvSpPr>
          <p:nvPr/>
        </p:nvSpPr>
        <p:spPr>
          <a:xfrm>
            <a:off x="1475656" y="0"/>
            <a:ext cx="6000792" cy="642942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algn="ctr"/>
            <a:r>
              <a:rPr lang="en-IN" sz="32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</a:t>
            </a:r>
            <a:r>
              <a:rPr lang="en-IN" sz="3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Properties of  Random Network 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F15D7A2-F6B7-D52D-DC59-763BFD14D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A2D2B-D3FF-4F56-99A5-A4F30BFE4517}" type="datetime1">
              <a:rPr lang="en-US" smtClean="0"/>
              <a:t>10/5/2025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742617-59F8-5B16-9AC5-291CF4559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45606C-4EF6-D9E3-D781-AA50938C0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86847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Network Technology Background">
            <a:extLst>
              <a:ext uri="{FF2B5EF4-FFF2-40B4-BE49-F238E27FC236}">
                <a16:creationId xmlns:a16="http://schemas.microsoft.com/office/drawing/2014/main" id="{72758AF0-964D-E77C-0A4A-2FBEB54F630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r="-1" b="3428"/>
          <a:stretch/>
        </p:blipFill>
        <p:spPr>
          <a:xfrm>
            <a:off x="18913" y="116632"/>
            <a:ext cx="8910804" cy="655891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" name="TextBox 4"/>
          <p:cNvSpPr txBox="1"/>
          <p:nvPr/>
        </p:nvSpPr>
        <p:spPr>
          <a:xfrm>
            <a:off x="8584231" y="6488668"/>
            <a:ext cx="55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wiki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209A650-35E5-6668-07E0-877725473147}"/>
                  </a:ext>
                </a:extLst>
              </p:cNvPr>
              <p:cNvSpPr txBox="1"/>
              <p:nvPr/>
            </p:nvSpPr>
            <p:spPr>
              <a:xfrm>
                <a:off x="827584" y="980728"/>
                <a:ext cx="7344816" cy="62408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Super critical Regime (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</m:d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sz="2400" b="1" dirty="0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) (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den>
                    </m:f>
                  </m:oMath>
                </a14:m>
                <a:r>
                  <a:rPr lang="en-US" sz="2400" b="1" dirty="0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)</a:t>
                </a:r>
                <a:endParaRPr lang="en-IN" sz="2400" b="1" dirty="0">
                  <a:solidFill>
                    <a:srgbClr val="FF000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209A650-35E5-6668-07E0-8777254731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980728"/>
                <a:ext cx="7344816" cy="624082"/>
              </a:xfrm>
              <a:prstGeom prst="rect">
                <a:avLst/>
              </a:prstGeom>
              <a:blipFill>
                <a:blip r:embed="rId3"/>
                <a:stretch>
                  <a:fillRect l="-415" b="-78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8C3E5611-D352-88A6-0D22-CAEF5639554D}"/>
              </a:ext>
            </a:extLst>
          </p:cNvPr>
          <p:cNvSpPr txBox="1"/>
          <p:nvPr/>
        </p:nvSpPr>
        <p:spPr>
          <a:xfrm>
            <a:off x="827584" y="2579818"/>
            <a:ext cx="7920880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24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What will be the size of the largest cluster?  (size of N)</a:t>
            </a:r>
          </a:p>
          <a:p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9B2187-91B9-EE46-63DA-ED526C202A78}"/>
              </a:ext>
            </a:extLst>
          </p:cNvPr>
          <p:cNvSpPr txBox="1"/>
          <p:nvPr/>
        </p:nvSpPr>
        <p:spPr>
          <a:xfrm>
            <a:off x="737828" y="3882886"/>
            <a:ext cx="8100392" cy="224676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b="0" i="0" u="none" strike="noStrike" baseline="0" dirty="0">
                <a:latin typeface="Cambria" panose="02040503050406030204" pitchFamily="18" charset="0"/>
                <a:ea typeface="Cambria" panose="02040503050406030204" pitchFamily="18" charset="0"/>
              </a:rPr>
              <a:t>The further we move from the critical point, the larger fraction of nodes will belong to it.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b="0" i="0" u="none" strike="noStrike" baseline="0" dirty="0">
                <a:latin typeface="Cambria" panose="02040503050406030204" pitchFamily="18" charset="0"/>
                <a:ea typeface="Cambria" panose="02040503050406030204" pitchFamily="18" charset="0"/>
              </a:rPr>
              <a:t>In the supercritical regime, numerous isolated components coexist with the giant component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b="0" i="0" u="none" strike="noStrike" baseline="0" dirty="0">
                <a:latin typeface="Cambria" panose="02040503050406030204" pitchFamily="18" charset="0"/>
                <a:ea typeface="Cambria" panose="02040503050406030204" pitchFamily="18" charset="0"/>
              </a:rPr>
              <a:t>These small components are trees, while the giant component contains loops and cycles. The supercritical regime lasts until the giant component absorbs all nodes</a:t>
            </a:r>
            <a:r>
              <a:rPr lang="en-IN" sz="2000" b="0" i="0" u="none" strike="noStrike" baseline="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5A2EAEA-BA20-6B7E-B92A-A19FFCCEA6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6271" y="1707548"/>
            <a:ext cx="3481949" cy="7784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F9EE4E1-9B9C-707A-0528-0286C07D4C98}"/>
              </a:ext>
            </a:extLst>
          </p:cNvPr>
          <p:cNvSpPr txBox="1"/>
          <p:nvPr/>
        </p:nvSpPr>
        <p:spPr>
          <a:xfrm>
            <a:off x="3649041" y="1907648"/>
            <a:ext cx="149294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At critical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2A7D6F6-26C4-8659-1AF0-B0E2593B7CBE}"/>
              </a:ext>
            </a:extLst>
          </p:cNvPr>
          <p:cNvSpPr txBox="1">
            <a:spLocks/>
          </p:cNvSpPr>
          <p:nvPr/>
        </p:nvSpPr>
        <p:spPr>
          <a:xfrm>
            <a:off x="1473919" y="294319"/>
            <a:ext cx="6000792" cy="642942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algn="ctr"/>
            <a:r>
              <a:rPr lang="en-IN" sz="32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</a:t>
            </a:r>
            <a:r>
              <a:rPr lang="en-IN" sz="3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Properties of  Random Network 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49BB26E-1F06-E3D5-4825-644BC3034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5A845-AC28-40A6-AD3A-4D37B1CC5E91}" type="datetime1">
              <a:rPr lang="en-US" smtClean="0"/>
              <a:t>10/5/2025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1A93899-47C7-488E-7798-B22544F5C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6070AEF-65DE-E6AA-5DCB-55EADEA87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42218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Network Technology Background">
            <a:extLst>
              <a:ext uri="{FF2B5EF4-FFF2-40B4-BE49-F238E27FC236}">
                <a16:creationId xmlns:a16="http://schemas.microsoft.com/office/drawing/2014/main" id="{C98518A4-46B9-A3C3-D36E-C1A38D792A6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r="-1" b="3428"/>
          <a:stretch/>
        </p:blipFill>
        <p:spPr>
          <a:xfrm>
            <a:off x="18913" y="116632"/>
            <a:ext cx="8910804" cy="655891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" name="TextBox 4"/>
          <p:cNvSpPr txBox="1"/>
          <p:nvPr/>
        </p:nvSpPr>
        <p:spPr>
          <a:xfrm>
            <a:off x="8584231" y="6488668"/>
            <a:ext cx="55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wiki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209A650-35E5-6668-07E0-877725473147}"/>
                  </a:ext>
                </a:extLst>
              </p:cNvPr>
              <p:cNvSpPr txBox="1"/>
              <p:nvPr/>
            </p:nvSpPr>
            <p:spPr>
              <a:xfrm>
                <a:off x="827584" y="980728"/>
                <a:ext cx="5112568" cy="50853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Connected Regime (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</m:d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𝒍𝒏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  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) (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𝒍𝒏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den>
                    </m:f>
                  </m:oMath>
                </a14:m>
                <a:r>
                  <a:rPr lang="en-US" b="1" dirty="0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)</a:t>
                </a:r>
                <a:endParaRPr lang="en-IN" b="1" dirty="0">
                  <a:solidFill>
                    <a:srgbClr val="FF000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209A650-35E5-6668-07E0-8777254731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980728"/>
                <a:ext cx="5112568" cy="508537"/>
              </a:xfrm>
              <a:prstGeom prst="rect">
                <a:avLst/>
              </a:prstGeom>
              <a:blipFill>
                <a:blip r:embed="rId3"/>
                <a:stretch>
                  <a:fillRect l="-1074" b="-361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3B15DF8-1406-4E27-87C6-443C2C43BEBE}"/>
                  </a:ext>
                </a:extLst>
              </p:cNvPr>
              <p:cNvSpPr txBox="1"/>
              <p:nvPr/>
            </p:nvSpPr>
            <p:spPr>
              <a:xfrm>
                <a:off x="869515" y="1770003"/>
                <a:ext cx="7750596" cy="193899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marL="285750" indent="-285750" algn="l">
                  <a:buFont typeface="Arial" panose="020B0604020202020204" pitchFamily="34" charset="0"/>
                  <a:buChar char="•"/>
                </a:pPr>
                <a:r>
                  <a:rPr lang="en-US" sz="2000" b="0" i="0" u="none" strike="noStrike" baseline="0" dirty="0">
                    <a:latin typeface="Cambria" panose="02040503050406030204" pitchFamily="18" charset="0"/>
                    <a:ea typeface="Cambria" panose="02040503050406030204" pitchFamily="18" charset="0"/>
                  </a:rPr>
                  <a:t>For sufficiently large </a:t>
                </a:r>
                <a14:m>
                  <m:oMath xmlns:m="http://schemas.openxmlformats.org/officeDocument/2006/math">
                    <m:r>
                      <a:rPr lang="en-US" sz="2000" b="0" i="1" u="none" strike="noStrike" baseline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000" b="0" i="1" u="none" strike="noStrike" baseline="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sz="2000" b="0" i="0" u="none" strike="noStrike" baseline="0" dirty="0">
                    <a:latin typeface="Cambria" panose="02040503050406030204" pitchFamily="18" charset="0"/>
                    <a:ea typeface="Cambria" panose="02040503050406030204" pitchFamily="18" charset="0"/>
                  </a:rPr>
                  <a:t>the giant component absorbs all nodes and components,</a:t>
                </a:r>
              </a:p>
              <a:p>
                <a:pPr marL="285750" indent="-285750" algn="l">
                  <a:buFont typeface="Arial" panose="020B0604020202020204" pitchFamily="34" charset="0"/>
                  <a:buChar char="•"/>
                </a:pPr>
                <a:r>
                  <a:rPr lang="en-US" sz="2000" b="0" i="0" u="none" strike="noStrike" baseline="0" dirty="0">
                    <a:latin typeface="Cambria" panose="02040503050406030204" pitchFamily="18" charset="0"/>
                    <a:ea typeface="Cambria" panose="02040503050406030204" pitchFamily="18" charset="0"/>
                  </a:rPr>
                  <a:t>hence </a:t>
                </a:r>
                <a14:m>
                  <m:oMath xmlns:m="http://schemas.openxmlformats.org/officeDocument/2006/math">
                    <m:r>
                      <a:rPr lang="en-US" sz="2000" b="0" i="1" u="none" strike="noStrike" baseline="0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900" b="0" i="1" u="none" strike="noStrike" baseline="0" dirty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000" b="0" i="1" u="none" strike="noStrike" baseline="0" dirty="0">
                        <a:latin typeface="Cambria Math" panose="02040503050406030204" pitchFamily="18" charset="0"/>
                      </a:rPr>
                      <m:t>≃ </m:t>
                    </m:r>
                    <m:r>
                      <a:rPr lang="en-US" sz="2000" b="0" i="1" u="none" strike="noStrike" baseline="0" dirty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000" b="0" i="0" u="none" strike="noStrike" baseline="0" dirty="0">
                    <a:latin typeface="Cambria" panose="02040503050406030204" pitchFamily="18" charset="0"/>
                    <a:ea typeface="Cambria" panose="02040503050406030204" pitchFamily="18" charset="0"/>
                  </a:rPr>
                  <a:t>. In the absence of isolated nodes the network becomes connected. </a:t>
                </a:r>
              </a:p>
              <a:p>
                <a:pPr marL="285750" indent="-285750" algn="l">
                  <a:buFont typeface="Arial" panose="020B0604020202020204" pitchFamily="34" charset="0"/>
                  <a:buChar char="•"/>
                </a:pPr>
                <a:r>
                  <a:rPr lang="en-US" sz="2000" b="0" i="0" u="none" strike="noStrike" baseline="0" dirty="0">
                    <a:latin typeface="Cambria" panose="02040503050406030204" pitchFamily="18" charset="0"/>
                    <a:ea typeface="Cambria" panose="02040503050406030204" pitchFamily="18" charset="0"/>
                  </a:rPr>
                  <a:t>The average degree at which this happens depends on </a:t>
                </a:r>
                <a:r>
                  <a:rPr lang="en-US" sz="2000" b="0" i="1" u="none" strike="noStrike" baseline="0" dirty="0">
                    <a:latin typeface="Cambria" panose="02040503050406030204" pitchFamily="18" charset="0"/>
                    <a:ea typeface="Cambria" panose="02040503050406030204" pitchFamily="18" charset="0"/>
                  </a:rPr>
                  <a:t>N </a:t>
                </a:r>
                <a:r>
                  <a:rPr lang="en-US" sz="2000" b="0" i="0" u="none" strike="noStrike" baseline="0" dirty="0">
                    <a:latin typeface="Cambria" panose="02040503050406030204" pitchFamily="18" charset="0"/>
                    <a:ea typeface="Cambria" panose="02040503050406030204" pitchFamily="18" charset="0"/>
                  </a:rPr>
                  <a:t>as</a:t>
                </a:r>
              </a:p>
              <a:p>
                <a:pPr marL="285750" indent="-285750" algn="l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func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IN" sz="20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3B15DF8-1406-4E27-87C6-443C2C43BE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515" y="1770003"/>
                <a:ext cx="7750596" cy="1938992"/>
              </a:xfrm>
              <a:prstGeom prst="rect">
                <a:avLst/>
              </a:prstGeom>
              <a:blipFill>
                <a:blip r:embed="rId4"/>
                <a:stretch>
                  <a:fillRect l="-708" t="-1572" b="-440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27CDADE5-5528-52BA-5E9D-B69C64D44AC4}"/>
              </a:ext>
            </a:extLst>
          </p:cNvPr>
          <p:cNvSpPr txBox="1"/>
          <p:nvPr/>
        </p:nvSpPr>
        <p:spPr>
          <a:xfrm>
            <a:off x="586605" y="4437112"/>
            <a:ext cx="8316416" cy="132343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/>
            <a:r>
              <a:rPr lang="en-US" sz="2000" b="0" i="0" u="none" strike="noStrike" baseline="0" dirty="0">
                <a:latin typeface="Cambria" panose="02040503050406030204" pitchFamily="18" charset="0"/>
                <a:ea typeface="Cambria" panose="02040503050406030204" pitchFamily="18" charset="0"/>
              </a:rPr>
              <a:t>In summary, the random network model predicts that the emergence of a network is not a smooth, gradual process: The isolated nodes and tiny components observed for small &lt;</a:t>
            </a:r>
            <a:r>
              <a:rPr lang="en-US" sz="2000" b="0" i="1" u="none" strike="noStrike" baseline="0" dirty="0">
                <a:latin typeface="Cambria" panose="02040503050406030204" pitchFamily="18" charset="0"/>
                <a:ea typeface="Cambria" panose="02040503050406030204" pitchFamily="18" charset="0"/>
              </a:rPr>
              <a:t>k</a:t>
            </a:r>
            <a:r>
              <a:rPr lang="en-US" sz="2000" b="0" i="0" u="none" strike="noStrike" baseline="0" dirty="0">
                <a:latin typeface="Cambria" panose="02040503050406030204" pitchFamily="18" charset="0"/>
                <a:ea typeface="Cambria" panose="02040503050406030204" pitchFamily="18" charset="0"/>
              </a:rPr>
              <a:t>&gt; collapse into a giant component </a:t>
            </a:r>
            <a:r>
              <a:rPr lang="en-IN" sz="2000" b="0" i="0" u="none" strike="noStrike" baseline="0" dirty="0">
                <a:latin typeface="Cambria" panose="02040503050406030204" pitchFamily="18" charset="0"/>
                <a:ea typeface="Cambria" panose="02040503050406030204" pitchFamily="18" charset="0"/>
              </a:rPr>
              <a:t>through a </a:t>
            </a:r>
            <a:r>
              <a:rPr lang="en-IN" sz="2000" b="0" i="0" u="none" strike="noStrike" baseline="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phase transition</a:t>
            </a:r>
            <a:endParaRPr lang="en-IN" sz="2000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E46958-7BE2-DA66-49BD-B127763D1E2A}"/>
              </a:ext>
            </a:extLst>
          </p:cNvPr>
          <p:cNvSpPr txBox="1">
            <a:spLocks/>
          </p:cNvSpPr>
          <p:nvPr/>
        </p:nvSpPr>
        <p:spPr>
          <a:xfrm>
            <a:off x="1475656" y="126243"/>
            <a:ext cx="6000792" cy="642942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algn="ctr"/>
            <a:r>
              <a:rPr lang="en-IN" sz="32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</a:t>
            </a:r>
            <a:r>
              <a:rPr lang="en-IN" sz="3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Properties of  Random Network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0E204C-5D65-F2D5-D84B-312741EE0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22F1A-3227-4EA0-9152-599C2EEDD5B9}" type="datetime1">
              <a:rPr lang="en-US" smtClean="0"/>
              <a:t>10/5/2025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195E13-9387-C4A4-87D1-90E051C12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F00B77-498B-A0E9-2AEB-4B6936851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48209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359A115-4934-9BA9-2C0A-A60E3202F3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908720"/>
            <a:ext cx="8178799" cy="334695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6C49FB-5ACB-1F1D-DB97-017CEE5203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1BE646C-3CC9-4ED9-BCDC-2A56D5AA3539}" type="datetime1">
              <a:rPr lang="en-US" smtClean="0"/>
              <a:pPr>
                <a:spcAft>
                  <a:spcPts val="600"/>
                </a:spcAft>
              </a:pPr>
              <a:t>10/5/2025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7EDB80-C959-5291-BC8D-17849874F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C.H, CCNSB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BC8DB-81A3-32AF-062F-14ACAC83B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0FF48A1-BBC9-46E7-A4CC-5BFD9B1F42DF}" type="slidenum">
              <a:rPr lang="en-US" smtClean="0"/>
              <a:pPr>
                <a:spcAft>
                  <a:spcPts val="600"/>
                </a:spcAft>
              </a:pPr>
              <a:t>26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D8B4798-60C8-775F-802F-926CDC238D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188640"/>
            <a:ext cx="5270579" cy="321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9477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4D6DC-5E9D-8220-62B2-F86BA34EB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A0313-2B1A-1E76-E00D-CA00B49C74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Simulate the system for n=500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493675-D0EA-4B71-9D13-7B615FFFA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E646C-3CC9-4ED9-BCDC-2A56D5AA3539}" type="datetime1">
              <a:rPr lang="en-US" smtClean="0"/>
              <a:t>10/5/2025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008742-A2BF-0722-D7FD-9387F853C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FC6A0-5ADD-9C4C-925B-10CEAFF2F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2844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723F39-DDE3-F905-E37A-29C456CFA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549EF0-9454-B459-20D6-CFC70151BC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337" y="404664"/>
            <a:ext cx="7079325" cy="557106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DF95EE-388E-90AC-EAEF-E653D0E954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1BE646C-3CC9-4ED9-BCDC-2A56D5AA3539}" type="datetime1">
              <a:rPr lang="en-US" smtClean="0"/>
              <a:pPr>
                <a:spcAft>
                  <a:spcPts val="600"/>
                </a:spcAft>
              </a:pPr>
              <a:t>10/5/2025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22D783-829D-90B3-23F5-086D60663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C.H, CCNSB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3CCBC7-3C92-6C9B-B74C-5B7C76A67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0FF48A1-BBC9-46E7-A4CC-5BFD9B1F42DF}" type="slidenum">
              <a:rPr lang="en-US" smtClean="0"/>
              <a:pPr>
                <a:spcAft>
                  <a:spcPts val="600"/>
                </a:spcAft>
              </a:pPr>
              <a:t>28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292C75A-DD75-C5A9-726C-FC2FAA63B0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136525"/>
            <a:ext cx="5270579" cy="321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3288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etwork Technology Background">
            <a:extLst>
              <a:ext uri="{FF2B5EF4-FFF2-40B4-BE49-F238E27FC236}">
                <a16:creationId xmlns:a16="http://schemas.microsoft.com/office/drawing/2014/main" id="{93C42596-9878-3702-B25F-BF405693764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r="-1" b="3428"/>
          <a:stretch/>
        </p:blipFill>
        <p:spPr>
          <a:xfrm>
            <a:off x="18913" y="116632"/>
            <a:ext cx="8910804" cy="655891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" name="TextBox 4"/>
          <p:cNvSpPr txBox="1"/>
          <p:nvPr/>
        </p:nvSpPr>
        <p:spPr>
          <a:xfrm>
            <a:off x="8584231" y="6488668"/>
            <a:ext cx="55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wiki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F6130-1B33-5CED-C98E-C4270F9A2C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736759" y="-348682"/>
            <a:ext cx="5748827" cy="8143242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AF31AC64-5EC3-1C41-9A6D-3EE56210EC73}"/>
              </a:ext>
            </a:extLst>
          </p:cNvPr>
          <p:cNvSpPr txBox="1">
            <a:spLocks/>
          </p:cNvSpPr>
          <p:nvPr/>
        </p:nvSpPr>
        <p:spPr>
          <a:xfrm>
            <a:off x="1475656" y="126243"/>
            <a:ext cx="6000792" cy="642942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algn="ctr"/>
            <a:r>
              <a:rPr lang="en-IN" sz="32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</a:t>
            </a:r>
            <a:r>
              <a:rPr lang="en-IN" sz="3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Properties of  Random Network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C6773E-4DEA-4ABD-ACFB-D33A28BF0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DCB7A-8881-4669-9CDF-DDB0F1F66926}" type="datetime1">
              <a:rPr lang="en-US" smtClean="0"/>
              <a:t>10/5/2025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DC7E32-E6FD-5661-AA23-E44F75395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50A59D3-6761-368A-8F1A-D4D9ED07F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11159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9FF42-3D95-87A0-E1F3-84B764BD3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Network Technology Background">
            <a:extLst>
              <a:ext uri="{FF2B5EF4-FFF2-40B4-BE49-F238E27FC236}">
                <a16:creationId xmlns:a16="http://schemas.microsoft.com/office/drawing/2014/main" id="{EAE20893-FA55-246A-8586-41587082723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r="-1" b="3428"/>
          <a:stretch/>
        </p:blipFill>
        <p:spPr>
          <a:xfrm>
            <a:off x="18913" y="116632"/>
            <a:ext cx="8910804" cy="655891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5385A30-7CF4-1801-267C-F8C35519660D}"/>
              </a:ext>
            </a:extLst>
          </p:cNvPr>
          <p:cNvSpPr txBox="1"/>
          <p:nvPr/>
        </p:nvSpPr>
        <p:spPr>
          <a:xfrm>
            <a:off x="8584231" y="6488668"/>
            <a:ext cx="55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wiki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AB4B688-DC98-8862-7105-26DC3FC5959E}"/>
                  </a:ext>
                </a:extLst>
              </p:cNvPr>
              <p:cNvSpPr txBox="1"/>
              <p:nvPr/>
            </p:nvSpPr>
            <p:spPr>
              <a:xfrm>
                <a:off x="827584" y="980728"/>
                <a:ext cx="5112568" cy="50853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Connected Regime (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</m:d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𝒍𝒏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  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) (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𝒍𝒏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den>
                    </m:f>
                  </m:oMath>
                </a14:m>
                <a:r>
                  <a:rPr lang="en-US" b="1" dirty="0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)</a:t>
                </a:r>
                <a:endParaRPr lang="en-IN" b="1" dirty="0">
                  <a:solidFill>
                    <a:srgbClr val="FF000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209A650-35E5-6668-07E0-8777254731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980728"/>
                <a:ext cx="5112568" cy="508537"/>
              </a:xfrm>
              <a:prstGeom prst="rect">
                <a:avLst/>
              </a:prstGeom>
              <a:blipFill>
                <a:blip r:embed="rId3"/>
                <a:stretch>
                  <a:fillRect l="-1074" b="-361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17417F7-4F67-08A2-BB8F-1F8DBBCEE04B}"/>
                  </a:ext>
                </a:extLst>
              </p:cNvPr>
              <p:cNvSpPr txBox="1"/>
              <p:nvPr/>
            </p:nvSpPr>
            <p:spPr>
              <a:xfrm>
                <a:off x="869515" y="1770003"/>
                <a:ext cx="7750596" cy="193899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marL="285750" indent="-285750" algn="l">
                  <a:buFont typeface="Arial" panose="020B0604020202020204" pitchFamily="34" charset="0"/>
                  <a:buChar char="•"/>
                </a:pPr>
                <a:r>
                  <a:rPr lang="en-US" sz="2000" b="0" i="0" u="none" strike="noStrike" baseline="0" dirty="0">
                    <a:latin typeface="Cambria" panose="02040503050406030204" pitchFamily="18" charset="0"/>
                    <a:ea typeface="Cambria" panose="02040503050406030204" pitchFamily="18" charset="0"/>
                  </a:rPr>
                  <a:t>For sufficiently large </a:t>
                </a:r>
                <a14:m>
                  <m:oMath xmlns:m="http://schemas.openxmlformats.org/officeDocument/2006/math">
                    <m:r>
                      <a:rPr lang="en-US" sz="2000" b="0" i="1" u="none" strike="noStrike" baseline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000" b="0" i="1" u="none" strike="noStrike" baseline="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sz="2000" b="0" i="0" u="none" strike="noStrike" baseline="0" dirty="0">
                    <a:latin typeface="Cambria" panose="02040503050406030204" pitchFamily="18" charset="0"/>
                    <a:ea typeface="Cambria" panose="02040503050406030204" pitchFamily="18" charset="0"/>
                  </a:rPr>
                  <a:t>the giant component absorbs all nodes and components,</a:t>
                </a:r>
              </a:p>
              <a:p>
                <a:pPr marL="285750" indent="-285750" algn="l">
                  <a:buFont typeface="Arial" panose="020B0604020202020204" pitchFamily="34" charset="0"/>
                  <a:buChar char="•"/>
                </a:pPr>
                <a:r>
                  <a:rPr lang="en-US" sz="2000" b="0" i="0" u="none" strike="noStrike" baseline="0" dirty="0">
                    <a:latin typeface="Cambria" panose="02040503050406030204" pitchFamily="18" charset="0"/>
                    <a:ea typeface="Cambria" panose="02040503050406030204" pitchFamily="18" charset="0"/>
                  </a:rPr>
                  <a:t>hence </a:t>
                </a:r>
                <a14:m>
                  <m:oMath xmlns:m="http://schemas.openxmlformats.org/officeDocument/2006/math">
                    <m:r>
                      <a:rPr lang="en-US" sz="2000" b="0" i="1" u="none" strike="noStrike" baseline="0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900" b="0" i="1" u="none" strike="noStrike" baseline="0" dirty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000" b="0" i="1" u="none" strike="noStrike" baseline="0" dirty="0">
                        <a:latin typeface="Cambria Math" panose="02040503050406030204" pitchFamily="18" charset="0"/>
                      </a:rPr>
                      <m:t>≃ </m:t>
                    </m:r>
                    <m:r>
                      <a:rPr lang="en-US" sz="2000" b="0" i="1" u="none" strike="noStrike" baseline="0" dirty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000" b="0" i="0" u="none" strike="noStrike" baseline="0" dirty="0">
                    <a:latin typeface="Cambria" panose="02040503050406030204" pitchFamily="18" charset="0"/>
                    <a:ea typeface="Cambria" panose="02040503050406030204" pitchFamily="18" charset="0"/>
                  </a:rPr>
                  <a:t>. In the absence of isolated nodes the network becomes connected. </a:t>
                </a:r>
              </a:p>
              <a:p>
                <a:pPr marL="285750" indent="-285750" algn="l">
                  <a:buFont typeface="Arial" panose="020B0604020202020204" pitchFamily="34" charset="0"/>
                  <a:buChar char="•"/>
                </a:pPr>
                <a:r>
                  <a:rPr lang="en-US" sz="2000" b="0" i="0" u="none" strike="noStrike" baseline="0" dirty="0">
                    <a:latin typeface="Cambria" panose="02040503050406030204" pitchFamily="18" charset="0"/>
                    <a:ea typeface="Cambria" panose="02040503050406030204" pitchFamily="18" charset="0"/>
                  </a:rPr>
                  <a:t>The average degree at which this happens depends on </a:t>
                </a:r>
                <a:r>
                  <a:rPr lang="en-US" sz="2000" b="0" i="1" u="none" strike="noStrike" baseline="0" dirty="0">
                    <a:latin typeface="Cambria" panose="02040503050406030204" pitchFamily="18" charset="0"/>
                    <a:ea typeface="Cambria" panose="02040503050406030204" pitchFamily="18" charset="0"/>
                  </a:rPr>
                  <a:t>N </a:t>
                </a:r>
                <a:r>
                  <a:rPr lang="en-US" sz="2000" b="0" i="0" u="none" strike="noStrike" baseline="0" dirty="0">
                    <a:latin typeface="Cambria" panose="02040503050406030204" pitchFamily="18" charset="0"/>
                    <a:ea typeface="Cambria" panose="02040503050406030204" pitchFamily="18" charset="0"/>
                  </a:rPr>
                  <a:t>as</a:t>
                </a:r>
              </a:p>
              <a:p>
                <a:pPr marL="285750" indent="-285750" algn="l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func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IN" sz="20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3B15DF8-1406-4E27-87C6-443C2C43BE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515" y="1770003"/>
                <a:ext cx="7750596" cy="1938992"/>
              </a:xfrm>
              <a:prstGeom prst="rect">
                <a:avLst/>
              </a:prstGeom>
              <a:blipFill>
                <a:blip r:embed="rId4"/>
                <a:stretch>
                  <a:fillRect l="-708" t="-1572" b="-440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F1504F03-2939-A594-3E33-AF4128E1B7C8}"/>
              </a:ext>
            </a:extLst>
          </p:cNvPr>
          <p:cNvSpPr txBox="1"/>
          <p:nvPr/>
        </p:nvSpPr>
        <p:spPr>
          <a:xfrm>
            <a:off x="586605" y="4437112"/>
            <a:ext cx="8316416" cy="132343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/>
            <a:r>
              <a:rPr lang="en-US" sz="2000" b="0" i="0" u="none" strike="noStrike" baseline="0" dirty="0">
                <a:latin typeface="Cambria" panose="02040503050406030204" pitchFamily="18" charset="0"/>
                <a:ea typeface="Cambria" panose="02040503050406030204" pitchFamily="18" charset="0"/>
              </a:rPr>
              <a:t>In summary, the random network model predicts that the emergence of a network is not a smooth, gradual process: The isolated nodes and tiny components observed for small &lt;</a:t>
            </a:r>
            <a:r>
              <a:rPr lang="en-US" sz="2000" b="0" i="1" u="none" strike="noStrike" baseline="0" dirty="0">
                <a:latin typeface="Cambria" panose="02040503050406030204" pitchFamily="18" charset="0"/>
                <a:ea typeface="Cambria" panose="02040503050406030204" pitchFamily="18" charset="0"/>
              </a:rPr>
              <a:t>k</a:t>
            </a:r>
            <a:r>
              <a:rPr lang="en-US" sz="2000" b="0" i="0" u="none" strike="noStrike" baseline="0" dirty="0">
                <a:latin typeface="Cambria" panose="02040503050406030204" pitchFamily="18" charset="0"/>
                <a:ea typeface="Cambria" panose="02040503050406030204" pitchFamily="18" charset="0"/>
              </a:rPr>
              <a:t>&gt; collapse into a giant component </a:t>
            </a:r>
            <a:r>
              <a:rPr lang="en-IN" sz="2000" b="0" i="0" u="none" strike="noStrike" baseline="0" dirty="0">
                <a:latin typeface="Cambria" panose="02040503050406030204" pitchFamily="18" charset="0"/>
                <a:ea typeface="Cambria" panose="02040503050406030204" pitchFamily="18" charset="0"/>
              </a:rPr>
              <a:t>through a </a:t>
            </a:r>
            <a:r>
              <a:rPr lang="en-IN" sz="2000" b="0" i="0" u="none" strike="noStrike" baseline="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phase transition</a:t>
            </a:r>
            <a:endParaRPr lang="en-IN" sz="2000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E3F61E-C095-BDC5-088B-C80EBD6C90A4}"/>
              </a:ext>
            </a:extLst>
          </p:cNvPr>
          <p:cNvSpPr txBox="1">
            <a:spLocks/>
          </p:cNvSpPr>
          <p:nvPr/>
        </p:nvSpPr>
        <p:spPr>
          <a:xfrm>
            <a:off x="1475656" y="126243"/>
            <a:ext cx="6000792" cy="642942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algn="ctr"/>
            <a:r>
              <a:rPr lang="en-IN" sz="32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</a:t>
            </a:r>
            <a:r>
              <a:rPr lang="en-IN" sz="3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Properties of  Random Network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B2A1FA-39C4-DAE8-7E8F-462EBD1DE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22F1A-3227-4EA0-9152-599C2EEDD5B9}" type="datetime1">
              <a:rPr lang="en-US" smtClean="0"/>
              <a:t>10/5/2025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6E5D56-3C01-48CC-09B5-DE0D3E8E3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14AA4D-0E52-9FFB-26EB-66339D261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30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63440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45435-75C9-F6A2-31E0-FA59769BA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CA7EAD-22EA-5773-4A38-F63A042A0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E646C-3CC9-4ED9-BCDC-2A56D5AA3539}" type="datetime1">
              <a:rPr lang="en-US" smtClean="0"/>
              <a:t>10/5/2025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31BE01-138C-8C48-D6F2-3FD5254BD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322D8F-AAAD-B4C6-EE6E-B6B4F7914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31</a:t>
            </a:fld>
            <a:endParaRPr lang="en-IN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AEB2EE44-63F8-7415-C04D-116023875943}"/>
              </a:ext>
            </a:extLst>
          </p:cNvPr>
          <p:cNvSpPr txBox="1">
            <a:spLocks/>
          </p:cNvSpPr>
          <p:nvPr/>
        </p:nvSpPr>
        <p:spPr>
          <a:xfrm>
            <a:off x="1475656" y="126243"/>
            <a:ext cx="6000792" cy="642942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70000" lnSpcReduction="20000"/>
          </a:bodyPr>
          <a:lstStyle/>
          <a:p>
            <a:pPr algn="ctr"/>
            <a:r>
              <a:rPr lang="en-IN" sz="32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</a:t>
            </a:r>
            <a:r>
              <a:rPr lang="en-IN" sz="3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Properties of  Random Network (ER): Isolated nodes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B9CD72A-DC87-8559-5234-A69D493D821D}"/>
                  </a:ext>
                </a:extLst>
              </p:cNvPr>
              <p:cNvSpPr txBox="1"/>
              <p:nvPr/>
            </p:nvSpPr>
            <p:spPr>
              <a:xfrm>
                <a:off x="787400" y="1628800"/>
                <a:ext cx="7899400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Each of 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−1 </m:t>
                    </m:r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possible edges between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 and the other nodes is present independently with probability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. </a:t>
                </a:r>
              </a:p>
              <a:p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So the probability </a:t>
                </a:r>
                <a:r>
                  <a:rPr lang="en-US" b="1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that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b="1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has degree 0</a:t>
                </a:r>
                <a:r>
                  <a:rPr lang="en-US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(i.e. is i</a:t>
                </a:r>
                <a:r>
                  <a:rPr lang="en-US" u="sng" dirty="0">
                    <a:latin typeface="Cambria" panose="02040503050406030204" pitchFamily="18" charset="0"/>
                    <a:ea typeface="Cambria" panose="02040503050406030204" pitchFamily="18" charset="0"/>
                  </a:rPr>
                  <a:t>solated</a:t>
                </a: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) is</a:t>
                </a:r>
                <a:endParaRPr lang="en-IN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B9CD72A-DC87-8559-5234-A69D493D82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400" y="1628800"/>
                <a:ext cx="7899400" cy="1200329"/>
              </a:xfrm>
              <a:prstGeom prst="rect">
                <a:avLst/>
              </a:prstGeom>
              <a:blipFill>
                <a:blip r:embed="rId2"/>
                <a:stretch>
                  <a:fillRect l="-617" t="-3046" b="-659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5866F98-351E-FC69-582E-F81B8CD968CC}"/>
                  </a:ext>
                </a:extLst>
              </p:cNvPr>
              <p:cNvSpPr txBox="1"/>
              <p:nvPr/>
            </p:nvSpPr>
            <p:spPr>
              <a:xfrm>
                <a:off x="2451100" y="3227438"/>
                <a:ext cx="4572000" cy="4031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Pr</m:t>
                      </m:r>
                      <m:r>
                        <a:rPr lang="en-US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i="0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is</m:t>
                      </m:r>
                      <m:r>
                        <a:rPr lang="en-US" i="0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i="0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isolated</m:t>
                      </m:r>
                      <m:r>
                        <a:rPr lang="en-US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lang="en-US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en-US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IN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5866F98-351E-FC69-582E-F81B8CD968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1100" y="3227438"/>
                <a:ext cx="4572000" cy="403124"/>
              </a:xfrm>
              <a:prstGeom prst="rect">
                <a:avLst/>
              </a:prstGeom>
              <a:blipFill>
                <a:blip r:embed="rId3"/>
                <a:stretch>
                  <a:fillRect t="-1493" b="-1940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DDE024B-A46E-7911-9968-05E3EE5224AF}"/>
                  </a:ext>
                </a:extLst>
              </p:cNvPr>
              <p:cNvSpPr txBox="1"/>
              <p:nvPr/>
            </p:nvSpPr>
            <p:spPr>
              <a:xfrm>
                <a:off x="971600" y="4031153"/>
                <a:ext cx="748883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This is simply the probability every one of those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−1</m:t>
                    </m:r>
                    <m:r>
                      <a:rPr lang="en-US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edges is absent.</a:t>
                </a:r>
                <a:endParaRPr lang="en-IN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DDE024B-A46E-7911-9968-05E3EE5224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4031153"/>
                <a:ext cx="7488832" cy="369332"/>
              </a:xfrm>
              <a:prstGeom prst="rect">
                <a:avLst/>
              </a:prstGeom>
              <a:blipFill>
                <a:blip r:embed="rId4"/>
                <a:stretch>
                  <a:fillRect l="-651" t="-9836" b="-229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58060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6EFD2-855D-B7B9-0EAA-8D8572F2F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318D22-F4B2-D6C7-6327-33ECFAC6B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E646C-3CC9-4ED9-BCDC-2A56D5AA3539}" type="datetime1">
              <a:rPr lang="en-US" smtClean="0"/>
              <a:t>10/5/2025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86F9F-5B50-1F2E-4078-5BD29D564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B98D9A-D949-0657-1693-99F0B52C2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32</a:t>
            </a:fld>
            <a:endParaRPr lang="en-IN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687F75A8-1BA2-C324-1733-D445BF74B4D5}"/>
              </a:ext>
            </a:extLst>
          </p:cNvPr>
          <p:cNvSpPr txBox="1">
            <a:spLocks/>
          </p:cNvSpPr>
          <p:nvPr/>
        </p:nvSpPr>
        <p:spPr>
          <a:xfrm>
            <a:off x="1475656" y="126243"/>
            <a:ext cx="6000792" cy="642942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70000" lnSpcReduction="20000"/>
          </a:bodyPr>
          <a:lstStyle/>
          <a:p>
            <a:pPr algn="ctr"/>
            <a:r>
              <a:rPr lang="en-IN" sz="32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</a:t>
            </a:r>
            <a:r>
              <a:rPr lang="en-IN" sz="3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Properties of  Random Network (ER): Isolated nodes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D842784-5030-41A5-0DD6-5533886E554B}"/>
                  </a:ext>
                </a:extLst>
              </p:cNvPr>
              <p:cNvSpPr txBox="1"/>
              <p:nvPr/>
            </p:nvSpPr>
            <p:spPr>
              <a:xfrm>
                <a:off x="2339752" y="1052736"/>
                <a:ext cx="4572000" cy="4031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Pr</m:t>
                      </m:r>
                      <m:r>
                        <a:rPr lang="en-US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i="0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is</m:t>
                      </m:r>
                      <m:r>
                        <a:rPr lang="en-US" i="0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i="0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isolated</m:t>
                      </m:r>
                      <m:r>
                        <a:rPr lang="en-US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lang="en-US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en-US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IN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D842784-5030-41A5-0DD6-5533886E55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752" y="1052736"/>
                <a:ext cx="4572000" cy="403124"/>
              </a:xfrm>
              <a:prstGeom prst="rect">
                <a:avLst/>
              </a:prstGeom>
              <a:blipFill>
                <a:blip r:embed="rId2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4520FD3-3843-71AC-4087-7E5A837A12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2532" y="1727981"/>
                <a:ext cx="6707088" cy="25853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</a:rPr>
                  <a:t>The degree of </a:t>
                </a:r>
                <a14:m>
                  <m:oMath xmlns:m="http://schemas.openxmlformats.org/officeDocument/2006/math"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</a:rPr>
                  <a:t> is </a:t>
                </a:r>
                <a14:m>
                  <m:oMath xmlns:m="http://schemas.openxmlformats.org/officeDocument/2006/math"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mbria Math" panose="02040503050406030204" pitchFamily="18" charset="0"/>
                      </a:rPr>
                      <m:t>𝐵𝑖𝑛𝑜𝑚𝑖𝑎𝑙</m:t>
                    </m:r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mbria Math" panose="02040503050406030204" pitchFamily="18" charset="0"/>
                      </a:rPr>
                      <m:t>𝑛</m:t>
                    </m:r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mbria Math" panose="02040503050406030204" pitchFamily="18" charset="0"/>
                      </a:rPr>
                      <m:t>−1,</m:t>
                    </m:r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mbria Math" panose="02040503050406030204" pitchFamily="18" charset="0"/>
                      </a:rPr>
                      <m:t>𝑝</m:t>
                    </m:r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mbria Math" panose="02040503050406030204" pitchFamily="18" charset="0"/>
                      </a:rPr>
                      <m:t>). </m:t>
                    </m:r>
                  </m:oMath>
                </a14:m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lang="en-US" altLang="en-US" dirty="0">
                  <a:solidFill>
                    <a:srgbClr val="0000FF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</a:rPr>
                  <a:t>The isolated-event is the </a:t>
                </a:r>
                <a14:m>
                  <m:oMath xmlns:m="http://schemas.openxmlformats.org/officeDocument/2006/math"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mbria Math" panose="02040503050406030204" pitchFamily="18" charset="0"/>
                      </a:rPr>
                      <m:t>𝑘</m:t>
                    </m:r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mbria Math" panose="02040503050406030204" pitchFamily="18" charset="0"/>
                      </a:rPr>
                      <m:t>=0 </m:t>
                    </m:r>
                  </m:oMath>
                </a14:m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</a:rPr>
                  <a:t>case of that distribution.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</a:rPr>
                  <a:t>Let </a:t>
                </a:r>
                <a14:m>
                  <m:oMath xmlns:m="http://schemas.openxmlformats.org/officeDocument/2006/math"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</a:rPr>
                  <a:t> be the number of isolated nodes in the graph. Then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lang="en-US" alt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</a:rPr>
                  <a:t>               </a:t>
                </a:r>
                <a14:m>
                  <m:oMath xmlns:m="http://schemas.openxmlformats.org/officeDocument/2006/math">
                    <m:r>
                      <a:rPr lang="en-US" altLang="en-US" b="0" i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en-US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altLang="en-US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𝐵𝑖𝑛𝑜𝑚𝑖𝑎𝑙</m:t>
                    </m:r>
                    <m:d>
                      <m:dPr>
                        <m:ctrlPr>
                          <a:rPr lang="en-US" altLang="en-US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en-US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−1,</m:t>
                        </m:r>
                        <m:r>
                          <a:rPr lang="en-US" altLang="en-US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altLang="en-US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en-US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</m:e>
                      <m:sup>
                        <m:r>
                          <a:rPr lang="en-US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altLang="en-US" dirty="0">
                  <a:solidFill>
                    <a:srgbClr val="0000FF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4520FD3-3843-71AC-4087-7E5A837A12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62532" y="1727981"/>
                <a:ext cx="6707088" cy="2585323"/>
              </a:xfrm>
              <a:prstGeom prst="rect">
                <a:avLst/>
              </a:prstGeom>
              <a:blipFill>
                <a:blip r:embed="rId3"/>
                <a:stretch>
                  <a:fillRect l="-818" t="-94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6248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95B21-D20B-D8B3-EAB0-621C01CA9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F40CAD-7B6B-EA2D-703F-8923AD2C1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E646C-3CC9-4ED9-BCDC-2A56D5AA3539}" type="datetime1">
              <a:rPr lang="en-US" smtClean="0"/>
              <a:t>10/5/2025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A6FC37-2774-7998-1476-FA1718427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9000B6-7663-F376-5A42-EB0D1E499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33</a:t>
            </a:fld>
            <a:endParaRPr lang="en-IN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6A5625F8-8776-D705-1F47-C23E000E9327}"/>
              </a:ext>
            </a:extLst>
          </p:cNvPr>
          <p:cNvSpPr txBox="1">
            <a:spLocks/>
          </p:cNvSpPr>
          <p:nvPr/>
        </p:nvSpPr>
        <p:spPr>
          <a:xfrm>
            <a:off x="1475656" y="126243"/>
            <a:ext cx="6000792" cy="642942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70000" lnSpcReduction="20000"/>
          </a:bodyPr>
          <a:lstStyle/>
          <a:p>
            <a:pPr algn="ctr"/>
            <a:r>
              <a:rPr lang="en-IN" sz="32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</a:t>
            </a:r>
            <a:r>
              <a:rPr lang="en-IN" sz="3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Properties of  Random Network (ER): Isolated nodes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32C736F-0F36-2BB6-A181-02DB66A12CB8}"/>
                  </a:ext>
                </a:extLst>
              </p:cNvPr>
              <p:cNvSpPr txBox="1"/>
              <p:nvPr/>
            </p:nvSpPr>
            <p:spPr>
              <a:xfrm>
                <a:off x="2339752" y="1052736"/>
                <a:ext cx="4572000" cy="4031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Pr</m:t>
                      </m:r>
                      <m:r>
                        <a:rPr lang="en-US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i="0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is</m:t>
                      </m:r>
                      <m:r>
                        <a:rPr lang="en-US" i="0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i="0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isolated</m:t>
                      </m:r>
                      <m:r>
                        <a:rPr lang="en-US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lang="en-US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en-US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IN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32C736F-0F36-2BB6-A181-02DB66A12C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752" y="1052736"/>
                <a:ext cx="4572000" cy="403124"/>
              </a:xfrm>
              <a:prstGeom prst="rect">
                <a:avLst/>
              </a:prstGeom>
              <a:blipFill>
                <a:blip r:embed="rId2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8A531EF9-796A-AF8B-317B-520C28863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7200" y="1551615"/>
                <a:ext cx="8686800" cy="230832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</a:rPr>
                  <a:t>The degree of </a:t>
                </a:r>
                <a14:m>
                  <m:oMath xmlns:m="http://schemas.openxmlformats.org/officeDocument/2006/math"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</a:rPr>
                  <a:t> is </a:t>
                </a:r>
                <a14:m>
                  <m:oMath xmlns:m="http://schemas.openxmlformats.org/officeDocument/2006/math"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mbria Math" panose="02040503050406030204" pitchFamily="18" charset="0"/>
                      </a:rPr>
                      <m:t>𝐵𝑖𝑛𝑜𝑚𝑖𝑎𝑙</m:t>
                    </m:r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mbria Math" panose="02040503050406030204" pitchFamily="18" charset="0"/>
                      </a:rPr>
                      <m:t>𝑛</m:t>
                    </m:r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mbria Math" panose="02040503050406030204" pitchFamily="18" charset="0"/>
                      </a:rPr>
                      <m:t>−1,</m:t>
                    </m:r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mbria Math" panose="02040503050406030204" pitchFamily="18" charset="0"/>
                      </a:rPr>
                      <m:t>𝑝</m:t>
                    </m:r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mbria Math" panose="02040503050406030204" pitchFamily="18" charset="0"/>
                      </a:rPr>
                      <m:t>). </m:t>
                    </m:r>
                  </m:oMath>
                </a14:m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lang="en-US" altLang="en-US" dirty="0">
                  <a:solidFill>
                    <a:srgbClr val="0000FF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</a:rPr>
                  <a:t>The isolated-event is the </a:t>
                </a:r>
                <a14:m>
                  <m:oMath xmlns:m="http://schemas.openxmlformats.org/officeDocument/2006/math"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mbria Math" panose="02040503050406030204" pitchFamily="18" charset="0"/>
                      </a:rPr>
                      <m:t>𝑘</m:t>
                    </m:r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mbria Math" panose="02040503050406030204" pitchFamily="18" charset="0"/>
                      </a:rPr>
                      <m:t>=0 </m:t>
                    </m:r>
                  </m:oMath>
                </a14:m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</a:rPr>
                  <a:t>case of that distribution.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</a:rPr>
                  <a:t>Let </a:t>
                </a:r>
                <a14:m>
                  <m:oMath xmlns:m="http://schemas.openxmlformats.org/officeDocument/2006/math"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</a:rPr>
                  <a:t> be the number of isolated nodes in the graph. Then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lang="en-US" alt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</a:rPr>
                  <a:t>               </a:t>
                </a:r>
                <a14:m>
                  <m:oMath xmlns:m="http://schemas.openxmlformats.org/officeDocument/2006/math">
                    <m:r>
                      <a:rPr lang="en-US" altLang="en-US" b="0" i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en-US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altLang="en-US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𝐵𝑖𝑛𝑜𝑚𝑖𝑎𝑙</m:t>
                    </m:r>
                    <m:d>
                      <m:dPr>
                        <m:ctrlPr>
                          <a:rPr lang="en-US" altLang="en-US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en-US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−1,</m:t>
                        </m:r>
                        <m:r>
                          <a:rPr lang="en-US" altLang="en-US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altLang="en-US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en-US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</m:e>
                      <m:sup>
                        <m:r>
                          <a:rPr lang="en-US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altLang="en-US" dirty="0">
                  <a:solidFill>
                    <a:srgbClr val="0000FF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8A531EF9-796A-AF8B-317B-520C288635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1551615"/>
                <a:ext cx="8686800" cy="2308324"/>
              </a:xfrm>
              <a:prstGeom prst="rect">
                <a:avLst/>
              </a:prstGeom>
              <a:blipFill>
                <a:blip r:embed="rId3"/>
                <a:stretch>
                  <a:fillRect l="-561" t="-1323" b="-343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CF5D0EE-61A0-85C6-7DEB-0D6C6E3E45D9}"/>
                  </a:ext>
                </a:extLst>
              </p:cNvPr>
              <p:cNvSpPr txBox="1"/>
              <p:nvPr/>
            </p:nvSpPr>
            <p:spPr>
              <a:xfrm>
                <a:off x="1665387" y="4531266"/>
                <a:ext cx="494231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Thus,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𝑛𝑞</m:t>
                    </m:r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(1−</m:t>
                    </m:r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CF5D0EE-61A0-85C6-7DEB-0D6C6E3E45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5387" y="4531266"/>
                <a:ext cx="4942315" cy="369332"/>
              </a:xfrm>
              <a:prstGeom prst="rect">
                <a:avLst/>
              </a:prstGeom>
              <a:blipFill>
                <a:blip r:embed="rId4"/>
                <a:stretch>
                  <a:fillRect l="-986" t="-9836" r="-370" b="-229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6114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9299D-F585-C58B-9571-E44032810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941BC-53B2-7229-B068-A224D4B0A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E646C-3CC9-4ED9-BCDC-2A56D5AA3539}" type="datetime1">
              <a:rPr lang="en-US" smtClean="0"/>
              <a:t>10/5/2025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AA350E-4DD8-F5D3-0149-3FC432428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51801B-6169-3822-E3AA-D962C5875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34</a:t>
            </a:fld>
            <a:endParaRPr lang="en-IN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C3223DB1-3C98-9206-6822-11C4BC3B957F}"/>
              </a:ext>
            </a:extLst>
          </p:cNvPr>
          <p:cNvSpPr txBox="1">
            <a:spLocks/>
          </p:cNvSpPr>
          <p:nvPr/>
        </p:nvSpPr>
        <p:spPr>
          <a:xfrm>
            <a:off x="1475656" y="126243"/>
            <a:ext cx="6000792" cy="642942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70000" lnSpcReduction="20000"/>
          </a:bodyPr>
          <a:lstStyle/>
          <a:p>
            <a:pPr algn="ctr"/>
            <a:r>
              <a:rPr lang="en-IN" sz="32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</a:t>
            </a:r>
            <a:r>
              <a:rPr lang="en-IN" sz="3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Properties of  Random Network (ER): Isolated nodes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AB98143-2B6E-999A-12F0-BF9D91FC23FB}"/>
                  </a:ext>
                </a:extLst>
              </p:cNvPr>
              <p:cNvSpPr txBox="1"/>
              <p:nvPr/>
            </p:nvSpPr>
            <p:spPr>
              <a:xfrm>
                <a:off x="2339752" y="1052736"/>
                <a:ext cx="4572000" cy="4031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Pr</m:t>
                      </m:r>
                      <m:r>
                        <a:rPr lang="en-US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i="0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is</m:t>
                      </m:r>
                      <m:r>
                        <a:rPr lang="en-US" i="0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i="0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isolated</m:t>
                      </m:r>
                      <m:r>
                        <a:rPr lang="en-US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lang="en-US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en-US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IN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AB98143-2B6E-999A-12F0-BF9D91FC23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752" y="1052736"/>
                <a:ext cx="4572000" cy="403124"/>
              </a:xfrm>
              <a:prstGeom prst="rect">
                <a:avLst/>
              </a:prstGeom>
              <a:blipFill>
                <a:blip r:embed="rId2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12762F26-F707-26DA-434D-FD846A0502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7200" y="2244111"/>
                <a:ext cx="8686800" cy="923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</a:rPr>
                  <a:t>The degree of </a:t>
                </a:r>
                <a14:m>
                  <m:oMath xmlns:m="http://schemas.openxmlformats.org/officeDocument/2006/math"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</a:rPr>
                  <a:t> is </a:t>
                </a:r>
                <a14:m>
                  <m:oMath xmlns:m="http://schemas.openxmlformats.org/officeDocument/2006/math"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mbria Math" panose="02040503050406030204" pitchFamily="18" charset="0"/>
                      </a:rPr>
                      <m:t>𝐵𝑖𝑛𝑜𝑚𝑖𝑎𝑙</m:t>
                    </m:r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mbria Math" panose="02040503050406030204" pitchFamily="18" charset="0"/>
                      </a:rPr>
                      <m:t>𝑛</m:t>
                    </m:r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mbria Math" panose="02040503050406030204" pitchFamily="18" charset="0"/>
                      </a:rPr>
                      <m:t>−1,</m:t>
                    </m:r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mbria Math" panose="02040503050406030204" pitchFamily="18" charset="0"/>
                      </a:rPr>
                      <m:t>𝑝</m:t>
                    </m:r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mbria Math" panose="02040503050406030204" pitchFamily="18" charset="0"/>
                      </a:rPr>
                      <m:t>). </m:t>
                    </m:r>
                  </m:oMath>
                </a14:m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lang="en-US" alt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</a:rPr>
                  <a:t>    </a:t>
                </a:r>
                <a:r>
                  <a:rPr lang="en-US" alt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And </a:t>
                </a: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b="0" i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en-US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altLang="en-US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𝐵𝑖𝑛𝑜𝑚𝑖𝑎𝑙</m:t>
                    </m:r>
                    <m:d>
                      <m:dPr>
                        <m:ctrlPr>
                          <a:rPr lang="en-US" altLang="en-US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en-US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−1,</m:t>
                        </m:r>
                        <m:r>
                          <a:rPr lang="en-US" altLang="en-US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altLang="en-US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en-US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</m:e>
                      <m:sup>
                        <m:r>
                          <a:rPr lang="en-US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altLang="en-US" dirty="0">
                  <a:solidFill>
                    <a:srgbClr val="0000FF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12762F26-F707-26DA-434D-FD846A0502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2244111"/>
                <a:ext cx="8686800" cy="923330"/>
              </a:xfrm>
              <a:prstGeom prst="rect">
                <a:avLst/>
              </a:prstGeom>
              <a:blipFill>
                <a:blip r:embed="rId3"/>
                <a:stretch>
                  <a:fillRect l="-491" t="-3947" b="-921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25A00CC-92E7-C073-EC5C-316D53BD7CA5}"/>
                  </a:ext>
                </a:extLst>
              </p:cNvPr>
              <p:cNvSpPr txBox="1"/>
              <p:nvPr/>
            </p:nvSpPr>
            <p:spPr>
              <a:xfrm>
                <a:off x="827584" y="3324636"/>
                <a:ext cx="50224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Thus,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ctrlPr>
                          <a:rPr lang="en-US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d>
                    <m:r>
                      <a:rPr lang="en-US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US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b="1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𝑛𝑞</m:t>
                    </m:r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(1−</m:t>
                    </m:r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25A00CC-92E7-C073-EC5C-316D53BD7C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3324636"/>
                <a:ext cx="5022465" cy="369332"/>
              </a:xfrm>
              <a:prstGeom prst="rect">
                <a:avLst/>
              </a:prstGeom>
              <a:blipFill>
                <a:blip r:embed="rId4"/>
                <a:stretch>
                  <a:fillRect l="-1092" t="-9836" b="-229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488669F-5DD2-5B17-A97C-D64F2CDA05C7}"/>
                  </a:ext>
                </a:extLst>
              </p:cNvPr>
              <p:cNvSpPr txBox="1"/>
              <p:nvPr/>
            </p:nvSpPr>
            <p:spPr>
              <a:xfrm>
                <a:off x="466318" y="4272394"/>
                <a:ext cx="7634074" cy="10406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buNone/>
                </a:pPr>
                <a:r>
                  <a:rPr lang="en-IN" b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Poisson / asymptotic approximations.</a:t>
                </a:r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 If </a:t>
                </a:r>
                <a14:m>
                  <m:oMath xmlns:m="http://schemas.openxmlformats.org/officeDocument/2006/math">
                    <m:r>
                      <a:rPr lang="en-IN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US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i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constant</m:t>
                    </m:r>
                    <m:r>
                      <a:rPr lang="en-IN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&gt;0)</m:t>
                    </m:r>
                  </m:oMath>
                </a14:m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, then</a:t>
                </a:r>
              </a:p>
              <a:p>
                <a:pPr algn="ctr">
                  <a:buNone/>
                </a:pPr>
                <a:endParaRPr lang="en-IN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algn="ctr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</m:e>
                      <m:sup>
                        <m:r>
                          <a:rPr lang="en-US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sSup>
                      <m:sSupPr>
                        <m:ctrlPr>
                          <a:rPr lang="en-US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</m:oMath>
                </a14:m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488669F-5DD2-5B17-A97C-D64F2CDA05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318" y="4272394"/>
                <a:ext cx="7634074" cy="1040606"/>
              </a:xfrm>
              <a:prstGeom prst="rect">
                <a:avLst/>
              </a:prstGeom>
              <a:blipFill>
                <a:blip r:embed="rId5"/>
                <a:stretch>
                  <a:fillRect t="-1170" b="-584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0329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413E6-3A0E-F2E3-FDAA-C0DF320F8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A68C05-0CDA-AB2A-CA90-1AB595E66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E646C-3CC9-4ED9-BCDC-2A56D5AA3539}" type="datetime1">
              <a:rPr lang="en-US" smtClean="0"/>
              <a:t>10/5/2025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FD5AEE-D9FE-A2BD-D62B-54FF0B5AB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D5A502-C5C2-A797-55BF-B294571ED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35</a:t>
            </a:fld>
            <a:endParaRPr lang="en-IN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3272885E-DB64-84CA-866F-F48CD7A65794}"/>
              </a:ext>
            </a:extLst>
          </p:cNvPr>
          <p:cNvSpPr txBox="1">
            <a:spLocks/>
          </p:cNvSpPr>
          <p:nvPr/>
        </p:nvSpPr>
        <p:spPr>
          <a:xfrm>
            <a:off x="1475656" y="126243"/>
            <a:ext cx="6000792" cy="642942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70000" lnSpcReduction="20000"/>
          </a:bodyPr>
          <a:lstStyle/>
          <a:p>
            <a:pPr algn="ctr"/>
            <a:r>
              <a:rPr lang="en-IN" sz="32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</a:t>
            </a:r>
            <a:r>
              <a:rPr lang="en-IN" sz="3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Properties of  Random Network (ER): Isolated nodes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AA91C7A-0DCC-B544-4752-73E19F9E5892}"/>
                  </a:ext>
                </a:extLst>
              </p:cNvPr>
              <p:cNvSpPr txBox="1"/>
              <p:nvPr/>
            </p:nvSpPr>
            <p:spPr>
              <a:xfrm>
                <a:off x="2339752" y="1052736"/>
                <a:ext cx="4572000" cy="4031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Pr</m:t>
                      </m:r>
                      <m:r>
                        <a:rPr lang="en-US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i="0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is</m:t>
                      </m:r>
                      <m:r>
                        <a:rPr lang="en-US" i="0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i="0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isolated</m:t>
                      </m:r>
                      <m:r>
                        <a:rPr lang="en-US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lang="en-US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en-US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IN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AA91C7A-0DCC-B544-4752-73E19F9E58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752" y="1052736"/>
                <a:ext cx="4572000" cy="403124"/>
              </a:xfrm>
              <a:prstGeom prst="rect">
                <a:avLst/>
              </a:prstGeom>
              <a:blipFill>
                <a:blip r:embed="rId2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ADED7520-2669-70E6-C92A-34BCBFBB90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6592" y="1575880"/>
                <a:ext cx="8686800" cy="923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</a:rPr>
                  <a:t>The degree of </a:t>
                </a:r>
                <a14:m>
                  <m:oMath xmlns:m="http://schemas.openxmlformats.org/officeDocument/2006/math"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</a:rPr>
                  <a:t> is </a:t>
                </a:r>
                <a14:m>
                  <m:oMath xmlns:m="http://schemas.openxmlformats.org/officeDocument/2006/math"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mbria Math" panose="02040503050406030204" pitchFamily="18" charset="0"/>
                      </a:rPr>
                      <m:t>𝐵𝑖𝑛𝑜𝑚𝑖𝑎𝑙</m:t>
                    </m:r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mbria Math" panose="02040503050406030204" pitchFamily="18" charset="0"/>
                      </a:rPr>
                      <m:t>𝑛</m:t>
                    </m:r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mbria Math" panose="02040503050406030204" pitchFamily="18" charset="0"/>
                      </a:rPr>
                      <m:t>−1,</m:t>
                    </m:r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mbria Math" panose="02040503050406030204" pitchFamily="18" charset="0"/>
                      </a:rPr>
                      <m:t>𝑝</m:t>
                    </m:r>
                    <m:r>
                      <a:rPr kumimoji="0" lang="en-US" alt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mbria Math" panose="02040503050406030204" pitchFamily="18" charset="0"/>
                      </a:rPr>
                      <m:t>). </m:t>
                    </m:r>
                  </m:oMath>
                </a14:m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lang="en-US" alt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</a:rPr>
                  <a:t>    </a:t>
                </a:r>
                <a:r>
                  <a:rPr lang="en-US" alt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And </a:t>
                </a: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b="0" i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en-US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altLang="en-US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𝐵𝑖𝑛𝑜𝑚𝑖𝑎𝑙</m:t>
                    </m:r>
                    <m:d>
                      <m:dPr>
                        <m:ctrlPr>
                          <a:rPr lang="en-US" altLang="en-US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en-US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−1,</m:t>
                        </m:r>
                        <m:r>
                          <a:rPr lang="en-US" altLang="en-US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altLang="en-US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en-US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</m:e>
                      <m:sup>
                        <m:r>
                          <a:rPr lang="en-US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altLang="en-US" dirty="0">
                  <a:solidFill>
                    <a:srgbClr val="0000FF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ADED7520-2669-70E6-C92A-34BCBFBB90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6592" y="1575880"/>
                <a:ext cx="8686800" cy="923330"/>
              </a:xfrm>
              <a:prstGeom prst="rect">
                <a:avLst/>
              </a:prstGeom>
              <a:blipFill>
                <a:blip r:embed="rId3"/>
                <a:stretch>
                  <a:fillRect l="-491" t="-3974" b="-927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B9E8B31-E0F3-9B96-1E52-D47FE979F619}"/>
                  </a:ext>
                </a:extLst>
              </p:cNvPr>
              <p:cNvSpPr txBox="1"/>
              <p:nvPr/>
            </p:nvSpPr>
            <p:spPr>
              <a:xfrm>
                <a:off x="846976" y="2656405"/>
                <a:ext cx="50224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Thus,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ctrlPr>
                          <a:rPr lang="en-US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d>
                    <m:r>
                      <a:rPr lang="en-US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US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b="1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𝑛𝑞</m:t>
                    </m:r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(1−</m:t>
                    </m:r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B9E8B31-E0F3-9B96-1E52-D47FE979F6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976" y="2656405"/>
                <a:ext cx="5022465" cy="369332"/>
              </a:xfrm>
              <a:prstGeom prst="rect">
                <a:avLst/>
              </a:prstGeom>
              <a:blipFill>
                <a:blip r:embed="rId4"/>
                <a:stretch>
                  <a:fillRect l="-1092" t="-11667" b="-25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F53AB16-9605-29A5-0E8F-82261E11D617}"/>
                  </a:ext>
                </a:extLst>
              </p:cNvPr>
              <p:cNvSpPr txBox="1"/>
              <p:nvPr/>
            </p:nvSpPr>
            <p:spPr>
              <a:xfrm>
                <a:off x="179512" y="3130134"/>
                <a:ext cx="7634074" cy="10406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buNone/>
                </a:pPr>
                <a:r>
                  <a:rPr lang="en-IN" b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Poisson / asymptotic approximations.</a:t>
                </a:r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 If </a:t>
                </a:r>
                <a14:m>
                  <m:oMath xmlns:m="http://schemas.openxmlformats.org/officeDocument/2006/math">
                    <m:r>
                      <a:rPr lang="en-IN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US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i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constant</m:t>
                    </m:r>
                    <m:r>
                      <a:rPr lang="en-IN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&gt;0)</m:t>
                    </m:r>
                  </m:oMath>
                </a14:m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, then</a:t>
                </a:r>
              </a:p>
              <a:p>
                <a:pPr algn="ctr">
                  <a:buNone/>
                </a:pPr>
                <a:endParaRPr lang="en-IN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algn="ctr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</m:e>
                      <m:sup>
                        <m:r>
                          <a:rPr lang="en-US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sSup>
                      <m:sSupPr>
                        <m:ctrlPr>
                          <a:rPr lang="en-US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</m:oMath>
                </a14:m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F53AB16-9605-29A5-0E8F-82261E11D6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3130134"/>
                <a:ext cx="7634074" cy="1040606"/>
              </a:xfrm>
              <a:prstGeom prst="rect">
                <a:avLst/>
              </a:prstGeom>
              <a:blipFill>
                <a:blip r:embed="rId5"/>
                <a:stretch>
                  <a:fillRect t="-585" b="-584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C5CD6B8-7B5A-349F-57AB-6F5C236136AF}"/>
                  </a:ext>
                </a:extLst>
              </p:cNvPr>
              <p:cNvSpPr txBox="1"/>
              <p:nvPr/>
            </p:nvSpPr>
            <p:spPr>
              <a:xfrm>
                <a:off x="1236274" y="4500154"/>
                <a:ext cx="5675478" cy="369332"/>
              </a:xfrm>
              <a:prstGeom prst="rect">
                <a:avLst/>
              </a:prstGeom>
              <a:ln/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US" b="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Then,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p>
                      <m:sSupPr>
                        <m:ctrlPr>
                          <a:rPr lang="en-US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</m:e>
                      <m:sup>
                        <m:r>
                          <a:rPr lang="en-US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𝑛𝑝</m:t>
                        </m:r>
                      </m:sup>
                    </m:sSup>
                  </m:oMath>
                </a14:m>
                <a:endParaRPr lang="en-IN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C5CD6B8-7B5A-349F-57AB-6F5C236136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6274" y="4500154"/>
                <a:ext cx="567547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0BC972A-57EF-7294-2AA5-4439057EA732}"/>
                  </a:ext>
                </a:extLst>
              </p:cNvPr>
              <p:cNvSpPr txBox="1"/>
              <p:nvPr/>
            </p:nvSpPr>
            <p:spPr>
              <a:xfrm>
                <a:off x="369587" y="5282120"/>
                <a:ext cx="8619796" cy="1132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;  </m:t>
                    </m:r>
                  </m:oMath>
                </a14:m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then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unc>
                          <m:funcPr>
                            <m:ctrlP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func>
                      </m:sup>
                    </m:sSup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IN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  </a:t>
                </a:r>
                <a:r>
                  <a:rPr lang="en-IN" b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(Fewer isolated nodes)          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=2</m:t>
                    </m:r>
                    <m:func>
                      <m:funcPr>
                        <m:ctrlP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b="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;  </m:t>
                    </m:r>
                  </m:oMath>
                </a14:m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then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unc>
                          <m:funcPr>
                            <m:ctrlP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sSup>
                              <m:sSupPr>
                                <m:ctrlPr>
                                  <a:rPr lang="en-US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  </m:t>
                            </m:r>
                          </m:e>
                        </m:func>
                      </m:sup>
                    </m:sSup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1 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→0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IN" b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(No isolated nodes) </a:t>
                </a:r>
                <a:endParaRPr lang="en-IN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endParaRPr lang="en-IN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0BC972A-57EF-7294-2AA5-4439057EA7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587" y="5282120"/>
                <a:ext cx="8619796" cy="1132554"/>
              </a:xfrm>
              <a:prstGeom prst="rect">
                <a:avLst/>
              </a:prstGeom>
              <a:blipFill>
                <a:blip r:embed="rId7"/>
                <a:stretch>
                  <a:fillRect l="-495" t="-53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6713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62395E-75A8-EA50-9373-BB5C20443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E646C-3CC9-4ED9-BCDC-2A56D5AA3539}" type="datetime1">
              <a:rPr lang="en-US" smtClean="0"/>
              <a:t>10/5/2025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56D50D-36F4-05BF-5118-8ED9AD29B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03B918-BDD5-8587-DA9E-D17DA43D0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36</a:t>
            </a:fld>
            <a:endParaRPr lang="en-IN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1B60FD9-565F-25B3-0C94-6B5ED1CB5AA5}"/>
              </a:ext>
            </a:extLst>
          </p:cNvPr>
          <p:cNvSpPr txBox="1">
            <a:spLocks/>
          </p:cNvSpPr>
          <p:nvPr/>
        </p:nvSpPr>
        <p:spPr>
          <a:xfrm>
            <a:off x="1475656" y="126243"/>
            <a:ext cx="6000792" cy="642942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70000" lnSpcReduction="20000"/>
          </a:bodyPr>
          <a:lstStyle/>
          <a:p>
            <a:pPr algn="ctr"/>
            <a:r>
              <a:rPr lang="en-IN" sz="32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</a:t>
            </a:r>
            <a:r>
              <a:rPr lang="en-IN" sz="3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Properties of  Random Network (ER): Isolated nodes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6A878C8-C03C-E638-2012-5FCFF4E32400}"/>
                  </a:ext>
                </a:extLst>
              </p:cNvPr>
              <p:cNvSpPr txBox="1"/>
              <p:nvPr/>
            </p:nvSpPr>
            <p:spPr>
              <a:xfrm>
                <a:off x="1835696" y="1196752"/>
                <a:ext cx="4572000" cy="5049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Insert </a:t>
                </a:r>
                <a14:m>
                  <m:oMath xmlns:m="http://schemas.openxmlformats.org/officeDocument/2006/math">
                    <m:r>
                      <a:rPr lang="en-IN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i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ar-AE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IN" i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l</m:t>
                            </m:r>
                            <m: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fName>
                          <m:e>
                            <m:r>
                              <a:rPr lang="ar-AE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  <m:r>
                          <a:rPr lang="ar-AE" i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d>
                          <m:dPr>
                            <m:ctrlPr>
                              <a:rPr lang="ar-AE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num>
                      <m:den>
                        <m:r>
                          <a:rPr lang="ar-AE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ar-AE" b="1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6A878C8-C03C-E638-2012-5FCFF4E324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5696" y="1196752"/>
                <a:ext cx="4572000" cy="504946"/>
              </a:xfrm>
              <a:prstGeom prst="rect">
                <a:avLst/>
              </a:prstGeom>
              <a:blipFill>
                <a:blip r:embed="rId2"/>
                <a:stretch>
                  <a:fillRect l="-1067" b="-481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CBDBF21-8A91-9929-415B-14682F36EF13}"/>
                  </a:ext>
                </a:extLst>
              </p:cNvPr>
              <p:cNvSpPr txBox="1"/>
              <p:nvPr/>
            </p:nvSpPr>
            <p:spPr>
              <a:xfrm>
                <a:off x="4957345" y="1196752"/>
                <a:ext cx="319171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p>
                      </m:sSup>
                      <m:r>
                        <a:rPr lang="en-US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𝑛𝑝</m:t>
                          </m:r>
                        </m:sup>
                      </m:sSup>
                    </m:oMath>
                  </m:oMathPara>
                </a14:m>
                <a:endParaRPr lang="en-IN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CBDBF21-8A91-9929-415B-14682F36EF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7345" y="1196752"/>
                <a:ext cx="319171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DD72415-CF06-D509-A3D7-D40F091F4FA3}"/>
                  </a:ext>
                </a:extLst>
              </p:cNvPr>
              <p:cNvSpPr txBox="1"/>
              <p:nvPr/>
            </p:nvSpPr>
            <p:spPr>
              <a:xfrm>
                <a:off x="251520" y="2204864"/>
                <a:ext cx="8784976" cy="7047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Here </a:t>
                </a:r>
                <a14:m>
                  <m:oMath xmlns:m="http://schemas.openxmlformats.org/officeDocument/2006/math">
                    <m:r>
                      <a:rPr lang="en-IN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𝜔</m:t>
                    </m:r>
                    <m:d>
                      <m:dPr>
                        <m:ctrlPr>
                          <a:rPr lang="ar-AE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is any function that grows slowly or quickly, but </a:t>
                </a:r>
                <a:r>
                  <a:rPr lang="en-IN" b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tends to infinity as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∞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 (e.g.,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ar-AE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func>
                          <m:funcPr>
                            <m:ctrlPr>
                              <a:rPr lang="ar-AE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IN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m:rPr>
                                <m:sty m:val="p"/>
                              </m:rPr>
                              <a:rPr lang="en-IN" i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</m:func>
                      </m:fName>
                      <m:e>
                        <m:r>
                          <a:rPr lang="ar-AE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r>
                  <a:rPr lang="ar-AE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ar-AE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unc>
                          <m:funcPr>
                            <m:ctrlPr>
                              <a:rPr lang="ar-AE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IN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ar-AE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rad>
                  </m:oMath>
                </a14:m>
                <a:r>
                  <a:rPr lang="ar-AE" dirty="0">
                    <a:latin typeface="Cambria" panose="02040503050406030204" pitchFamily="18" charset="0"/>
                    <a:ea typeface="Cambria" panose="02040503050406030204" pitchFamily="18" charset="0"/>
                  </a:rPr>
                  <a:t>, </a:t>
                </a:r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etc.).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DD72415-CF06-D509-A3D7-D40F091F4F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2204864"/>
                <a:ext cx="8784976" cy="704745"/>
              </a:xfrm>
              <a:prstGeom prst="rect">
                <a:avLst/>
              </a:prstGeom>
              <a:blipFill>
                <a:blip r:embed="rId4"/>
                <a:stretch>
                  <a:fillRect l="-555" t="-6087" b="-1130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9677578-C06D-FC8E-3B86-70E8FA48076E}"/>
                  </a:ext>
                </a:extLst>
              </p:cNvPr>
              <p:cNvSpPr txBox="1"/>
              <p:nvPr/>
            </p:nvSpPr>
            <p:spPr>
              <a:xfrm>
                <a:off x="1428953" y="3144233"/>
                <a:ext cx="7056784" cy="4923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𝑛𝑝</m:t>
                        </m:r>
                      </m:sup>
                    </m:sSup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f>
                          <m:fPr>
                            <m:ctrlPr>
                              <a:rPr lang="ar-AE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ar-AE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</m:fName>
                              <m:e>
                                <m:r>
                                  <a:rPr lang="ar-AE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func>
                            <m:r>
                              <a:rPr lang="ar-AE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ar-AE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  <m:d>
                              <m:dPr>
                                <m:ctrlPr>
                                  <a:rPr lang="ar-AE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num>
                          <m:den>
                            <m:r>
                              <a:rPr lang="ar-AE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sup>
                    </m:sSup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−(</m:t>
                        </m:r>
                        <m:func>
                          <m:funcPr>
                            <m:ctrlP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  <m: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 (</m:t>
                            </m:r>
                            <m: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))</m:t>
                            </m:r>
                          </m:e>
                        </m:func>
                      </m:sup>
                    </m:sSup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p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b="1" dirty="0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endParaRPr lang="en-IN" b="1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9677578-C06D-FC8E-3B86-70E8FA4807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8953" y="3144233"/>
                <a:ext cx="7056784" cy="49237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0CA1D17-7A92-B8EB-D184-6D4A6854CB6C}"/>
                  </a:ext>
                </a:extLst>
              </p:cNvPr>
              <p:cNvSpPr txBox="1"/>
              <p:nvPr/>
            </p:nvSpPr>
            <p:spPr>
              <a:xfrm>
                <a:off x="611560" y="4185993"/>
                <a:ext cx="7320876" cy="941925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IN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𝜔</m:t>
                    </m:r>
                    <m:d>
                      <m:dPr>
                        <m:ctrlPr>
                          <a:rPr lang="ar-AE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→+</m:t>
                    </m:r>
                    <m:r>
                      <a:rPr lang="en-US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ar-AE" dirty="0">
                    <a:latin typeface="Cambria" panose="02040503050406030204" pitchFamily="18" charset="0"/>
                    <a:ea typeface="Cambria" panose="02040503050406030204" pitchFamily="18" charset="0"/>
                  </a:rPr>
                  <a:t>, </a:t>
                </a:r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ar-AE" i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d>
                          <m:dPr>
                            <m:ctrlPr>
                              <a:rPr lang="ar-AE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sup>
                    </m:sSup>
                    <m:r>
                      <a:rPr lang="ar-AE" i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ar-AE" i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ar-AE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.</a:t>
                </a:r>
                <a:r>
                  <a:rPr lang="en-US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ar-AE" dirty="0">
                    <a:latin typeface="Cambria" panose="02040503050406030204" pitchFamily="18" charset="0"/>
                    <a:ea typeface="Cambria" panose="02040503050406030204" pitchFamily="18" charset="0"/>
                  </a:rPr>
                  <a:t>⇒</a:t>
                </a:r>
                <a:r>
                  <a:rPr lang="ar-AE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ar-AE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ar-AE" i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ar-AE" i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ar-AE" dirty="0">
                    <a:latin typeface="Cambria" panose="02040503050406030204" pitchFamily="18" charset="0"/>
                    <a:ea typeface="Cambria" panose="02040503050406030204" pitchFamily="18" charset="0"/>
                  </a:rPr>
                  <a:t>.</a:t>
                </a:r>
                <a:br>
                  <a:rPr lang="ar-AE" dirty="0">
                    <a:latin typeface="Cambria" panose="02040503050406030204" pitchFamily="18" charset="0"/>
                    <a:ea typeface="Cambria" panose="02040503050406030204" pitchFamily="18" charset="0"/>
                  </a:rPr>
                </a:br>
                <a:r>
                  <a:rPr lang="ar-AE" dirty="0">
                    <a:latin typeface="Cambria" panose="02040503050406030204" pitchFamily="18" charset="0"/>
                    <a:ea typeface="Cambria" panose="02040503050406030204" pitchFamily="18" charset="0"/>
                  </a:rPr>
                  <a:t>⇒ </a:t>
                </a:r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With high probability, there are </a:t>
                </a:r>
                <a:r>
                  <a:rPr lang="en-IN" b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no isolated vertices</a:t>
                </a:r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.</a:t>
                </a:r>
                <a:b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</a:br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⇒ Graph becomes connected.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0CA1D17-7A92-B8EB-D184-6D4A6854CB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4185993"/>
                <a:ext cx="7320876" cy="941925"/>
              </a:xfrm>
              <a:prstGeom prst="rect">
                <a:avLst/>
              </a:prstGeom>
              <a:blipFill>
                <a:blip r:embed="rId6"/>
                <a:stretch>
                  <a:fillRect l="-581" t="-633" b="-75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B24CDB8-1F07-9476-8B17-3D9783C2EF73}"/>
                  </a:ext>
                </a:extLst>
              </p:cNvPr>
              <p:cNvSpPr txBox="1"/>
              <p:nvPr/>
            </p:nvSpPr>
            <p:spPr>
              <a:xfrm>
                <a:off x="611560" y="5267810"/>
                <a:ext cx="8532440" cy="941925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IN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𝜔</m:t>
                    </m:r>
                    <m:d>
                      <m:dPr>
                        <m:ctrlPr>
                          <a:rPr lang="ar-AE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→−</m:t>
                    </m:r>
                    <m:r>
                      <a:rPr lang="en-US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a:rPr lang="en-US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 (</m:t>
                    </m:r>
                    <m:r>
                      <a:rPr lang="en-US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𝑠𝑎𝑦</m:t>
                    </m:r>
                    <m:r>
                      <a:rPr lang="en-US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b="0" i="0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n-US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 −</m:t>
                        </m:r>
                        <m:func>
                          <m:funcPr>
                            <m:ctrlPr>
                              <a:rPr lang="en-US" b="0" i="1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func>
                              <m:funcPr>
                                <m:ctrlPr>
                                  <a:rPr lang="en-US" b="0" i="1" dirty="0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b="0" i="0" dirty="0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</m:fName>
                              <m:e>
                                <m:r>
                                  <a:rPr lang="en-US" b="0" i="1" dirty="0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b="0" i="1" dirty="0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)/</m:t>
                                </m:r>
                                <m:r>
                                  <a:rPr lang="en-US" b="0" i="1" dirty="0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func>
                          </m:e>
                        </m:func>
                      </m:e>
                    </m:func>
                    <m:r>
                      <a:rPr lang="en-US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ar-AE" dirty="0">
                    <a:latin typeface="Cambria" panose="02040503050406030204" pitchFamily="18" charset="0"/>
                    <a:ea typeface="Cambria" panose="02040503050406030204" pitchFamily="18" charset="0"/>
                  </a:rPr>
                  <a:t>, </a:t>
                </a:r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ar-AE" i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d>
                          <m:dPr>
                            <m:ctrlPr>
                              <a:rPr lang="ar-AE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sup>
                    </m:sSup>
                    <m:r>
                      <a:rPr lang="ar-AE" i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lit/>
                      </m:rPr>
                      <a:rPr lang="en-US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ar-AE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.</a:t>
                </a:r>
                <a:r>
                  <a:rPr lang="en-US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ar-AE" dirty="0">
                    <a:latin typeface="Cambria" panose="02040503050406030204" pitchFamily="18" charset="0"/>
                    <a:ea typeface="Cambria" panose="02040503050406030204" pitchFamily="18" charset="0"/>
                  </a:rPr>
                  <a:t>⇒</a:t>
                </a:r>
                <a:r>
                  <a:rPr lang="ar-AE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ar-AE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US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ar-AE" dirty="0">
                    <a:latin typeface="Cambria" panose="02040503050406030204" pitchFamily="18" charset="0"/>
                    <a:ea typeface="Cambria" panose="02040503050406030204" pitchFamily="18" charset="0"/>
                  </a:rPr>
                  <a:t>.</a:t>
                </a:r>
                <a:br>
                  <a:rPr lang="ar-AE" dirty="0">
                    <a:latin typeface="Cambria" panose="02040503050406030204" pitchFamily="18" charset="0"/>
                    <a:ea typeface="Cambria" panose="02040503050406030204" pitchFamily="18" charset="0"/>
                  </a:rPr>
                </a:br>
                <a:r>
                  <a:rPr lang="ar-AE" dirty="0">
                    <a:latin typeface="Cambria" panose="02040503050406030204" pitchFamily="18" charset="0"/>
                    <a:ea typeface="Cambria" panose="02040503050406030204" pitchFamily="18" charset="0"/>
                  </a:rPr>
                  <a:t>⇒ </a:t>
                </a:r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Many isolated </a:t>
                </a:r>
                <a:r>
                  <a:rPr lang="en-IN" b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vertices</a:t>
                </a:r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. </a:t>
                </a:r>
                <a:b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</a:br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⇒ Graph becomes disconnected.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B24CDB8-1F07-9476-8B17-3D9783C2EF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5267810"/>
                <a:ext cx="8532440" cy="941925"/>
              </a:xfrm>
              <a:prstGeom prst="rect">
                <a:avLst/>
              </a:prstGeom>
              <a:blipFill>
                <a:blip r:embed="rId7"/>
                <a:stretch>
                  <a:fillRect l="-499" b="-69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4429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72006-DA96-F350-F66F-73B7D3984A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Simulate the system for n=500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37E8AD-A8B3-165A-7E88-807ADE978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E646C-3CC9-4ED9-BCDC-2A56D5AA3539}" type="datetime1">
              <a:rPr lang="en-US" smtClean="0"/>
              <a:t>10/5/2025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C0AFA8-7616-A532-57E6-92A9A5CBF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945B8A-5234-C2F7-572E-372E3CB25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37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695276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4707E-7BF7-55F0-B16D-5C940C437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76C8AC-01EA-B13A-C733-87679FBA7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E646C-3CC9-4ED9-BCDC-2A56D5AA3539}" type="datetime1">
              <a:rPr lang="en-US" smtClean="0"/>
              <a:t>10/5/2025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5A7E1E-262A-A8DD-8926-83E8ECA4C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48AF58-7AEA-6806-CB86-AAF6ED9B6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38</a:t>
            </a:fld>
            <a:endParaRPr lang="en-IN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35B2C21-F0FF-FA5D-F236-7B93CD3771F4}"/>
              </a:ext>
            </a:extLst>
          </p:cNvPr>
          <p:cNvSpPr txBox="1">
            <a:spLocks/>
          </p:cNvSpPr>
          <p:nvPr/>
        </p:nvSpPr>
        <p:spPr>
          <a:xfrm>
            <a:off x="1475656" y="126243"/>
            <a:ext cx="6000792" cy="642942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70000" lnSpcReduction="20000"/>
          </a:bodyPr>
          <a:lstStyle/>
          <a:p>
            <a:pPr algn="ctr"/>
            <a:r>
              <a:rPr lang="en-IN" sz="32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</a:t>
            </a:r>
            <a:r>
              <a:rPr lang="en-IN" sz="3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Properties of  Random Network (ER): Isolated nodes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190F796-A308-2E4E-B5F0-8B1C9F210171}"/>
                  </a:ext>
                </a:extLst>
              </p:cNvPr>
              <p:cNvSpPr txBox="1"/>
              <p:nvPr/>
            </p:nvSpPr>
            <p:spPr>
              <a:xfrm>
                <a:off x="611560" y="1605610"/>
                <a:ext cx="7320876" cy="941925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IN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𝜔</m:t>
                    </m:r>
                    <m:d>
                      <m:dPr>
                        <m:ctrlPr>
                          <a:rPr lang="ar-AE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→+</m:t>
                    </m:r>
                    <m:r>
                      <a:rPr lang="en-US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ar-AE" dirty="0">
                    <a:latin typeface="Cambria" panose="02040503050406030204" pitchFamily="18" charset="0"/>
                    <a:ea typeface="Cambria" panose="02040503050406030204" pitchFamily="18" charset="0"/>
                  </a:rPr>
                  <a:t>, </a:t>
                </a:r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ar-AE" i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d>
                          <m:dPr>
                            <m:ctrlPr>
                              <a:rPr lang="ar-AE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sup>
                    </m:sSup>
                    <m:r>
                      <a:rPr lang="ar-AE" i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ar-AE" i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ar-AE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.</a:t>
                </a:r>
                <a:r>
                  <a:rPr lang="en-US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ar-AE" dirty="0">
                    <a:latin typeface="Cambria" panose="02040503050406030204" pitchFamily="18" charset="0"/>
                    <a:ea typeface="Cambria" panose="02040503050406030204" pitchFamily="18" charset="0"/>
                  </a:rPr>
                  <a:t>⇒</a:t>
                </a:r>
                <a:r>
                  <a:rPr lang="ar-AE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ar-AE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ar-AE" i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ar-AE" i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ar-AE" dirty="0">
                    <a:latin typeface="Cambria" panose="02040503050406030204" pitchFamily="18" charset="0"/>
                    <a:ea typeface="Cambria" panose="02040503050406030204" pitchFamily="18" charset="0"/>
                  </a:rPr>
                  <a:t>.</a:t>
                </a:r>
                <a:br>
                  <a:rPr lang="ar-AE" dirty="0">
                    <a:latin typeface="Cambria" panose="02040503050406030204" pitchFamily="18" charset="0"/>
                    <a:ea typeface="Cambria" panose="02040503050406030204" pitchFamily="18" charset="0"/>
                  </a:rPr>
                </a:br>
                <a:r>
                  <a:rPr lang="ar-AE" dirty="0">
                    <a:latin typeface="Cambria" panose="02040503050406030204" pitchFamily="18" charset="0"/>
                    <a:ea typeface="Cambria" panose="02040503050406030204" pitchFamily="18" charset="0"/>
                  </a:rPr>
                  <a:t>⇒ </a:t>
                </a:r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With high probability, there are </a:t>
                </a:r>
                <a:r>
                  <a:rPr lang="en-IN" b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no isolated vertices</a:t>
                </a:r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.</a:t>
                </a:r>
                <a:b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</a:br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⇒ Graph becomes connected.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190F796-A308-2E4E-B5F0-8B1C9F2101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1605610"/>
                <a:ext cx="7320876" cy="941925"/>
              </a:xfrm>
              <a:prstGeom prst="rect">
                <a:avLst/>
              </a:prstGeom>
              <a:blipFill>
                <a:blip r:embed="rId2"/>
                <a:stretch>
                  <a:fillRect l="-581" b="-69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7155633-D84F-17A4-6FF1-C15F8F7E5AC1}"/>
                  </a:ext>
                </a:extLst>
              </p:cNvPr>
              <p:cNvSpPr txBox="1"/>
              <p:nvPr/>
            </p:nvSpPr>
            <p:spPr>
              <a:xfrm>
                <a:off x="611560" y="2912997"/>
                <a:ext cx="8532440" cy="941925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IN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𝜔</m:t>
                    </m:r>
                    <m:d>
                      <m:dPr>
                        <m:ctrlPr>
                          <a:rPr lang="ar-AE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→−</m:t>
                    </m:r>
                    <m:r>
                      <a:rPr lang="en-US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a:rPr lang="en-US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 (</m:t>
                    </m:r>
                    <m:r>
                      <a:rPr lang="en-US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𝑠𝑎𝑦</m:t>
                    </m:r>
                    <m:r>
                      <a:rPr lang="en-US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b="0" i="0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n-US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 −</m:t>
                        </m:r>
                        <m:func>
                          <m:funcPr>
                            <m:ctrlPr>
                              <a:rPr lang="en-US" b="0" i="1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func>
                              <m:funcPr>
                                <m:ctrlPr>
                                  <a:rPr lang="en-US" b="0" i="1" dirty="0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b="0" i="0" dirty="0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</m:fName>
                              <m:e>
                                <m:r>
                                  <a:rPr lang="en-US" b="0" i="1" dirty="0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b="0" i="1" dirty="0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)/</m:t>
                                </m:r>
                                <m:r>
                                  <a:rPr lang="en-US" b="0" i="1" dirty="0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func>
                          </m:e>
                        </m:func>
                      </m:e>
                    </m:func>
                    <m:r>
                      <a:rPr lang="en-US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ar-AE" dirty="0">
                    <a:latin typeface="Cambria" panose="02040503050406030204" pitchFamily="18" charset="0"/>
                    <a:ea typeface="Cambria" panose="02040503050406030204" pitchFamily="18" charset="0"/>
                  </a:rPr>
                  <a:t>, </a:t>
                </a:r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ar-AE" i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d>
                          <m:dPr>
                            <m:ctrlPr>
                              <a:rPr lang="ar-AE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sup>
                    </m:sSup>
                    <m:r>
                      <a:rPr lang="ar-AE" i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lit/>
                      </m:rPr>
                      <a:rPr lang="en-US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ar-AE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.</a:t>
                </a:r>
                <a:r>
                  <a:rPr lang="en-US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ar-AE" dirty="0">
                    <a:latin typeface="Cambria" panose="02040503050406030204" pitchFamily="18" charset="0"/>
                    <a:ea typeface="Cambria" panose="02040503050406030204" pitchFamily="18" charset="0"/>
                  </a:rPr>
                  <a:t>⇒</a:t>
                </a:r>
                <a:r>
                  <a:rPr lang="ar-AE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ar-AE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US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ar-AE" dirty="0">
                    <a:latin typeface="Cambria" panose="02040503050406030204" pitchFamily="18" charset="0"/>
                    <a:ea typeface="Cambria" panose="02040503050406030204" pitchFamily="18" charset="0"/>
                  </a:rPr>
                  <a:t>.</a:t>
                </a:r>
                <a:br>
                  <a:rPr lang="ar-AE" dirty="0">
                    <a:latin typeface="Cambria" panose="02040503050406030204" pitchFamily="18" charset="0"/>
                    <a:ea typeface="Cambria" panose="02040503050406030204" pitchFamily="18" charset="0"/>
                  </a:rPr>
                </a:br>
                <a:r>
                  <a:rPr lang="ar-AE" dirty="0">
                    <a:latin typeface="Cambria" panose="02040503050406030204" pitchFamily="18" charset="0"/>
                    <a:ea typeface="Cambria" panose="02040503050406030204" pitchFamily="18" charset="0"/>
                  </a:rPr>
                  <a:t>⇒ </a:t>
                </a:r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Many isolated </a:t>
                </a:r>
                <a:r>
                  <a:rPr lang="en-IN" b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vertices</a:t>
                </a:r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. </a:t>
                </a:r>
                <a:b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</a:br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⇒ Graph becomes disconnected.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7155633-D84F-17A4-6FF1-C15F8F7E5A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2912997"/>
                <a:ext cx="8532440" cy="941925"/>
              </a:xfrm>
              <a:prstGeom prst="rect">
                <a:avLst/>
              </a:prstGeom>
              <a:blipFill>
                <a:blip r:embed="rId3"/>
                <a:stretch>
                  <a:fillRect l="-499" t="-633" b="-75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173E1A0B-CCD0-51DA-61C2-A8E5A1FB40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258" y="4448798"/>
                <a:ext cx="8229600" cy="1200329"/>
              </a:xfrm>
              <a:prstGeom prst="rect">
                <a:avLst/>
              </a:prstGeom>
              <a:solidFill>
                <a:schemeClr val="accent3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</a:rPr>
                  <a:t>With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n-US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 −</m:t>
                        </m:r>
                        <m:func>
                          <m:funcPr>
                            <m:ctrlPr>
                              <a:rPr lang="en-US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func>
                              <m:funcPr>
                                <m:ctrlPr>
                                  <a:rPr lang="en-US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</m:fName>
                              <m:e>
                                <m:r>
                                  <a:rPr lang="en-US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)/</m:t>
                                </m:r>
                                <m:r>
                                  <a:rPr lang="en-US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func>
                          </m:e>
                        </m:func>
                      </m:e>
                    </m:func>
                    <m:r>
                      <a:rPr lang="en-US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, </m:t>
                    </m:r>
                  </m:oMath>
                </a14:m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</a:rPr>
                  <a:t>the expected number of isolated vertices is about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kumimoji="0" lang="en-US" alt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0" lang="en-US" altLang="en-US" sz="1800" b="0" i="0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kumimoji="0" lang="en-US" alt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0" lang="en-US" altLang="en-US" sz="18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func>
                  </m:oMath>
                </a14:m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</a:rPr>
                  <a:t>, </a:t>
                </a: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</a:rPr>
                  <a:t>which </a:t>
                </a:r>
                <a:r>
                  <a:rPr kumimoji="0" lang="en-US" altLang="en-US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</a:rPr>
                  <a:t>grows slowly to infinity.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</a:rPr>
                  <a:t>That’s why just </a:t>
                </a:r>
                <a:r>
                  <a:rPr kumimoji="0" lang="en-US" altLang="en-US" sz="1800" b="0" i="1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</a:rPr>
                  <a:t>below</a:t>
                </a: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</a:rPr>
                  <a:t> the threshold, you still expect many isolated nodes, and the graph is disconnected with high probability.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173E1A0B-CCD0-51DA-61C2-A8E5A1FB40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9258" y="4448798"/>
                <a:ext cx="8229600" cy="1200329"/>
              </a:xfrm>
              <a:prstGeom prst="rect">
                <a:avLst/>
              </a:prstGeom>
              <a:blipFill>
                <a:blip r:embed="rId4"/>
                <a:stretch>
                  <a:fillRect l="-667" t="-3046" r="-444" b="-710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0845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2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1301B-D49F-D96A-A30E-2300BF81A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3ED7E-C953-BA16-4B9A-4680E88F4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E646C-3CC9-4ED9-BCDC-2A56D5AA3539}" type="datetime1">
              <a:rPr lang="en-US" smtClean="0"/>
              <a:t>10/5/2025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54F1FE-AE2F-F1E8-B19B-FB957BEFA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18A4DC-2841-CA5F-BD34-46B5CBE25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39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63C568A-2E6C-9BC7-5A72-D6029E6D95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756" y="404664"/>
            <a:ext cx="8888488" cy="5184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5832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214C9B-1A53-8473-0F55-62F024641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E646C-3CC9-4ED9-BCDC-2A56D5AA3539}" type="datetime1">
              <a:rPr lang="en-US" smtClean="0"/>
              <a:t>10/5/2025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7C252A-CC8F-BE1C-9766-8BE5D0307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583406-B9B6-7B3B-7305-732D70A68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40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4DFCE7-1CD3-1274-D9AE-AB522BD2EAA7}"/>
              </a:ext>
            </a:extLst>
          </p:cNvPr>
          <p:cNvSpPr txBox="1"/>
          <p:nvPr/>
        </p:nvSpPr>
        <p:spPr>
          <a:xfrm>
            <a:off x="683568" y="136525"/>
            <a:ext cx="7560840" cy="581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INPUT: n (number of nodes), </a:t>
            </a:r>
          </a:p>
          <a:p>
            <a:r>
              <a:rPr lang="en-IN" sz="1200" dirty="0"/>
              <a:t>       </a:t>
            </a:r>
            <a:r>
              <a:rPr lang="en-IN" sz="1200" dirty="0" err="1"/>
              <a:t>numTrials</a:t>
            </a:r>
            <a:r>
              <a:rPr lang="en-IN" sz="1200" dirty="0"/>
              <a:t> (number of simulations per p),</a:t>
            </a:r>
          </a:p>
          <a:p>
            <a:r>
              <a:rPr lang="en-IN" sz="1200" dirty="0"/>
              <a:t>       </a:t>
            </a:r>
            <a:r>
              <a:rPr lang="en-IN" sz="1200" dirty="0" err="1"/>
              <a:t>pRange</a:t>
            </a:r>
            <a:r>
              <a:rPr lang="en-IN" sz="1200" dirty="0"/>
              <a:t> (list of edge probabilities)</a:t>
            </a:r>
          </a:p>
          <a:p>
            <a:endParaRPr lang="en-IN" sz="1200" dirty="0"/>
          </a:p>
          <a:p>
            <a:r>
              <a:rPr lang="en-IN" sz="1200" dirty="0"/>
              <a:t>FOR each p in </a:t>
            </a:r>
            <a:r>
              <a:rPr lang="en-IN" sz="1200" dirty="0" err="1"/>
              <a:t>pRange</a:t>
            </a:r>
            <a:r>
              <a:rPr lang="en-IN" sz="1200" dirty="0"/>
              <a:t>:</a:t>
            </a:r>
          </a:p>
          <a:p>
            <a:r>
              <a:rPr lang="en-IN" sz="1200" dirty="0"/>
              <a:t>    </a:t>
            </a:r>
            <a:r>
              <a:rPr lang="en-IN" sz="1200" dirty="0" err="1"/>
              <a:t>theoryIso</a:t>
            </a:r>
            <a:r>
              <a:rPr lang="en-IN" sz="1200" dirty="0"/>
              <a:t> = n * (1 - p)^(n - 1)   # theoretical expectation</a:t>
            </a:r>
          </a:p>
          <a:p>
            <a:endParaRPr lang="en-IN" sz="1200" dirty="0"/>
          </a:p>
          <a:p>
            <a:r>
              <a:rPr lang="en-IN" sz="1200" dirty="0"/>
              <a:t>    </a:t>
            </a:r>
            <a:r>
              <a:rPr lang="en-IN" sz="1200" dirty="0" err="1"/>
              <a:t>simSum</a:t>
            </a:r>
            <a:r>
              <a:rPr lang="en-IN" sz="1200" dirty="0"/>
              <a:t> = 0</a:t>
            </a:r>
          </a:p>
          <a:p>
            <a:r>
              <a:rPr lang="en-IN" sz="1200" dirty="0"/>
              <a:t>    FOR trial = 1 to </a:t>
            </a:r>
            <a:r>
              <a:rPr lang="en-IN" sz="1200" dirty="0" err="1"/>
              <a:t>numTrials</a:t>
            </a:r>
            <a:r>
              <a:rPr lang="en-IN" sz="1200" dirty="0"/>
              <a:t>:</a:t>
            </a:r>
          </a:p>
          <a:p>
            <a:r>
              <a:rPr lang="en-IN" sz="1200" b="1" dirty="0">
                <a:solidFill>
                  <a:srgbClr val="0000FF"/>
                </a:solidFill>
              </a:rPr>
              <a:t>        # Generate random graph G(</a:t>
            </a:r>
            <a:r>
              <a:rPr lang="en-IN" sz="1200" b="1" dirty="0" err="1">
                <a:solidFill>
                  <a:srgbClr val="0000FF"/>
                </a:solidFill>
              </a:rPr>
              <a:t>n,p</a:t>
            </a:r>
            <a:r>
              <a:rPr lang="en-IN" sz="1200" b="1" dirty="0">
                <a:solidFill>
                  <a:srgbClr val="0000FF"/>
                </a:solidFill>
              </a:rPr>
              <a:t>)</a:t>
            </a:r>
          </a:p>
          <a:p>
            <a:r>
              <a:rPr lang="en-IN" sz="1200" dirty="0"/>
              <a:t>        A = empty adjacency matrix (n x n)</a:t>
            </a:r>
          </a:p>
          <a:p>
            <a:r>
              <a:rPr lang="en-IN" sz="1200" dirty="0"/>
              <a:t>        FOR each pair of vertices (</a:t>
            </a:r>
            <a:r>
              <a:rPr lang="en-IN" sz="1200" dirty="0" err="1"/>
              <a:t>i,j</a:t>
            </a:r>
            <a:r>
              <a:rPr lang="en-IN" sz="1200" dirty="0"/>
              <a:t>), </a:t>
            </a:r>
            <a:r>
              <a:rPr lang="en-IN" sz="1200" dirty="0" err="1"/>
              <a:t>i</a:t>
            </a:r>
            <a:r>
              <a:rPr lang="en-IN" sz="1200" dirty="0"/>
              <a:t>&lt;j:</a:t>
            </a:r>
          </a:p>
          <a:p>
            <a:r>
              <a:rPr lang="en-IN" sz="1200" dirty="0"/>
              <a:t>            add edge with probability p</a:t>
            </a:r>
          </a:p>
          <a:p>
            <a:r>
              <a:rPr lang="en-IN" sz="1200" dirty="0"/>
              <a:t>            set A[</a:t>
            </a:r>
            <a:r>
              <a:rPr lang="en-IN" sz="1200" dirty="0" err="1"/>
              <a:t>i,j</a:t>
            </a:r>
            <a:r>
              <a:rPr lang="en-IN" sz="1200" dirty="0"/>
              <a:t>] = A[</a:t>
            </a:r>
            <a:r>
              <a:rPr lang="en-IN" sz="1200" dirty="0" err="1"/>
              <a:t>j,i</a:t>
            </a:r>
            <a:r>
              <a:rPr lang="en-IN" sz="1200" dirty="0"/>
              <a:t>] = 1 if edge present, else 0</a:t>
            </a:r>
          </a:p>
          <a:p>
            <a:r>
              <a:rPr lang="en-IN" sz="1200" dirty="0"/>
              <a:t>        END</a:t>
            </a:r>
          </a:p>
          <a:p>
            <a:endParaRPr lang="en-IN" sz="1200" dirty="0"/>
          </a:p>
          <a:p>
            <a:r>
              <a:rPr lang="en-IN" sz="1200" b="1" dirty="0">
                <a:solidFill>
                  <a:srgbClr val="0000FF"/>
                </a:solidFill>
              </a:rPr>
              <a:t>        # Count isolated vertices</a:t>
            </a:r>
          </a:p>
          <a:p>
            <a:r>
              <a:rPr lang="en-IN" sz="1200" dirty="0"/>
              <a:t>        degrees = row sums of A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isoCount</a:t>
            </a:r>
            <a:r>
              <a:rPr lang="en-IN" sz="1200" dirty="0"/>
              <a:t> = count of vertices with degree = 0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simSum</a:t>
            </a:r>
            <a:r>
              <a:rPr lang="en-IN" sz="1200" dirty="0"/>
              <a:t> += </a:t>
            </a:r>
            <a:r>
              <a:rPr lang="en-IN" sz="1200" dirty="0" err="1"/>
              <a:t>isoCount</a:t>
            </a:r>
            <a:endParaRPr lang="en-IN" sz="1200" dirty="0"/>
          </a:p>
          <a:p>
            <a:r>
              <a:rPr lang="en-IN" sz="1200" dirty="0"/>
              <a:t>    END</a:t>
            </a:r>
          </a:p>
          <a:p>
            <a:endParaRPr lang="en-IN" sz="1200" dirty="0"/>
          </a:p>
          <a:p>
            <a:r>
              <a:rPr lang="en-IN" sz="1200" dirty="0"/>
              <a:t>    </a:t>
            </a:r>
            <a:r>
              <a:rPr lang="en-IN" sz="1200" dirty="0" err="1"/>
              <a:t>simIso</a:t>
            </a:r>
            <a:r>
              <a:rPr lang="en-IN" sz="1200" dirty="0"/>
              <a:t> = </a:t>
            </a:r>
            <a:r>
              <a:rPr lang="en-IN" sz="1200" dirty="0" err="1"/>
              <a:t>simSum</a:t>
            </a:r>
            <a:r>
              <a:rPr lang="en-IN" sz="1200" dirty="0"/>
              <a:t> / </a:t>
            </a:r>
            <a:r>
              <a:rPr lang="en-IN" sz="1200" dirty="0" err="1"/>
              <a:t>numTrials</a:t>
            </a:r>
            <a:r>
              <a:rPr lang="en-IN" sz="1200" dirty="0"/>
              <a:t>   # average isolated nodes</a:t>
            </a:r>
          </a:p>
          <a:p>
            <a:r>
              <a:rPr lang="en-IN" sz="1200" dirty="0"/>
              <a:t>    STORE (p, </a:t>
            </a:r>
            <a:r>
              <a:rPr lang="en-IN" sz="1200" dirty="0" err="1"/>
              <a:t>theoryIso</a:t>
            </a:r>
            <a:r>
              <a:rPr lang="en-IN" sz="1200" dirty="0"/>
              <a:t>, </a:t>
            </a:r>
            <a:r>
              <a:rPr lang="en-IN" sz="1200" dirty="0" err="1"/>
              <a:t>simIso</a:t>
            </a:r>
            <a:r>
              <a:rPr lang="en-IN" sz="1200" dirty="0"/>
              <a:t>)</a:t>
            </a:r>
          </a:p>
          <a:p>
            <a:r>
              <a:rPr lang="en-IN" sz="1200" dirty="0"/>
              <a:t>END</a:t>
            </a:r>
          </a:p>
          <a:p>
            <a:endParaRPr lang="en-IN" sz="1200" dirty="0"/>
          </a:p>
          <a:p>
            <a:r>
              <a:rPr lang="en-IN" sz="1200" dirty="0">
                <a:solidFill>
                  <a:srgbClr val="0000FF"/>
                </a:solidFill>
              </a:rPr>
              <a:t># Plot</a:t>
            </a:r>
          </a:p>
          <a:p>
            <a:r>
              <a:rPr lang="en-IN" sz="1200" dirty="0">
                <a:solidFill>
                  <a:srgbClr val="0000FF"/>
                </a:solidFill>
              </a:rPr>
              <a:t>Plot </a:t>
            </a:r>
            <a:r>
              <a:rPr lang="en-IN" sz="1200" dirty="0" err="1">
                <a:solidFill>
                  <a:srgbClr val="0000FF"/>
                </a:solidFill>
              </a:rPr>
              <a:t>theoryIso</a:t>
            </a:r>
            <a:r>
              <a:rPr lang="en-IN" sz="1200" dirty="0">
                <a:solidFill>
                  <a:srgbClr val="0000FF"/>
                </a:solidFill>
              </a:rPr>
              <a:t> vs p as a smooth line</a:t>
            </a:r>
          </a:p>
          <a:p>
            <a:r>
              <a:rPr lang="en-IN" sz="1200" dirty="0">
                <a:solidFill>
                  <a:srgbClr val="0000FF"/>
                </a:solidFill>
              </a:rPr>
              <a:t>Plot </a:t>
            </a:r>
            <a:r>
              <a:rPr lang="en-IN" sz="1200" dirty="0" err="1">
                <a:solidFill>
                  <a:srgbClr val="0000FF"/>
                </a:solidFill>
              </a:rPr>
              <a:t>simIso</a:t>
            </a:r>
            <a:r>
              <a:rPr lang="en-IN" sz="1200" dirty="0">
                <a:solidFill>
                  <a:srgbClr val="0000FF"/>
                </a:solidFill>
              </a:rPr>
              <a:t> vs p as points</a:t>
            </a:r>
          </a:p>
          <a:p>
            <a:r>
              <a:rPr lang="en-IN" sz="1200" dirty="0">
                <a:solidFill>
                  <a:srgbClr val="0000FF"/>
                </a:solidFill>
              </a:rPr>
              <a:t>Draw vertical line at p = log(n)/n (connectivity threshold)</a:t>
            </a:r>
          </a:p>
          <a:p>
            <a:r>
              <a:rPr lang="en-IN" sz="1200" dirty="0">
                <a:solidFill>
                  <a:srgbClr val="0000FF"/>
                </a:solidFill>
              </a:rPr>
              <a:t>Label axes and legend</a:t>
            </a:r>
          </a:p>
        </p:txBody>
      </p:sp>
    </p:spTree>
    <p:extLst>
      <p:ext uri="{BB962C8B-B14F-4D97-AF65-F5344CB8AC3E}">
        <p14:creationId xmlns:p14="http://schemas.microsoft.com/office/powerpoint/2010/main" val="8535771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2FE2C-6822-B166-9020-EC59349A9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990D44-0378-38C7-813F-5C19D17B3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E646C-3CC9-4ED9-BCDC-2A56D5AA3539}" type="datetime1">
              <a:rPr lang="en-US" smtClean="0"/>
              <a:t>10/5/2025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7268C7-B6D2-AFE7-8FDE-766F5F465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929E25-4CAA-3F0C-6AF9-08B151AAB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41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20F04AF-694A-5F8E-9984-FE51203356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158" y="3130429"/>
            <a:ext cx="6120681" cy="34373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0845B4A-E3B4-0BCF-0EAB-09A16A63F1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728" y="3912268"/>
            <a:ext cx="8363272" cy="11521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44E82EB-FC66-5831-5770-452384FD316E}"/>
              </a:ext>
            </a:extLst>
          </p:cNvPr>
          <p:cNvSpPr txBox="1">
            <a:spLocks/>
          </p:cNvSpPr>
          <p:nvPr/>
        </p:nvSpPr>
        <p:spPr>
          <a:xfrm>
            <a:off x="1475656" y="126243"/>
            <a:ext cx="6000792" cy="642942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70000" lnSpcReduction="20000"/>
          </a:bodyPr>
          <a:lstStyle/>
          <a:p>
            <a:pPr algn="ctr"/>
            <a:r>
              <a:rPr lang="en-IN" sz="320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</a:t>
            </a:r>
            <a:r>
              <a:rPr lang="en-IN" sz="3200" b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Properties of  Random Network (ER): </a:t>
            </a:r>
          </a:p>
          <a:p>
            <a:pPr algn="ctr"/>
            <a:r>
              <a:rPr lang="en-IN" sz="3200" b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Expected Local Clustering Coefficient </a:t>
            </a:r>
            <a:endParaRPr lang="en-IN" sz="32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133899-04AD-DC99-988F-6320E8AE779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8163"/>
          <a:stretch>
            <a:fillRect/>
          </a:stretch>
        </p:blipFill>
        <p:spPr>
          <a:xfrm>
            <a:off x="499110" y="1207292"/>
            <a:ext cx="8048098" cy="1429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392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131F8-84F5-7405-DC14-F46FF675E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BBD9A-65FA-7543-637B-2DBD3CE06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E646C-3CC9-4ED9-BCDC-2A56D5AA3539}" type="datetime1">
              <a:rPr lang="en-US" smtClean="0"/>
              <a:t>10/5/2025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6926D-BDA8-3D4B-EF99-DD50595F7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E9975A-759C-D4EF-2A91-EA2894B6D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42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E17454-0D46-E31E-0511-D41F24FEF6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818" y="1052736"/>
            <a:ext cx="6120681" cy="34373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C3C2DA8-2489-EDF2-5E97-0F480792FA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388" y="1834575"/>
            <a:ext cx="8363272" cy="115212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E678B08-F875-8E76-3B7F-0769A2A46C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1970" y="3232818"/>
            <a:ext cx="3731230" cy="9402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05BB6BA-001F-B48B-5DE5-BE617BD861C1}"/>
              </a:ext>
            </a:extLst>
          </p:cNvPr>
          <p:cNvSpPr txBox="1">
            <a:spLocks/>
          </p:cNvSpPr>
          <p:nvPr/>
        </p:nvSpPr>
        <p:spPr>
          <a:xfrm>
            <a:off x="1475656" y="126243"/>
            <a:ext cx="6000792" cy="642942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70000" lnSpcReduction="20000"/>
          </a:bodyPr>
          <a:lstStyle/>
          <a:p>
            <a:pPr algn="ctr"/>
            <a:r>
              <a:rPr lang="en-IN" sz="32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</a:t>
            </a:r>
            <a:r>
              <a:rPr lang="en-IN" sz="3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Properties of  Random Network (ER): </a:t>
            </a:r>
          </a:p>
          <a:p>
            <a:pPr algn="ctr"/>
            <a:r>
              <a:rPr lang="en-IN" sz="3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Expected Local Clustering Coefficient </a:t>
            </a:r>
          </a:p>
        </p:txBody>
      </p:sp>
    </p:spTree>
    <p:extLst>
      <p:ext uri="{BB962C8B-B14F-4D97-AF65-F5344CB8AC3E}">
        <p14:creationId xmlns:p14="http://schemas.microsoft.com/office/powerpoint/2010/main" val="293704664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81884-36A9-015C-D7E7-4B303FFE0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DD4026-3E4C-7952-331E-F1F62E901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E646C-3CC9-4ED9-BCDC-2A56D5AA3539}" type="datetime1">
              <a:rPr lang="en-US" smtClean="0"/>
              <a:t>10/5/2025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2878F2-97BA-1C09-6F70-DC4B09ADA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ACF146-1154-1FDC-1BAF-B4666FFBF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43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0C6FDE4-51CA-896B-6417-EB7FD63FFB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818" y="1052736"/>
            <a:ext cx="6120681" cy="34373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B42B1A2-38C3-C1DB-01B7-6B4C7E00F1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388" y="1834575"/>
            <a:ext cx="8363272" cy="115212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5D53D78-4573-F765-7CD2-7BFE46C780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1970" y="3232818"/>
            <a:ext cx="3731230" cy="94029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DBD2DC3-CBCB-C422-677D-1AEEE63459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9561" y="4317919"/>
            <a:ext cx="6584877" cy="129362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BC8CD05-8607-947C-5BBA-E24E4A36BB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0154" y="5729067"/>
            <a:ext cx="7383692" cy="45684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3E9B28C-48DD-1917-399A-4512ADCF62B2}"/>
              </a:ext>
            </a:extLst>
          </p:cNvPr>
          <p:cNvSpPr txBox="1">
            <a:spLocks/>
          </p:cNvSpPr>
          <p:nvPr/>
        </p:nvSpPr>
        <p:spPr>
          <a:xfrm>
            <a:off x="1475656" y="126243"/>
            <a:ext cx="6000792" cy="642942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70000" lnSpcReduction="20000"/>
          </a:bodyPr>
          <a:lstStyle/>
          <a:p>
            <a:pPr algn="ctr"/>
            <a:r>
              <a:rPr lang="en-IN" sz="32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</a:t>
            </a:r>
            <a:r>
              <a:rPr lang="en-IN" sz="3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Properties of  Random Network (ER): </a:t>
            </a:r>
          </a:p>
          <a:p>
            <a:pPr algn="ctr"/>
            <a:r>
              <a:rPr lang="en-IN" sz="3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Expected Local Clustering Coefficient </a:t>
            </a:r>
          </a:p>
        </p:txBody>
      </p:sp>
    </p:spTree>
    <p:extLst>
      <p:ext uri="{BB962C8B-B14F-4D97-AF65-F5344CB8AC3E}">
        <p14:creationId xmlns:p14="http://schemas.microsoft.com/office/powerpoint/2010/main" val="3109724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B100C-FC14-BE5F-8A00-99C0036DB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504E7E-68D8-755C-A0BC-6BD2FFC46E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Simulate the system for n=500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DF8A78-985E-2EB9-8310-EE6361B40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E646C-3CC9-4ED9-BCDC-2A56D5AA3539}" type="datetime1">
              <a:rPr lang="en-US" smtClean="0"/>
              <a:t>10/5/2025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D0D176-1E61-F4C6-D82C-945B7D3FF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42874F-7DA4-BF9F-39F0-D77F8C1DB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44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50113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78D5F-204C-E289-BC44-9842921E2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C308F6-C00D-E46A-3DB2-59D4EB20A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E646C-3CC9-4ED9-BCDC-2A56D5AA3539}" type="datetime1">
              <a:rPr lang="en-US" smtClean="0"/>
              <a:t>10/5/2025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6F4B67-CA08-4633-D72D-517239999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96B311-1FE2-6842-56E7-1E54DAE86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45</a:t>
            </a:fld>
            <a:endParaRPr lang="en-IN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28D54D5-7752-5C8A-C55D-4EB32510655D}"/>
              </a:ext>
            </a:extLst>
          </p:cNvPr>
          <p:cNvSpPr txBox="1">
            <a:spLocks/>
          </p:cNvSpPr>
          <p:nvPr/>
        </p:nvSpPr>
        <p:spPr>
          <a:xfrm>
            <a:off x="1475656" y="126243"/>
            <a:ext cx="6000792" cy="642942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70000" lnSpcReduction="20000"/>
          </a:bodyPr>
          <a:lstStyle/>
          <a:p>
            <a:pPr algn="ctr"/>
            <a:r>
              <a:rPr lang="en-IN" sz="32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</a:t>
            </a:r>
            <a:r>
              <a:rPr lang="en-IN" sz="3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Properties of  Random Network (ER): </a:t>
            </a:r>
          </a:p>
          <a:p>
            <a:pPr algn="ctr"/>
            <a:r>
              <a:rPr lang="en-IN" sz="3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Expected Local Clustering Coefficient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B1FF48-D47C-E991-8674-AE67D887AD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702" y="1700808"/>
            <a:ext cx="8048098" cy="2312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04903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636DE-51C2-A3A8-87C7-F3796C184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347E2A-E05C-C1ED-9806-32E730B9F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E646C-3CC9-4ED9-BCDC-2A56D5AA3539}" type="datetime1">
              <a:rPr lang="en-US" smtClean="0"/>
              <a:t>10/5/2025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E741A-EE18-B804-FE92-11B3F2C81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A3B5D5-775E-4ECF-5C0D-7ADB67D6F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46</a:t>
            </a:fld>
            <a:endParaRPr lang="en-IN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11660ED-F6D3-05CB-4D70-A38F1E6AC6F9}"/>
              </a:ext>
            </a:extLst>
          </p:cNvPr>
          <p:cNvSpPr txBox="1">
            <a:spLocks/>
          </p:cNvSpPr>
          <p:nvPr/>
        </p:nvSpPr>
        <p:spPr>
          <a:xfrm>
            <a:off x="1475656" y="126243"/>
            <a:ext cx="6000792" cy="642942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55000" lnSpcReduction="20000"/>
          </a:bodyPr>
          <a:lstStyle/>
          <a:p>
            <a:pPr algn="ctr"/>
            <a:r>
              <a:rPr lang="en-IN" sz="32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</a:t>
            </a:r>
            <a:r>
              <a:rPr lang="en-IN" sz="3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Properties of  Random Network (ER): </a:t>
            </a:r>
          </a:p>
          <a:p>
            <a:pPr algn="ctr"/>
            <a:r>
              <a:rPr lang="en-IN" sz="3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Expected Global Clustering Coefficient (Transitivity)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B4D45-CB68-3AB9-B4EB-6E8787D6A1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196752"/>
            <a:ext cx="7619920" cy="10643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6AE05EF-BBC7-33BF-232B-B178CA1D7B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5896" y="2480444"/>
            <a:ext cx="2115203" cy="632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96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53273-8F55-0139-0BB6-663EB5AE0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6FDA56-4F8A-2C7E-925D-5C154EE31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E646C-3CC9-4ED9-BCDC-2A56D5AA3539}" type="datetime1">
              <a:rPr lang="en-US" smtClean="0"/>
              <a:t>10/5/2025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EABF14-0431-4D88-1047-0D4BE471F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7CEC08-E92A-65AD-C34B-434D841DB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47</a:t>
            </a:fld>
            <a:endParaRPr lang="en-IN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D90A0D8-A842-D286-57E8-E26B88182A39}"/>
              </a:ext>
            </a:extLst>
          </p:cNvPr>
          <p:cNvSpPr txBox="1">
            <a:spLocks/>
          </p:cNvSpPr>
          <p:nvPr/>
        </p:nvSpPr>
        <p:spPr>
          <a:xfrm>
            <a:off x="1475656" y="126243"/>
            <a:ext cx="6000792" cy="642942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55000" lnSpcReduction="20000"/>
          </a:bodyPr>
          <a:lstStyle/>
          <a:p>
            <a:pPr algn="ctr"/>
            <a:r>
              <a:rPr lang="en-IN" sz="32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</a:t>
            </a:r>
            <a:r>
              <a:rPr lang="en-IN" sz="3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Properties of  Random Network (ER): </a:t>
            </a:r>
          </a:p>
          <a:p>
            <a:pPr algn="ctr"/>
            <a:r>
              <a:rPr lang="en-IN" sz="3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Expected Global Clustering Coefficient (Transitivity)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8B8F5F8-884A-93FB-CC51-D79462F7F3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196752"/>
            <a:ext cx="7619920" cy="10643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13E6BE5-D585-FC2A-54E0-0AD14879DE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5896" y="2480444"/>
            <a:ext cx="2115203" cy="63242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80EB5F8-6095-F54E-65BB-F70B161975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815" y="3551498"/>
            <a:ext cx="7746920" cy="106439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5F9F59E-257C-5B7C-BFBF-DCD088D059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5656" y="5054517"/>
            <a:ext cx="5758827" cy="1064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678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4A471-086A-82A4-0587-2D12A9076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FA7BBD-D2B1-63B3-BBAB-BAD0C3C68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E646C-3CC9-4ED9-BCDC-2A56D5AA3539}" type="datetime1">
              <a:rPr lang="en-US" smtClean="0"/>
              <a:t>10/5/2025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E9A777-C458-5F96-C9B0-ACF64B29B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F03C39-F27F-A8B3-E116-8C38E2C02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48</a:t>
            </a:fld>
            <a:endParaRPr lang="en-IN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EAD3C6D-D596-5D79-9912-9CC46F683683}"/>
              </a:ext>
            </a:extLst>
          </p:cNvPr>
          <p:cNvSpPr txBox="1">
            <a:spLocks/>
          </p:cNvSpPr>
          <p:nvPr/>
        </p:nvSpPr>
        <p:spPr>
          <a:xfrm>
            <a:off x="1475656" y="126243"/>
            <a:ext cx="6000792" cy="642942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55000" lnSpcReduction="20000"/>
          </a:bodyPr>
          <a:lstStyle/>
          <a:p>
            <a:pPr algn="ctr"/>
            <a:r>
              <a:rPr lang="en-IN" sz="32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</a:t>
            </a:r>
            <a:r>
              <a:rPr lang="en-IN" sz="3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Properties of  Random Network (ER): </a:t>
            </a:r>
          </a:p>
          <a:p>
            <a:pPr algn="ctr"/>
            <a:r>
              <a:rPr lang="en-IN" sz="3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Expected Global Clustering Coefficient (Transitivity)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C5C2177-9383-7612-F3AC-D767492741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54" y="1412827"/>
            <a:ext cx="8264346" cy="153725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467A9C1-BE9A-BC35-4FDC-0BA43664CD14}"/>
                  </a:ext>
                </a:extLst>
              </p:cNvPr>
              <p:cNvSpPr txBox="1"/>
              <p:nvPr/>
            </p:nvSpPr>
            <p:spPr>
              <a:xfrm>
                <a:off x="611560" y="3105834"/>
                <a:ext cx="792088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So the expected global clustering (transitivity) is also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 , with exact cancellation in the algebra.</a:t>
                </a:r>
                <a:endParaRPr lang="en-IN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467A9C1-BE9A-BC35-4FDC-0BA43664CD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3105834"/>
                <a:ext cx="7920880" cy="646331"/>
              </a:xfrm>
              <a:prstGeom prst="rect">
                <a:avLst/>
              </a:prstGeom>
              <a:blipFill>
                <a:blip r:embed="rId3"/>
                <a:stretch>
                  <a:fillRect l="-615" t="-5607" r="-769" b="-1215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30B786B8-C159-DDF0-AD37-8DE6C3EE51D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255" t="1" b="-2724"/>
          <a:stretch>
            <a:fillRect/>
          </a:stretch>
        </p:blipFill>
        <p:spPr>
          <a:xfrm>
            <a:off x="610640" y="4201662"/>
            <a:ext cx="8153890" cy="115212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1360020-D3FD-E16E-2DBE-C704925AFE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641" y="5353790"/>
            <a:ext cx="8153890" cy="595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702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1BE54-D8C3-B53E-CFA8-927E1218F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198728-9D9D-F13D-120B-5F35482EAA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948019-D592-6020-C6A2-A6CB8392F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E646C-3CC9-4ED9-BCDC-2A56D5AA3539}" type="datetime1">
              <a:rPr lang="en-US" smtClean="0"/>
              <a:t>10/5/2025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608E6F-0B0F-4718-AA9C-49A4E01F6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103657-4ED6-BB34-D051-D86AD972E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49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32760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6F992-DB0E-12FE-4DE8-577A4D5E0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FE9A5B-98D8-4EC7-D4EF-02BC826FB6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337" y="404664"/>
            <a:ext cx="7079325" cy="557106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4854A9-9328-E384-AF52-CA19F5316A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1BE646C-3CC9-4ED9-BCDC-2A56D5AA3539}" type="datetime1">
              <a:rPr lang="en-US" smtClean="0"/>
              <a:pPr>
                <a:spcAft>
                  <a:spcPts val="600"/>
                </a:spcAft>
              </a:pPr>
              <a:t>10/5/2025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F31453-6F77-ECDA-9EF1-BE638117C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C.H, CCNSB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BA643-5FA3-FCF0-BF68-BF5CDA0E7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0FF48A1-BBC9-46E7-A4CC-5BFD9B1F42DF}" type="slidenum">
              <a:rPr lang="en-US" smtClean="0"/>
              <a:pPr>
                <a:spcAft>
                  <a:spcPts val="600"/>
                </a:spcAft>
              </a:pPr>
              <a:t>50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7DCB5EB-71B4-CBDA-1EFD-F8B4080EBF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520" y="136525"/>
            <a:ext cx="5270579" cy="321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1821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C06F04-732B-F914-4ABF-9ACA34976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E646C-3CC9-4ED9-BCDC-2A56D5AA3539}" type="datetime1">
              <a:rPr lang="en-US" smtClean="0"/>
              <a:t>10/5/2025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B9D034-F6D2-4775-AD4A-2A5A5CCEA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6A6631-DE10-C229-7851-C52F9A902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51</a:t>
            </a:fld>
            <a:endParaRPr lang="en-IN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2425943-852A-7308-E478-B639911CDEED}"/>
              </a:ext>
            </a:extLst>
          </p:cNvPr>
          <p:cNvSpPr txBox="1">
            <a:spLocks/>
          </p:cNvSpPr>
          <p:nvPr/>
        </p:nvSpPr>
        <p:spPr>
          <a:xfrm>
            <a:off x="1475656" y="126243"/>
            <a:ext cx="6000792" cy="642942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70000" lnSpcReduction="20000"/>
          </a:bodyPr>
          <a:lstStyle/>
          <a:p>
            <a:pPr algn="ctr"/>
            <a:r>
              <a:rPr lang="en-IN" sz="32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</a:t>
            </a:r>
            <a:r>
              <a:rPr lang="en-IN" sz="3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Properties of  Random Network (ER): Asymptotic Properties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1959B6-848C-6249-8EBD-D1676B06F2B7}"/>
              </a:ext>
            </a:extLst>
          </p:cNvPr>
          <p:cNvSpPr txBox="1"/>
          <p:nvPr/>
        </p:nvSpPr>
        <p:spPr>
          <a:xfrm>
            <a:off x="6019800" y="6149879"/>
            <a:ext cx="271804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100" dirty="0"/>
              <a:t>Alexander Wolitzky</a:t>
            </a:r>
          </a:p>
          <a:p>
            <a:r>
              <a:rPr lang="de-DE" sz="1100" dirty="0"/>
              <a:t>MIT</a:t>
            </a:r>
          </a:p>
          <a:p>
            <a:r>
              <a:rPr lang="de-DE" sz="1100" dirty="0"/>
              <a:t>6.207/14.15: Networks, Spring 2022</a:t>
            </a:r>
            <a:endParaRPr lang="en-IN" sz="11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AB6749E-DECF-EF05-FE60-954E7C890C7B}"/>
                  </a:ext>
                </a:extLst>
              </p:cNvPr>
              <p:cNvSpPr txBox="1"/>
              <p:nvPr/>
            </p:nvSpPr>
            <p:spPr>
              <a:xfrm>
                <a:off x="457200" y="1268760"/>
                <a:ext cx="8363272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For a given property </a:t>
                </a:r>
                <a14:m>
                  <m:oMath xmlns:m="http://schemas.openxmlformats.org/officeDocument/2006/math">
                    <m:r>
                      <a:rPr lang="en-US" sz="1800" b="0" i="1" u="none" strike="noStrike" baseline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𝐴</m:t>
                    </m:r>
                  </m:oMath>
                </a14:m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(e.g. “the network is connected”, “the network contains at least one cycle”, “the network contains at least one edge”), we say a function </a:t>
                </a:r>
                <a14:m>
                  <m:oMath xmlns:m="http://schemas.openxmlformats.org/officeDocument/2006/math">
                    <m:r>
                      <a:rPr lang="en-US" sz="18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 </m:t>
                    </m:r>
                    <m:r>
                      <a:rPr lang="en-US" sz="1800" b="0" i="1" u="none" strike="noStrike" baseline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𝑡</m:t>
                    </m:r>
                    <m:r>
                      <a:rPr lang="en-US" sz="1800" b="0" i="1" u="none" strike="noStrike" baseline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(</m:t>
                    </m:r>
                    <m:r>
                      <a:rPr lang="en-US" sz="1800" b="0" i="1" u="none" strike="noStrike" baseline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𝑛</m:t>
                    </m:r>
                    <m:r>
                      <a:rPr lang="en-US" sz="1800" b="0" i="1" u="none" strike="noStrike" baseline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) </m:t>
                    </m:r>
                  </m:oMath>
                </a14:m>
                <a:r>
                  <a:rPr lang="en-US" sz="1800" b="0" i="0" u="none" strike="noStrike" baseline="0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</a:p>
              <a:p>
                <a:pPr algn="just"/>
                <a:r>
                  <a:rPr lang="en-US" sz="1800" b="0" i="0" u="none" strike="noStrike" baseline="0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is a threshold function if </a:t>
                </a:r>
                <a:endParaRPr lang="en-IN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AB6749E-DECF-EF05-FE60-954E7C890C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268760"/>
                <a:ext cx="8363272" cy="923330"/>
              </a:xfrm>
              <a:prstGeom prst="rect">
                <a:avLst/>
              </a:prstGeom>
              <a:blipFill>
                <a:blip r:embed="rId2"/>
                <a:stretch>
                  <a:fillRect l="-583" t="-3947" r="-583" b="-855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A6CCBA5-77E3-CFAD-76EC-9CECD150563C}"/>
                  </a:ext>
                </a:extLst>
              </p:cNvPr>
              <p:cNvSpPr txBox="1"/>
              <p:nvPr/>
            </p:nvSpPr>
            <p:spPr>
              <a:xfrm>
                <a:off x="565920" y="4009231"/>
                <a:ext cx="8171928" cy="10070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Property </a:t>
                </a:r>
                <a14:m>
                  <m:oMath xmlns:m="http://schemas.openxmlformats.org/officeDocument/2006/math">
                    <m:r>
                      <a:rPr lang="en-US" sz="1800" b="0" i="1" u="none" strike="noStrike" baseline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𝐴</m:t>
                    </m:r>
                  </m:oMath>
                </a14:m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almost never holds if the link probability is significantly less than </a:t>
                </a:r>
                <a14:m>
                  <m:oMath xmlns:m="http://schemas.openxmlformats.org/officeDocument/2006/math">
                    <m:r>
                      <a:rPr lang="en-US" sz="1800" b="0" i="1" u="none" strike="noStrike" baseline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𝑡</m:t>
                    </m:r>
                    <m:r>
                      <a:rPr lang="en-US" sz="2400" b="0" i="1" u="none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(</m:t>
                    </m:r>
                    <m:r>
                      <a:rPr lang="en-US" sz="1800" b="0" i="1" u="none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𝑛</m:t>
                    </m:r>
                    <m:r>
                      <a:rPr lang="en-US" sz="2400" b="0" i="1" u="none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)</m:t>
                    </m:r>
                  </m:oMath>
                </a14:m>
                <a:r>
                  <a:rPr lang="en-US" sz="1800" b="0" i="0" u="none" strike="noStrike" baseline="0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, </a:t>
                </a:r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and property </a:t>
                </a:r>
                <a14:m>
                  <m:oMath xmlns:m="http://schemas.openxmlformats.org/officeDocument/2006/math">
                    <m:r>
                      <a:rPr lang="en-US" sz="1800" b="0" i="1" u="none" strike="noStrike" baseline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𝐴</m:t>
                    </m:r>
                  </m:oMath>
                </a14:m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almost always holds if the link probability is significantly greater than </a:t>
                </a:r>
                <a14:m>
                  <m:oMath xmlns:m="http://schemas.openxmlformats.org/officeDocument/2006/math">
                    <m:r>
                      <a:rPr lang="en-US" sz="1800" b="0" i="1" u="none" strike="noStrike" baseline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𝑡</m:t>
                    </m:r>
                    <m:r>
                      <a:rPr lang="en-US" sz="2400" b="0" i="1" u="none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(</m:t>
                    </m:r>
                    <m:r>
                      <a:rPr lang="en-US" sz="1800" b="0" i="1" u="none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𝑛</m:t>
                    </m:r>
                    <m:r>
                      <a:rPr lang="en-US" sz="2400" b="0" i="1" u="none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)</m:t>
                    </m:r>
                    <m:r>
                      <a:rPr lang="en-US" sz="1800" b="0" i="1" u="none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. </m:t>
                    </m:r>
                  </m:oMath>
                </a14:m>
                <a:endParaRPr lang="en-IN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A6CCBA5-77E3-CFAD-76EC-9CECD15056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920" y="4009231"/>
                <a:ext cx="8171928" cy="1007071"/>
              </a:xfrm>
              <a:prstGeom prst="rect">
                <a:avLst/>
              </a:prstGeom>
              <a:blipFill>
                <a:blip r:embed="rId3"/>
                <a:stretch>
                  <a:fillRect l="-672" t="-4242" r="-597" b="-90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912C4BE-B92C-AA61-5E25-1A406408E950}"/>
                  </a:ext>
                </a:extLst>
              </p:cNvPr>
              <p:cNvSpPr txBox="1"/>
              <p:nvPr/>
            </p:nvSpPr>
            <p:spPr>
              <a:xfrm>
                <a:off x="1115142" y="2215461"/>
                <a:ext cx="6912768" cy="1110304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 u="none" strike="noStrike" baseline="0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sz="2400" b="0" i="1" u="none" strike="noStrike" baseline="0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u="none" strike="noStrike" baseline="0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sz="2400" b="0" i="1" u="none" strike="noStrike" baseline="0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→ </m:t>
                      </m:r>
                      <m:r>
                        <a:rPr lang="en-US" sz="1800" b="0" i="1" u="none" strike="noStrike" baseline="0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800" b="0" i="1" u="none" strike="noStrike" baseline="0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800" b="0" i="0" u="none" strike="noStrike" baseline="0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if</m:t>
                      </m:r>
                      <m:func>
                        <m:funcPr>
                          <m:ctrlPr>
                            <a:rPr lang="en-US" sz="1800" b="0" i="1" u="none" strike="noStrike" baseline="0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800" b="0" i="1" u="none" strike="noStrike" baseline="0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800" b="0" i="0" u="none" strike="noStrike" baseline="0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1800" b="0" i="1" u="none" strike="noStrike" baseline="0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800" b="0" i="1" u="none" strike="noStrike" baseline="0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sz="1800" b="0" i="1" u="none" strike="noStrike" baseline="0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d>
                                <m:dPr>
                                  <m:ctrlPr>
                                    <a:rPr lang="en-US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den>
                          </m:f>
                        </m:e>
                      </m:func>
                      <m:r>
                        <a:rPr lang="en-US" sz="1800" b="0" i="1" u="none" strike="noStrike" baseline="0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u="none" strike="noStrike" baseline="0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b="0" i="1" u="none" strike="noStrike" baseline="0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800" b="0" i="1" u="none" strike="noStrike" baseline="0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i="0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and</m:t>
                      </m:r>
                    </m:oMath>
                  </m:oMathPara>
                </a14:m>
                <a:endParaRPr lang="en-US" sz="1800" b="0" u="none" strike="noStrike" baseline="0" dirty="0">
                  <a:solidFill>
                    <a:srgbClr val="0000FF"/>
                  </a:solidFill>
                  <a:latin typeface="KJCARY+dcss1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sz="1800" b="1" i="1" u="none" strike="noStrike" baseline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sz="2400" b="0" i="1" u="none" strike="noStrike" baseline="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u="none" strike="noStrike" baseline="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sz="2400" b="0" i="1" u="none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→ </m:t>
                    </m:r>
                    <m:r>
                      <a:rPr lang="en-US" sz="1800" b="0" i="1" u="none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800" b="0" i="1" u="none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800" b="0" i="0" u="none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if</m:t>
                    </m:r>
                  </m:oMath>
                </a14:m>
                <a:r>
                  <a:rPr lang="en-IN" dirty="0">
                    <a:solidFill>
                      <a:srgbClr val="0000FF"/>
                    </a:solidFill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US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num>
                          <m:den>
                            <m:r>
                              <a:rPr lang="en-US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d>
                              <m:dPr>
                                <m:ctrlPr>
                                  <a:rPr lang="en-US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den>
                        </m:f>
                      </m:e>
                    </m:func>
                    <m:r>
                      <a:rPr lang="en-US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a:rPr lang="en-US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IN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912C4BE-B92C-AA61-5E25-1A406408E9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142" y="2215461"/>
                <a:ext cx="6912768" cy="11103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3098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6337B-3130-74AE-0D58-94F2F886D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EB0AB7-6686-7B59-1579-04859D6D2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E646C-3CC9-4ED9-BCDC-2A56D5AA3539}" type="datetime1">
              <a:rPr lang="en-US" smtClean="0"/>
              <a:t>10/5/2025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0821B-6ACA-02E2-AE71-A7EADCCAC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5713F9-E5E6-C7C5-217A-006A7E7E4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52</a:t>
            </a:fld>
            <a:endParaRPr lang="en-IN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A22FDB5-FA48-3E3F-22AB-98758E4258F1}"/>
              </a:ext>
            </a:extLst>
          </p:cNvPr>
          <p:cNvSpPr txBox="1">
            <a:spLocks/>
          </p:cNvSpPr>
          <p:nvPr/>
        </p:nvSpPr>
        <p:spPr>
          <a:xfrm>
            <a:off x="1475656" y="126243"/>
            <a:ext cx="6000792" cy="642942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70000" lnSpcReduction="20000"/>
          </a:bodyPr>
          <a:lstStyle/>
          <a:p>
            <a:pPr algn="ctr"/>
            <a:r>
              <a:rPr lang="en-IN" sz="32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</a:t>
            </a:r>
            <a:r>
              <a:rPr lang="en-IN" sz="3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Properties of  Random Network (ER): Asymptotic Properties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ACF556-8FD0-40CB-CCFA-69B705BFF485}"/>
              </a:ext>
            </a:extLst>
          </p:cNvPr>
          <p:cNvSpPr txBox="1"/>
          <p:nvPr/>
        </p:nvSpPr>
        <p:spPr>
          <a:xfrm>
            <a:off x="6019800" y="6149879"/>
            <a:ext cx="271804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100" dirty="0"/>
              <a:t>Alexander Wolitzky</a:t>
            </a:r>
          </a:p>
          <a:p>
            <a:r>
              <a:rPr lang="de-DE" sz="1100" dirty="0"/>
              <a:t>MIT</a:t>
            </a:r>
          </a:p>
          <a:p>
            <a:r>
              <a:rPr lang="de-DE" sz="1100" dirty="0"/>
              <a:t>6.207/14.15: Networks, Spring 2022</a:t>
            </a:r>
            <a:endParaRPr lang="en-IN" sz="11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50DFFCF-9355-0B7B-881A-9E65C4DA99DC}"/>
                  </a:ext>
                </a:extLst>
              </p:cNvPr>
              <p:cNvSpPr txBox="1"/>
              <p:nvPr/>
            </p:nvSpPr>
            <p:spPr>
              <a:xfrm>
                <a:off x="457200" y="1268760"/>
                <a:ext cx="8363272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For a given property </a:t>
                </a:r>
                <a14:m>
                  <m:oMath xmlns:m="http://schemas.openxmlformats.org/officeDocument/2006/math">
                    <m:r>
                      <a:rPr lang="en-US" sz="1800" b="0" i="1" u="none" strike="noStrike" baseline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𝐴</m:t>
                    </m:r>
                  </m:oMath>
                </a14:m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(e.g. “the network is connected”, “the network contains at least one cycle”, “the network contains at least one edge”), we say a function </a:t>
                </a:r>
                <a14:m>
                  <m:oMath xmlns:m="http://schemas.openxmlformats.org/officeDocument/2006/math">
                    <m:r>
                      <a:rPr lang="en-US" sz="18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 </m:t>
                    </m:r>
                    <m:r>
                      <a:rPr lang="en-US" sz="1800" b="0" i="1" u="none" strike="noStrike" baseline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𝑡</m:t>
                    </m:r>
                    <m:r>
                      <a:rPr lang="en-US" sz="1800" b="0" i="1" u="none" strike="noStrike" baseline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(</m:t>
                    </m:r>
                    <m:r>
                      <a:rPr lang="en-US" sz="1800" b="0" i="1" u="none" strike="noStrike" baseline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𝑛</m:t>
                    </m:r>
                    <m:r>
                      <a:rPr lang="en-US" sz="1800" b="0" i="1" u="none" strike="noStrike" baseline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) </m:t>
                    </m:r>
                  </m:oMath>
                </a14:m>
                <a:r>
                  <a:rPr lang="en-US" sz="1800" b="0" i="0" u="none" strike="noStrike" baseline="0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</a:p>
              <a:p>
                <a:pPr algn="just"/>
                <a:r>
                  <a:rPr lang="en-US" sz="1800" b="0" i="0" u="none" strike="noStrike" baseline="0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is a threshold function if </a:t>
                </a:r>
                <a:endParaRPr lang="en-IN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50DFFCF-9355-0B7B-881A-9E65C4DA99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268760"/>
                <a:ext cx="8363272" cy="923330"/>
              </a:xfrm>
              <a:prstGeom prst="rect">
                <a:avLst/>
              </a:prstGeom>
              <a:blipFill>
                <a:blip r:embed="rId2"/>
                <a:stretch>
                  <a:fillRect l="-583" t="-3947" r="-583" b="-855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1C9F9F4-9899-00E3-32BE-FD0BB5F2EEC8}"/>
                  </a:ext>
                </a:extLst>
              </p:cNvPr>
              <p:cNvSpPr txBox="1"/>
              <p:nvPr/>
            </p:nvSpPr>
            <p:spPr>
              <a:xfrm>
                <a:off x="457200" y="3429000"/>
                <a:ext cx="7920880" cy="8833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1600" b="0" i="0" u="none" strike="noStrike" baseline="0" dirty="0">
                    <a:solidFill>
                      <a:srgbClr val="00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We sometimes write </a:t>
                </a:r>
                <a14:m>
                  <m:oMath xmlns:m="http://schemas.openxmlformats.org/officeDocument/2006/math">
                    <m:r>
                      <a:rPr lang="pt-BR" sz="1600" b="0" i="1" u="none" strike="noStrike" baseline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pt-BR" sz="2000" b="0" i="1" u="none" strike="noStrike" baseline="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u="none" strike="noStrike" baseline="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000" b="0" i="1" u="none" strike="noStrike" baseline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≪</m:t>
                    </m:r>
                    <m:r>
                      <a:rPr lang="pt-BR" sz="2000" b="0" i="1" u="none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1600" b="0" i="1" u="none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pt-BR" sz="2000" b="0" i="1" u="none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1600" b="0" i="1" u="none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000" b="0" i="1" u="none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pt-BR" sz="1600" b="0" i="0" u="none" strike="noStrike" baseline="0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for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1600" b="0" i="1" u="none" strike="noStrike" baseline="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1600" b="0" i="1" u="none" strike="noStrike" baseline="0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pt-BR" sz="2000" b="0" i="1" u="none" strike="noStrike" baseline="0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1600" b="0" i="1" u="none" strike="noStrike" baseline="0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num>
                      <m:den>
                        <m:r>
                          <a:rPr lang="pt-BR" sz="1600" b="0" i="1" u="none" strike="noStrike" baseline="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d>
                          <m:dPr>
                            <m:ctrlPr>
                              <a:rPr lang="pt-BR" sz="2000" b="0" i="1" u="none" strike="noStrike" baseline="0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1600" b="0" i="1" u="none" strike="noStrike" baseline="0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den>
                    </m:f>
                    <m:r>
                      <a:rPr lang="en-US" sz="1600" b="0" i="1" u="none" strike="noStrike" baseline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600" b="0" i="1" u="none" strike="noStrike" baseline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000" b="0" i="1" u="none" strike="noStrike" baseline="0" dirty="0">
                    <a:solidFill>
                      <a:srgbClr val="00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, </a:t>
                </a:r>
                <a:r>
                  <a:rPr lang="pt-BR" sz="1600" b="0" i="0" u="none" strike="noStrike" baseline="0" dirty="0">
                    <a:solidFill>
                      <a:srgbClr val="00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and write </a:t>
                </a:r>
                <a14:m>
                  <m:oMath xmlns:m="http://schemas.openxmlformats.org/officeDocument/2006/math">
                    <m:r>
                      <a:rPr lang="pt-BR" sz="1600" b="0" i="1" u="none" strike="noStrike" baseline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pt-BR" sz="2000" b="0" i="1" u="none" strike="noStrike" baseline="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0" i="1" u="none" strike="noStrike" baseline="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000" b="0" i="1" u="none" strike="noStrike" baseline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≫</m:t>
                    </m:r>
                    <m:r>
                      <a:rPr lang="pt-BR" sz="1600" b="0" i="1" u="none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pt-BR" sz="2000" b="0" i="1" u="none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1600" b="0" i="1" u="none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000" b="0" i="1" u="none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pt-BR" sz="1600" b="0" i="0" u="none" strike="noStrike" baseline="0" dirty="0">
                    <a:solidFill>
                      <a:srgbClr val="00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for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b="0" i="1" u="none" strike="noStrike" baseline="0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1600" b="0" i="1" u="none" strike="noStrike" baseline="0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pt-BR" sz="2000" b="0" i="1" u="none" strike="noStrike" baseline="0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1600" b="0" i="1" u="none" strike="noStrike" baseline="0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num>
                      <m:den>
                        <m:r>
                          <a:rPr lang="pt-BR" sz="1600" b="0" i="1" u="none" strike="noStrike" baseline="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d>
                          <m:dPr>
                            <m:ctrlPr>
                              <a:rPr lang="pt-BR" sz="2000" b="0" i="1" u="none" strike="noStrike" baseline="0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1600" b="0" i="1" u="none" strike="noStrike" baseline="0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den>
                    </m:f>
                    <m:r>
                      <a:rPr lang="en-US" sz="2000" b="0" i="1" u="none" strike="noStrike" baseline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000" b="0" i="1" u="none" strike="noStrike" baseline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a:rPr lang="pt-BR" sz="1600" b="0" i="1" u="none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pt-BR" sz="1600" b="0" i="1" u="none" strike="noStrike" baseline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IN" sz="16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1C9F9F4-9899-00E3-32BE-FD0BB5F2EE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429000"/>
                <a:ext cx="7920880" cy="883319"/>
              </a:xfrm>
              <a:prstGeom prst="rect">
                <a:avLst/>
              </a:prstGeom>
              <a:blipFill>
                <a:blip r:embed="rId3"/>
                <a:stretch>
                  <a:fillRect l="-38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9CBCF7E-1A1C-4D35-EAA1-21063817C7BC}"/>
                  </a:ext>
                </a:extLst>
              </p:cNvPr>
              <p:cNvSpPr txBox="1"/>
              <p:nvPr/>
            </p:nvSpPr>
            <p:spPr>
              <a:xfrm>
                <a:off x="405204" y="4612466"/>
                <a:ext cx="8332644" cy="7301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This definition makes sense for </a:t>
                </a:r>
                <a:r>
                  <a:rPr lang="en-US" sz="1800" b="1" i="0" u="none" strike="noStrike" baseline="0" dirty="0">
                    <a:solidFill>
                      <a:srgbClr val="00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monotone properties</a:t>
                </a:r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: properties such that if a given network </a:t>
                </a:r>
                <a14:m>
                  <m:oMath xmlns:m="http://schemas.openxmlformats.org/officeDocument/2006/math">
                    <m:r>
                      <a:rPr lang="en-US" sz="2400" b="0" i="1" u="none" strike="noStrike" baseline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(</m:t>
                    </m:r>
                    <m:r>
                      <a:rPr lang="en-US" sz="1800" b="0" i="1" u="none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𝑁</m:t>
                    </m:r>
                    <m:r>
                      <a:rPr lang="en-US" sz="1800" b="0" i="1" u="none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, </m:t>
                    </m:r>
                    <m:r>
                      <a:rPr lang="en-US" sz="1800" b="0" i="1" u="none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𝐸</m:t>
                    </m:r>
                    <m:r>
                      <a:rPr lang="en-US" sz="2400" b="0" i="1" u="none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) </m:t>
                    </m:r>
                  </m:oMath>
                </a14:m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satisfies it, then so does any network </a:t>
                </a:r>
                <a14:m>
                  <m:oMath xmlns:m="http://schemas.openxmlformats.org/officeDocument/2006/math">
                    <m:r>
                      <a:rPr lang="en-US" sz="2400" b="0" i="1" u="none" strike="noStrike" baseline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(</m:t>
                    </m:r>
                    <m:r>
                      <a:rPr lang="en-US" sz="1800" b="0" i="1" u="none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𝑁</m:t>
                    </m:r>
                    <m:r>
                      <a:rPr lang="en-US" sz="1800" b="0" i="1" u="none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, </m:t>
                    </m:r>
                    <m:r>
                      <a:rPr lang="en-US" sz="1800" b="0" i="1" u="none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𝐸</m:t>
                    </m:r>
                    <m:r>
                      <a:rPr lang="en-US" sz="1800" b="0" i="1" u="none" strike="noStrike" baseline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′</m:t>
                    </m:r>
                    <m:r>
                      <a:rPr lang="en-US" sz="2400" b="0" i="1" u="none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) </m:t>
                    </m:r>
                  </m:oMath>
                </a14:m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with </a:t>
                </a:r>
                <a14:m>
                  <m:oMath xmlns:m="http://schemas.openxmlformats.org/officeDocument/2006/math">
                    <m:r>
                      <a:rPr lang="en-US" sz="1800" b="0" i="1" u="none" strike="noStrike" baseline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𝐸</m:t>
                    </m:r>
                    <m:r>
                      <a:rPr lang="en-US" sz="1800" b="0" i="1" u="none" strike="noStrike" baseline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 </m:t>
                    </m:r>
                    <m:r>
                      <a:rPr lang="en-US" sz="2400" b="0" i="1" u="none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⊆ </m:t>
                    </m:r>
                    <m:r>
                      <a:rPr lang="en-US" sz="1800" b="0" i="1" u="none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𝐸</m:t>
                    </m:r>
                    <m:r>
                      <a:rPr lang="en-US" sz="1800" b="0" i="1" u="none" strike="noStrike" baseline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′</m:t>
                    </m:r>
                  </m:oMath>
                </a14:m>
                <a:r>
                  <a:rPr lang="en-US" sz="1800" b="0" i="0" u="none" strike="noStrike" baseline="0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. </a:t>
                </a:r>
                <a:endParaRPr lang="en-IN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9CBCF7E-1A1C-4D35-EAA1-21063817C7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204" y="4612466"/>
                <a:ext cx="8332644" cy="730136"/>
              </a:xfrm>
              <a:prstGeom prst="rect">
                <a:avLst/>
              </a:prstGeom>
              <a:blipFill>
                <a:blip r:embed="rId4"/>
                <a:stretch>
                  <a:fillRect l="-585" t="-5882" b="-1344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480BF66-30D5-5013-AFFE-2DF863F3C135}"/>
                  </a:ext>
                </a:extLst>
              </p:cNvPr>
              <p:cNvSpPr txBox="1"/>
              <p:nvPr/>
            </p:nvSpPr>
            <p:spPr>
              <a:xfrm>
                <a:off x="1115142" y="2215461"/>
                <a:ext cx="6912768" cy="1110304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 u="none" strike="noStrike" baseline="0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sz="2400" b="0" i="1" u="none" strike="noStrike" baseline="0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u="none" strike="noStrike" baseline="0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sz="2400" b="0" i="1" u="none" strike="noStrike" baseline="0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→ </m:t>
                      </m:r>
                      <m:r>
                        <a:rPr lang="en-US" sz="1800" b="0" i="1" u="none" strike="noStrike" baseline="0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800" b="0" i="1" u="none" strike="noStrike" baseline="0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800" b="0" i="0" u="none" strike="noStrike" baseline="0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if</m:t>
                      </m:r>
                      <m:func>
                        <m:funcPr>
                          <m:ctrlPr>
                            <a:rPr lang="en-US" sz="1800" b="0" i="1" u="none" strike="noStrike" baseline="0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800" b="0" i="1" u="none" strike="noStrike" baseline="0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800" b="0" i="0" u="none" strike="noStrike" baseline="0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1800" b="0" i="1" u="none" strike="noStrike" baseline="0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800" b="0" i="1" u="none" strike="noStrike" baseline="0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sz="1800" b="0" i="1" u="none" strike="noStrike" baseline="0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d>
                                <m:dPr>
                                  <m:ctrlPr>
                                    <a:rPr lang="en-US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den>
                          </m:f>
                        </m:e>
                      </m:func>
                      <m:r>
                        <a:rPr lang="en-US" sz="1800" b="0" i="1" u="none" strike="noStrike" baseline="0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u="none" strike="noStrike" baseline="0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b="0" i="1" u="none" strike="noStrike" baseline="0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800" b="0" i="1" u="none" strike="noStrike" baseline="0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i="0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and</m:t>
                      </m:r>
                    </m:oMath>
                  </m:oMathPara>
                </a14:m>
                <a:endParaRPr lang="en-US" sz="1800" b="0" u="none" strike="noStrike" baseline="0" dirty="0">
                  <a:solidFill>
                    <a:srgbClr val="0000FF"/>
                  </a:solidFill>
                  <a:latin typeface="KJCARY+dcss1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sz="1800" b="1" i="1" u="none" strike="noStrike" baseline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sz="2400" b="0" i="1" u="none" strike="noStrike" baseline="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u="none" strike="noStrike" baseline="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sz="2400" b="0" i="1" u="none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→ </m:t>
                    </m:r>
                    <m:r>
                      <a:rPr lang="en-US" sz="1800" b="0" i="1" u="none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800" b="0" i="1" u="none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800" b="0" i="0" u="none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if</m:t>
                    </m:r>
                  </m:oMath>
                </a14:m>
                <a:r>
                  <a:rPr lang="en-IN" dirty="0">
                    <a:solidFill>
                      <a:srgbClr val="0000FF"/>
                    </a:solidFill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US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num>
                          <m:den>
                            <m:r>
                              <a:rPr lang="en-US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d>
                              <m:dPr>
                                <m:ctrlPr>
                                  <a:rPr lang="en-US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den>
                        </m:f>
                      </m:e>
                    </m:func>
                    <m:r>
                      <a:rPr lang="en-US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a:rPr lang="en-US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IN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480BF66-30D5-5013-AFFE-2DF863F3C1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142" y="2215461"/>
                <a:ext cx="6912768" cy="11103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2534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CD64D-3864-B360-5900-81EC455E1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3FDB2-243F-CFDD-0988-4949072E5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E646C-3CC9-4ED9-BCDC-2A56D5AA3539}" type="datetime1">
              <a:rPr lang="en-US" smtClean="0"/>
              <a:t>10/5/2025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45AB56-41AB-BC6A-3CC2-008B83A57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E2E21D-62BB-CA4F-CB58-A91429A1C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53</a:t>
            </a:fld>
            <a:endParaRPr lang="en-IN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1AC9D99-F37D-7AEF-216F-3B47795C5DCA}"/>
              </a:ext>
            </a:extLst>
          </p:cNvPr>
          <p:cNvSpPr txBox="1">
            <a:spLocks/>
          </p:cNvSpPr>
          <p:nvPr/>
        </p:nvSpPr>
        <p:spPr>
          <a:xfrm>
            <a:off x="1475656" y="126243"/>
            <a:ext cx="6000792" cy="642942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70000" lnSpcReduction="20000"/>
          </a:bodyPr>
          <a:lstStyle/>
          <a:p>
            <a:pPr algn="ctr"/>
            <a:r>
              <a:rPr lang="en-IN" sz="32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</a:t>
            </a:r>
            <a:r>
              <a:rPr lang="en-IN" sz="3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Properties of  Random Network (ER): Asymptotic Properties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E24033-A180-D34C-97D1-590638BC60D9}"/>
              </a:ext>
            </a:extLst>
          </p:cNvPr>
          <p:cNvSpPr txBox="1"/>
          <p:nvPr/>
        </p:nvSpPr>
        <p:spPr>
          <a:xfrm>
            <a:off x="6019800" y="6149879"/>
            <a:ext cx="271804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100" dirty="0"/>
              <a:t>Alexander Wolitzky</a:t>
            </a:r>
          </a:p>
          <a:p>
            <a:r>
              <a:rPr lang="de-DE" sz="1100" dirty="0"/>
              <a:t>MIT</a:t>
            </a:r>
          </a:p>
          <a:p>
            <a:r>
              <a:rPr lang="de-DE" sz="1100" dirty="0"/>
              <a:t>6.207/14.15: Networks, Spring 2022</a:t>
            </a:r>
            <a:endParaRPr lang="en-IN" sz="11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22FB09B-7633-01EA-04E2-458C71E8C85F}"/>
                  </a:ext>
                </a:extLst>
              </p:cNvPr>
              <p:cNvSpPr txBox="1"/>
              <p:nvPr/>
            </p:nvSpPr>
            <p:spPr>
              <a:xfrm>
                <a:off x="1055578" y="1154216"/>
                <a:ext cx="6900798" cy="16852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Define property </a:t>
                </a:r>
                <a14:m>
                  <m:oMath xmlns:m="http://schemas.openxmlformats.org/officeDocument/2006/math">
                    <m:r>
                      <a:rPr lang="en-US" sz="1800" b="0" i="1" u="none" strike="noStrike" baseline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𝐴</m:t>
                    </m:r>
                  </m:oMath>
                </a14:m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as </a:t>
                </a:r>
                <a14:m>
                  <m:oMath xmlns:m="http://schemas.openxmlformats.org/officeDocument/2006/math">
                    <m:r>
                      <a:rPr lang="en-US" sz="1800" b="0" i="1" u="none" strike="noStrike" baseline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𝐴</m:t>
                    </m:r>
                  </m:oMath>
                </a14:m>
                <a:r>
                  <a:rPr lang="en-US" sz="1800" b="0" i="0" u="none" strike="noStrike" baseline="0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sz="2400" b="0" i="0" u="none" strike="noStrike" baseline="0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= {</a:t>
                </a:r>
                <a:r>
                  <a:rPr lang="en-US" sz="1800" b="0" i="0" u="none" strike="noStrike" baseline="0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number of edges </a:t>
                </a:r>
                <a:r>
                  <a:rPr lang="en-US" sz="2400" b="0" i="0" u="none" strike="noStrike" baseline="0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&gt; </a:t>
                </a:r>
                <a:r>
                  <a:rPr lang="en-US" sz="1800" b="0" i="0" u="none" strike="noStrike" baseline="0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0</a:t>
                </a:r>
                <a:r>
                  <a:rPr lang="en-US" sz="2400" b="0" i="0" u="none" strike="noStrike" baseline="0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} </a:t>
                </a:r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. </a:t>
                </a:r>
              </a:p>
              <a:p>
                <a:pPr algn="just"/>
                <a:endParaRPr lang="en-US" sz="1800" b="0" i="0" u="none" strike="noStrike" baseline="0" dirty="0">
                  <a:solidFill>
                    <a:srgbClr val="00000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algn="just"/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We thus seek a threshold for the emergence of the first edge. </a:t>
                </a:r>
              </a:p>
              <a:p>
                <a:pPr algn="just"/>
                <a:endParaRPr lang="en-US" sz="1800" b="0" i="0" u="none" strike="noStrike" baseline="0" dirty="0">
                  <a:solidFill>
                    <a:srgbClr val="00000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R="7000" algn="just"/>
                <a:r>
                  <a:rPr lang="en-US" sz="1800" b="0" strike="noStrike" baseline="0" dirty="0">
                    <a:solidFill>
                      <a:srgbClr val="00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We claim that </a:t>
                </a:r>
                <a14:m>
                  <m:oMath xmlns:m="http://schemas.openxmlformats.org/officeDocument/2006/math">
                    <m:r>
                      <a:rPr lang="en-US" sz="1800" b="0" i="1" strike="noStrike" baseline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𝑡</m:t>
                    </m:r>
                    <m:d>
                      <m:dPr>
                        <m:ctrlPr>
                          <a:rPr lang="en-US" sz="2400" b="0" i="1" strike="noStrike" baseline="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trike="noStrike" baseline="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b="0" i="1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b="0" i="1" strike="noStrike" baseline="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strike="noStrike" baseline="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800" b="0" i="1" strike="noStrike" baseline="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𝑛</m:t>
                        </m:r>
                        <m:r>
                          <a:rPr lang="en-US" sz="1800" b="0" i="1" strike="noStrike" baseline="3000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1800" b="0" i="1" strike="noStrike" baseline="3000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b="0" strike="noStrike" baseline="0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sz="1800" b="0" strike="noStrike" baseline="0" dirty="0">
                    <a:solidFill>
                      <a:srgbClr val="00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is a threshold function for this property. </a:t>
                </a:r>
                <a:endParaRPr lang="en-IN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22FB09B-7633-01EA-04E2-458C71E8C8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578" y="1154216"/>
                <a:ext cx="6900798" cy="1685270"/>
              </a:xfrm>
              <a:prstGeom prst="rect">
                <a:avLst/>
              </a:prstGeom>
              <a:blipFill>
                <a:blip r:embed="rId2"/>
                <a:stretch>
                  <a:fillRect l="-707" t="-2888" b="-7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C6D171D-5BC7-7DAB-6A23-16B8D70CAC90}"/>
                  </a:ext>
                </a:extLst>
              </p:cNvPr>
              <p:cNvSpPr txBox="1"/>
              <p:nvPr/>
            </p:nvSpPr>
            <p:spPr>
              <a:xfrm>
                <a:off x="1115616" y="3212976"/>
                <a:ext cx="7032843" cy="11545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800" b="0" i="0" u="none" strike="noStrike" baseline="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1800" b="0" i="1" u="none" strike="noStrike" baseline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400" b="0" i="1" u="none" strike="noStrike" baseline="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u="none" strike="noStrike" baseline="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b="0" i="1" u="none" strike="noStrike" baseline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≪</m:t>
                    </m:r>
                    <m:f>
                      <m:fPr>
                        <m:ctrlPr>
                          <a:rPr lang="en-US" sz="1800" b="0" i="1" u="none" strike="noStrike" baseline="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u="none" strike="noStrike" baseline="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800" b="0" i="1" u="none" strike="noStrike" baseline="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800" b="0" i="1" u="none" strike="noStrike" baseline="3000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1800" b="0" i="0" u="none" strike="noStrike" baseline="300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sz="1800" b="0" i="0" u="none" strike="noStrike" baseline="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then for large </a:t>
                </a:r>
                <a14:m>
                  <m:oMath xmlns:m="http://schemas.openxmlformats.org/officeDocument/2006/math">
                    <m:r>
                      <a:rPr lang="en-US" sz="1800" b="0" i="1" u="none" strike="noStrike" baseline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800" b="0" i="0" u="none" strike="noStrike" baseline="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the network is very likely to have no edges; but if </a:t>
                </a:r>
                <a14:m>
                  <m:oMath xmlns:m="http://schemas.openxmlformats.org/officeDocument/2006/math">
                    <m:r>
                      <a:rPr lang="en-US" sz="1800" b="0" i="1" u="none" strike="noStrike" baseline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400" b="0" i="1" u="none" strike="noStrike" baseline="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u="none" strike="noStrike" baseline="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b="0" i="1" u="none" strike="noStrike" baseline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≫</m:t>
                    </m:r>
                    <m:f>
                      <m:fPr>
                        <m:ctrlPr>
                          <a:rPr lang="en-US" sz="1800" b="0" i="1" u="none" strike="noStrike" baseline="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u="none" strike="noStrike" baseline="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800" b="0" i="1" u="none" strike="noStrike" baseline="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800" b="0" i="1" u="none" strike="noStrike" baseline="3000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1800" b="0" i="1" u="none" strike="noStrike" baseline="3000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b="0" i="0" u="none" strike="noStrike" baseline="0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sz="1800" b="0" i="0" u="none" strike="noStrike" baseline="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then for large </a:t>
                </a:r>
                <a14:m>
                  <m:oMath xmlns:m="http://schemas.openxmlformats.org/officeDocument/2006/math">
                    <m:r>
                      <a:rPr lang="en-US" sz="1800" b="0" i="1" u="none" strike="noStrike" baseline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800" b="0" i="0" u="none" strike="noStrike" baseline="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the network is very likely to have at least one edge. </a:t>
                </a:r>
                <a:endParaRPr lang="en-IN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C6D171D-5BC7-7DAB-6A23-16B8D70CAC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616" y="3212976"/>
                <a:ext cx="7032843" cy="1154547"/>
              </a:xfrm>
              <a:prstGeom prst="rect">
                <a:avLst/>
              </a:prstGeom>
              <a:blipFill>
                <a:blip r:embed="rId3"/>
                <a:stretch>
                  <a:fillRect l="-693" r="-693" b="-740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0786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0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5D75C-B89A-8F39-0C09-9244063FA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350A8A-92FC-8CD5-EF84-30AEDAE31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E646C-3CC9-4ED9-BCDC-2A56D5AA3539}" type="datetime1">
              <a:rPr lang="en-US" smtClean="0"/>
              <a:t>10/5/2025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8E1B99-971A-4890-62DE-849BD92B9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C.H, CCNSB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1AB89D-40E6-7B25-A2F5-8BFFFBECC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54</a:t>
            </a:fld>
            <a:endParaRPr lang="en-IN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E10AF1C-7D3F-F16F-C763-FCAE3B48DFC6}"/>
              </a:ext>
            </a:extLst>
          </p:cNvPr>
          <p:cNvSpPr txBox="1">
            <a:spLocks/>
          </p:cNvSpPr>
          <p:nvPr/>
        </p:nvSpPr>
        <p:spPr>
          <a:xfrm>
            <a:off x="1475656" y="126243"/>
            <a:ext cx="6000792" cy="642942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70000" lnSpcReduction="20000"/>
          </a:bodyPr>
          <a:lstStyle/>
          <a:p>
            <a:pPr algn="ctr"/>
            <a:r>
              <a:rPr lang="en-IN" sz="32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</a:t>
            </a:r>
            <a:r>
              <a:rPr lang="en-IN" sz="3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Properties of  Random Network (ER): Asymptotic Properties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C62E9E-F625-6347-4600-2068B6571116}"/>
              </a:ext>
            </a:extLst>
          </p:cNvPr>
          <p:cNvSpPr txBox="1"/>
          <p:nvPr/>
        </p:nvSpPr>
        <p:spPr>
          <a:xfrm>
            <a:off x="6019800" y="6149879"/>
            <a:ext cx="271804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100" dirty="0"/>
              <a:t>Alexander Wolitzky</a:t>
            </a:r>
          </a:p>
          <a:p>
            <a:r>
              <a:rPr lang="de-DE" sz="1100" dirty="0"/>
              <a:t>MIT</a:t>
            </a:r>
          </a:p>
          <a:p>
            <a:r>
              <a:rPr lang="de-DE" sz="1100" dirty="0"/>
              <a:t>6.207/14.15: Networks, Spring 2022</a:t>
            </a:r>
            <a:endParaRPr lang="en-IN" sz="11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A70025-63B7-586A-F88B-2A8752367F6B}"/>
              </a:ext>
            </a:extLst>
          </p:cNvPr>
          <p:cNvSpPr txBox="1"/>
          <p:nvPr/>
        </p:nvSpPr>
        <p:spPr>
          <a:xfrm>
            <a:off x="1037653" y="1167990"/>
            <a:ext cx="13180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Statement </a:t>
            </a:r>
            <a:endParaRPr lang="en-IN" b="1" dirty="0">
              <a:solidFill>
                <a:srgbClr val="0000F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1A53ADB-0050-EAC9-B82B-8F3CD83E8E81}"/>
                  </a:ext>
                </a:extLst>
              </p:cNvPr>
              <p:cNvSpPr txBox="1"/>
              <p:nvPr/>
            </p:nvSpPr>
            <p:spPr>
              <a:xfrm>
                <a:off x="2098712" y="1669750"/>
                <a:ext cx="5598368" cy="7300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b="0" i="0" u="none" strike="noStrike" baseline="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1800" b="0" i="1" u="none" strike="noStrike" baseline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𝑛</m:t>
                    </m:r>
                    <m:r>
                      <a:rPr lang="en-US" sz="1800" b="0" i="1" u="none" strike="noStrike" baseline="3000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2</m:t>
                    </m:r>
                    <m:r>
                      <a:rPr lang="en-US" sz="1800" b="0" i="1" u="none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𝑝</m:t>
                    </m:r>
                    <m:r>
                      <a:rPr lang="en-US" sz="1800" b="0" i="1" u="none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400" b="0" i="1" u="none" strike="noStrike" baseline="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u="none" strike="noStrike" baseline="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b="0" i="1" u="none" strike="noStrike" baseline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→</m:t>
                    </m:r>
                    <m:r>
                      <a:rPr lang="en-US" sz="2400" b="0" i="1" u="none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 </m:t>
                    </m:r>
                    <m:r>
                      <a:rPr lang="en-US" sz="1800" b="0" i="1" u="none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0</m:t>
                    </m:r>
                    <m:r>
                      <a:rPr lang="en-US" sz="1800" b="0" i="1" u="none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b="0" i="0" u="none" strike="noStrike" baseline="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then </a:t>
                </a:r>
                <a14:m>
                  <m:oMath xmlns:m="http://schemas.openxmlformats.org/officeDocument/2006/math">
                    <m:r>
                      <a:rPr lang="en-US" sz="1800" b="1" i="1" u="none" strike="noStrike" baseline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sz="2400" b="0" i="1" u="none" strike="noStrike" baseline="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u="none" strike="noStrike" baseline="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#</m:t>
                        </m:r>
                        <m:r>
                          <m:rPr>
                            <m:sty m:val="p"/>
                          </m:rPr>
                          <a:rPr lang="en-US" sz="1800" b="0" i="0" u="none" strike="noStrike" baseline="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edges</m:t>
                        </m:r>
                        <m:r>
                          <a:rPr lang="en-US" sz="1800" b="0" i="1" u="none" strike="noStrike" baseline="0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&gt;</m:t>
                        </m:r>
                        <m:r>
                          <a:rPr lang="en-US" sz="2400" b="0" i="1" u="none" strike="noStrike" baseline="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 </m:t>
                        </m:r>
                        <m:r>
                          <a:rPr lang="en-US" sz="1800" b="0" i="1" u="none" strike="noStrike" baseline="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400" b="0" i="1" u="none" strike="noStrike" baseline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→</m:t>
                    </m:r>
                    <m:r>
                      <a:rPr lang="en-US" sz="2400" b="0" i="1" u="none" strike="noStrike" baseline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0</m:t>
                    </m:r>
                  </m:oMath>
                </a14:m>
                <a:r>
                  <a:rPr lang="en-US" sz="1800" b="0" i="0" u="none" strike="noStrike" baseline="0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. </a:t>
                </a:r>
              </a:p>
              <a:p>
                <a:r>
                  <a:rPr lang="en-US" sz="1800" b="0" i="0" u="none" strike="noStrike" baseline="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1800" b="0" i="1" u="none" strike="noStrike" baseline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𝑛</m:t>
                    </m:r>
                    <m:r>
                      <a:rPr lang="en-US" sz="1800" b="0" i="1" u="none" strike="noStrike" baseline="3000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2</m:t>
                    </m:r>
                    <m:r>
                      <a:rPr lang="en-US" sz="1800" b="0" i="1" u="none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𝑝</m:t>
                    </m:r>
                    <m:r>
                      <a:rPr lang="en-US" sz="1800" b="0" i="1" u="none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400" b="0" i="1" u="none" strike="noStrike" baseline="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u="none" strike="noStrike" baseline="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b="0" i="1" u="none" strike="noStrike" baseline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→</m:t>
                    </m:r>
                    <m:r>
                      <a:rPr lang="en-US" sz="2400" b="0" i="1" u="none" strike="noStrike" baseline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∞</m:t>
                    </m:r>
                    <m:r>
                      <a:rPr lang="en-US" sz="2400" b="0" i="1" u="none" strike="noStrike" baseline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b="0" i="0" u="none" strike="noStrike" baseline="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then </a:t>
                </a:r>
                <a14:m>
                  <m:oMath xmlns:m="http://schemas.openxmlformats.org/officeDocument/2006/math">
                    <m:r>
                      <a:rPr lang="en-US" sz="1800" b="1" i="1" u="none" strike="noStrike" baseline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𝑷</m:t>
                    </m:r>
                    <m:r>
                      <a:rPr lang="en-US" sz="2400" b="0" i="1" u="none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(</m:t>
                    </m:r>
                    <m:r>
                      <a:rPr lang="en-US" sz="1800" b="0" i="1" u="none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#</m:t>
                    </m:r>
                    <m:r>
                      <m:rPr>
                        <m:sty m:val="p"/>
                      </m:rPr>
                      <a:rPr lang="en-US" sz="1800" b="0" i="0" u="none" strike="noStrike" baseline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edges</m:t>
                    </m:r>
                    <m:r>
                      <a:rPr lang="en-US" sz="1800" b="0" i="1" u="none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 </m:t>
                    </m:r>
                    <m:r>
                      <a:rPr lang="en-US" sz="2400" b="0" i="1" u="none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&gt; </m:t>
                    </m:r>
                    <m:r>
                      <a:rPr lang="en-US" sz="1800" b="0" i="1" u="none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0</m:t>
                    </m:r>
                    <m:r>
                      <a:rPr lang="en-US" sz="2400" b="0" i="1" u="none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) → </m:t>
                    </m:r>
                    <m:r>
                      <a:rPr lang="en-US" sz="1800" b="0" i="1" u="none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1</m:t>
                    </m:r>
                    <m:r>
                      <a:rPr lang="en-US" sz="1800" b="0" i="1" u="none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. </m:t>
                    </m:r>
                  </m:oMath>
                </a14:m>
                <a:endParaRPr lang="en-US" sz="1800" b="0" i="0" u="none" strike="noStrike" baseline="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1A53ADB-0050-EAC9-B82B-8F3CD83E8E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8712" y="1669750"/>
                <a:ext cx="5598368" cy="730072"/>
              </a:xfrm>
              <a:prstGeom prst="rect">
                <a:avLst/>
              </a:prstGeom>
              <a:blipFill>
                <a:blip r:embed="rId2"/>
                <a:stretch>
                  <a:fillRect l="-871" t="-3333" b="-108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1BE8ADC8-172A-B095-FB88-DF7F3006BCE6}"/>
              </a:ext>
            </a:extLst>
          </p:cNvPr>
          <p:cNvSpPr txBox="1"/>
          <p:nvPr/>
        </p:nvSpPr>
        <p:spPr>
          <a:xfrm>
            <a:off x="1004590" y="2629869"/>
            <a:ext cx="817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Proof </a:t>
            </a:r>
            <a:endParaRPr lang="en-IN" b="1" dirty="0">
              <a:solidFill>
                <a:srgbClr val="0000F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E3A0F35-AE07-4BD0-9D63-DC0C8DF2B692}"/>
                  </a:ext>
                </a:extLst>
              </p:cNvPr>
              <p:cNvSpPr txBox="1"/>
              <p:nvPr/>
            </p:nvSpPr>
            <p:spPr>
              <a:xfrm>
                <a:off x="1979712" y="2924944"/>
                <a:ext cx="6048672" cy="5506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pt-BR" sz="1800" b="0" i="0" u="none" strike="noStrike" baseline="0" dirty="0">
                    <a:solidFill>
                      <a:srgbClr val="00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Recall that </a:t>
                </a:r>
                <a14:m>
                  <m:oMath xmlns:m="http://schemas.openxmlformats.org/officeDocument/2006/math">
                    <m:r>
                      <a:rPr lang="pt-BR" sz="1800" b="1" i="1" u="none" strike="noStrike" baseline="0" dirty="0" smtClean="0">
                        <a:solidFill>
                          <a:srgbClr val="0000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pt-BR" sz="2400" b="0" i="1" u="none" strike="noStrike" baseline="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dPr>
                      <m:e>
                        <m:r>
                          <a:rPr lang="pt-BR" sz="1800" b="0" i="1" u="none" strike="noStrike" baseline="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#</m:t>
                        </m:r>
                        <m:r>
                          <m:rPr>
                            <m:sty m:val="p"/>
                          </m:rPr>
                          <a:rPr lang="pt-BR" sz="1800" b="0" i="0" u="none" strike="noStrike" baseline="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edges</m:t>
                        </m:r>
                      </m:e>
                    </m:d>
                    <m:r>
                      <a:rPr lang="pt-BR" sz="2400" b="0" i="1" u="none" strike="noStrike" baseline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400" b="0" i="1" u="none" strike="noStrike" baseline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u="none" strike="noStrike" baseline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𝑛</m:t>
                        </m:r>
                        <m:d>
                          <m:dPr>
                            <m:ctrlPr>
                              <a:rPr lang="en-US" sz="2400" b="0" i="1" u="none" strike="noStrike" baseline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u="none" strike="noStrike" baseline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𝑛</m:t>
                            </m:r>
                            <m:r>
                              <a:rPr lang="en-US" sz="2400" b="0" i="1" u="none" strike="noStrike" baseline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−</m:t>
                            </m:r>
                            <m:r>
                              <a:rPr lang="en-US" sz="2400" b="0" i="1" u="none" strike="noStrike" baseline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1</m:t>
                            </m:r>
                          </m:e>
                        </m:d>
                      </m:num>
                      <m:den>
                        <m:r>
                          <a:rPr lang="en-US" sz="2400" b="0" i="1" u="none" strike="noStrike" baseline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pt-BR" sz="2400" b="0" i="1" u="none" strike="noStrike" baseline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 </m:t>
                    </m:r>
                    <m:r>
                      <a:rPr lang="pt-BR" sz="1800" b="0" i="1" u="none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𝑝</m:t>
                    </m:r>
                    <m:r>
                      <a:rPr lang="pt-BR" sz="1800" b="0" i="1" u="none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pt-BR" sz="2400" b="0" i="1" u="none" strike="noStrike" baseline="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dPr>
                      <m:e>
                        <m:r>
                          <a:rPr lang="pt-BR" sz="1800" b="0" i="1" u="none" strike="noStrike" baseline="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b="0" i="1" u="none" strike="noStrike" baseline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sz="2400" b="0" i="1" u="none" strike="noStrike" baseline="0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b="0" i="1" u="none" strike="noStrike" baseline="0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u="none" strike="noStrike" baseline="0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b="0" i="1" u="none" strike="noStrike" baseline="0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2400" b="0" i="1" u="none" strike="noStrike" baseline="0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b="0" i="1" u="none" strike="noStrike" baseline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 </m:t>
                    </m:r>
                    <m:r>
                      <a:rPr lang="en-US" sz="2400" b="0" i="1" u="none" strike="noStrike" baseline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400" b="0" i="1" u="none" strike="noStrike" baseline="0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u="none" strike="noStrike" baseline="0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pt-BR" sz="2400" b="0" i="0" u="none" strike="noStrike" baseline="0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endParaRPr lang="en-IN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E3A0F35-AE07-4BD0-9D63-DC0C8DF2B6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9712" y="2924944"/>
                <a:ext cx="6048672" cy="550600"/>
              </a:xfrm>
              <a:prstGeom prst="rect">
                <a:avLst/>
              </a:prstGeom>
              <a:blipFill>
                <a:blip r:embed="rId3"/>
                <a:stretch>
                  <a:fillRect l="-907" b="-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80596BA-E84C-79C7-430E-001540BCDFA7}"/>
                  </a:ext>
                </a:extLst>
              </p:cNvPr>
              <p:cNvSpPr txBox="1"/>
              <p:nvPr/>
            </p:nvSpPr>
            <p:spPr>
              <a:xfrm>
                <a:off x="1979712" y="3774762"/>
                <a:ext cx="6995120" cy="7316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First, suppose </a:t>
                </a:r>
                <a14:m>
                  <m:oMath xmlns:m="http://schemas.openxmlformats.org/officeDocument/2006/math">
                    <m:r>
                      <a:rPr lang="en-US" sz="1800" b="0" i="1" u="none" strike="noStrike" baseline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800" b="0" i="1" u="none" strike="noStrike" baseline="3000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800" b="0" i="1" u="none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800" b="0" i="1" u="none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u="none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u="none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u="none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) → </m:t>
                    </m:r>
                    <m:r>
                      <a:rPr lang="en-US" sz="1800" b="0" i="1" u="none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800" b="0" i="1" u="none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as </a:t>
                </a:r>
                <a14:m>
                  <m:oMath xmlns:m="http://schemas.openxmlformats.org/officeDocument/2006/math">
                    <m:r>
                      <a:rPr lang="en-US" sz="1800" b="0" i="1" u="none" strike="noStrike" baseline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800" b="0" i="1" u="none" strike="noStrike" baseline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u="none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→ </m:t>
                    </m:r>
                    <m:r>
                      <a:rPr lang="en-US" sz="1800" b="0" i="1" u="none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sz="1800" b="0" i="0" u="none" strike="noStrike" baseline="0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. </a:t>
                </a:r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Then </a:t>
                </a:r>
                <a14:m>
                  <m:oMath xmlns:m="http://schemas.openxmlformats.org/officeDocument/2006/math">
                    <m:r>
                      <a:rPr lang="en-US" sz="1800" b="1" i="1" u="none" strike="noStrike" baseline="0" dirty="0" smtClean="0">
                        <a:solidFill>
                          <a:srgbClr val="0000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sz="2400" b="0" i="1" u="none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1800" b="0" i="1" u="none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#</m:t>
                    </m:r>
                    <m:r>
                      <a:rPr lang="en-US" sz="1800" b="0" i="1" u="none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𝑒𝑑𝑔𝑒𝑠</m:t>
                    </m:r>
                    <m:r>
                      <a:rPr lang="en-US" sz="2400" b="0" i="1" u="none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] → </m:t>
                    </m:r>
                    <m:r>
                      <a:rPr lang="en-US" sz="1800" b="0" i="1" u="none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800" b="0" i="0" u="none" strike="noStrike" baseline="0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. </a:t>
                </a:r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This implies that </a:t>
                </a:r>
                <a14:m>
                  <m:oMath xmlns:m="http://schemas.openxmlformats.org/officeDocument/2006/math">
                    <m:r>
                      <a:rPr lang="en-US" sz="1800" b="1" i="1" u="none" strike="noStrike" baseline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sz="2400" b="0" i="1" u="none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u="none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#</m:t>
                    </m:r>
                    <m:r>
                      <m:rPr>
                        <m:sty m:val="p"/>
                      </m:rPr>
                      <a:rPr lang="en-US" sz="1800" b="0" i="0" u="none" strike="noStrike" baseline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edges</m:t>
                    </m:r>
                    <m:r>
                      <a:rPr lang="en-US" sz="1800" b="0" i="0" u="none" strike="noStrike" baseline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u="none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&gt; </m:t>
                    </m:r>
                    <m:r>
                      <a:rPr lang="en-US" sz="1800" b="0" i="1" u="none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b="0" i="1" u="none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) → </m:t>
                    </m:r>
                    <m:r>
                      <a:rPr lang="en-US" sz="1800" b="0" i="1" u="none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800" b="0" i="1" u="none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endParaRPr lang="en-US" sz="1800" b="0" i="0" u="none" strike="noStrike" baseline="0" dirty="0">
                  <a:solidFill>
                    <a:srgbClr val="FF000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80596BA-E84C-79C7-430E-001540BCDF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9712" y="3774762"/>
                <a:ext cx="6995120" cy="731611"/>
              </a:xfrm>
              <a:prstGeom prst="rect">
                <a:avLst/>
              </a:prstGeom>
              <a:blipFill>
                <a:blip r:embed="rId4"/>
                <a:stretch>
                  <a:fillRect l="-785" t="-833" r="-697" b="-125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8AB362F-0431-3CCC-2DB1-7FAEA9C4B7B6}"/>
                  </a:ext>
                </a:extLst>
              </p:cNvPr>
              <p:cNvSpPr txBox="1"/>
              <p:nvPr/>
            </p:nvSpPr>
            <p:spPr>
              <a:xfrm>
                <a:off x="1979712" y="4894471"/>
                <a:ext cx="6995120" cy="1369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Second, suppose </a:t>
                </a:r>
                <a14:m>
                  <m:oMath xmlns:m="http://schemas.openxmlformats.org/officeDocument/2006/math">
                    <m:r>
                      <a:rPr lang="en-US" sz="1800" b="0" i="1" u="none" strike="noStrike" baseline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800" b="0" i="1" u="none" strike="noStrike" baseline="3000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800" b="0" i="1" u="none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800" b="0" i="1" u="none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u="none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u="none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u="none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) →</m:t>
                    </m:r>
                    <m:r>
                      <a:rPr lang="en-US" sz="1800" b="0" i="1" u="none" strike="noStrike" baseline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a:rPr lang="en-US" sz="1800" b="0" i="1" u="none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as </a:t>
                </a:r>
                <a14:m>
                  <m:oMath xmlns:m="http://schemas.openxmlformats.org/officeDocument/2006/math">
                    <m:r>
                      <a:rPr lang="en-US" sz="1800" b="0" i="1" u="none" strike="noStrike" baseline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800" b="0" i="1" u="none" strike="noStrike" baseline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u="none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→ </m:t>
                    </m:r>
                    <m:r>
                      <a:rPr lang="en-US" sz="1800" b="0" i="1" u="none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sz="1800" b="0" i="0" u="none" strike="noStrike" baseline="0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. </a:t>
                </a:r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Then </a:t>
                </a:r>
                <a14:m>
                  <m:oMath xmlns:m="http://schemas.openxmlformats.org/officeDocument/2006/math">
                    <m:r>
                      <a:rPr lang="en-US" sz="1800" b="1" i="1" u="none" strike="noStrike" baseline="0" dirty="0" smtClean="0">
                        <a:solidFill>
                          <a:srgbClr val="0000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sz="2400" b="0" i="1" u="none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1800" b="0" i="1" u="none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#</m:t>
                    </m:r>
                    <m:r>
                      <a:rPr lang="en-US" sz="1800" b="0" i="1" u="none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𝑒𝑑𝑔𝑒𝑠</m:t>
                    </m:r>
                    <m:r>
                      <a:rPr lang="en-US" sz="2400" b="0" i="1" u="none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] →</m:t>
                    </m:r>
                    <m:r>
                      <a:rPr lang="en-US" sz="1800" b="0" i="1" u="none" strike="noStrike" baseline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sz="1800" b="0" i="0" u="none" strike="noStrike" baseline="0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. </a:t>
                </a:r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This implies that </a:t>
                </a:r>
                <a14:m>
                  <m:oMath xmlns:m="http://schemas.openxmlformats.org/officeDocument/2006/math">
                    <m:r>
                      <a:rPr lang="en-US" sz="1800" b="1" i="1" u="none" strike="noStrike" baseline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sz="2400" b="0" i="1" u="none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u="none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#</m:t>
                    </m:r>
                    <m:r>
                      <m:rPr>
                        <m:sty m:val="p"/>
                      </m:rPr>
                      <a:rPr lang="en-US" sz="1800" b="0" i="0" u="none" strike="noStrike" baseline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edges</m:t>
                    </m:r>
                    <m:r>
                      <a:rPr lang="en-US" sz="1800" b="0" i="0" u="none" strike="noStrike" baseline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u="none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&gt; </m:t>
                    </m:r>
                    <m:r>
                      <a:rPr lang="en-US" sz="1800" b="0" i="1" u="none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b="0" i="1" u="none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) →</m:t>
                    </m:r>
                    <m:r>
                      <a:rPr lang="en-US" sz="1800" b="0" i="1" u="none" strike="noStrike" baseline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800" b="0" i="1" u="none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endParaRPr lang="en-IN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algn="just"/>
                <a:endParaRPr lang="en-IN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algn="just"/>
                <a:r>
                  <a:rPr lang="en-IN" dirty="0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Can we try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I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IN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US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∞</m:t>
                            </m:r>
                          </m:lim>
                        </m:limLow>
                      </m:fName>
                      <m:e>
                        <m:r>
                          <a:rPr lang="en-IN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  <m:d>
                          <m:dPr>
                            <m:ctrlPr>
                              <a:rPr lang="en-IN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#</m:t>
                            </m:r>
                            <m:r>
                              <m:rPr>
                                <m:sty m:val="p"/>
                              </m:rPr>
                              <a:rPr lang="en-IN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edges</m:t>
                            </m:r>
                            <m:r>
                              <a:rPr lang="en-IN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= </m:t>
                            </m:r>
                            <m:r>
                              <a:rPr lang="en-IN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</m:func>
                  </m:oMath>
                </a14:m>
                <a:r>
                  <a:rPr lang="en-IN" dirty="0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if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If</m:t>
                    </m:r>
                    <m:r>
                      <a:rPr lang="en-US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  </m:t>
                    </m:r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→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∞</m:t>
                    </m:r>
                  </m:oMath>
                </a14:m>
                <a:endParaRPr lang="en-IN" dirty="0">
                  <a:solidFill>
                    <a:srgbClr val="FF000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8AB362F-0431-3CCC-2DB1-7FAEA9C4B7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9712" y="4894471"/>
                <a:ext cx="6995120" cy="1369221"/>
              </a:xfrm>
              <a:prstGeom prst="rect">
                <a:avLst/>
              </a:prstGeom>
              <a:blipFill>
                <a:blip r:embed="rId5"/>
                <a:stretch>
                  <a:fillRect l="-785" t="-889" r="-69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5541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10" grpId="0"/>
      <p:bldP spid="13" grpId="0"/>
      <p:bldP spid="16" grpId="0"/>
      <p:bldP spid="17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98D2A-E1AB-CF57-83A3-167F08789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335D2-7D2B-2DBB-AB43-422A47F84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E646C-3CC9-4ED9-BCDC-2A56D5AA3539}" type="datetime1">
              <a:rPr lang="en-US" smtClean="0"/>
              <a:t>10/5/2025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262A3B-A6D9-13CF-90AB-BD062C0B5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371E9A-C822-E6C7-1EF1-B648B70CF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55</a:t>
            </a:fld>
            <a:endParaRPr lang="en-IN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2C7815B-1ED0-B863-02AD-1CA9D0A35AAA}"/>
              </a:ext>
            </a:extLst>
          </p:cNvPr>
          <p:cNvSpPr txBox="1">
            <a:spLocks/>
          </p:cNvSpPr>
          <p:nvPr/>
        </p:nvSpPr>
        <p:spPr>
          <a:xfrm>
            <a:off x="1475656" y="126243"/>
            <a:ext cx="6000792" cy="642942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70000" lnSpcReduction="20000"/>
          </a:bodyPr>
          <a:lstStyle/>
          <a:p>
            <a:pPr algn="ctr"/>
            <a:r>
              <a:rPr lang="en-IN" sz="32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</a:t>
            </a:r>
            <a:r>
              <a:rPr lang="en-IN" sz="3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Properties of  Random Network (ER): Asymptotic Properties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3A5041-C89C-F998-F9CD-A6EA556AE350}"/>
              </a:ext>
            </a:extLst>
          </p:cNvPr>
          <p:cNvSpPr txBox="1"/>
          <p:nvPr/>
        </p:nvSpPr>
        <p:spPr>
          <a:xfrm>
            <a:off x="6019800" y="6149879"/>
            <a:ext cx="271804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100" dirty="0"/>
              <a:t>Alexander Wolitzky</a:t>
            </a:r>
          </a:p>
          <a:p>
            <a:r>
              <a:rPr lang="de-DE" sz="1100" dirty="0"/>
              <a:t>MIT</a:t>
            </a:r>
          </a:p>
          <a:p>
            <a:r>
              <a:rPr lang="de-DE" sz="1100" dirty="0"/>
              <a:t>6.207/14.15: Networks, Spring 2022</a:t>
            </a:r>
            <a:endParaRPr lang="en-IN" sz="11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D9440F-7703-D0F3-6663-90B11B2C94B5}"/>
              </a:ext>
            </a:extLst>
          </p:cNvPr>
          <p:cNvSpPr txBox="1"/>
          <p:nvPr/>
        </p:nvSpPr>
        <p:spPr>
          <a:xfrm>
            <a:off x="454562" y="1556792"/>
            <a:ext cx="817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Proof </a:t>
            </a:r>
            <a:endParaRPr lang="en-IN" b="1" dirty="0">
              <a:solidFill>
                <a:srgbClr val="0000F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BAE492-38D4-5E72-EEC5-68EA1786F115}"/>
              </a:ext>
            </a:extLst>
          </p:cNvPr>
          <p:cNvSpPr txBox="1"/>
          <p:nvPr/>
        </p:nvSpPr>
        <p:spPr>
          <a:xfrm>
            <a:off x="1619671" y="1556792"/>
            <a:ext cx="706712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b="0" i="0" u="none" strike="noStrike" baseline="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Recall that edge formation is independent, so by the law of large numbers the distribution of edges is tightly concentrated around its mean. 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4FFE01D-4B83-0D8E-7684-9348D4E70E2D}"/>
                  </a:ext>
                </a:extLst>
              </p:cNvPr>
              <p:cNvSpPr txBox="1"/>
              <p:nvPr/>
            </p:nvSpPr>
            <p:spPr>
              <a:xfrm>
                <a:off x="1592084" y="2621398"/>
                <a:ext cx="7094715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Formally, number of edges follows a binomial distribution, and hence converges to a Poisson distribution (with mean  </a:t>
                </a:r>
                <a14:m>
                  <m:oMath xmlns:m="http://schemas.openxmlformats.org/officeDocument/2006/math">
                    <m:r>
                      <a:rPr lang="en-US" sz="1800" b="0" i="1" u="none" strike="noStrike" baseline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≈</m:t>
                    </m:r>
                    <m:sSup>
                      <m:sSupPr>
                        <m:ctrlPr>
                          <a:rPr lang="en-US" sz="1800" b="0" i="1" u="none" strike="noStrike" baseline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u="none" strike="noStrike" baseline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1800" b="0" i="1" u="none" strike="noStrike" baseline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800" b="0" i="1" u="none" strike="noStrike" baseline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𝑝</m:t>
                    </m:r>
                    <m:r>
                      <a:rPr lang="en-US" sz="1800" b="0" i="1" u="none" strike="noStrike" baseline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(</m:t>
                    </m:r>
                    <m:r>
                      <a:rPr lang="en-US" sz="1800" b="0" i="1" u="none" strike="noStrike" baseline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𝑛</m:t>
                    </m:r>
                    <m:r>
                      <a:rPr lang="en-US" sz="1800" b="0" i="1" u="none" strike="noStrike" baseline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)</m:t>
                    </m:r>
                  </m:oMath>
                </a14:m>
                <a:r>
                  <a:rPr lang="en-IN" sz="1800" b="0" i="0" u="none" strike="noStrike" baseline="0" dirty="0">
                    <a:solidFill>
                      <a:srgbClr val="00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). 	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4FFE01D-4B83-0D8E-7684-9348D4E70E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2084" y="2621398"/>
                <a:ext cx="7094715" cy="646331"/>
              </a:xfrm>
              <a:prstGeom prst="rect">
                <a:avLst/>
              </a:prstGeom>
              <a:blipFill>
                <a:blip r:embed="rId2"/>
                <a:stretch>
                  <a:fillRect l="-687" t="-5660" r="-773" b="-132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489B5C0-6C49-7D15-B7CB-84BAE30A5D9C}"/>
                  </a:ext>
                </a:extLst>
              </p:cNvPr>
              <p:cNvSpPr txBox="1"/>
              <p:nvPr/>
            </p:nvSpPr>
            <p:spPr>
              <a:xfrm>
                <a:off x="1619671" y="3484342"/>
                <a:ext cx="7200800" cy="1722395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unc>
                      <m:funcPr>
                        <m:ctrlPr>
                          <a:rPr lang="en-IN" sz="1600" b="0" i="1" u="none" strike="noStrike" baseline="0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1600" b="0" i="1" u="none" strike="noStrike" baseline="0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IN" sz="1600" b="0" i="0" u="none" strike="noStrike" baseline="0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sz="1600" b="0" i="1" u="none" strike="noStrike" baseline="0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1600" b="0" i="1" u="none" strike="noStrike" baseline="0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US" sz="1600" b="0" i="1" u="none" strike="noStrike" baseline="0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∞</m:t>
                            </m:r>
                          </m:lim>
                        </m:limLow>
                      </m:fName>
                      <m:e>
                        <m:r>
                          <a:rPr lang="en-IN" sz="1600" b="1" i="1" u="none" strike="noStrike" baseline="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  <m:d>
                          <m:dPr>
                            <m:ctrlPr>
                              <a:rPr lang="en-IN" sz="1600" b="0" i="1" u="none" strike="noStrike" baseline="0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1600" b="0" i="1" u="none" strike="noStrike" baseline="0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#</m:t>
                            </m:r>
                            <m:r>
                              <m:rPr>
                                <m:sty m:val="p"/>
                              </m:rPr>
                              <a:rPr lang="en-IN" sz="1600" b="0" i="0" u="none" strike="noStrike" baseline="0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edges</m:t>
                            </m:r>
                            <m:r>
                              <a:rPr lang="en-IN" sz="1600" b="0" i="1" u="none" strike="noStrike" baseline="0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 = </m:t>
                            </m:r>
                            <m:r>
                              <a:rPr lang="en-IN" sz="1600" b="0" i="1" u="none" strike="noStrike" baseline="0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</m:func>
                    <m:r>
                      <a:rPr lang="en-US" sz="1600" b="0" i="1" u="none" strike="noStrike" baseline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en-US" sz="16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IN" sz="160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en-US" sz="1600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6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6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sz="16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lim>
                    </m:limLow>
                    <m:func>
                      <m:funcPr>
                        <m:ctrlPr>
                          <a:rPr lang="en-IN" sz="1600" b="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f>
                          <m:fPr>
                            <m:ctrlPr>
                              <a:rPr lang="en-US" sz="1600" b="0" i="1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1600" b="0" i="1" dirty="0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600" b="0" i="1" dirty="0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sz="1600" b="0" i="1" dirty="0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− </m:t>
                                </m:r>
                                <m:f>
                                  <m:fPr>
                                    <m:ctrlPr>
                                      <a:rPr lang="en-US" sz="1600" b="0" i="1" dirty="0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sz="1600" b="0" i="1" dirty="0" smtClean="0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600" b="0" i="1" dirty="0" smtClean="0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p>
                                        <m:r>
                                          <a:rPr lang="en-US" sz="1600" b="0" i="1" dirty="0" smtClean="0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US" sz="1600" b="0" i="1" dirty="0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sz="1600" b="0" i="1" dirty="0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600" b="0" i="1" dirty="0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sz="1600" b="0" i="1" dirty="0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i="1" dirty="0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  <m:r>
                                  <a:rPr lang="en-US" sz="1600" b="0" i="1" dirty="0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en-US" sz="1600" b="0" i="1" dirty="0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600" b="0" i="1" dirty="0" smtClean="0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sz="1600" b="0" i="1" dirty="0" smtClean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sSup>
                                              <m:sSupPr>
                                                <m:ctrlPr>
                                                  <a:rPr lang="en-US" sz="1600" b="0" i="1" dirty="0" smtClean="0">
                                                    <a:solidFill>
                                                      <a:srgbClr val="0000FF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sz="1600" b="0" i="1" dirty="0" smtClean="0">
                                                    <a:solidFill>
                                                      <a:srgbClr val="0000FF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sz="1600" b="0" i="1" dirty="0" smtClean="0">
                                                    <a:solidFill>
                                                      <a:srgbClr val="0000FF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p>
                                          </m:num>
                                          <m:den>
                                            <m:r>
                                              <a:rPr lang="en-US" sz="1600" b="0" i="1" dirty="0" smtClean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den>
                                        </m:f>
                                        <m:r>
                                          <a:rPr lang="en-US" sz="1600" b="0" i="1" dirty="0" smtClean="0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US" sz="1600" b="0" i="1" dirty="0" smtClean="0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  <m:d>
                                          <m:dPr>
                                            <m:ctrlPr>
                                              <a:rPr lang="en-US" sz="1600" b="0" i="1" dirty="0" smtClean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1600" b="0" i="1" dirty="0" smtClean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e>
                                  <m:sup>
                                    <m:r>
                                      <a:rPr lang="en-US" sz="1600" b="0" i="1" dirty="0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</m:sup>
                            </m:sSup>
                          </m:num>
                          <m:den>
                            <m:r>
                              <a:rPr lang="en-US" sz="1600" b="0" i="1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1600" b="0" i="1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</m:fName>
                      <m:e/>
                    </m:func>
                  </m:oMath>
                </a14:m>
                <a:r>
                  <a:rPr lang="en-IN" sz="1600" b="0" i="0" u="none" strike="noStrike" baseline="0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	</a:t>
                </a:r>
              </a:p>
              <a:p>
                <a:pPr algn="ctr"/>
                <a:r>
                  <a:rPr lang="en-IN" sz="1600" b="0" i="0" u="none" strike="noStrike" baseline="0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	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0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1600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IN" sz="1600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1600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6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1600" b="0" i="1" u="none" strike="noStrike" baseline="0" dirty="0">
                  <a:solidFill>
                    <a:srgbClr val="0000FF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600" b="0" i="1" u="none" strike="noStrike" baseline="0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pt-BR" sz="1600" b="0" i="1" u="none" strike="noStrike" baseline="0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	</m:t>
                      </m:r>
                      <m:func>
                        <m:funcPr>
                          <m:ctrlPr>
                            <a:rPr lang="en-US" sz="1600" b="0" i="1" u="none" strike="noStrike" baseline="0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600" b="0" i="1" u="none" strike="noStrike" baseline="0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sz="1600" b="0" i="0" u="none" strike="noStrike" baseline="0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1600" b="0" i="1" u="none" strike="noStrike" baseline="0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600" b="0" i="1" u="none" strike="noStrike" baseline="0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sz="1600" b="0" i="1" u="none" strike="noStrike" baseline="0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  <m:r>
                                <a:rPr lang="en-US" sz="1600" b="0" i="1" u="none" strike="noStrike" baseline="0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sz="1600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600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− </m:t>
                              </m:r>
                              <m:f>
                                <m:fPr>
                                  <m:ctrlPr>
                                    <a:rPr lang="en-US" sz="1600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1600" i="1" dirty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i="1" dirty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en-US" sz="1600" i="1" dirty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sz="1600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sz="1600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600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1600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  <m:r>
                                <a:rPr lang="en-US" sz="1600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en-IN" sz="1600" b="0" i="0" u="none" strike="noStrike" baseline="0" dirty="0">
                  <a:solidFill>
                    <a:srgbClr val="0000FF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489B5C0-6C49-7D15-B7CB-84BAE30A5D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9671" y="3484342"/>
                <a:ext cx="7200800" cy="172239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B16A65C-29DE-FFEB-402D-C8EA775B6F0A}"/>
                  </a:ext>
                </a:extLst>
              </p:cNvPr>
              <p:cNvSpPr txBox="1"/>
              <p:nvPr/>
            </p:nvSpPr>
            <p:spPr>
              <a:xfrm>
                <a:off x="1624943" y="5414425"/>
                <a:ext cx="7094715" cy="769441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r>
                      <a:rPr lang="en-US" sz="1800" b="0" i="1" u="none" strike="noStrike" baseline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800" b="0" i="0" u="none" strike="noStrike" baseline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If</m:t>
                    </m:r>
                    <m:r>
                      <a:rPr lang="en-US" sz="1800" b="0" i="0" u="none" strike="noStrike" baseline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  </m:t>
                    </m:r>
                    <m:sSup>
                      <m:sSupPr>
                        <m:ctrlPr>
                          <a:rPr lang="en-US" sz="1800" b="0" i="1" u="none" strike="noStrike" baseline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u="none" strike="noStrike" baseline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1800" b="0" i="1" u="none" strike="noStrike" baseline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800" b="0" i="1" u="none" strike="noStrike" baseline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1800" b="0" i="1" u="none" strike="noStrike" baseline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u="none" strike="noStrike" baseline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1800" b="0" i="1" u="none" strike="noStrike" baseline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→</m:t>
                    </m:r>
                    <m:r>
                      <a:rPr lang="en-US" sz="1800" b="0" i="1" u="none" strike="noStrike" baseline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∞</m:t>
                    </m:r>
                  </m:oMath>
                </a14:m>
                <a:r>
                  <a:rPr lang="en-IN" sz="1800" b="0" i="0" u="none" strike="noStrike" baseline="0" dirty="0">
                    <a:solidFill>
                      <a:srgbClr val="00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, </a:t>
                </a:r>
                <a:r>
                  <a:rPr lang="en-IN" sz="1800" b="0" i="0" u="sng" strike="noStrike" baseline="0" dirty="0">
                    <a:solidFill>
                      <a:srgbClr val="00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this goes to zero</a:t>
                </a:r>
                <a:r>
                  <a:rPr lang="en-IN" sz="1800" b="0" i="0" u="none" strike="noStrike" baseline="0" dirty="0">
                    <a:solidFill>
                      <a:srgbClr val="00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.  This completes the </a:t>
                </a:r>
                <a:r>
                  <a:rPr lang="en-IN" sz="1800" b="1" i="0" u="none" strike="noStrike" baseline="0" dirty="0">
                    <a:solidFill>
                      <a:srgbClr val="00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proof  </a:t>
                </a:r>
                <a14:m>
                  <m:oMath xmlns:m="http://schemas.openxmlformats.org/officeDocument/2006/math">
                    <m:r>
                      <a:rPr lang="en-US" sz="1800" b="1" i="1" u="none" strike="noStrike" baseline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𝒕</m:t>
                    </m:r>
                    <m:d>
                      <m:dPr>
                        <m:ctrlPr>
                          <a:rPr lang="en-US" sz="1800" b="1" i="1" u="none" strike="noStrike" baseline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1" i="1" u="none" strike="noStrike" baseline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US" sz="1800" b="1" i="1" u="none" strike="noStrike" baseline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b="1" i="1" u="none" strike="noStrike" baseline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1" i="1" u="none" strike="noStrike" baseline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𝟏</m:t>
                        </m:r>
                      </m:num>
                      <m:den>
                        <m:sSup>
                          <m:sSupPr>
                            <m:ctrlPr>
                              <a:rPr lang="en-US" sz="1800" b="1" i="1" u="none" strike="noStrike" baseline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1" i="1" u="none" strike="noStrike" baseline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𝒏</m:t>
                            </m:r>
                          </m:e>
                          <m:sup>
                            <m:r>
                              <a:rPr lang="en-US" sz="1800" b="1" i="1" u="none" strike="noStrike" baseline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𝟐</m:t>
                            </m:r>
                          </m:sup>
                        </m:sSup>
                      </m:den>
                    </m:f>
                  </m:oMath>
                </a14:m>
                <a:r>
                  <a:rPr lang="en-IN" sz="1800" b="1" i="0" u="none" strike="noStrike" baseline="0" dirty="0">
                    <a:solidFill>
                      <a:srgbClr val="00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b="1" dirty="0">
                    <a:solidFill>
                      <a:srgbClr val="00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is a threshold function for the </a:t>
                </a:r>
                <a:r>
                  <a:rPr lang="en-US" b="1" dirty="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" panose="02040503050406030204" pitchFamily="18" charset="0"/>
                    <a:ea typeface="Cambria" panose="02040503050406030204" pitchFamily="18" charset="0"/>
                  </a:rPr>
                  <a:t>emergence of links</a:t>
                </a:r>
                <a:r>
                  <a:rPr lang="en-US" b="1" dirty="0">
                    <a:solidFill>
                      <a:srgbClr val="00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.</a:t>
                </a:r>
                <a:r>
                  <a:rPr lang="en-IN" sz="1800" b="1" i="0" u="none" strike="noStrike" baseline="0" dirty="0">
                    <a:solidFill>
                      <a:srgbClr val="00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	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B16A65C-29DE-FFEB-402D-C8EA775B6F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4943" y="5414425"/>
                <a:ext cx="7094715" cy="7694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816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4" grpId="0"/>
      <p:bldP spid="18" grpId="0" animBg="1"/>
      <p:bldP spid="19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B0F38-23B5-6E86-6911-F49754BCC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43FCFD-AD2E-9EDC-D9CA-BCCF17D3D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E646C-3CC9-4ED9-BCDC-2A56D5AA3539}" type="datetime1">
              <a:rPr lang="en-US" smtClean="0"/>
              <a:t>10/5/2025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70D9ED-416E-64A0-C771-8210892E8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54D03E-D167-B6A4-1D7E-8602375DD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56</a:t>
            </a:fld>
            <a:endParaRPr lang="en-IN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5007E4B-590D-49BD-A22A-7EFF22E95D7E}"/>
              </a:ext>
            </a:extLst>
          </p:cNvPr>
          <p:cNvSpPr txBox="1">
            <a:spLocks/>
          </p:cNvSpPr>
          <p:nvPr/>
        </p:nvSpPr>
        <p:spPr>
          <a:xfrm>
            <a:off x="1475656" y="126243"/>
            <a:ext cx="6000792" cy="642942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70000" lnSpcReduction="20000"/>
          </a:bodyPr>
          <a:lstStyle/>
          <a:p>
            <a:pPr algn="ctr"/>
            <a:r>
              <a:rPr lang="en-IN" sz="32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</a:t>
            </a:r>
            <a:r>
              <a:rPr lang="en-IN" sz="3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Properties of  Random Network (ER): Asymptotic Properties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361645-EEBD-D769-C49C-A083A1A8AA2D}"/>
              </a:ext>
            </a:extLst>
          </p:cNvPr>
          <p:cNvSpPr txBox="1"/>
          <p:nvPr/>
        </p:nvSpPr>
        <p:spPr>
          <a:xfrm>
            <a:off x="6019800" y="6149879"/>
            <a:ext cx="271804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100" dirty="0"/>
              <a:t>Alexander Wolitzky</a:t>
            </a:r>
          </a:p>
          <a:p>
            <a:r>
              <a:rPr lang="de-DE" sz="1100" dirty="0"/>
              <a:t>MIT</a:t>
            </a:r>
          </a:p>
          <a:p>
            <a:r>
              <a:rPr lang="de-DE" sz="1100" dirty="0"/>
              <a:t>6.207/14.15: Networks, Spring 2022</a:t>
            </a:r>
            <a:endParaRPr lang="en-IN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0786B4-9C3E-3369-6A3A-AD7965D9F560}"/>
              </a:ext>
            </a:extLst>
          </p:cNvPr>
          <p:cNvSpPr txBox="1"/>
          <p:nvPr/>
        </p:nvSpPr>
        <p:spPr>
          <a:xfrm>
            <a:off x="1259632" y="1196752"/>
            <a:ext cx="68392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baseline="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What is a threshold function for the emergence of connected triples? </a:t>
            </a:r>
            <a:endParaRPr lang="en-IN" dirty="0">
              <a:solidFill>
                <a:srgbClr val="0000F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C2CA5B2-5E3C-09E1-D254-E662AED385C2}"/>
                  </a:ext>
                </a:extLst>
              </p:cNvPr>
              <p:cNvSpPr txBox="1"/>
              <p:nvPr/>
            </p:nvSpPr>
            <p:spPr>
              <a:xfrm>
                <a:off x="1238639" y="2017508"/>
                <a:ext cx="6839272" cy="2379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b="0" i="0" u="none" strike="noStrike" baseline="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Expected number of connected triples (centered at a node)</a:t>
                </a:r>
                <a:r>
                  <a:rPr lang="en-US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800" b="0" i="0" u="none" strike="noStrike" baseline="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For a fixed node, choose 2 other nodes:</a:t>
                </a:r>
                <a:r>
                  <a:rPr lang="en-US" sz="1800" b="0" i="0" u="none" strike="noStrike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u="none" strike="noStrike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u="none" strike="noStrike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800" b="0" i="1" u="none" strike="noStrike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800" b="0" i="1" u="none" strike="noStrike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800" b="0" i="1" u="none" strike="noStrike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b>
                        <m:sSub>
                          <m:sSubPr>
                            <m:ctrlPr>
                              <a:rPr lang="en-US" sz="1800" b="0" i="1" u="none" strike="noStrike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u="none" strike="noStrike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800" b="0" i="1" u="none" strike="noStrike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IN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) </a:t>
                </a:r>
                <a:r>
                  <a:rPr lang="en-IN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unordered pairs.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Both edges from </a:t>
                </a:r>
                <a:r>
                  <a:rPr lang="en-IN" dirty="0" err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center</a:t>
                </a:r>
                <a:r>
                  <a:rPr lang="en-IN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to those two nodes must be present </a:t>
                </a:r>
                <a14:m>
                  <m:oMath xmlns:m="http://schemas.openxmlformats.org/officeDocument/2006/math">
                    <m:r>
                      <a:rPr lang="en-IN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IN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probability</a:t>
                </a:r>
                <a:r>
                  <a:rPr lang="en-IN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b="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IN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dirty="0" err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Sumover</a:t>
                </a:r>
                <a:r>
                  <a:rPr lang="en-IN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all possible </a:t>
                </a:r>
                <a:r>
                  <a:rPr lang="en-IN" dirty="0" err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centers</a:t>
                </a:r>
                <a:r>
                  <a:rPr lang="en-IN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1" i="1" dirty="0" smtClean="0"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𝑬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4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#</m:t>
                          </m:r>
                          <m:r>
                            <m:rPr>
                              <m:sty m:val="p"/>
                            </m:rPr>
                            <a:rPr lang="en-US" b="0" i="0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connected</m:t>
                          </m:r>
                          <m:r>
                            <a:rPr lang="en-US" b="0" i="0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triples</m:t>
                          </m:r>
                        </m:e>
                      </m:d>
                      <m:r>
                        <a:rPr lang="en-US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𝑛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dirty="0">
                          <a:solidFill>
                            <a:srgbClr val="0000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≈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3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dirty="0">
                  <a:solidFill>
                    <a:srgbClr val="0000FF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C2CA5B2-5E3C-09E1-D254-E662AED385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8639" y="2017508"/>
                <a:ext cx="6839272" cy="2379562"/>
              </a:xfrm>
              <a:prstGeom prst="rect">
                <a:avLst/>
              </a:prstGeom>
              <a:blipFill>
                <a:blip r:embed="rId2"/>
                <a:stretch>
                  <a:fillRect l="-713" t="-1795" b="-2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CEFB85BD-6F4C-8203-10E6-947D5E7B3E54}"/>
              </a:ext>
            </a:extLst>
          </p:cNvPr>
          <p:cNvGrpSpPr/>
          <p:nvPr/>
        </p:nvGrpSpPr>
        <p:grpSpPr>
          <a:xfrm>
            <a:off x="313184" y="404664"/>
            <a:ext cx="1314437" cy="886002"/>
            <a:chOff x="313184" y="404664"/>
            <a:chExt cx="1314437" cy="886002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DD616C69-BF8F-5D5C-F3BD-830A2FB9C603}"/>
                </a:ext>
              </a:extLst>
            </p:cNvPr>
            <p:cNvSpPr/>
            <p:nvPr/>
          </p:nvSpPr>
          <p:spPr>
            <a:xfrm>
              <a:off x="827584" y="404664"/>
              <a:ext cx="288032" cy="28803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2AD12C1-0C3D-9C51-BF70-820A62BD687D}"/>
                </a:ext>
              </a:extLst>
            </p:cNvPr>
            <p:cNvSpPr/>
            <p:nvPr/>
          </p:nvSpPr>
          <p:spPr>
            <a:xfrm>
              <a:off x="1339589" y="978210"/>
              <a:ext cx="288032" cy="28803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6F26A6A0-FFE5-9330-3940-3626D141DD65}"/>
                </a:ext>
              </a:extLst>
            </p:cNvPr>
            <p:cNvSpPr/>
            <p:nvPr/>
          </p:nvSpPr>
          <p:spPr>
            <a:xfrm>
              <a:off x="313184" y="1002634"/>
              <a:ext cx="288032" cy="28803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0611FAA-33FC-BE41-6E7F-06122F0F8817}"/>
                </a:ext>
              </a:extLst>
            </p:cNvPr>
            <p:cNvCxnSpPr>
              <a:cxnSpLocks/>
              <a:stCxn id="2" idx="3"/>
              <a:endCxn id="9" idx="7"/>
            </p:cNvCxnSpPr>
            <p:nvPr/>
          </p:nvCxnSpPr>
          <p:spPr>
            <a:xfrm flipH="1">
              <a:off x="559035" y="650515"/>
              <a:ext cx="310730" cy="3943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590CFE7-1564-1EC3-81F9-C4844CA44E48}"/>
                </a:ext>
              </a:extLst>
            </p:cNvPr>
            <p:cNvCxnSpPr>
              <a:cxnSpLocks/>
              <a:stCxn id="2" idx="5"/>
              <a:endCxn id="8" idx="1"/>
            </p:cNvCxnSpPr>
            <p:nvPr/>
          </p:nvCxnSpPr>
          <p:spPr>
            <a:xfrm>
              <a:off x="1073435" y="650515"/>
              <a:ext cx="308335" cy="369876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9F22F32-10C9-D007-1674-32BC14F0DA88}"/>
                  </a:ext>
                </a:extLst>
              </p:cNvPr>
              <p:cNvSpPr txBox="1"/>
              <p:nvPr/>
            </p:nvSpPr>
            <p:spPr>
              <a:xfrm>
                <a:off x="1238639" y="4412277"/>
                <a:ext cx="7200800" cy="1455783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unc>
                      <m:funcPr>
                        <m:ctrlPr>
                          <a:rPr lang="en-IN" sz="1600" b="0" i="1" u="none" strike="noStrike" baseline="0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1600" b="0" i="1" u="none" strike="noStrike" baseline="0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IN" sz="1600" b="0" i="0" u="none" strike="noStrike" baseline="0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sz="1600" b="0" i="1" u="none" strike="noStrike" baseline="0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1600" b="0" i="1" u="none" strike="noStrike" baseline="0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US" sz="1600" b="0" i="1" u="none" strike="noStrike" baseline="0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∞</m:t>
                            </m:r>
                          </m:lim>
                        </m:limLow>
                      </m:fName>
                      <m:e>
                        <m:r>
                          <a:rPr lang="en-IN" sz="1600" b="1" i="1" u="none" strike="noStrike" baseline="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  <m:d>
                          <m:dPr>
                            <m:ctrlPr>
                              <a:rPr lang="en-IN" sz="1600" b="0" i="1" u="none" strike="noStrike" baseline="0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1600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#</m:t>
                            </m:r>
                            <m:r>
                              <m:rPr>
                                <m:sty m:val="p"/>
                              </m:rPr>
                              <a:rPr lang="en-US" sz="1600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connected</m:t>
                            </m:r>
                            <m:r>
                              <a:rPr lang="en-US" sz="1600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sz="1600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triples</m:t>
                            </m:r>
                            <m:r>
                              <a:rPr lang="en-IN" sz="1600" b="0" i="1" u="none" strike="noStrike" baseline="0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= </m:t>
                            </m:r>
                            <m:r>
                              <a:rPr lang="en-IN" sz="1600" b="0" i="1" u="none" strike="noStrike" baseline="0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</m:func>
                    <m:r>
                      <a:rPr lang="en-US" sz="1600" b="0" i="1" u="none" strike="noStrike" baseline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≈</m:t>
                    </m:r>
                    <m:limLow>
                      <m:limLowPr>
                        <m:ctrlPr>
                          <a:rPr lang="en-US" sz="16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IN" sz="160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en-US" sz="1600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6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6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sz="16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lim>
                    </m:limLow>
                    <m:func>
                      <m:funcPr>
                        <m:ctrlPr>
                          <a:rPr lang="en-IN" sz="1600" b="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f>
                          <m:fPr>
                            <m:ctrlPr>
                              <a:rPr lang="en-US" sz="1600" b="0" i="1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1600" b="0" i="1" dirty="0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600" b="0" i="1" dirty="0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sz="1600" b="0" i="1" dirty="0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− </m:t>
                                </m:r>
                                <m:sSup>
                                  <m:sSupPr>
                                    <m:ctrlPr>
                                      <a:rPr lang="en-US" sz="1600" b="0" i="1" dirty="0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 b="0" i="1" dirty="0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US" sz="1600" b="0" i="1" dirty="0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lang="en-US" sz="1600" b="0" i="1" dirty="0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600" b="0" i="1" dirty="0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p>
                                    <m:r>
                                      <a:rPr lang="en-US" sz="1600" b="0" i="1" dirty="0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1600" b="0" i="1" dirty="0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en-US" sz="1600" b="0" i="1" dirty="0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600" b="0" i="1" dirty="0" smtClean="0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sz="1600" b="0" i="1" dirty="0" smtClean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600" b="0" i="1" dirty="0" smtClean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e>
                                          <m:sup>
                                            <m:r>
                                              <a:rPr lang="en-US" sz="1600" b="0" i="1" dirty="0" smtClean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sup>
                                        </m:sSup>
                                        <m:sSup>
                                          <m:sSupPr>
                                            <m:ctrlPr>
                                              <a:rPr lang="en-US" sz="1600" b="0" i="1" dirty="0" smtClean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600" b="0" i="1" dirty="0" smtClean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𝑝</m:t>
                                            </m:r>
                                          </m:e>
                                          <m:sup>
                                            <m:r>
                                              <a:rPr lang="en-US" sz="1600" b="0" i="1" dirty="0" smtClean="0">
                                                <a:solidFill>
                                                  <a:srgbClr val="0000FF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  <m:sup>
                                    <m:r>
                                      <a:rPr lang="en-US" sz="1600" b="0" i="1" dirty="0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</m:sup>
                            </m:sSup>
                          </m:num>
                          <m:den>
                            <m:r>
                              <a:rPr lang="en-US" sz="1600" b="0" i="1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1600" b="0" i="1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</m:fName>
                      <m:e/>
                    </m:func>
                  </m:oMath>
                </a14:m>
                <a:r>
                  <a:rPr lang="en-IN" sz="1600" b="0" i="0" u="none" strike="noStrike" baseline="0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	</a:t>
                </a:r>
              </a:p>
              <a:p>
                <a:pPr algn="ctr"/>
                <a:r>
                  <a:rPr lang="en-IN" sz="1600" b="0" i="0" u="none" strike="noStrike" baseline="0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	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0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1600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IN" sz="1600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1600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6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1600" b="0" i="1" u="none" strike="noStrike" baseline="0" dirty="0">
                  <a:solidFill>
                    <a:srgbClr val="0000FF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600" b="0" i="1" u="none" strike="noStrike" baseline="0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pt-BR" sz="1600" b="0" i="1" u="none" strike="noStrike" baseline="0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	</m:t>
                      </m:r>
                      <m:func>
                        <m:funcPr>
                          <m:ctrlPr>
                            <a:rPr lang="en-US" sz="1600" b="0" i="1" u="none" strike="noStrike" baseline="0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600" b="0" i="1" u="none" strike="noStrike" baseline="0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sz="1600" b="0" i="0" u="none" strike="noStrike" baseline="0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1600" b="0" i="1" u="none" strike="noStrike" baseline="0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600" b="0" i="1" u="none" strike="noStrike" baseline="0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sz="1600" b="0" i="1" u="none" strike="noStrike" baseline="0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  <m:r>
                                <a:rPr lang="en-US" sz="1600" b="0" i="1" u="none" strike="noStrike" baseline="0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sz="1600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600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− </m:t>
                              </m:r>
                              <m:sSup>
                                <m:sSupPr>
                                  <m:ctrlPr>
                                    <a:rPr lang="en-US" sz="1600" b="0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0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sz="1600" b="0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sz="1600" b="0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0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p>
                                  <m:r>
                                    <a:rPr lang="en-US" sz="1600" b="0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sup>
                          </m:sSup>
                        </m:e>
                      </m:func>
                    </m:oMath>
                  </m:oMathPara>
                </a14:m>
                <a:endParaRPr lang="en-IN" sz="1600" b="0" i="0" u="none" strike="noStrike" baseline="0" dirty="0">
                  <a:solidFill>
                    <a:srgbClr val="0000FF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9F22F32-10C9-D007-1674-32BC14F0DA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8639" y="4412277"/>
                <a:ext cx="7200800" cy="14557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4420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3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9530B-21D7-99CB-662C-3CC96B7B9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5BBFFA-012C-02AF-13D4-F1AAB162B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E646C-3CC9-4ED9-BCDC-2A56D5AA3539}" type="datetime1">
              <a:rPr lang="en-US" smtClean="0"/>
              <a:t>10/5/2025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D09DBB-6F81-F300-D0E6-911F4F60E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8F8E23-E42C-014D-094B-3B9D89B19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57</a:t>
            </a:fld>
            <a:endParaRPr lang="en-IN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82944F4-CFD8-7FD5-2D9B-ECA56F0EF32C}"/>
              </a:ext>
            </a:extLst>
          </p:cNvPr>
          <p:cNvSpPr txBox="1">
            <a:spLocks/>
          </p:cNvSpPr>
          <p:nvPr/>
        </p:nvSpPr>
        <p:spPr>
          <a:xfrm>
            <a:off x="1475656" y="126243"/>
            <a:ext cx="6000792" cy="642942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70000" lnSpcReduction="20000"/>
          </a:bodyPr>
          <a:lstStyle/>
          <a:p>
            <a:pPr algn="ctr"/>
            <a:r>
              <a:rPr lang="en-IN" sz="32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</a:t>
            </a:r>
            <a:r>
              <a:rPr lang="en-IN" sz="3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Properties of  Random Network (ER): Asymptotic Properties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705FE7-577A-6BC1-1631-88D4BE9291E6}"/>
              </a:ext>
            </a:extLst>
          </p:cNvPr>
          <p:cNvSpPr txBox="1"/>
          <p:nvPr/>
        </p:nvSpPr>
        <p:spPr>
          <a:xfrm>
            <a:off x="6019800" y="6149879"/>
            <a:ext cx="271804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100" dirty="0"/>
              <a:t>Alexander Wolitzky</a:t>
            </a:r>
          </a:p>
          <a:p>
            <a:r>
              <a:rPr lang="de-DE" sz="1100" dirty="0"/>
              <a:t>MIT</a:t>
            </a:r>
          </a:p>
          <a:p>
            <a:r>
              <a:rPr lang="de-DE" sz="1100" dirty="0"/>
              <a:t>6.207/14.15: Networks, Spring 2022</a:t>
            </a:r>
            <a:endParaRPr lang="en-IN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0ACAEE-A64C-7196-33C2-8EE9A63F79AA}"/>
              </a:ext>
            </a:extLst>
          </p:cNvPr>
          <p:cNvSpPr txBox="1"/>
          <p:nvPr/>
        </p:nvSpPr>
        <p:spPr>
          <a:xfrm>
            <a:off x="1259632" y="1196752"/>
            <a:ext cx="68392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baseline="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What is a threshold function for the emergence of connected triples? </a:t>
            </a:r>
            <a:endParaRPr lang="en-IN" dirty="0">
              <a:solidFill>
                <a:srgbClr val="0000F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1465CAE-53EC-5A6F-1279-B499996EA749}"/>
                  </a:ext>
                </a:extLst>
              </p:cNvPr>
              <p:cNvSpPr txBox="1"/>
              <p:nvPr/>
            </p:nvSpPr>
            <p:spPr>
              <a:xfrm>
                <a:off x="1238639" y="2017508"/>
                <a:ext cx="6839272" cy="2379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b="0" i="0" u="none" strike="noStrike" baseline="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Expected number of connected triples (centered at a node)</a:t>
                </a:r>
                <a:r>
                  <a:rPr lang="en-US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800" b="0" i="0" u="none" strike="noStrike" baseline="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For a fixed node, choose 2 other nodes:</a:t>
                </a:r>
                <a:r>
                  <a:rPr lang="en-US" sz="1800" b="0" i="0" u="none" strike="noStrike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u="none" strike="noStrike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u="none" strike="noStrike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800" b="0" i="1" u="none" strike="noStrike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800" b="0" i="1" u="none" strike="noStrike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800" b="0" i="1" u="none" strike="noStrike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b>
                        <m:sSub>
                          <m:sSubPr>
                            <m:ctrlPr>
                              <a:rPr lang="en-US" sz="1800" b="0" i="1" u="none" strike="noStrike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u="none" strike="noStrike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800" b="0" i="1" u="none" strike="noStrike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IN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) </a:t>
                </a:r>
                <a:r>
                  <a:rPr lang="en-IN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unordered pairs.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Both edges from </a:t>
                </a:r>
                <a:r>
                  <a:rPr lang="en-IN" dirty="0" err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center</a:t>
                </a:r>
                <a:r>
                  <a:rPr lang="en-IN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to those two nodes must be present </a:t>
                </a:r>
                <a14:m>
                  <m:oMath xmlns:m="http://schemas.openxmlformats.org/officeDocument/2006/math">
                    <m:r>
                      <a:rPr lang="en-IN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IN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probability</a:t>
                </a:r>
                <a:r>
                  <a:rPr lang="en-IN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b="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IN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dirty="0" err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Sumover</a:t>
                </a:r>
                <a:r>
                  <a:rPr lang="en-IN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all possible </a:t>
                </a:r>
                <a:r>
                  <a:rPr lang="en-IN" dirty="0" err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centers</a:t>
                </a:r>
                <a:r>
                  <a:rPr lang="en-IN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1" i="1" dirty="0" smtClean="0"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𝑬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4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#</m:t>
                          </m:r>
                          <m:r>
                            <m:rPr>
                              <m:sty m:val="p"/>
                            </m:rPr>
                            <a:rPr lang="en-US" b="0" i="0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connected</m:t>
                          </m:r>
                          <m:r>
                            <a:rPr lang="en-US" b="0" i="0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triples</m:t>
                          </m:r>
                        </m:e>
                      </m:d>
                      <m:r>
                        <a:rPr lang="en-US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𝑛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dirty="0">
                          <a:solidFill>
                            <a:srgbClr val="0000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≈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3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dirty="0">
                  <a:solidFill>
                    <a:srgbClr val="0000FF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1465CAE-53EC-5A6F-1279-B499996EA7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8639" y="2017508"/>
                <a:ext cx="6839272" cy="2379562"/>
              </a:xfrm>
              <a:prstGeom prst="rect">
                <a:avLst/>
              </a:prstGeom>
              <a:blipFill>
                <a:blip r:embed="rId2"/>
                <a:stretch>
                  <a:fillRect l="-713" t="-1795" b="-2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E9DC5FC-2ED7-D02A-63E6-8F93BA2FDA32}"/>
                  </a:ext>
                </a:extLst>
              </p:cNvPr>
              <p:cNvSpPr txBox="1"/>
              <p:nvPr/>
            </p:nvSpPr>
            <p:spPr>
              <a:xfrm>
                <a:off x="1115616" y="4567455"/>
                <a:ext cx="7776864" cy="1299651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0" i="0" u="none" strike="noStrike" baseline="0" dirty="0">
                    <a:solidFill>
                      <a:srgbClr val="00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By a similar analysis as for pairs, a threshold function for the emergence of </a:t>
                </a:r>
                <a:r>
                  <a:rPr lang="en-US" b="0" i="0" u="none" strike="noStrike" baseline="0" dirty="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" panose="02040503050406030204" pitchFamily="18" charset="0"/>
                    <a:ea typeface="Cambria" panose="02040503050406030204" pitchFamily="18" charset="0"/>
                  </a:rPr>
                  <a:t>connected triples </a:t>
                </a:r>
                <a:r>
                  <a:rPr lang="en-US" b="0" i="0" u="none" strike="noStrike" baseline="0" dirty="0">
                    <a:solidFill>
                      <a:srgbClr val="00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is </a:t>
                </a:r>
                <a14:m>
                  <m:oMath xmlns:m="http://schemas.openxmlformats.org/officeDocument/2006/math">
                    <m:r>
                      <a:rPr lang="en-US" b="0" i="1" u="none" strike="noStrike" baseline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𝑡</m:t>
                    </m:r>
                    <m:r>
                      <a:rPr lang="en-US" b="0" i="1" u="none" strike="noStrike" baseline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(</m:t>
                    </m:r>
                    <m:r>
                      <a:rPr lang="en-US" b="0" i="1" u="none" strike="noStrike" baseline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𝑛</m:t>
                    </m:r>
                    <m:r>
                      <a:rPr lang="en-US" b="0" i="1" u="none" strike="noStrike" baseline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) </m:t>
                    </m:r>
                  </m:oMath>
                </a14:m>
                <a:r>
                  <a:rPr lang="en-US" b="0" i="0" u="none" strike="noStrike" baseline="0" dirty="0">
                    <a:solidFill>
                      <a:srgbClr val="00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such that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u="none" strike="noStrike" baseline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u="none" strike="noStrike" baseline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u="none" strike="noStrike" baseline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sSupPr>
                        <m:ctrlPr>
                          <a:rPr lang="en-US" b="0" i="1" u="none" strike="noStrike" baseline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u="none" strike="noStrike" baseline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b="0" i="1" u="none" strike="noStrike" baseline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0" u="none" strike="noStrike" baseline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 </m:t>
                    </m:r>
                  </m:oMath>
                </a14:m>
                <a:r>
                  <a:rPr lang="en-IN" b="0" i="0" u="none" strike="noStrike" baseline="0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IN" b="0" i="0" u="none" strike="noStrike" baseline="0" dirty="0">
                    <a:solidFill>
                      <a:srgbClr val="00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is constant that is : </a:t>
                </a:r>
                <a:r>
                  <a:rPr lang="en-US" b="0" i="0" u="none" strike="noStrike" baseline="0" dirty="0">
                    <a:solidFill>
                      <a:srgbClr val="00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endParaRPr lang="en-US" b="0" i="1" u="none" strike="noStrike" baseline="0" dirty="0">
                  <a:solidFill>
                    <a:srgbClr val="0000FF"/>
                  </a:solidFill>
                  <a:latin typeface="Cambria Math" panose="02040503050406030204" pitchFamily="18" charset="0"/>
                  <a:ea typeface="Cambria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u="none" strike="noStrike" baseline="0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𝑡</m:t>
                      </m:r>
                      <m:d>
                        <m:dPr>
                          <m:ctrlPr>
                            <a:rPr lang="en-US" b="0" i="1" u="none" strike="noStrike" baseline="0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u="none" strike="noStrike" baseline="0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u="none" strike="noStrike" baseline="0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u="none" strike="noStrike" baseline="0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u="none" strike="noStrike" baseline="0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u="none" strike="noStrike" baseline="0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u="none" strike="noStrike" baseline="0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b="0" i="1" u="none" strike="noStrike" baseline="0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u="none" strike="noStrike" baseline="0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b="0" i="1" u="none" strike="noStrike" baseline="0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</m:den>
                      </m:f>
                      <m:r>
                        <a:rPr lang="en-US" b="0" i="1" u="none" strike="noStrike" baseline="0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. </m:t>
                      </m:r>
                    </m:oMath>
                  </m:oMathPara>
                </a14:m>
                <a:endParaRPr lang="en-IN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E9DC5FC-2ED7-D02A-63E6-8F93BA2FDA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616" y="4567455"/>
                <a:ext cx="7776864" cy="129965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28802227-C568-EFBD-41BD-968293D54214}"/>
              </a:ext>
            </a:extLst>
          </p:cNvPr>
          <p:cNvGrpSpPr/>
          <p:nvPr/>
        </p:nvGrpSpPr>
        <p:grpSpPr>
          <a:xfrm>
            <a:off x="313184" y="404664"/>
            <a:ext cx="1314437" cy="886002"/>
            <a:chOff x="313184" y="404664"/>
            <a:chExt cx="1314437" cy="886002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0302FDA4-4ECB-FF5C-E365-21D7624919EA}"/>
                </a:ext>
              </a:extLst>
            </p:cNvPr>
            <p:cNvSpPr/>
            <p:nvPr/>
          </p:nvSpPr>
          <p:spPr>
            <a:xfrm>
              <a:off x="827584" y="404664"/>
              <a:ext cx="288032" cy="28803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C3F4AE3-A167-A51A-4533-860453CCE221}"/>
                </a:ext>
              </a:extLst>
            </p:cNvPr>
            <p:cNvSpPr/>
            <p:nvPr/>
          </p:nvSpPr>
          <p:spPr>
            <a:xfrm>
              <a:off x="1339589" y="978210"/>
              <a:ext cx="288032" cy="28803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0AC462E-90AD-0CE4-FBA0-F1C7702BCB6D}"/>
                </a:ext>
              </a:extLst>
            </p:cNvPr>
            <p:cNvSpPr/>
            <p:nvPr/>
          </p:nvSpPr>
          <p:spPr>
            <a:xfrm>
              <a:off x="313184" y="1002634"/>
              <a:ext cx="288032" cy="28803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233AE46-42A7-425B-DB80-7A5C60DDD5FF}"/>
                </a:ext>
              </a:extLst>
            </p:cNvPr>
            <p:cNvCxnSpPr>
              <a:cxnSpLocks/>
              <a:stCxn id="2" idx="3"/>
              <a:endCxn id="9" idx="7"/>
            </p:cNvCxnSpPr>
            <p:nvPr/>
          </p:nvCxnSpPr>
          <p:spPr>
            <a:xfrm flipH="1">
              <a:off x="559035" y="650515"/>
              <a:ext cx="310730" cy="3943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E0635A40-972D-35F1-F04C-22C64048C126}"/>
                </a:ext>
              </a:extLst>
            </p:cNvPr>
            <p:cNvCxnSpPr>
              <a:cxnSpLocks/>
              <a:stCxn id="2" idx="5"/>
              <a:endCxn id="8" idx="1"/>
            </p:cNvCxnSpPr>
            <p:nvPr/>
          </p:nvCxnSpPr>
          <p:spPr>
            <a:xfrm>
              <a:off x="1073435" y="650515"/>
              <a:ext cx="308335" cy="369876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4070541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9858C-B209-2C47-5FD4-2FB208D75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C7082-08D6-B479-17C2-3676F3793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E646C-3CC9-4ED9-BCDC-2A56D5AA3539}" type="datetime1">
              <a:rPr lang="en-US" smtClean="0"/>
              <a:t>10/5/2025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37531B-1EAB-2AEB-7A98-ED12ABCBE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DA2A4E-4D30-7F8E-D3F6-7D4DD34C2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58</a:t>
            </a:fld>
            <a:endParaRPr lang="en-IN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13809A9-8740-0400-2ADE-4621C8F3CB54}"/>
              </a:ext>
            </a:extLst>
          </p:cNvPr>
          <p:cNvSpPr txBox="1">
            <a:spLocks/>
          </p:cNvSpPr>
          <p:nvPr/>
        </p:nvSpPr>
        <p:spPr>
          <a:xfrm>
            <a:off x="1475656" y="126243"/>
            <a:ext cx="6000792" cy="642942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70000" lnSpcReduction="20000"/>
          </a:bodyPr>
          <a:lstStyle/>
          <a:p>
            <a:pPr algn="ctr"/>
            <a:r>
              <a:rPr lang="en-IN" sz="32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</a:t>
            </a:r>
            <a:r>
              <a:rPr lang="en-IN" sz="3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Properties of  Random Network (ER): Asymptotic Properties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4D96C4-7A28-183A-E52E-063B09781642}"/>
              </a:ext>
            </a:extLst>
          </p:cNvPr>
          <p:cNvSpPr txBox="1"/>
          <p:nvPr/>
        </p:nvSpPr>
        <p:spPr>
          <a:xfrm>
            <a:off x="6019800" y="6149879"/>
            <a:ext cx="271804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100" dirty="0"/>
              <a:t>Alexander Wolitzky</a:t>
            </a:r>
          </a:p>
          <a:p>
            <a:r>
              <a:rPr lang="de-DE" sz="1100" dirty="0"/>
              <a:t>MIT</a:t>
            </a:r>
          </a:p>
          <a:p>
            <a:r>
              <a:rPr lang="de-DE" sz="1100" dirty="0"/>
              <a:t>6.207/14.15: Networks, Spring 2022</a:t>
            </a:r>
            <a:endParaRPr lang="en-IN" sz="11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CCB09E4-827F-1996-F9DD-026C3E51750B}"/>
                  </a:ext>
                </a:extLst>
              </p:cNvPr>
              <p:cNvSpPr txBox="1"/>
              <p:nvPr/>
            </p:nvSpPr>
            <p:spPr>
              <a:xfrm>
                <a:off x="971600" y="1196752"/>
                <a:ext cx="712730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b="0" i="0" u="none" strike="noStrike" baseline="0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What is a threshold function for the emergence of tress with </a:t>
                </a:r>
                <a14:m>
                  <m:oMath xmlns:m="http://schemas.openxmlformats.org/officeDocument/2006/math">
                    <m:r>
                      <a:rPr lang="en-US" sz="1800" b="0" i="1" u="none" strike="noStrike" baseline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𝑘</m:t>
                    </m:r>
                    <m:r>
                      <a:rPr lang="en-US" sz="1800" b="0" i="1" u="none" strike="noStrike" baseline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b="0" i="0" u="none" strike="noStrike" baseline="0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nodes?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CCB09E4-827F-1996-F9DD-026C3E5175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1196752"/>
                <a:ext cx="7127304" cy="369332"/>
              </a:xfrm>
              <a:prstGeom prst="rect">
                <a:avLst/>
              </a:prstGeom>
              <a:blipFill>
                <a:blip r:embed="rId2"/>
                <a:stretch>
                  <a:fillRect l="-684" t="-9836" b="-229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F36310A-436C-8145-A33C-555300AAA8E9}"/>
                  </a:ext>
                </a:extLst>
              </p:cNvPr>
              <p:cNvSpPr txBox="1"/>
              <p:nvPr/>
            </p:nvSpPr>
            <p:spPr>
              <a:xfrm>
                <a:off x="1187624" y="1969919"/>
                <a:ext cx="6093769" cy="1193981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1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𝑬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4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#</m:t>
                          </m:r>
                          <m:r>
                            <m:rPr>
                              <m:sty m:val="p"/>
                            </m:rPr>
                            <a:rPr lang="en-US" b="0" i="0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k</m:t>
                          </m:r>
                          <m:r>
                            <a:rPr lang="en-US" b="0" i="0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nodes</m:t>
                          </m:r>
                          <m:r>
                            <a:rPr lang="en-US" b="0" i="0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trees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≈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𝑘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IN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algn="ctr"/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So a threshold function is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f>
                              <m:fPr>
                                <m:ctrlPr>
                                  <a:rPr lang="en-US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den>
                            </m:f>
                          </m:sup>
                        </m:sSup>
                      </m:den>
                    </m:f>
                  </m:oMath>
                </a14:m>
                <a:endParaRPr lang="en-US" b="0" dirty="0">
                  <a:solidFill>
                    <a:srgbClr val="0000FF"/>
                  </a:solidFill>
                  <a:latin typeface="Cambria" panose="02040503050406030204" pitchFamily="18" charset="0"/>
                </a:endParaRPr>
              </a:p>
              <a:p>
                <a:pPr algn="ctr"/>
                <a:endParaRPr lang="en-IN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F36310A-436C-8145-A33C-555300AAA8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624" y="1969919"/>
                <a:ext cx="6093769" cy="119398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F8EDA40-01D6-EEBB-5BB3-3BF47D937339}"/>
                  </a:ext>
                </a:extLst>
              </p:cNvPr>
              <p:cNvSpPr txBox="1"/>
              <p:nvPr/>
            </p:nvSpPr>
            <p:spPr>
              <a:xfrm>
                <a:off x="673359" y="3399942"/>
                <a:ext cx="8100392" cy="761940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As </a:t>
                </a:r>
                <a14:m>
                  <m:oMath xmlns:m="http://schemas.openxmlformats.org/officeDocument/2006/math">
                    <m:r>
                      <a:rPr lang="en-US" sz="1800" b="0" i="1" u="none" strike="noStrike" baseline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400" b="0" i="1" u="none" strike="noStrike" baseline="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u="none" strike="noStrike" baseline="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b="0" i="1" u="none" strike="noStrike" baseline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u="none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increases from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b="0" i="1" u="none" strike="noStrike" baseline="0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u="none" strike="noStrike" baseline="0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800" b="0" i="1" u="none" strike="noStrike" baseline="0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800" b="0" i="1" u="none" strike="noStrike" baseline="3000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1800" b="0" i="1" u="none" strike="noStrike" baseline="3000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b="0" i="0" u="none" strike="noStrike" baseline="0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to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b="0" i="1" u="none" strike="noStrike" baseline="0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u="none" strike="noStrike" baseline="0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800" b="0" i="1" u="none" strike="noStrike" baseline="0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, we expected to find bigger and bigger trees in the network.</a:t>
                </a:r>
                <a:endParaRPr lang="en-IN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F8EDA40-01D6-EEBB-5BB3-3BF47D9373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359" y="3399942"/>
                <a:ext cx="8100392" cy="761940"/>
              </a:xfrm>
              <a:prstGeom prst="rect">
                <a:avLst/>
              </a:prstGeom>
              <a:blipFill>
                <a:blip r:embed="rId4"/>
                <a:stretch>
                  <a:fillRect l="-450" r="-825" b="-930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322554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5401E-E538-2F44-8BC4-BA85B2189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32EBB5-75A3-02E6-39A7-3C9D05F4B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E646C-3CC9-4ED9-BCDC-2A56D5AA3539}" type="datetime1">
              <a:rPr lang="en-US" smtClean="0"/>
              <a:t>10/5/2025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A815F7-38A7-023F-4124-3D1F06EED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7B0321-8065-E681-F5F0-0DA729A2D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59</a:t>
            </a:fld>
            <a:endParaRPr lang="en-IN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4013984-D6A4-4EAC-8010-F5A426D1A90A}"/>
              </a:ext>
            </a:extLst>
          </p:cNvPr>
          <p:cNvSpPr txBox="1">
            <a:spLocks/>
          </p:cNvSpPr>
          <p:nvPr/>
        </p:nvSpPr>
        <p:spPr>
          <a:xfrm>
            <a:off x="1475656" y="126243"/>
            <a:ext cx="6000792" cy="642942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70000" lnSpcReduction="20000"/>
          </a:bodyPr>
          <a:lstStyle/>
          <a:p>
            <a:pPr algn="ctr"/>
            <a:r>
              <a:rPr lang="en-IN" sz="32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</a:t>
            </a:r>
            <a:r>
              <a:rPr lang="en-IN" sz="3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Properties of  Random Network (ER): Asymptotic Properties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0FE093-D5E4-3DA5-9D91-B34347E1E990}"/>
              </a:ext>
            </a:extLst>
          </p:cNvPr>
          <p:cNvSpPr txBox="1"/>
          <p:nvPr/>
        </p:nvSpPr>
        <p:spPr>
          <a:xfrm>
            <a:off x="6019800" y="6149879"/>
            <a:ext cx="271804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100" dirty="0"/>
              <a:t>Alexander Wolitzky</a:t>
            </a:r>
          </a:p>
          <a:p>
            <a:r>
              <a:rPr lang="de-DE" sz="1100" dirty="0"/>
              <a:t>MIT</a:t>
            </a:r>
          </a:p>
          <a:p>
            <a:r>
              <a:rPr lang="de-DE" sz="1100" dirty="0"/>
              <a:t>6.207/14.15: Networks, Spring 2022</a:t>
            </a:r>
            <a:endParaRPr lang="en-IN" sz="11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4B2A991-CA0C-0258-9ED2-B0AF449E5444}"/>
                  </a:ext>
                </a:extLst>
              </p:cNvPr>
              <p:cNvSpPr txBox="1"/>
              <p:nvPr/>
            </p:nvSpPr>
            <p:spPr>
              <a:xfrm>
                <a:off x="971600" y="1196752"/>
                <a:ext cx="77152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b="0" i="0" u="none" strike="noStrike" baseline="0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What is a threshold function for the emergence of a cycle with </a:t>
                </a:r>
                <a14:m>
                  <m:oMath xmlns:m="http://schemas.openxmlformats.org/officeDocument/2006/math">
                    <m:r>
                      <a:rPr lang="en-US" sz="1800" b="0" i="1" u="none" strike="noStrike" baseline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𝑘</m:t>
                    </m:r>
                    <m:r>
                      <a:rPr lang="en-US" sz="1800" b="0" i="1" u="none" strike="noStrike" baseline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b="0" i="0" u="none" strike="noStrike" baseline="0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nodes?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4B2A991-CA0C-0258-9ED2-B0AF449E54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1196752"/>
                <a:ext cx="7715200" cy="369332"/>
              </a:xfrm>
              <a:prstGeom prst="rect">
                <a:avLst/>
              </a:prstGeom>
              <a:blipFill>
                <a:blip r:embed="rId2"/>
                <a:stretch>
                  <a:fillRect l="-632" t="-9836" b="-229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FA6A19A-783C-9698-9146-894AC26B53B4}"/>
                  </a:ext>
                </a:extLst>
              </p:cNvPr>
              <p:cNvSpPr txBox="1"/>
              <p:nvPr/>
            </p:nvSpPr>
            <p:spPr>
              <a:xfrm>
                <a:off x="1446330" y="4896627"/>
                <a:ext cx="6093769" cy="412742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1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𝑬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4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#</m:t>
                          </m:r>
                          <m:r>
                            <m:rPr>
                              <m:sty m:val="p"/>
                            </m:rPr>
                            <a:rPr lang="en-US" b="0" i="0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k</m:t>
                          </m:r>
                          <m:r>
                            <a:rPr lang="en-US" b="0" i="0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nodes</m:t>
                          </m:r>
                          <m:r>
                            <a:rPr lang="en-US" b="0" i="0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cycles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≈?</m:t>
                      </m:r>
                    </m:oMath>
                  </m:oMathPara>
                </a14:m>
                <a:endParaRPr lang="en-IN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FA6A19A-783C-9698-9146-894AC26B53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6330" y="4896627"/>
                <a:ext cx="6093769" cy="41274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82C2D38B-EF02-BBED-FFCA-71144FE9BB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070" y="1753757"/>
            <a:ext cx="8531859" cy="2367219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18DFF0A-85B7-799A-BAA2-8457D81B1CF0}"/>
              </a:ext>
            </a:extLst>
          </p:cNvPr>
          <p:cNvCxnSpPr>
            <a:cxnSpLocks/>
          </p:cNvCxnSpPr>
          <p:nvPr/>
        </p:nvCxnSpPr>
        <p:spPr>
          <a:xfrm>
            <a:off x="755576" y="4293096"/>
            <a:ext cx="4680520" cy="0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001024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0879F-CE14-4DAF-D56B-D0ED03B41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A79D4C-4AD7-DBCB-E263-BA6CFB50D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E646C-3CC9-4ED9-BCDC-2A56D5AA3539}" type="datetime1">
              <a:rPr lang="en-US" smtClean="0"/>
              <a:t>10/5/2025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983477-52F4-AB77-08AE-98B359A19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45A90-A67D-2965-0EDA-B2C15205E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60</a:t>
            </a:fld>
            <a:endParaRPr lang="en-IN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76E6965-7747-EED1-0404-55C2A0B4644A}"/>
              </a:ext>
            </a:extLst>
          </p:cNvPr>
          <p:cNvSpPr txBox="1">
            <a:spLocks/>
          </p:cNvSpPr>
          <p:nvPr/>
        </p:nvSpPr>
        <p:spPr>
          <a:xfrm>
            <a:off x="1475656" y="126243"/>
            <a:ext cx="6000792" cy="642942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70000" lnSpcReduction="20000"/>
          </a:bodyPr>
          <a:lstStyle/>
          <a:p>
            <a:pPr algn="ctr"/>
            <a:r>
              <a:rPr lang="en-IN" sz="32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</a:t>
            </a:r>
            <a:r>
              <a:rPr lang="en-IN" sz="3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Properties of  Random Network (ER): Asymptotic Properties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A3EE14-82EE-1A0A-17BE-58D1E8EA72EE}"/>
              </a:ext>
            </a:extLst>
          </p:cNvPr>
          <p:cNvSpPr txBox="1"/>
          <p:nvPr/>
        </p:nvSpPr>
        <p:spPr>
          <a:xfrm>
            <a:off x="6019800" y="6149879"/>
            <a:ext cx="271804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100" dirty="0"/>
              <a:t>Alexander Wolitzky</a:t>
            </a:r>
          </a:p>
          <a:p>
            <a:r>
              <a:rPr lang="de-DE" sz="1100" dirty="0"/>
              <a:t>MIT</a:t>
            </a:r>
          </a:p>
          <a:p>
            <a:r>
              <a:rPr lang="de-DE" sz="1100" dirty="0"/>
              <a:t>6.207/14.15: Networks, Spring 2022</a:t>
            </a:r>
            <a:endParaRPr lang="en-IN" sz="11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A04238A-5D30-7822-D885-D507CD07BD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824794"/>
            <a:ext cx="7428790" cy="5531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65245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453A6-77E1-66F2-4FA5-EB6E12142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28182-2EF4-042B-FB13-BF8FA66F28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Simulation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D7D40E-66A4-7157-C76D-8442BA73C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E646C-3CC9-4ED9-BCDC-2A56D5AA3539}" type="datetime1">
              <a:rPr lang="en-US" smtClean="0"/>
              <a:t>10/5/2025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D161A6-D08C-07A0-2085-4AD8856B4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4F010A-2FB9-7BF9-172F-67915AFE2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61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236991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Network Technology Background">
            <a:extLst>
              <a:ext uri="{FF2B5EF4-FFF2-40B4-BE49-F238E27FC236}">
                <a16:creationId xmlns:a16="http://schemas.microsoft.com/office/drawing/2014/main" id="{5EA44707-814C-EE76-3022-004AF9D0130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r="-1" b="3428"/>
          <a:stretch/>
        </p:blipFill>
        <p:spPr>
          <a:xfrm>
            <a:off x="18913" y="116632"/>
            <a:ext cx="8910804" cy="655891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" name="TextBox 4"/>
          <p:cNvSpPr txBox="1"/>
          <p:nvPr/>
        </p:nvSpPr>
        <p:spPr>
          <a:xfrm>
            <a:off x="8584231" y="6488668"/>
            <a:ext cx="55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wiki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B76D4A-0590-0816-DC08-662BF2DE00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256" y="1045006"/>
            <a:ext cx="8531859" cy="23672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52D8029-39D6-2ACD-4EE3-30BC81CF5C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592" y="4077072"/>
            <a:ext cx="7507279" cy="144555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167813F-FAFC-CE22-64B7-2F56B468D6F5}"/>
              </a:ext>
            </a:extLst>
          </p:cNvPr>
          <p:cNvSpPr txBox="1">
            <a:spLocks/>
          </p:cNvSpPr>
          <p:nvPr/>
        </p:nvSpPr>
        <p:spPr>
          <a:xfrm>
            <a:off x="1473919" y="300946"/>
            <a:ext cx="6000792" cy="642942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algn="ctr"/>
            <a:r>
              <a:rPr lang="en-IN" sz="32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</a:t>
            </a:r>
            <a:r>
              <a:rPr lang="en-IN" sz="3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Properties of  Random Network 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F5F2C87-488A-E48D-FFD5-25E31C9D3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2813C-75A0-432B-8A4F-37DD3CF5B8B5}" type="datetime1">
              <a:rPr lang="en-US" smtClean="0"/>
              <a:t>10/5/2025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1AA2568-27FE-6B87-3C27-6AAD421E7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0C09D4-3CD9-6611-E57C-E5476C270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62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147589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B5296-1E35-21F4-2AB5-711CCC94C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Average nearest neighbor</a:t>
            </a:r>
            <a:endParaRPr lang="en-IN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E18188-CF6E-6E71-2CDE-B7C4726BC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E646C-3CC9-4ED9-BCDC-2A56D5AA3539}" type="datetime1">
              <a:rPr lang="en-US" smtClean="0"/>
              <a:t>10/5/2025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2C8D24-BA51-AF8F-9BEE-F64B38974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DF7B29-2D90-0A56-0F5C-CC7A5E810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63</a:t>
            </a:fld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836D9CA-BF9E-DC75-1234-A26FC1E0A0EE}"/>
                  </a:ext>
                </a:extLst>
              </p:cNvPr>
              <p:cNvSpPr txBox="1"/>
              <p:nvPr/>
            </p:nvSpPr>
            <p:spPr>
              <a:xfrm>
                <a:off x="899592" y="1700808"/>
                <a:ext cx="7416824" cy="20313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Few Definitions</a:t>
                </a:r>
              </a:p>
              <a:p>
                <a:pPr algn="just"/>
                <a:endParaRPr lang="en-IN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algn="just"/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If you walk along a random edge and arrive at some node,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ar-AE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IN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is the probability that the node you land on has degree </a:t>
                </a:r>
                <a14:m>
                  <m:oMath xmlns:m="http://schemas.openxmlformats.org/officeDocument/2006/math">
                    <m:r>
                      <a:rPr lang="en-IN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.</a:t>
                </a:r>
              </a:p>
              <a:p>
                <a:pPr algn="just"/>
                <a:endParaRPr lang="en-IN" dirty="0">
                  <a:solidFill>
                    <a:srgbClr val="0000FF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algn="just"/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(High-degree nodes are more likely to be “hit” because they have more incident edges.)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836D9CA-BF9E-DC75-1234-A26FC1E0A0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1700808"/>
                <a:ext cx="7416824" cy="2031325"/>
              </a:xfrm>
              <a:prstGeom prst="rect">
                <a:avLst/>
              </a:prstGeom>
              <a:blipFill>
                <a:blip r:embed="rId2"/>
                <a:stretch>
                  <a:fillRect l="-740" t="-1802" r="-658" b="-360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4883174-CC9E-2CA0-35EF-BD97B5E42BD3}"/>
                  </a:ext>
                </a:extLst>
              </p:cNvPr>
              <p:cNvSpPr txBox="1"/>
              <p:nvPr/>
            </p:nvSpPr>
            <p:spPr>
              <a:xfrm>
                <a:off x="899592" y="3861048"/>
                <a:ext cx="7704856" cy="15792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For a node </a:t>
                </a:r>
                <a14:m>
                  <m:oMath xmlns:m="http://schemas.openxmlformats.org/officeDocument/2006/math">
                    <m:r>
                      <a:rPr lang="en-IN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 with degree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ar-AE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dirty="0">
                    <a:latin typeface="Cambria" panose="02040503050406030204" pitchFamily="18" charset="0"/>
                    <a:ea typeface="Cambria" panose="02040503050406030204" pitchFamily="18" charset="0"/>
                  </a:rPr>
                  <a:t>, </a:t>
                </a:r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the </a:t>
                </a:r>
                <a:r>
                  <a:rPr lang="en-IN" b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average degree of its neighbours</a:t>
                </a:r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 is:</a:t>
                </a:r>
              </a:p>
              <a:p>
                <a:pPr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sSub>
                            <m:sSubPr>
                              <m:ctrlPr>
                                <a:rPr lang="ar-AE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IN" b="0" i="1">
                                  <a:solidFill>
                                    <a:srgbClr val="0000FF"/>
                                  </a:solidFill>
                                  <a:latin typeface="Cambria" panose="02040503050406030204" pitchFamily="18" charset="0"/>
                                  <a:ea typeface="Cambria" panose="02040503050406030204" pitchFamily="18" charset="0"/>
                                </a:rPr>
                                <m:t>nn</m:t>
                              </m:r>
                              <m:r>
                                <a:rPr lang="en-IN" b="0" i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b="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ar-AE" b="0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ar-AE" b="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b="0" i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ar-AE" b="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b="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ar-AE" b="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  <m:nary>
                            <m:naryPr>
                              <m:chr m:val="∑"/>
                              <m:grow m:val="on"/>
                              <m:ctrlPr>
                                <a:rPr lang="ar-AE" b="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ar-AE" b="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ar-AE" b="0" i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ar-AE" b="0" i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ar-AE" b="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ar-AE" b="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b="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ar-AE" b="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nary>
                          <m:r>
                            <m:rPr>
                              <m:nor/>
                            </m:rPr>
                            <a:rPr lang="ar-AE" b="0" i="1">
                              <a:solidFill>
                                <a:srgbClr val="0000FF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m:t> </m:t>
                          </m:r>
                          <m:sSub>
                            <m:sSubPr>
                              <m:ctrlPr>
                                <a:rPr lang="ar-AE" b="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b="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ar-AE" b="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borderBox>
                    </m:oMath>
                  </m:oMathPara>
                </a14:m>
                <a:endParaRPr lang="ar-AE" b="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4883174-CC9E-2CA0-35EF-BD97B5E42B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3861048"/>
                <a:ext cx="7704856" cy="1579278"/>
              </a:xfrm>
              <a:prstGeom prst="rect">
                <a:avLst/>
              </a:prstGeom>
              <a:blipFill>
                <a:blip r:embed="rId3"/>
                <a:stretch>
                  <a:fillRect l="-713" t="-23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1912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05838-E746-96D8-F949-8FE98521B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7CB8F-8F23-B847-FA71-BB5CFC898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Average nearest neighbor</a:t>
            </a:r>
            <a:endParaRPr lang="en-IN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4F652E-1BB1-1CC0-6534-359B437E6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E646C-3CC9-4ED9-BCDC-2A56D5AA3539}" type="datetime1">
              <a:rPr lang="en-US" smtClean="0"/>
              <a:t>10/5/2025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D35FE6-FA5D-D481-BEE1-3A4489F9D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B878B-1C9B-9F78-024D-F758E5FE1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64</a:t>
            </a:fld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533A894-8F2D-C1C2-666E-C4D7364ED3DA}"/>
                  </a:ext>
                </a:extLst>
              </p:cNvPr>
              <p:cNvSpPr txBox="1"/>
              <p:nvPr/>
            </p:nvSpPr>
            <p:spPr>
              <a:xfrm>
                <a:off x="899592" y="2852936"/>
                <a:ext cx="7704856" cy="15792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For a node </a:t>
                </a:r>
                <a14:m>
                  <m:oMath xmlns:m="http://schemas.openxmlformats.org/officeDocument/2006/math">
                    <m:r>
                      <a:rPr lang="en-IN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 with degree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ar-AE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dirty="0">
                    <a:latin typeface="Cambria" panose="02040503050406030204" pitchFamily="18" charset="0"/>
                    <a:ea typeface="Cambria" panose="02040503050406030204" pitchFamily="18" charset="0"/>
                  </a:rPr>
                  <a:t>, </a:t>
                </a:r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the </a:t>
                </a:r>
                <a:r>
                  <a:rPr lang="en-IN" b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average degree of its neighbours</a:t>
                </a:r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 is: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sSub>
                            <m:sSubPr>
                              <m:ctrlPr>
                                <a:rPr lang="ar-AE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IN" b="0" i="1">
                                  <a:solidFill>
                                    <a:srgbClr val="0000FF"/>
                                  </a:solidFill>
                                  <a:latin typeface="Cambria" panose="02040503050406030204" pitchFamily="18" charset="0"/>
                                  <a:ea typeface="Cambria" panose="02040503050406030204" pitchFamily="18" charset="0"/>
                                </a:rPr>
                                <m:t>nn</m:t>
                              </m:r>
                              <m:r>
                                <a:rPr lang="en-IN" b="0" i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b="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ar-AE" b="0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ar-AE" b="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b="0" i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ar-AE" b="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b="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ar-AE" b="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  <m:nary>
                            <m:naryPr>
                              <m:chr m:val="∑"/>
                              <m:grow m:val="on"/>
                              <m:ctrlPr>
                                <a:rPr lang="ar-AE" b="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ar-AE" b="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ar-AE" b="0" i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ar-AE" b="0" i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ar-AE" b="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ar-AE" b="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b="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ar-AE" b="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nary>
                          <m:r>
                            <m:rPr>
                              <m:nor/>
                            </m:rPr>
                            <a:rPr lang="ar-AE" b="0" i="1">
                              <a:solidFill>
                                <a:srgbClr val="0000FF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m:t> </m:t>
                          </m:r>
                          <m:sSub>
                            <m:sSubPr>
                              <m:ctrlPr>
                                <a:rPr lang="ar-AE" b="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b="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ar-AE" b="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borderBox>
                    </m:oMath>
                  </m:oMathPara>
                </a14:m>
                <a:endParaRPr lang="ar-AE" b="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533A894-8F2D-C1C2-666E-C4D7364ED3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2852936"/>
                <a:ext cx="7704856" cy="1579278"/>
              </a:xfrm>
              <a:prstGeom prst="rect">
                <a:avLst/>
              </a:prstGeom>
              <a:blipFill>
                <a:blip r:embed="rId2"/>
                <a:stretch>
                  <a:fillRect l="-554" t="-23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B17EBA0-D26A-6495-1748-83F0DB5C71F1}"/>
                  </a:ext>
                </a:extLst>
              </p:cNvPr>
              <p:cNvSpPr txBox="1"/>
              <p:nvPr/>
            </p:nvSpPr>
            <p:spPr>
              <a:xfrm>
                <a:off x="899592" y="4498907"/>
                <a:ext cx="7704856" cy="13672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To get the </a:t>
                </a:r>
                <a:r>
                  <a:rPr lang="en-IN" b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network-wide average</a:t>
                </a:r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, average over all nodes: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IN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algn="ctr"/>
                <a:r>
                  <a:rPr lang="en-US" dirty="0"/>
                  <a:t>   </a:t>
                </a:r>
                <a14:m>
                  <m:oMath xmlns:m="http://schemas.openxmlformats.org/officeDocument/2006/math">
                    <m:borderBox>
                      <m:borderBox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borderBox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ar-AE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en-IN" b="0" i="1">
                                    <a:solidFill>
                                      <a:srgbClr val="0000FF"/>
                                    </a:solidFill>
                                    <a:latin typeface="Cambria" panose="02040503050406030204" pitchFamily="18" charset="0"/>
                                    <a:ea typeface="Cambria" panose="02040503050406030204" pitchFamily="18" charset="0"/>
                                  </a:rPr>
                                  <m:t>nn</m:t>
                                </m:r>
                              </m:sub>
                            </m:sSub>
                          </m:e>
                        </m:d>
                        <m:r>
                          <a:rPr lang="ar-AE" b="0" i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ar-AE" b="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ar-AE" b="0" i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ar-AE" b="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  <m:nary>
                          <m:naryPr>
                            <m:chr m:val="∑"/>
                            <m:grow m:val="on"/>
                            <m:ctrlPr>
                              <a:rPr lang="ar-AE" b="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b="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ar-AE" b="0" i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 b="0" i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b="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  <m:e>
                            <m:sSub>
                              <m:sSubPr>
                                <m:ctrlPr>
                                  <a:rPr lang="ar-AE" b="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en-IN" b="0" i="1">
                                    <a:solidFill>
                                      <a:srgbClr val="0000FF"/>
                                    </a:solidFill>
                                    <a:latin typeface="Cambria" panose="02040503050406030204" pitchFamily="18" charset="0"/>
                                    <a:ea typeface="Cambria" panose="02040503050406030204" pitchFamily="18" charset="0"/>
                                  </a:rPr>
                                  <m:t>nn</m:t>
                                </m:r>
                                <m:r>
                                  <a:rPr lang="en-IN" b="0" i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IN" b="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  <m:r>
                          <a:rPr lang="ar-AE" b="0" i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ar-AE" b="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ar-AE" b="0" i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ar-AE" b="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  <m:nary>
                          <m:naryPr>
                            <m:chr m:val="∑"/>
                            <m:grow m:val="on"/>
                            <m:ctrlPr>
                              <a:rPr lang="ar-AE" b="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b="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ar-AE" b="0" i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 b="0" i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b="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  <m:e>
                            <m:f>
                              <m:fPr>
                                <m:ctrlPr>
                                  <a:rPr lang="ar-AE" b="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ar-AE" b="0" i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ar-AE" b="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b="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ar-AE" b="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den>
                            </m:f>
                          </m:e>
                        </m:nary>
                        <m:nary>
                          <m:naryPr>
                            <m:chr m:val="∑"/>
                            <m:grow m:val="on"/>
                            <m:ctrlPr>
                              <a:rPr lang="ar-AE" b="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ar-AE" b="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ar-AE" b="0" i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 b="0" i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b="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  <m:e>
                            <m:sSub>
                              <m:sSubPr>
                                <m:ctrlPr>
                                  <a:rPr lang="ar-AE" b="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b="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ar-AE" b="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</m:e>
                        </m:nary>
                        <m:sSub>
                          <m:sSubPr>
                            <m:ctrlPr>
                              <a:rPr lang="ar-AE" b="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ar-AE" b="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borderBox>
                  </m:oMath>
                </a14:m>
                <a:endParaRPr lang="ar-AE" b="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B17EBA0-D26A-6495-1748-83F0DB5C71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4498907"/>
                <a:ext cx="7704856" cy="1367297"/>
              </a:xfrm>
              <a:prstGeom prst="rect">
                <a:avLst/>
              </a:prstGeom>
              <a:blipFill>
                <a:blip r:embed="rId3"/>
                <a:stretch>
                  <a:fillRect l="-554" t="-26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6558A10-B7A8-3A1F-C96A-944B538A4193}"/>
                  </a:ext>
                </a:extLst>
              </p:cNvPr>
              <p:cNvSpPr txBox="1"/>
              <p:nvPr/>
            </p:nvSpPr>
            <p:spPr>
              <a:xfrm>
                <a:off x="863588" y="1478390"/>
                <a:ext cx="7416824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If you walk along a random edge and arrive at some node,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ar-AE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IN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is the probability that the node you land on has degree </a:t>
                </a:r>
                <a14:m>
                  <m:oMath xmlns:m="http://schemas.openxmlformats.org/officeDocument/2006/math">
                    <m:r>
                      <a:rPr lang="en-IN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.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n-IN" dirty="0">
                  <a:solidFill>
                    <a:srgbClr val="0000FF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6558A10-B7A8-3A1F-C96A-944B538A41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588" y="1478390"/>
                <a:ext cx="7416824" cy="923330"/>
              </a:xfrm>
              <a:prstGeom prst="rect">
                <a:avLst/>
              </a:prstGeom>
              <a:blipFill>
                <a:blip r:embed="rId4"/>
                <a:stretch>
                  <a:fillRect l="-576" t="-4636" r="-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E997940-BA3F-924E-3E66-A394C1AD33FD}"/>
                  </a:ext>
                </a:extLst>
              </p:cNvPr>
              <p:cNvSpPr txBox="1"/>
              <p:nvPr/>
            </p:nvSpPr>
            <p:spPr>
              <a:xfrm>
                <a:off x="4996218" y="6412686"/>
                <a:ext cx="204716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Clearly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𝑛𝑛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≠⟨</m:t>
                    </m:r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endParaRPr lang="en-IN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E997940-BA3F-924E-3E66-A394C1AD33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6218" y="6412686"/>
                <a:ext cx="2047163" cy="369332"/>
              </a:xfrm>
              <a:prstGeom prst="rect">
                <a:avLst/>
              </a:prstGeom>
              <a:blipFill>
                <a:blip r:embed="rId5"/>
                <a:stretch>
                  <a:fillRect l="-2687" t="-11475" r="-299" b="-229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102D645E-C012-7D80-56A2-EB7E304A1C1A}"/>
              </a:ext>
            </a:extLst>
          </p:cNvPr>
          <p:cNvSpPr txBox="1"/>
          <p:nvPr/>
        </p:nvSpPr>
        <p:spPr>
          <a:xfrm>
            <a:off x="894620" y="5979461"/>
            <a:ext cx="7997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This gives the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expected degree of a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neighbour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of a randomly chosen node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23117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19564-AEC5-6A13-E806-38BA544F6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B7F17-6FA5-893E-705F-A026A8997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Average nearest neighbor</a:t>
            </a:r>
            <a:endParaRPr lang="en-IN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4F887D-8532-077A-14D5-C7D8F5182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E646C-3CC9-4ED9-BCDC-2A56D5AA3539}" type="datetime1">
              <a:rPr lang="en-US" smtClean="0"/>
              <a:t>10/5/2025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ECAB2-2348-035B-40CB-7554C21F4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0F0011-17AA-59AD-7B62-6848FBD69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65</a:t>
            </a:fld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DE7FB49-51F4-FEDC-6652-45EA88AC4013}"/>
                  </a:ext>
                </a:extLst>
              </p:cNvPr>
              <p:cNvSpPr txBox="1"/>
              <p:nvPr/>
            </p:nvSpPr>
            <p:spPr>
              <a:xfrm>
                <a:off x="863588" y="1478390"/>
                <a:ext cx="7416824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If you walk along a random edge and arrive at some node,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ar-AE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IN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is the probability that the node you land on has degree </a:t>
                </a:r>
                <a14:m>
                  <m:oMath xmlns:m="http://schemas.openxmlformats.org/officeDocument/2006/math">
                    <m:r>
                      <a:rPr lang="en-IN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.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n-IN" dirty="0">
                  <a:solidFill>
                    <a:srgbClr val="0000FF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DE7FB49-51F4-FEDC-6652-45EA88AC40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588" y="1478390"/>
                <a:ext cx="7416824" cy="923330"/>
              </a:xfrm>
              <a:prstGeom prst="rect">
                <a:avLst/>
              </a:prstGeom>
              <a:blipFill>
                <a:blip r:embed="rId2"/>
                <a:stretch>
                  <a:fillRect l="-576" t="-4636" r="-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76BD632-6D26-789D-DE2A-AEB78F5C4AED}"/>
                  </a:ext>
                </a:extLst>
              </p:cNvPr>
              <p:cNvSpPr txBox="1"/>
              <p:nvPr/>
            </p:nvSpPr>
            <p:spPr>
              <a:xfrm>
                <a:off x="1043608" y="2394806"/>
                <a:ext cx="7560840" cy="18983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Mathematical expression:</a:t>
                </a:r>
                <a:endParaRPr lang="en-IN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sSub>
                            <m:sSubPr>
                              <m:ctrlPr>
                                <a:rPr lang="ar-AE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ar-AE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ar-AE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ar-AE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m:rPr>
                                  <m:nor/>
                                </m:rPr>
                                <a:rPr lang="ar-AE" b="0" i="1">
                                  <a:solidFill>
                                    <a:srgbClr val="0000FF"/>
                                  </a:solidFill>
                                  <a:latin typeface="Cambria" panose="02040503050406030204" pitchFamily="18" charset="0"/>
                                  <a:ea typeface="Cambria" panose="02040503050406030204" pitchFamily="18" charset="0"/>
                                </a:rPr>
                                <m:t> </m:t>
                              </m:r>
                              <m:r>
                                <a:rPr lang="ar-AE" b="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ar-AE" b="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b="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num>
                            <m:den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ar-AE" b="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b="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den>
                          </m:f>
                        </m:e>
                      </m:borderBox>
                    </m:oMath>
                  </m:oMathPara>
                </a14:m>
                <a:endParaRPr lang="ar-AE" b="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>
                  <a:buNone/>
                </a:pPr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Where: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IN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ar-AE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= </a:t>
                </a:r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probability that a randomly chosen node has degree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,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ar-AE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ar-AE" i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grow m:val="on"/>
                        <m:supHide m:val="on"/>
                        <m:ctrlPr>
                          <a:rPr lang="ar-AE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r>
                          <a:rPr lang="ar-AE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nary>
                    <m:r>
                      <a:rPr lang="ar-AE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IN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is the average degree of the network.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76BD632-6D26-789D-DE2A-AEB78F5C4A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2394806"/>
                <a:ext cx="7560840" cy="1898340"/>
              </a:xfrm>
              <a:prstGeom prst="rect">
                <a:avLst/>
              </a:prstGeom>
              <a:blipFill>
                <a:blip r:embed="rId3"/>
                <a:stretch>
                  <a:fillRect l="-645" t="-2251" b="-356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120846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93230-E384-6648-7E39-ECF1100E1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D985EE-8BF9-5474-2517-1F53136A0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E646C-3CC9-4ED9-BCDC-2A56D5AA3539}" type="datetime1">
              <a:rPr lang="en-US" smtClean="0"/>
              <a:t>10/5/2025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3C1413-3B2E-F345-5574-31C38A6B3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E6B1CC-4906-4E9B-B0D2-AD0EA9728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66</a:t>
            </a:fld>
            <a:endParaRPr lang="en-IN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ADE3103-6084-0552-68F1-F017841CAC34}"/>
              </a:ext>
            </a:extLst>
          </p:cNvPr>
          <p:cNvGrpSpPr/>
          <p:nvPr/>
        </p:nvGrpSpPr>
        <p:grpSpPr>
          <a:xfrm>
            <a:off x="1" y="1052736"/>
            <a:ext cx="8572181" cy="2428701"/>
            <a:chOff x="114619" y="4429299"/>
            <a:chExt cx="8572181" cy="2428701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485BA036-4E0F-DC17-2434-A16B90D4599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-610" r="77826" b="610"/>
            <a:stretch>
              <a:fillRect/>
            </a:stretch>
          </p:blipFill>
          <p:spPr>
            <a:xfrm>
              <a:off x="114619" y="4543778"/>
              <a:ext cx="1979712" cy="2314222"/>
            </a:xfrm>
            <a:prstGeom prst="rect">
              <a:avLst/>
            </a:prstGeom>
          </p:spPr>
        </p:pic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424CF43-332E-6A1F-46BF-B639C10F8886}"/>
                </a:ext>
              </a:extLst>
            </p:cNvPr>
            <p:cNvSpPr/>
            <p:nvPr/>
          </p:nvSpPr>
          <p:spPr>
            <a:xfrm>
              <a:off x="2926160" y="4429299"/>
              <a:ext cx="5760640" cy="439861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0" name="Oval 19">
            <a:extLst>
              <a:ext uri="{FF2B5EF4-FFF2-40B4-BE49-F238E27FC236}">
                <a16:creationId xmlns:a16="http://schemas.microsoft.com/office/drawing/2014/main" id="{08D38C00-A7B7-50C9-B449-25F5CB2FCD3A}"/>
              </a:ext>
            </a:extLst>
          </p:cNvPr>
          <p:cNvSpPr/>
          <p:nvPr/>
        </p:nvSpPr>
        <p:spPr>
          <a:xfrm>
            <a:off x="8604448" y="6212366"/>
            <a:ext cx="438349" cy="439861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820314-FC9C-6D92-2BA4-3135A791B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726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Average nearest neighbor</a:t>
            </a:r>
            <a:endParaRPr lang="en-IN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1168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C4B3A-D921-BB89-4918-18D1F59A5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1E5107-93E5-0CA5-BBF2-E901D9275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E646C-3CC9-4ED9-BCDC-2A56D5AA3539}" type="datetime1">
              <a:rPr lang="en-US" smtClean="0"/>
              <a:t>10/5/2025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94AF3D-BE52-A191-7251-3222CCBBF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EAB4F6-3F45-C8C7-3F69-44B745CD0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67</a:t>
            </a:fld>
            <a:endParaRPr lang="en-IN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218BB39-C9D7-8BBB-4232-B48C1460417A}"/>
              </a:ext>
            </a:extLst>
          </p:cNvPr>
          <p:cNvGrpSpPr/>
          <p:nvPr/>
        </p:nvGrpSpPr>
        <p:grpSpPr>
          <a:xfrm>
            <a:off x="0" y="1052736"/>
            <a:ext cx="8928179" cy="2428701"/>
            <a:chOff x="114618" y="4429299"/>
            <a:chExt cx="8928179" cy="2428701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09A33F58-33D6-AC45-9C12-618FEB2869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4618" y="4543778"/>
              <a:ext cx="8928179" cy="2314222"/>
            </a:xfrm>
            <a:prstGeom prst="rect">
              <a:avLst/>
            </a:prstGeom>
          </p:spPr>
        </p:pic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D752AA45-D586-C1EF-8BEE-0858CF63E557}"/>
                </a:ext>
              </a:extLst>
            </p:cNvPr>
            <p:cNvSpPr/>
            <p:nvPr/>
          </p:nvSpPr>
          <p:spPr>
            <a:xfrm>
              <a:off x="2926160" y="4429299"/>
              <a:ext cx="5760640" cy="439861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0" name="Oval 19">
            <a:extLst>
              <a:ext uri="{FF2B5EF4-FFF2-40B4-BE49-F238E27FC236}">
                <a16:creationId xmlns:a16="http://schemas.microsoft.com/office/drawing/2014/main" id="{D51ED4DE-04A8-9D76-DC91-3FAA7CAB237A}"/>
              </a:ext>
            </a:extLst>
          </p:cNvPr>
          <p:cNvSpPr/>
          <p:nvPr/>
        </p:nvSpPr>
        <p:spPr>
          <a:xfrm>
            <a:off x="8604448" y="6212366"/>
            <a:ext cx="438349" cy="439861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B14B3B-52CC-7688-21D2-C4EEC7041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726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Average nearest neighbor</a:t>
            </a:r>
            <a:endParaRPr lang="en-IN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4820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492A95-93BD-2257-C57A-F2C514465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E646C-3CC9-4ED9-BCDC-2A56D5AA3539}" type="datetime1">
              <a:rPr lang="en-US" smtClean="0"/>
              <a:t>10/5/2025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51325D-BDC6-5E18-C2BF-8F155A63A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104FFB-D6E8-654A-374B-2B81A59A1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68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F34237B-870F-46C3-4A60-1193711B77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0"/>
            <a:ext cx="8999984" cy="299097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1C24FD7-4C54-0FFB-7473-47C481FEB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8520" y="3212976"/>
            <a:ext cx="9144000" cy="2767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297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00C60-828F-856D-D69B-89B11E69F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613CFF-D961-F000-B06F-FA533D930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E646C-3CC9-4ED9-BCDC-2A56D5AA3539}" type="datetime1">
              <a:rPr lang="en-US" smtClean="0"/>
              <a:t>10/5/2025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286312-9E6A-B011-7C30-F582ABC20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47940D-C290-5372-22E3-642536FE3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69</a:t>
            </a:fld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675D54-64F8-38CA-976F-9486808B5E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8900"/>
          <a:stretch>
            <a:fillRect/>
          </a:stretch>
        </p:blipFill>
        <p:spPr>
          <a:xfrm>
            <a:off x="0" y="1159784"/>
            <a:ext cx="2843808" cy="45384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945EAB-7FA1-000C-5300-5C8F9B3D0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726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Average nearest neighbor</a:t>
            </a:r>
            <a:endParaRPr lang="en-IN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945019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F77E5-E831-E9D3-8CC3-A44982E62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6C8FB5-6BBA-DFDE-C0E6-9545A4377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E646C-3CC9-4ED9-BCDC-2A56D5AA3539}" type="datetime1">
              <a:rPr lang="en-US" smtClean="0"/>
              <a:t>10/5/2025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D3264C-E3CE-9E45-579E-C96B9DDD3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369095-FBA7-8991-EBDE-985A260E0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70</a:t>
            </a:fld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C78C55-1943-A41A-F765-6B34B84A36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9784"/>
            <a:ext cx="9144000" cy="45384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DBB6485-55CF-0146-8A4F-8C56566EF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726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Average nearest neighbor</a:t>
            </a:r>
            <a:endParaRPr lang="en-IN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049606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3D804-DEC1-A3EE-82E6-8A549528A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A01E7E-A6DF-CA3C-ECEE-7EC528714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E646C-3CC9-4ED9-BCDC-2A56D5AA3539}" type="datetime1">
              <a:rPr lang="en-US" smtClean="0"/>
              <a:t>10/5/2025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C1FED-1D34-7F4A-DE74-EB6F0A6E5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98CE1E-9E84-48C1-EBB2-75E1B1197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71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309D00-77DE-49F2-A546-1AB90AD5D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8641"/>
            <a:ext cx="9144000" cy="3888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848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CE024-1B74-2DC5-874B-06A18B127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129BB7-8B5C-6FF2-1DD4-DED9EAF2D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E646C-3CC9-4ED9-BCDC-2A56D5AA3539}" type="datetime1">
              <a:rPr lang="en-US" smtClean="0"/>
              <a:t>10/5/2025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D14C26-C42C-D5FA-769A-AC0668043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3FC40C-4B01-5A15-091F-55A36B5F8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72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66632A7-3DE5-947E-CCB7-EC9924978E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2129" r="23823"/>
          <a:stretch>
            <a:fillRect/>
          </a:stretch>
        </p:blipFill>
        <p:spPr>
          <a:xfrm>
            <a:off x="1259632" y="2276872"/>
            <a:ext cx="6264696" cy="86573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E6B65B8-8E1E-246D-4D78-9819E20FD7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824" y="3501008"/>
            <a:ext cx="3884780" cy="999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30456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CAB19-3D8B-BC06-4201-FCBB593D3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06D4C-E6FD-5647-106E-5968E82E4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Average nearest neighbor</a:t>
            </a:r>
            <a:endParaRPr lang="en-IN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426C94-54A5-84DE-375D-E26068520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E646C-3CC9-4ED9-BCDC-2A56D5AA3539}" type="datetime1">
              <a:rPr lang="en-US" smtClean="0"/>
              <a:t>10/5/2025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99C7BC-A5D4-A8F1-45D2-ADE03A2D0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264E9C-7532-815D-3EE8-C03A0EF3E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73</a:t>
            </a:fld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DEA40EA-5D8C-3565-F954-14C905A06DD8}"/>
                  </a:ext>
                </a:extLst>
              </p:cNvPr>
              <p:cNvSpPr txBox="1"/>
              <p:nvPr/>
            </p:nvSpPr>
            <p:spPr>
              <a:xfrm>
                <a:off x="1033917" y="1700808"/>
                <a:ext cx="1547192" cy="7903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sSub>
                            <m:sSubPr>
                              <m:ctrlPr>
                                <a:rPr lang="ar-AE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ar-AE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ar-AE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ar-AE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m:rPr>
                                  <m:nor/>
                                </m:rPr>
                                <a:rPr lang="ar-AE" b="0" i="1">
                                  <a:solidFill>
                                    <a:srgbClr val="0000FF"/>
                                  </a:solidFill>
                                  <a:latin typeface="Cambria" panose="02040503050406030204" pitchFamily="18" charset="0"/>
                                  <a:ea typeface="Cambria" panose="02040503050406030204" pitchFamily="18" charset="0"/>
                                </a:rPr>
                                <m:t> </m:t>
                              </m:r>
                              <m:r>
                                <a:rPr lang="ar-AE" b="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ar-AE" b="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b="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num>
                            <m:den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ar-AE" b="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b="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den>
                          </m:f>
                        </m:e>
                      </m:borderBox>
                    </m:oMath>
                  </m:oMathPara>
                </a14:m>
                <a:endParaRPr lang="ar-AE" b="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DEA40EA-5D8C-3565-F954-14C905A06D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917" y="1700808"/>
                <a:ext cx="1547192" cy="79034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1">
                <a:extLst>
                  <a:ext uri="{FF2B5EF4-FFF2-40B4-BE49-F238E27FC236}">
                    <a16:creationId xmlns:a16="http://schemas.microsoft.com/office/drawing/2014/main" id="{AB3B45F9-296D-A5D2-90FF-2AE5FBD5F6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4216" y="3330116"/>
                <a:ext cx="8136904" cy="14773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lvl="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</a:rPr>
                  <a:t>By definition,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ar-AE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IN" i="1">
                                <a:solidFill>
                                  <a:srgbClr val="0000FF"/>
                                </a:solidFill>
                                <a:latin typeface="Cambria" panose="02040503050406030204" pitchFamily="18" charset="0"/>
                                <a:ea typeface="Cambria" panose="02040503050406030204" pitchFamily="18" charset="0"/>
                              </a:rPr>
                              <m:t>nn</m:t>
                            </m:r>
                          </m:sub>
                        </m:sSub>
                      </m:e>
                    </m:d>
                    <m:r>
                      <a:rPr lang="en-IN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 </m:t>
                    </m:r>
                  </m:oMath>
                </a14:m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</a:rPr>
                  <a:t>is the </a:t>
                </a:r>
                <a:r>
                  <a:rPr kumimoji="0" lang="en-US" altLang="en-US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</a:rPr>
                  <a:t>expected degree of a neighbor of a randomly chosen node</a:t>
                </a: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</a:rPr>
                  <a:t>.</a:t>
                </a: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</a:rPr>
                  <a:t>When following an edge, the neighbor is “biased” by degree — high-degree nodes are more likely. That bias is exactly captured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en-US" sz="1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en-US" sz="1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kumimoji="0" lang="en-US" altLang="en-US" sz="1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</a:rPr>
                  <a:t>.</a:t>
                </a:r>
              </a:p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</a:rPr>
                  <a:t>Therefore, the </a:t>
                </a:r>
                <a:r>
                  <a:rPr kumimoji="0" lang="en-US" altLang="en-US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</a:rPr>
                  <a:t>network average nearest-neighbor degree</a:t>
                </a:r>
                <a:r>
                  <a:rPr kumimoji="0" lang="en-US" alt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</a:rPr>
                  <a:t> is:</a:t>
                </a:r>
              </a:p>
            </p:txBody>
          </p:sp>
        </mc:Choice>
        <mc:Fallback xmlns="">
          <p:sp>
            <p:nvSpPr>
              <p:cNvPr id="3" name="Rectangle 1">
                <a:extLst>
                  <a:ext uri="{FF2B5EF4-FFF2-40B4-BE49-F238E27FC236}">
                    <a16:creationId xmlns:a16="http://schemas.microsoft.com/office/drawing/2014/main" id="{AB3B45F9-296D-A5D2-90FF-2AE5FBD5F6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4216" y="3330116"/>
                <a:ext cx="8136904" cy="1477328"/>
              </a:xfrm>
              <a:prstGeom prst="rect">
                <a:avLst/>
              </a:prstGeom>
              <a:blipFill>
                <a:blip r:embed="rId3"/>
                <a:stretch>
                  <a:fillRect l="-599" t="-2058" r="-674" b="-535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DBC477E-C10B-DD2D-E55F-247DEDCC7FE1}"/>
                  </a:ext>
                </a:extLst>
              </p:cNvPr>
              <p:cNvSpPr txBox="1"/>
              <p:nvPr/>
            </p:nvSpPr>
            <p:spPr>
              <a:xfrm>
                <a:off x="3124200" y="1547625"/>
                <a:ext cx="4572000" cy="1096710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ar-AE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IN" b="0" i="1">
                                  <a:solidFill>
                                    <a:srgbClr val="0000FF"/>
                                  </a:solidFill>
                                  <a:latin typeface="Cambria" panose="02040503050406030204" pitchFamily="18" charset="0"/>
                                  <a:ea typeface="Cambria" panose="02040503050406030204" pitchFamily="18" charset="0"/>
                                </a:rPr>
                                <m:t>nn</m:t>
                              </m:r>
                            </m:sub>
                          </m:sSub>
                        </m:e>
                      </m:d>
                      <m:r>
                        <a:rPr lang="ar-AE" b="0" i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b="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b="0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b="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grow m:val="on"/>
                          <m:ctrlPr>
                            <a:rPr lang="ar-AE" b="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b="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ar-AE" b="0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b="0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ar-AE" b="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ar-AE" b="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b="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IN" b="0" i="1">
                                  <a:solidFill>
                                    <a:srgbClr val="0000FF"/>
                                  </a:solidFill>
                                  <a:latin typeface="Cambria" panose="02040503050406030204" pitchFamily="18" charset="0"/>
                                  <a:ea typeface="Cambria" panose="02040503050406030204" pitchFamily="18" charset="0"/>
                                </a:rPr>
                                <m:t>nn</m:t>
                              </m:r>
                              <m:r>
                                <a:rPr lang="en-IN" b="0" i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b="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ar-AE" b="0" i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b="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b="0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b="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grow m:val="on"/>
                          <m:ctrlPr>
                            <a:rPr lang="ar-AE" b="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b="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ar-AE" b="0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b="0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ar-AE" b="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ar-AE" b="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b="0" i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ar-AE" b="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b="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ar-AE" b="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nary>
                        <m:naryPr>
                          <m:chr m:val="∑"/>
                          <m:grow m:val="on"/>
                          <m:ctrlPr>
                            <a:rPr lang="ar-AE" b="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b="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ar-AE" b="0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b="0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ar-AE" b="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ar-AE" b="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b="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ar-AE" b="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ar-AE" b="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b="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ar-AE" b="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DBC477E-C10B-DD2D-E55F-247DEDCC7F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4200" y="1547625"/>
                <a:ext cx="4572000" cy="10967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6561DF3-A47F-2F30-9CD7-2C96EE664B4A}"/>
                  </a:ext>
                </a:extLst>
              </p:cNvPr>
              <p:cNvSpPr txBox="1"/>
              <p:nvPr/>
            </p:nvSpPr>
            <p:spPr>
              <a:xfrm>
                <a:off x="2771800" y="4807444"/>
                <a:ext cx="4572000" cy="21480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𝑛𝑛</m:t>
                              </m:r>
                            </m:sub>
                          </m:sSub>
                        </m:e>
                      </m:d>
                      <m:r>
                        <a:rPr lang="en-US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IN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en-US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0" dirty="0">
                  <a:solidFill>
                    <a:srgbClr val="0000FF"/>
                  </a:solidFill>
                </a:endParaRPr>
              </a:p>
              <a:p>
                <a:pPr algn="ctr"/>
                <a:r>
                  <a:rPr lang="en-IN" dirty="0">
                    <a:solidFill>
                      <a:srgbClr val="0000FF"/>
                    </a:solidFill>
                  </a:rPr>
                  <a:t>​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begChr m:val="⟨"/>
                            <m:endChr m:val="⟩"/>
                            <m:ctrlP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den>
                    </m:f>
                    <m:nary>
                      <m:naryPr>
                        <m:chr m:val="∑"/>
                        <m:ctrlPr>
                          <a:rPr lang="en-IN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b="0" i="1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US" b="0" i="1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i="1" dirty="0">
                  <a:solidFill>
                    <a:srgbClr val="0000FF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⟨"/>
                              <m:endChr m:val="⟩"/>
                              <m:ctrlPr>
                                <a:rPr lang="en-US" b="0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0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p>
                                  <m:r>
                                    <a:rPr lang="en-US" b="0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en-US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⟨</m:t>
                          </m:r>
                          <m:r>
                            <a:rPr lang="en-US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⟩</m:t>
                          </m:r>
                        </m:den>
                      </m:f>
                      <m:r>
                        <a:rPr lang="en-US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>
                  <a:solidFill>
                    <a:srgbClr val="0000FF"/>
                  </a:solidFill>
                </a:endParaRP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6561DF3-A47F-2F30-9CD7-2C96EE664B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1800" y="4807444"/>
                <a:ext cx="4572000" cy="214808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5061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8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872CC-8944-4CA0-206B-FA20AC544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E646C-3CC9-4ED9-BCDC-2A56D5AA3539}" type="datetime1">
              <a:rPr lang="en-US" smtClean="0"/>
              <a:t>10/5/2025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A1B034-E7A3-E1ED-9CB0-9186F648A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EC545-4BD7-3555-6877-5825F33FC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74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1E62BF8-A8B1-2A20-64EF-CC042B5F4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6" y="51498"/>
            <a:ext cx="9144000" cy="625036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4492113-8D58-E32A-8F7D-9037D04225F7}"/>
              </a:ext>
            </a:extLst>
          </p:cNvPr>
          <p:cNvSpPr/>
          <p:nvPr/>
        </p:nvSpPr>
        <p:spPr>
          <a:xfrm>
            <a:off x="6300192" y="5415161"/>
            <a:ext cx="1728192" cy="5760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70499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DCDAC-8E3A-1C77-E9DC-AA0F0C8C5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F13CC-BAA6-74F2-CCF0-876566AD4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Average nearest neighbor</a:t>
            </a:r>
            <a:endParaRPr lang="en-IN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7DA425-FA06-8AD7-975E-13FF37ED6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E646C-3CC9-4ED9-BCDC-2A56D5AA3539}" type="datetime1">
              <a:rPr lang="en-US" smtClean="0"/>
              <a:t>10/5/2025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C4D926-FF73-8CE1-C041-6EAFCBA3E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5B6394-ACE3-BC5F-6A59-4106A10F9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75</a:t>
            </a:fld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B5B69ED-6E06-C70F-3EAA-E41E18ABA0F0}"/>
                  </a:ext>
                </a:extLst>
              </p:cNvPr>
              <p:cNvSpPr txBox="1"/>
              <p:nvPr/>
            </p:nvSpPr>
            <p:spPr>
              <a:xfrm>
                <a:off x="1033917" y="1700808"/>
                <a:ext cx="1547192" cy="7903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sSub>
                            <m:sSubPr>
                              <m:ctrlPr>
                                <a:rPr lang="ar-AE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ar-AE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ar-AE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ar-AE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m:rPr>
                                  <m:nor/>
                                </m:rPr>
                                <a:rPr lang="ar-AE" b="0" i="1">
                                  <a:solidFill>
                                    <a:srgbClr val="0000FF"/>
                                  </a:solidFill>
                                  <a:latin typeface="Cambria" panose="02040503050406030204" pitchFamily="18" charset="0"/>
                                  <a:ea typeface="Cambria" panose="02040503050406030204" pitchFamily="18" charset="0"/>
                                </a:rPr>
                                <m:t> </m:t>
                              </m:r>
                              <m:r>
                                <a:rPr lang="ar-AE" b="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ar-AE" b="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b="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num>
                            <m:den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ar-AE" b="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b="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den>
                          </m:f>
                        </m:e>
                      </m:borderBox>
                    </m:oMath>
                  </m:oMathPara>
                </a14:m>
                <a:endParaRPr lang="ar-AE" b="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B5B69ED-6E06-C70F-3EAA-E41E18ABA0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917" y="1700808"/>
                <a:ext cx="1547192" cy="79034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8445117-C19D-2CA7-AB3A-8CE6B30F1BC2}"/>
                  </a:ext>
                </a:extLst>
              </p:cNvPr>
              <p:cNvSpPr txBox="1"/>
              <p:nvPr/>
            </p:nvSpPr>
            <p:spPr>
              <a:xfrm>
                <a:off x="3124200" y="1547625"/>
                <a:ext cx="4572000" cy="1096710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ar-AE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IN" b="0" i="1">
                                  <a:solidFill>
                                    <a:srgbClr val="0000FF"/>
                                  </a:solidFill>
                                  <a:latin typeface="Cambria" panose="02040503050406030204" pitchFamily="18" charset="0"/>
                                  <a:ea typeface="Cambria" panose="02040503050406030204" pitchFamily="18" charset="0"/>
                                </a:rPr>
                                <m:t>nn</m:t>
                              </m:r>
                            </m:sub>
                          </m:sSub>
                        </m:e>
                      </m:d>
                      <m:r>
                        <a:rPr lang="ar-AE" b="0" i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b="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b="0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b="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grow m:val="on"/>
                          <m:ctrlPr>
                            <a:rPr lang="ar-AE" b="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b="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ar-AE" b="0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b="0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ar-AE" b="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ar-AE" b="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b="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IN" b="0" i="1">
                                  <a:solidFill>
                                    <a:srgbClr val="0000FF"/>
                                  </a:solidFill>
                                  <a:latin typeface="Cambria" panose="02040503050406030204" pitchFamily="18" charset="0"/>
                                  <a:ea typeface="Cambria" panose="02040503050406030204" pitchFamily="18" charset="0"/>
                                </a:rPr>
                                <m:t>nn</m:t>
                              </m:r>
                              <m:r>
                                <a:rPr lang="en-IN" b="0" i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b="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ar-AE" b="0" i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b="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b="0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b="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grow m:val="on"/>
                          <m:ctrlPr>
                            <a:rPr lang="ar-AE" b="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b="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ar-AE" b="0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b="0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ar-AE" b="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ar-AE" b="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b="0" i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ar-AE" b="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b="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ar-AE" b="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nary>
                        <m:naryPr>
                          <m:chr m:val="∑"/>
                          <m:grow m:val="on"/>
                          <m:ctrlPr>
                            <a:rPr lang="ar-AE" b="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b="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ar-AE" b="0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b="0" i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ar-AE" b="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ar-AE" b="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b="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ar-AE" b="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ar-AE" b="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b="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ar-AE" b="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8445117-C19D-2CA7-AB3A-8CE6B30F1B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4200" y="1547625"/>
                <a:ext cx="4572000" cy="10967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8E7F55C-32B3-1B6F-9B73-33BA7F2C6F2E}"/>
                  </a:ext>
                </a:extLst>
              </p:cNvPr>
              <p:cNvSpPr txBox="1"/>
              <p:nvPr/>
            </p:nvSpPr>
            <p:spPr>
              <a:xfrm>
                <a:off x="3779912" y="2941495"/>
                <a:ext cx="3240360" cy="214808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𝑛𝑛</m:t>
                              </m:r>
                            </m:sub>
                          </m:sSub>
                        </m:e>
                      </m:d>
                      <m:r>
                        <a:rPr lang="en-US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IN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en-US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0" dirty="0">
                  <a:solidFill>
                    <a:srgbClr val="0000FF"/>
                  </a:solidFill>
                </a:endParaRPr>
              </a:p>
              <a:p>
                <a:pPr algn="ctr"/>
                <a:r>
                  <a:rPr lang="en-IN" dirty="0">
                    <a:solidFill>
                      <a:srgbClr val="0000FF"/>
                    </a:solidFill>
                  </a:rPr>
                  <a:t>​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begChr m:val="⟨"/>
                            <m:endChr m:val="⟩"/>
                            <m:ctrlP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den>
                    </m:f>
                    <m:nary>
                      <m:naryPr>
                        <m:chr m:val="∑"/>
                        <m:ctrlPr>
                          <a:rPr lang="en-IN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b="0" i="1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US" b="0" i="1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i="1" dirty="0">
                  <a:solidFill>
                    <a:srgbClr val="0000FF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⟨"/>
                              <m:endChr m:val="⟩"/>
                              <m:ctrlPr>
                                <a:rPr lang="en-US" b="0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0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p>
                                  <m:r>
                                    <a:rPr lang="en-US" b="0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en-US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⟨</m:t>
                          </m:r>
                          <m:r>
                            <a:rPr lang="en-US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⟩</m:t>
                          </m:r>
                        </m:den>
                      </m:f>
                      <m:r>
                        <a:rPr lang="en-US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>
                  <a:solidFill>
                    <a:srgbClr val="0000FF"/>
                  </a:solidFill>
                </a:endParaRP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8E7F55C-32B3-1B6F-9B73-33BA7F2C6F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9912" y="2941495"/>
                <a:ext cx="3240360" cy="214808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1">
                <a:extLst>
                  <a:ext uri="{FF2B5EF4-FFF2-40B4-BE49-F238E27FC236}">
                    <a16:creationId xmlns:a16="http://schemas.microsoft.com/office/drawing/2014/main" id="{1328B141-D643-0EF1-E57B-0E55A798EE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3528" y="5313719"/>
                <a:ext cx="8928992" cy="10772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en-US" sz="16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en-US" sz="16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kumimoji="0" lang="en-US" altLang="en-US" sz="16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kumimoji="0" lang="en-US" altLang="en-US" sz="1600" b="0" i="0" u="none" strike="noStrike" cap="none" normalizeH="0" baseline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kumimoji="0" lang="en-US" altLang="en-US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</a:rPr>
                  <a:t>encodes the </a:t>
                </a:r>
                <a:r>
                  <a:rPr kumimoji="0" lang="en-US" altLang="en-US" sz="16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</a:rPr>
                  <a:t>degree bias</a:t>
                </a:r>
                <a:r>
                  <a:rPr kumimoji="0" lang="en-US" altLang="en-US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</a:rPr>
                  <a:t> when following edges.</a:t>
                </a:r>
              </a:p>
              <a:p>
                <a:pPr lvl="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kumimoji="0" lang="en-US" altLang="en-US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</a:rPr>
                  <a:t>Multiplying </a:t>
                </a:r>
                <a14:m>
                  <m:oMath xmlns:m="http://schemas.openxmlformats.org/officeDocument/2006/math">
                    <m:r>
                      <a:rPr kumimoji="0" lang="en-US" altLang="en-US" sz="1600" b="0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mbria Math" panose="02040503050406030204" pitchFamily="18" charset="0"/>
                      </a:rPr>
                      <m:t>𝑘</m:t>
                    </m:r>
                    <m:r>
                      <a:rPr kumimoji="0" lang="en-US" altLang="en-US" sz="1600" b="0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mbria Math" panose="02040503050406030204" pitchFamily="18" charset="0"/>
                      </a:rPr>
                      <m:t>. </m:t>
                    </m:r>
                    <m:sSub>
                      <m:sSubPr>
                        <m:ctrlPr>
                          <a:rPr kumimoji="0" lang="en-US" altLang="en-US" sz="16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en-US" sz="16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kumimoji="0" lang="en-US" altLang="en-US" sz="16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kumimoji="0" lang="en-US" altLang="en-US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</a:rPr>
                  <a:t>and summing over </a:t>
                </a:r>
                <a14:m>
                  <m:oMath xmlns:m="http://schemas.openxmlformats.org/officeDocument/2006/math">
                    <m:r>
                      <a:rPr kumimoji="0" lang="en-US" altLang="en-US" sz="1600" b="0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kumimoji="0" lang="en-US" altLang="en-US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</a:rPr>
                  <a:t> gives the </a:t>
                </a:r>
                <a:r>
                  <a:rPr kumimoji="0" lang="en-US" altLang="en-US" sz="16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</a:rPr>
                  <a:t>expected degree of neighbors</a:t>
                </a:r>
                <a:r>
                  <a:rPr kumimoji="0" lang="en-US" altLang="en-US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</a:rPr>
                  <a:t> — exactly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16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1600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𝑛𝑛</m:t>
                            </m:r>
                          </m:sub>
                        </m:sSub>
                      </m:e>
                    </m:d>
                  </m:oMath>
                </a14:m>
                <a:r>
                  <a:rPr kumimoji="0" lang="en-US" altLang="en-US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</a:rPr>
                  <a:t>.</a:t>
                </a:r>
              </a:p>
              <a:p>
                <a:pPr lvl="0" algn="just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kumimoji="0" lang="en-US" altLang="en-US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</a:rPr>
                  <a:t>This explains why in </a:t>
                </a:r>
                <a:r>
                  <a:rPr kumimoji="0" lang="en-US" altLang="en-US" sz="16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</a:rPr>
                  <a:t>uncorrelated networks</a:t>
                </a:r>
                <a:r>
                  <a:rPr kumimoji="0" lang="en-US" altLang="en-US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</a:rPr>
                  <a:t> like ER,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16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1600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𝑛𝑛</m:t>
                            </m:r>
                          </m:sub>
                        </m:sSub>
                      </m:e>
                    </m:d>
                    <m:r>
                      <a:rPr lang="en-US" sz="1600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en-US" altLang="en-US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</a:rPr>
                  <a:t>is </a:t>
                </a:r>
                <a:r>
                  <a:rPr kumimoji="0" lang="en-US" altLang="en-US" sz="16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</a:rPr>
                  <a:t>independent of the node</a:t>
                </a:r>
                <a:r>
                  <a:rPr kumimoji="0" lang="en-US" altLang="en-US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</a:rPr>
                  <a:t> you start from.</a:t>
                </a:r>
              </a:p>
            </p:txBody>
          </p:sp>
        </mc:Choice>
        <mc:Fallback xmlns="">
          <p:sp>
            <p:nvSpPr>
              <p:cNvPr id="7" name="Rectangle 1">
                <a:extLst>
                  <a:ext uri="{FF2B5EF4-FFF2-40B4-BE49-F238E27FC236}">
                    <a16:creationId xmlns:a16="http://schemas.microsoft.com/office/drawing/2014/main" id="{1328B141-D643-0EF1-E57B-0E55A798EE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3528" y="5313719"/>
                <a:ext cx="8928992" cy="1077218"/>
              </a:xfrm>
              <a:prstGeom prst="rect">
                <a:avLst/>
              </a:prstGeom>
              <a:blipFill>
                <a:blip r:embed="rId5"/>
                <a:stretch>
                  <a:fillRect l="-341" t="-1705" r="-410" b="-681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6854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CAA55-8F1F-435C-EE76-EC9F33931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DDDE8C-26B9-78F2-C0C8-78FF019C6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E646C-3CC9-4ED9-BCDC-2A56D5AA3539}" type="datetime1">
              <a:rPr lang="en-US" smtClean="0"/>
              <a:t>10/5/2025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1555F1-C64E-7B91-4CCF-7F0E5B352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40356-4E18-63D4-D274-9DF1C525B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76</a:t>
            </a:fld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AB18958-479B-70CE-5CE4-C3F1048B5006}"/>
                  </a:ext>
                </a:extLst>
              </p14:cNvPr>
              <p14:cNvContentPartPr/>
              <p14:nvPr/>
            </p14:nvContentPartPr>
            <p14:xfrm>
              <a:off x="2740781" y="1252623"/>
              <a:ext cx="1420920" cy="5212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AB18958-479B-70CE-5CE4-C3F1048B500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31781" y="1243623"/>
                <a:ext cx="1438560" cy="53892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DD1B02D8-AE17-D811-706A-372BCEFFD7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97" y="32973"/>
            <a:ext cx="9144000" cy="18118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2A0202C-D380-89C2-9BF9-48A861A546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876803"/>
            <a:ext cx="9144000" cy="484467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CDCD290-E3F9-C9EF-D12F-3715D94A5A4E}"/>
              </a:ext>
            </a:extLst>
          </p:cNvPr>
          <p:cNvSpPr/>
          <p:nvPr/>
        </p:nvSpPr>
        <p:spPr>
          <a:xfrm>
            <a:off x="5508104" y="5445224"/>
            <a:ext cx="1909192" cy="43204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0282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C01D3-01A0-4575-971B-66A1B2540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738D0C-286F-34AB-209A-240D30DF2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E646C-3CC9-4ED9-BCDC-2A56D5AA3539}" type="datetime1">
              <a:rPr lang="en-US" smtClean="0"/>
              <a:t>10/5/2025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14F6EA-AB80-03B2-E69E-E930B166F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C6C244-BA35-8DD0-21DB-BAD244892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77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9D6340-BB29-A22D-FEF3-A94F62134B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869" y="485141"/>
            <a:ext cx="6292889" cy="169333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F41C872-FB9C-D72F-5A6B-FEAF2A8B5A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83045"/>
            <a:ext cx="8360229" cy="2252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74975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D8621-4121-345E-E1C6-A5E0F7FAC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21B49A-545E-8C96-7693-247008FAE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E646C-3CC9-4ED9-BCDC-2A56D5AA3539}" type="datetime1">
              <a:rPr lang="en-US" smtClean="0"/>
              <a:t>10/5/2025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0BEDC-3589-EA9C-D221-1F9DBFAE0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41F8A0-5C7B-7096-AF71-57BDFC250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78</a:t>
            </a:fld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1CA8585-33D1-6E7F-22EE-4114236F8B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260648"/>
            <a:ext cx="5974837" cy="92568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195DC93-78C9-35B6-72B9-3D08965DC4CA}"/>
                  </a:ext>
                </a:extLst>
              </p14:cNvPr>
              <p14:cNvContentPartPr/>
              <p14:nvPr/>
            </p14:nvContentPartPr>
            <p14:xfrm>
              <a:off x="2740781" y="1252623"/>
              <a:ext cx="1420920" cy="5212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195DC93-78C9-35B6-72B9-3D08965DC4C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31781" y="1243623"/>
                <a:ext cx="1438560" cy="538920"/>
              </a:xfrm>
              <a:prstGeom prst="rect">
                <a:avLst/>
              </a:prstGeom>
            </p:spPr>
          </p:pic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67CA0003-F8D2-BE74-2C9B-AC96AFEDBF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885" y="1261207"/>
            <a:ext cx="8360229" cy="225213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C55805B-195B-8547-CF99-EF05D7FFA7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3243" y="4075921"/>
            <a:ext cx="8337511" cy="2449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88972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9FB27-245B-932F-A3D7-4FAB1B6DD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CA5CD-9C9E-8B24-438D-D0BE2E545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E646C-3CC9-4ED9-BCDC-2A56D5AA3539}" type="datetime1">
              <a:rPr lang="en-US" smtClean="0"/>
              <a:t>10/5/2025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28D63C-8510-B6F7-6430-1546DF563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045DB-E0F1-F2E2-4C84-B3AB52F6D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79</a:t>
            </a:fld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97F61E2-0DA7-3A49-9E4A-A8778D148634}"/>
                  </a:ext>
                </a:extLst>
              </p14:cNvPr>
              <p14:cNvContentPartPr/>
              <p14:nvPr/>
            </p14:nvContentPartPr>
            <p14:xfrm>
              <a:off x="2740781" y="1252623"/>
              <a:ext cx="1420920" cy="5212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97F61E2-0DA7-3A49-9E4A-A8778D14863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31781" y="1243623"/>
                <a:ext cx="1438560" cy="538920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D1FA24C6-2182-BED3-8DF9-4FC093C6EFB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057"/>
          <a:stretch>
            <a:fillRect/>
          </a:stretch>
        </p:blipFill>
        <p:spPr>
          <a:xfrm>
            <a:off x="2562267" y="66713"/>
            <a:ext cx="4307497" cy="20658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F49A080-AE1D-CABA-95EA-7DEB1E1E64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015" y="2221719"/>
            <a:ext cx="7655970" cy="94262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55B9891-1D1D-66A8-41EC-946E47ED380B}"/>
              </a:ext>
            </a:extLst>
          </p:cNvPr>
          <p:cNvSpPr/>
          <p:nvPr/>
        </p:nvSpPr>
        <p:spPr>
          <a:xfrm>
            <a:off x="4716016" y="2666583"/>
            <a:ext cx="1909192" cy="43204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400AB1D-3374-88C9-21CC-3325CA5EA1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78146" y="3342618"/>
            <a:ext cx="4180114" cy="209408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CEAC500-93D3-190F-CEC0-B9262A3A465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4015" y="5427942"/>
            <a:ext cx="7406072" cy="1416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884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144F8-FF12-D3AB-97F4-FEEBCE70C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C48E2-0472-3118-247A-A1F13CAA8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E646C-3CC9-4ED9-BCDC-2A56D5AA3539}" type="datetime1">
              <a:rPr lang="en-US" smtClean="0"/>
              <a:t>10/5/2025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AB7D61-1C9B-1806-245D-828F9DE1F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EAA0CA-41A6-2430-BFF7-1816F6BD3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80</a:t>
            </a:fld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7DD3CDD-7E40-57D5-03DB-DFC035B147AE}"/>
                  </a:ext>
                </a:extLst>
              </p14:cNvPr>
              <p14:cNvContentPartPr/>
              <p14:nvPr/>
            </p14:nvContentPartPr>
            <p14:xfrm>
              <a:off x="2740781" y="1252623"/>
              <a:ext cx="1420920" cy="5212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7DD3CDD-7E40-57D5-03DB-DFC035B147A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31781" y="1243623"/>
                <a:ext cx="1438560" cy="53892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BEFC25B5-3588-FD53-472F-17C687E49AB6}"/>
              </a:ext>
            </a:extLst>
          </p:cNvPr>
          <p:cNvSpPr/>
          <p:nvPr/>
        </p:nvSpPr>
        <p:spPr>
          <a:xfrm>
            <a:off x="4716016" y="2666583"/>
            <a:ext cx="1909192" cy="43204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215187-278D-7BEE-9E11-FB6A254802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081535"/>
            <a:ext cx="9144000" cy="2694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3699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BF90FD-B596-F2B7-4C40-2E982CDFA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E646C-3CC9-4ED9-BCDC-2A56D5AA3539}" type="datetime1">
              <a:rPr lang="en-US" smtClean="0"/>
              <a:t>10/5/2025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67BFD-2EF8-94C1-22A8-DE8828CE9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6DA73-4EC5-4D08-717F-D2275C94E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81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FF7D90D-FD8B-64BA-52DA-F45D0ADC9B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509111"/>
            <a:ext cx="3372624" cy="57192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37A3ADE-5289-CAA5-5DF8-3ECEB83744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7707" y="260648"/>
            <a:ext cx="5424409" cy="160968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2CCE7CC-CE74-D511-C526-7303710AF1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4847" y="2118791"/>
            <a:ext cx="5365280" cy="201622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17BF55A-C38E-8A68-095D-A9F33C4B29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5900" y="4725144"/>
            <a:ext cx="6168100" cy="118110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15C89C9-4FE0-D462-1FA6-5CB6FE8FBD28}"/>
              </a:ext>
            </a:extLst>
          </p:cNvPr>
          <p:cNvSpPr txBox="1"/>
          <p:nvPr/>
        </p:nvSpPr>
        <p:spPr>
          <a:xfrm>
            <a:off x="249332" y="6191773"/>
            <a:ext cx="27180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/>
              <a:t>ALBERT-LÁSZLÓ BARABÁSI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20DD2301-095E-96D8-1CFF-5863E843C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60648"/>
            <a:ext cx="3178696" cy="1143000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Average pathlength</a:t>
            </a:r>
            <a:endParaRPr lang="en-IN" sz="2800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5936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ED627C-A293-DCE4-37EA-C736133B5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E646C-3CC9-4ED9-BCDC-2A56D5AA3539}" type="datetime1">
              <a:rPr lang="en-US" smtClean="0"/>
              <a:t>10/5/2025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714D5-1150-28EF-F477-230917716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95F8B4-35FE-98A6-FAE2-D8836EF2A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82</a:t>
            </a:fld>
            <a:endParaRPr lang="en-IN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9CCC714-4238-7CD9-4F53-21586DCA29A8}"/>
              </a:ext>
            </a:extLst>
          </p:cNvPr>
          <p:cNvGrpSpPr/>
          <p:nvPr/>
        </p:nvGrpSpPr>
        <p:grpSpPr>
          <a:xfrm>
            <a:off x="1130588" y="1541542"/>
            <a:ext cx="6882823" cy="1414483"/>
            <a:chOff x="729537" y="705534"/>
            <a:chExt cx="6882823" cy="1414483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69A68C2-EA18-9B04-A1DE-40B1489E7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9537" y="705534"/>
              <a:ext cx="6882823" cy="1414483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BEEF881-8265-3D85-B9FA-D98F358C5646}"/>
                </a:ext>
              </a:extLst>
            </p:cNvPr>
            <p:cNvSpPr/>
            <p:nvPr/>
          </p:nvSpPr>
          <p:spPr>
            <a:xfrm>
              <a:off x="6876256" y="1412776"/>
              <a:ext cx="648072" cy="504056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5F79A28-6611-27DA-3BE7-0D6673283BF4}"/>
              </a:ext>
            </a:extLst>
          </p:cNvPr>
          <p:cNvGrpSpPr/>
          <p:nvPr/>
        </p:nvGrpSpPr>
        <p:grpSpPr>
          <a:xfrm>
            <a:off x="905816" y="2961907"/>
            <a:ext cx="6965257" cy="2033195"/>
            <a:chOff x="785521" y="2132856"/>
            <a:chExt cx="6965257" cy="2033195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01F46FF-9640-32EE-260B-136404BBD46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5521" y="2132856"/>
              <a:ext cx="6965257" cy="1944216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7B43D37-2798-B49E-35EA-1D1F3F2021AC}"/>
                </a:ext>
              </a:extLst>
            </p:cNvPr>
            <p:cNvSpPr/>
            <p:nvPr/>
          </p:nvSpPr>
          <p:spPr>
            <a:xfrm>
              <a:off x="7010739" y="3661995"/>
              <a:ext cx="648072" cy="504056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EE376F2-F1AE-92FC-F6F6-79B7F0E6B20D}"/>
              </a:ext>
            </a:extLst>
          </p:cNvPr>
          <p:cNvGrpSpPr/>
          <p:nvPr/>
        </p:nvGrpSpPr>
        <p:grpSpPr>
          <a:xfrm>
            <a:off x="1183668" y="5127438"/>
            <a:ext cx="6882822" cy="1512168"/>
            <a:chOff x="930161" y="4293096"/>
            <a:chExt cx="6882822" cy="151216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44F34DAC-039C-B2EE-BE4B-0BC25C0F07F8}"/>
                </a:ext>
              </a:extLst>
            </p:cNvPr>
            <p:cNvGrpSpPr/>
            <p:nvPr/>
          </p:nvGrpSpPr>
          <p:grpSpPr>
            <a:xfrm>
              <a:off x="930161" y="4293096"/>
              <a:ext cx="6882822" cy="1512168"/>
              <a:chOff x="1259631" y="4293096"/>
              <a:chExt cx="6553351" cy="1440160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9315AD7C-E615-783E-28E2-3D76EB3408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59631" y="4293096"/>
                <a:ext cx="6500273" cy="1440160"/>
              </a:xfrm>
              <a:prstGeom prst="rect">
                <a:avLst/>
              </a:prstGeom>
            </p:spPr>
          </p:pic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28600D4-0257-A1BD-3173-005F9F72EA29}"/>
                  </a:ext>
                </a:extLst>
              </p:cNvPr>
              <p:cNvSpPr/>
              <p:nvPr/>
            </p:nvSpPr>
            <p:spPr>
              <a:xfrm>
                <a:off x="7164910" y="5054158"/>
                <a:ext cx="648072" cy="504056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0F67F1F-ECA2-05B1-47FA-27E85CEA5CA8}"/>
                </a:ext>
              </a:extLst>
            </p:cNvPr>
            <p:cNvSpPr/>
            <p:nvPr/>
          </p:nvSpPr>
          <p:spPr>
            <a:xfrm>
              <a:off x="2771800" y="4725144"/>
              <a:ext cx="471215" cy="244856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rgbClr val="FF0000"/>
                  </a:solidFill>
                </a:rPr>
                <a:t>Eqn. 1</a:t>
              </a:r>
              <a:endParaRPr lang="en-IN" sz="900" dirty="0">
                <a:solidFill>
                  <a:srgbClr val="FF0000"/>
                </a:solidFill>
              </a:endParaRP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62675B1A-5D4A-3359-8082-BEA76CE38E1A}"/>
              </a:ext>
            </a:extLst>
          </p:cNvPr>
          <p:cNvSpPr/>
          <p:nvPr/>
        </p:nvSpPr>
        <p:spPr>
          <a:xfrm>
            <a:off x="5580112" y="2132758"/>
            <a:ext cx="648072" cy="50405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(1)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E3D1A3-9FA2-B389-D373-6BE08D8364C0}"/>
              </a:ext>
            </a:extLst>
          </p:cNvPr>
          <p:cNvSpPr txBox="1"/>
          <p:nvPr/>
        </p:nvSpPr>
        <p:spPr>
          <a:xfrm>
            <a:off x="266235" y="6195324"/>
            <a:ext cx="27180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/>
              <a:t>ALBERT-LÁSZLÓ BARABÁSI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35D0A672-0C49-CD13-F9BE-0F1A4CB4C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60648"/>
            <a:ext cx="3178696" cy="1143000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Average pathlength</a:t>
            </a:r>
            <a:endParaRPr lang="en-IN" sz="2800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2275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4CE38C-AB1D-7714-83ED-5FEEF816F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E646C-3CC9-4ED9-BCDC-2A56D5AA3539}" type="datetime1">
              <a:rPr lang="en-US" smtClean="0"/>
              <a:t>10/5/2025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A6698-5E3E-8AC6-B02B-E7DFC5473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200651-3B27-DED8-D286-66A84B64E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83</a:t>
            </a:fld>
            <a:endParaRPr lang="en-IN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9210ABD-EE5E-95BC-A593-2822DBD0328E}"/>
              </a:ext>
            </a:extLst>
          </p:cNvPr>
          <p:cNvGrpSpPr/>
          <p:nvPr/>
        </p:nvGrpSpPr>
        <p:grpSpPr>
          <a:xfrm>
            <a:off x="771513" y="739071"/>
            <a:ext cx="6882822" cy="1512168"/>
            <a:chOff x="930161" y="4293096"/>
            <a:chExt cx="6882822" cy="1512168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7275E624-BD9D-4DA3-0161-EEA4DC2C2F52}"/>
                </a:ext>
              </a:extLst>
            </p:cNvPr>
            <p:cNvGrpSpPr/>
            <p:nvPr/>
          </p:nvGrpSpPr>
          <p:grpSpPr>
            <a:xfrm>
              <a:off x="930161" y="4293096"/>
              <a:ext cx="6882822" cy="1512168"/>
              <a:chOff x="1259631" y="4293096"/>
              <a:chExt cx="6553351" cy="1440160"/>
            </a:xfrm>
          </p:grpSpPr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2FFCD49A-591A-6813-5BC7-259CCC44FF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259631" y="4293096"/>
                <a:ext cx="6500273" cy="1440160"/>
              </a:xfrm>
              <a:prstGeom prst="rect">
                <a:avLst/>
              </a:prstGeom>
            </p:spPr>
          </p:pic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DBC0813-8933-EE52-8DC8-B3EE37574DA9}"/>
                  </a:ext>
                </a:extLst>
              </p:cNvPr>
              <p:cNvSpPr/>
              <p:nvPr/>
            </p:nvSpPr>
            <p:spPr>
              <a:xfrm>
                <a:off x="7164910" y="5054158"/>
                <a:ext cx="648072" cy="504056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7D76A5A-0EF5-4A65-AF27-2CA2869E00F5}"/>
                </a:ext>
              </a:extLst>
            </p:cNvPr>
            <p:cNvSpPr/>
            <p:nvPr/>
          </p:nvSpPr>
          <p:spPr>
            <a:xfrm>
              <a:off x="2771800" y="4725144"/>
              <a:ext cx="471215" cy="244856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rgbClr val="FF0000"/>
                  </a:solidFill>
                </a:rPr>
                <a:t>Eqn. 1</a:t>
              </a:r>
              <a:endParaRPr lang="en-IN" sz="900" dirty="0"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A14F3EE-C206-BB6D-54FE-EBE68D13BFEF}"/>
                  </a:ext>
                </a:extLst>
              </p:cNvPr>
              <p:cNvSpPr txBox="1"/>
              <p:nvPr/>
            </p:nvSpPr>
            <p:spPr>
              <a:xfrm>
                <a:off x="611560" y="4592288"/>
                <a:ext cx="7848872" cy="1754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As derived, </a:t>
                </a:r>
                <a:r>
                  <a:rPr lang="en-US" sz="1800" i="0" u="none" strike="noStrike" baseline="0" dirty="0">
                    <a:latin typeface="Cambria" panose="02040503050406030204" pitchFamily="18" charset="0"/>
                    <a:ea typeface="Cambria" panose="02040503050406030204" pitchFamily="18" charset="0"/>
                  </a:rPr>
                  <a:t>it</a:t>
                </a:r>
                <a:r>
                  <a:rPr lang="en-US" sz="1800" i="0" u="none" strike="noStrike" baseline="0" dirty="0">
                    <a:solidFill>
                      <a:srgbClr val="7F3E99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predicts the scaling of the network diameter, </a:t>
                </a:r>
                <a14:m>
                  <m:oMath xmlns:m="http://schemas.openxmlformats.org/officeDocument/2006/math">
                    <m:r>
                      <a:rPr lang="en-US" sz="1800" b="0" i="1" u="none" strike="noStrike" baseline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US" sz="800" b="0" i="0" u="none" strike="noStrike" baseline="0" dirty="0" err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max</m:t>
                    </m:r>
                  </m:oMath>
                </a14:m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, with the size of the system, </a:t>
                </a:r>
                <a14:m>
                  <m:oMath xmlns:m="http://schemas.openxmlformats.org/officeDocument/2006/math">
                    <m:r>
                      <a:rPr lang="en-US" sz="18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. Yet, for most networks </a:t>
                </a: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the equation </a:t>
                </a:r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offers a better approximation to the average distance between two randomly chosen nodes, </a:t>
                </a:r>
                <a14:m>
                  <m:oMath xmlns:m="http://schemas.openxmlformats.org/officeDocument/2006/math">
                    <m:r>
                      <a:rPr lang="en-US" sz="1800" b="0" i="1" u="none" strike="noStrike" baseline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⟨</m:t>
                    </m:r>
                    <m:r>
                      <a:rPr lang="en-US" sz="1800" b="0" i="1" u="none" strike="noStrike" baseline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1800" b="0" i="1" u="none" strike="noStrike" baseline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⟩, </m:t>
                    </m:r>
                  </m:oMath>
                </a14:m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than to </a:t>
                </a:r>
                <a14:m>
                  <m:oMath xmlns:m="http://schemas.openxmlformats.org/officeDocument/2006/math">
                    <m:r>
                      <a:rPr lang="en-US" sz="1800" b="0" i="1" u="none" strike="noStrike" baseline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US" sz="800" b="0" i="0" u="none" strike="noStrike" baseline="0" dirty="0" err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a:rPr lang="en-US" sz="1800" b="0" i="1" u="none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This is because </a:t>
                </a:r>
                <a14:m>
                  <m:oMath xmlns:m="http://schemas.openxmlformats.org/officeDocument/2006/math">
                    <m:r>
                      <a:rPr lang="en-US" sz="1800" b="0" i="1" u="none" strike="noStrike" baseline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US" sz="800" b="0" i="0" u="none" strike="noStrike" baseline="0" dirty="0" err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max</m:t>
                    </m:r>
                  </m:oMath>
                </a14:m>
                <a:r>
                  <a:rPr lang="en-US" sz="800" b="0" i="0" u="none" strike="noStrike" baseline="0" dirty="0">
                    <a:solidFill>
                      <a:srgbClr val="00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is often dominated by a few extreme paths, while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1800" b="0" i="0" u="none" strike="noStrike" baseline="0" dirty="0">
                    <a:solidFill>
                      <a:srgbClr val="00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is averaged over all node pairs, a process that suppresses the fluctuations.</a:t>
                </a:r>
                <a:endParaRPr lang="en-IN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A14F3EE-C206-BB6D-54FE-EBE68D13BF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4592288"/>
                <a:ext cx="7848872" cy="1754326"/>
              </a:xfrm>
              <a:prstGeom prst="rect">
                <a:avLst/>
              </a:prstGeom>
              <a:blipFill>
                <a:blip r:embed="rId3"/>
                <a:stretch>
                  <a:fillRect l="-621" t="-2083" r="-621" b="-41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CEDEF65F-0090-603F-0AD1-44DF1558558A}"/>
              </a:ext>
            </a:extLst>
          </p:cNvPr>
          <p:cNvSpPr txBox="1"/>
          <p:nvPr/>
        </p:nvSpPr>
        <p:spPr>
          <a:xfrm>
            <a:off x="164976" y="6171322"/>
            <a:ext cx="27180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/>
              <a:t>ALBERT-LÁSZLÓ BARABÁSI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55EBF17-85B5-22CF-0214-785E6BBB0572}"/>
                  </a:ext>
                </a:extLst>
              </p:cNvPr>
              <p:cNvSpPr txBox="1"/>
              <p:nvPr/>
            </p:nvSpPr>
            <p:spPr>
              <a:xfrm>
                <a:off x="4185050" y="3592420"/>
                <a:ext cx="1422634" cy="66556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en-US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US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en-US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⟨</m:t>
                              </m:r>
                              <m:r>
                                <a:rPr lang="en-US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⟩</m:t>
                              </m:r>
                            </m:e>
                          </m:func>
                        </m:den>
                      </m:f>
                      <m:r>
                        <a:rPr lang="en-US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IN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55EBF17-85B5-22CF-0214-785E6BBB05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5050" y="3592420"/>
                <a:ext cx="1422634" cy="66556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84B8B99-26CE-DCC4-A7FA-C10B5DF33926}"/>
                  </a:ext>
                </a:extLst>
              </p:cNvPr>
              <p:cNvSpPr txBox="1"/>
              <p:nvPr/>
            </p:nvSpPr>
            <p:spPr>
              <a:xfrm>
                <a:off x="4012117" y="2619732"/>
                <a:ext cx="1513812" cy="66556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sub>
                      </m:sSub>
                      <m:r>
                        <a:rPr lang="en-IN" b="0" i="1" dirty="0" err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⁡</m:t>
                      </m:r>
                      <m:r>
                        <a:rPr lang="en-US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en-US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US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en-US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⟨</m:t>
                              </m:r>
                              <m:r>
                                <a:rPr lang="en-US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⟩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en-IN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84B8B99-26CE-DCC4-A7FA-C10B5DF339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2117" y="2619732"/>
                <a:ext cx="1513812" cy="66556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59360175-FF5B-AB54-4D55-45B4351A20F7}"/>
              </a:ext>
            </a:extLst>
          </p:cNvPr>
          <p:cNvSpPr txBox="1"/>
          <p:nvPr/>
        </p:nvSpPr>
        <p:spPr>
          <a:xfrm>
            <a:off x="789971" y="2252043"/>
            <a:ext cx="72090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latin typeface="Cambria" panose="02040503050406030204" pitchFamily="18" charset="0"/>
                <a:ea typeface="Cambria" panose="02040503050406030204" pitchFamily="18" charset="0"/>
              </a:rPr>
              <a:t>Therefore, the diameter of a random network follows 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B893011-CC05-E8C0-2741-47A448011C6D}"/>
              </a:ext>
            </a:extLst>
          </p:cNvPr>
          <p:cNvSpPr txBox="1"/>
          <p:nvPr/>
        </p:nvSpPr>
        <p:spPr>
          <a:xfrm>
            <a:off x="796462" y="3207760"/>
            <a:ext cx="72090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latin typeface="Cambria" panose="02040503050406030204" pitchFamily="18" charset="0"/>
                <a:ea typeface="Cambria" panose="02040503050406030204" pitchFamily="18" charset="0"/>
              </a:rPr>
              <a:t>Actually, we can write, 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B1F2467F-0E17-D393-5EB0-80B774B34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-64395"/>
            <a:ext cx="3178696" cy="1143000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Average pathlength</a:t>
            </a:r>
            <a:endParaRPr lang="en-IN" sz="2800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5186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9" grpId="0" animBg="1"/>
      <p:bldP spid="20" grpId="0" animBg="1"/>
      <p:bldP spid="22" grpId="0"/>
      <p:bldP spid="23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578B9C-1556-23EE-27D9-38E963D1D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E646C-3CC9-4ED9-BCDC-2A56D5AA3539}" type="datetime1">
              <a:rPr lang="en-US" smtClean="0"/>
              <a:t>10/5/2025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A998DB-A21E-8B0D-0242-2552A2B38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D678C1-27D8-3EA7-426C-F6A5D3070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84</a:t>
            </a:fld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EE955DD-3371-2350-DECA-2C473E3CD50B}"/>
                  </a:ext>
                </a:extLst>
              </p:cNvPr>
              <p:cNvSpPr txBox="1"/>
              <p:nvPr/>
            </p:nvSpPr>
            <p:spPr>
              <a:xfrm>
                <a:off x="757705" y="1196752"/>
                <a:ext cx="7560840" cy="1754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800" b="0" i="0" u="none" strike="noStrike" baseline="0" dirty="0">
                    <a:latin typeface="Cambria" panose="02040503050406030204" pitchFamily="18" charset="0"/>
                    <a:ea typeface="Cambria" panose="02040503050406030204" pitchFamily="18" charset="0"/>
                  </a:rPr>
                  <a:t>The dependence of </a:t>
                </a:r>
                <a14:m>
                  <m:oMath xmlns:m="http://schemas.openxmlformats.org/officeDocument/2006/math">
                    <m:r>
                      <a:rPr lang="en-US" sz="1800" b="0" i="1" u="none" strike="noStrike" baseline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⟨</m:t>
                    </m:r>
                    <m:r>
                      <a:rPr lang="en-US" sz="1800" b="0" i="1" u="none" strike="noStrike" baseline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1800" b="0" i="1" u="none" strike="noStrike" baseline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⟩ </m:t>
                    </m:r>
                    <m:r>
                      <a:rPr lang="en-US" sz="1800" b="0" i="1" u="none" strike="noStrike" baseline="0" dirty="0" smtClean="0">
                        <a:latin typeface="Cambria Math" panose="02040503050406030204" pitchFamily="18" charset="0"/>
                      </a:rPr>
                      <m:t>𝑜𝑛</m:t>
                    </m:r>
                    <m:r>
                      <a:rPr lang="en-US" sz="1800" b="0" i="1" u="none" strike="noStrike" baseline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0" i="1" u="none" strike="noStrike" baseline="0" dirty="0" err="1">
                        <a:latin typeface="Cambria Math" panose="02040503050406030204" pitchFamily="18" charset="0"/>
                      </a:rPr>
                      <m:t>𝑙𝑛𝑁</m:t>
                    </m:r>
                    <m:r>
                      <a:rPr lang="en-US" sz="1800" b="0" i="1" u="none" strike="noStrike" baseline="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b="0" i="0" u="none" strike="noStrike" baseline="0" dirty="0">
                    <a:latin typeface="Cambria" panose="02040503050406030204" pitchFamily="18" charset="0"/>
                    <a:ea typeface="Cambria" panose="02040503050406030204" pitchFamily="18" charset="0"/>
                  </a:rPr>
                  <a:t>implies that the distances in a random network are </a:t>
                </a:r>
                <a:r>
                  <a:rPr lang="en-US" sz="1800" b="0" i="1" u="none" strike="noStrike" baseline="0" dirty="0">
                    <a:solidFill>
                      <a:srgbClr val="00B05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orders of magnitude smaller than the size of the network</a:t>
                </a:r>
                <a:r>
                  <a:rPr lang="en-US" sz="1800" b="0" i="0" u="none" strike="noStrike" baseline="0" dirty="0">
                    <a:latin typeface="Cambria" panose="02040503050406030204" pitchFamily="18" charset="0"/>
                    <a:ea typeface="Cambria" panose="02040503050406030204" pitchFamily="18" charset="0"/>
                  </a:rPr>
                  <a:t>. Consequently, by </a:t>
                </a:r>
                <a:r>
                  <a:rPr lang="en-US" sz="1800" b="0" i="1" u="none" strike="noStrike" baseline="0" dirty="0">
                    <a:latin typeface="Cambria" panose="02040503050406030204" pitchFamily="18" charset="0"/>
                    <a:ea typeface="Cambria" panose="02040503050406030204" pitchFamily="18" charset="0"/>
                  </a:rPr>
                  <a:t>small </a:t>
                </a:r>
                <a:r>
                  <a:rPr lang="en-US" sz="1800" b="0" i="0" u="none" strike="noStrike" baseline="0" dirty="0">
                    <a:latin typeface="Cambria" panose="02040503050406030204" pitchFamily="18" charset="0"/>
                    <a:ea typeface="Cambria" panose="02040503050406030204" pitchFamily="18" charset="0"/>
                  </a:rPr>
                  <a:t>in the "small world phenomenon" </a:t>
                </a:r>
                <a:r>
                  <a:rPr lang="en-US" sz="1800" b="0" i="0" u="none" strike="noStrike" baseline="0" dirty="0">
                    <a:solidFill>
                      <a:srgbClr val="00B05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we mean that </a:t>
                </a:r>
                <a:r>
                  <a:rPr lang="en-US" sz="1800" b="0" i="1" u="none" strike="noStrike" baseline="0" dirty="0">
                    <a:solidFill>
                      <a:srgbClr val="00B05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the average path length or the diameter depends logarithmically on the system size</a:t>
                </a:r>
                <a:r>
                  <a:rPr lang="en-US" sz="1800" b="0" i="0" u="none" strike="noStrike" baseline="0" dirty="0">
                    <a:solidFill>
                      <a:srgbClr val="00B05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. </a:t>
                </a:r>
                <a:r>
                  <a:rPr lang="en-US" sz="1800" b="0" i="0" u="none" strike="noStrike" baseline="0" dirty="0">
                    <a:latin typeface="Cambria" panose="02040503050406030204" pitchFamily="18" charset="0"/>
                    <a:ea typeface="Cambria" panose="02040503050406030204" pitchFamily="18" charset="0"/>
                  </a:rPr>
                  <a:t>Hence, “small” means that</a:t>
                </a:r>
                <a:r>
                  <a:rPr lang="en-US" sz="1800" b="0" i="0" u="sng" strike="noStrike" baseline="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0" i="1" u="sng" strike="noStrike" baseline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⟨</m:t>
                    </m:r>
                    <m:r>
                      <a:rPr lang="en-US" sz="1800" b="0" i="1" u="sng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1800" b="0" i="1" u="sng" strike="noStrike" baseline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⟩</m:t>
                    </m:r>
                    <m:r>
                      <a:rPr lang="en-US" sz="1800" b="0" i="1" u="sng" strike="noStrike" baseline="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b="0" i="0" u="sng" strike="noStrike" baseline="0" dirty="0">
                    <a:latin typeface="Cambria" panose="02040503050406030204" pitchFamily="18" charset="0"/>
                    <a:ea typeface="Cambria" panose="02040503050406030204" pitchFamily="18" charset="0"/>
                  </a:rPr>
                  <a:t>is proportional to</a:t>
                </a:r>
                <a14:m>
                  <m:oMath xmlns:m="http://schemas.openxmlformats.org/officeDocument/2006/math">
                    <m:r>
                      <a:rPr lang="en-US" sz="1800" b="0" i="1" u="sng" strike="noStrike" baseline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0" i="1" u="sng" strike="noStrike" baseline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𝑙𝑛𝑁</m:t>
                    </m:r>
                  </m:oMath>
                </a14:m>
                <a:r>
                  <a:rPr lang="en-US" sz="1800" b="0" i="0" u="none" strike="noStrike" baseline="0" dirty="0">
                    <a:latin typeface="Cambria" panose="02040503050406030204" pitchFamily="18" charset="0"/>
                    <a:ea typeface="Cambria" panose="02040503050406030204" pitchFamily="18" charset="0"/>
                  </a:rPr>
                  <a:t>, rather than </a:t>
                </a:r>
                <a14:m>
                  <m:oMath xmlns:m="http://schemas.openxmlformats.org/officeDocument/2006/math">
                    <m:r>
                      <a:rPr lang="en-US" sz="1800" b="0" i="1" u="none" strike="noStrike" baseline="0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800" b="0" i="1" u="none" strike="noStrike" baseline="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sz="1800" b="0" i="0" u="none" strike="noStrike" baseline="0" dirty="0">
                    <a:latin typeface="Cambria" panose="02040503050406030204" pitchFamily="18" charset="0"/>
                    <a:ea typeface="Cambria" panose="02040503050406030204" pitchFamily="18" charset="0"/>
                  </a:rPr>
                  <a:t>or some power of </a:t>
                </a:r>
                <a14:m>
                  <m:oMath xmlns:m="http://schemas.openxmlformats.org/officeDocument/2006/math">
                    <m:r>
                      <a:rPr lang="en-US" sz="1800" b="0" i="1" u="none" strike="noStrike" baseline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EE955DD-3371-2350-DECA-2C473E3CD5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705" y="1196752"/>
                <a:ext cx="7560840" cy="1754326"/>
              </a:xfrm>
              <a:prstGeom prst="rect">
                <a:avLst/>
              </a:prstGeom>
              <a:blipFill>
                <a:blip r:embed="rId2"/>
                <a:stretch>
                  <a:fillRect l="-645" t="-2083" r="-645" b="-41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F708E2F5-1D94-86D5-E8A7-FBC7BBE2E930}"/>
              </a:ext>
            </a:extLst>
          </p:cNvPr>
          <p:cNvSpPr txBox="1"/>
          <p:nvPr/>
        </p:nvSpPr>
        <p:spPr>
          <a:xfrm>
            <a:off x="457200" y="5890483"/>
            <a:ext cx="27180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/>
              <a:t>ALBERT-LÁSZLÓ BARABÁSI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3F224DB-B3D9-2DF0-8472-FE7C0A6943EF}"/>
                  </a:ext>
                </a:extLst>
              </p:cNvPr>
              <p:cNvSpPr txBox="1"/>
              <p:nvPr/>
            </p:nvSpPr>
            <p:spPr>
              <a:xfrm>
                <a:off x="791377" y="3262969"/>
                <a:ext cx="7895220" cy="8099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b="0" i="0" u="none" strike="noStrike" baseline="0" dirty="0">
                    <a:latin typeface="Cambria" panose="02040503050406030204" pitchFamily="18" charset="0"/>
                    <a:ea typeface="Cambria" panose="02040503050406030204" pitchFamily="18" charset="0"/>
                  </a:rPr>
                  <a:t>The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func>
                          <m:funcPr>
                            <m:ctrlP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⟨</m:t>
                            </m:r>
                            <m: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⟩</m:t>
                            </m:r>
                          </m:e>
                        </m:func>
                      </m:den>
                    </m:f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b="0" i="0" u="none" strike="noStrike" baseline="0" dirty="0">
                    <a:latin typeface="Cambria" panose="02040503050406030204" pitchFamily="18" charset="0"/>
                    <a:ea typeface="Cambria" panose="02040503050406030204" pitchFamily="18" charset="0"/>
                  </a:rPr>
                  <a:t>term implies that the denser the network, the smaller is the distance between the nodes.</a:t>
                </a:r>
                <a:endParaRPr lang="en-IN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3F224DB-B3D9-2DF0-8472-FE7C0A6943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377" y="3262969"/>
                <a:ext cx="7895220" cy="809965"/>
              </a:xfrm>
              <a:prstGeom prst="rect">
                <a:avLst/>
              </a:prstGeom>
              <a:blipFill>
                <a:blip r:embed="rId3"/>
                <a:stretch>
                  <a:fillRect l="-695" b="-90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itle 1">
            <a:extLst>
              <a:ext uri="{FF2B5EF4-FFF2-40B4-BE49-F238E27FC236}">
                <a16:creationId xmlns:a16="http://schemas.microsoft.com/office/drawing/2014/main" id="{2B252EE1-DA28-FFE4-C4CD-949C7CE71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60648"/>
            <a:ext cx="3178696" cy="1143000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Average pathlength</a:t>
            </a:r>
            <a:endParaRPr lang="en-IN" sz="2800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ECDB20C-2CF1-E865-B8C3-0A05C4205D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5976" y="3787013"/>
            <a:ext cx="3655224" cy="25920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813FC43-2D8B-96E3-511A-80F97C3D6F18}"/>
                  </a:ext>
                </a:extLst>
              </p:cNvPr>
              <p:cNvSpPr txBox="1"/>
              <p:nvPr/>
            </p:nvSpPr>
            <p:spPr>
              <a:xfrm>
                <a:off x="2612098" y="4750256"/>
                <a:ext cx="1422634" cy="66556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en-US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US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en-US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⟨</m:t>
                              </m:r>
                              <m:r>
                                <a:rPr lang="en-US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⟩</m:t>
                              </m:r>
                            </m:e>
                          </m:func>
                        </m:den>
                      </m:f>
                      <m:r>
                        <a:rPr lang="en-US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IN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813FC43-2D8B-96E3-511A-80F97C3D6F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2098" y="4750256"/>
                <a:ext cx="1422634" cy="66556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9717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6455B-7FE9-7B92-4FF2-93439CF52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65B6E7-E9AD-AF7F-5BD8-B1A98DE6F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E646C-3CC9-4ED9-BCDC-2A56D5AA3539}" type="datetime1">
              <a:rPr lang="en-US" smtClean="0"/>
              <a:t>10/5/2025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A8CA55-65DE-D99E-F0A3-9D7824AE4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7ED048-2837-2442-7D48-3632957D2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85</a:t>
            </a:fld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4624DB-6607-C679-80B8-02E07BFB1C2B}"/>
              </a:ext>
            </a:extLst>
          </p:cNvPr>
          <p:cNvSpPr txBox="1"/>
          <p:nvPr/>
        </p:nvSpPr>
        <p:spPr>
          <a:xfrm>
            <a:off x="457200" y="5890483"/>
            <a:ext cx="27180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/>
              <a:t>ALBERT-LÁSZLÓ BARABÁSI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995342B2-D8C7-DB9B-D520-D14B9E4FC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06" y="134407"/>
            <a:ext cx="3178696" cy="1143000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Average pathlength</a:t>
            </a:r>
            <a:endParaRPr lang="en-IN" sz="2800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98D91F2-91E4-1857-F850-9769D32783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0072" y="260648"/>
            <a:ext cx="3655224" cy="25920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68EF2C6-4870-D434-03A1-913CC6455B4D}"/>
                  </a:ext>
                </a:extLst>
              </p:cNvPr>
              <p:cNvSpPr txBox="1"/>
              <p:nvPr/>
            </p:nvSpPr>
            <p:spPr>
              <a:xfrm>
                <a:off x="812683" y="1464422"/>
                <a:ext cx="1422634" cy="66556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en-US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US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en-US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⟨</m:t>
                              </m:r>
                              <m:r>
                                <a:rPr lang="en-US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⟩</m:t>
                              </m:r>
                            </m:e>
                          </m:func>
                        </m:den>
                      </m:f>
                      <m:r>
                        <a:rPr lang="en-US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IN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68EF2C6-4870-D434-03A1-913CC6455B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683" y="1464422"/>
                <a:ext cx="1422634" cy="66556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789A55D5-75D4-9FCF-5442-B22559CFE8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447" y="3019637"/>
            <a:ext cx="7639961" cy="343316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4835BD7-4074-72DF-602A-F6723451AFC4}"/>
              </a:ext>
            </a:extLst>
          </p:cNvPr>
          <p:cNvSpPr/>
          <p:nvPr/>
        </p:nvSpPr>
        <p:spPr>
          <a:xfrm>
            <a:off x="812682" y="4696849"/>
            <a:ext cx="7143693" cy="26161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7873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6FDA4B-E58C-D683-CACE-E39FEFC0E3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           </a:t>
            </a:r>
          </a:p>
          <a:p>
            <a:r>
              <a:rPr lang="en-US" dirty="0"/>
              <a:t>     Advanced Topics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E10088-8F2D-8BB5-10C9-2D2C24975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2F1E8-19F7-4363-B588-8579D94D769A}" type="datetime1">
              <a:rPr lang="en-US" smtClean="0"/>
              <a:t>10/5/2025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0D7BBF-DD49-29EA-B27F-5BD9723A3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8B5636-BF53-3E6D-75F0-0F4DFD308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86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176208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Network Technology Background">
            <a:extLst>
              <a:ext uri="{FF2B5EF4-FFF2-40B4-BE49-F238E27FC236}">
                <a16:creationId xmlns:a16="http://schemas.microsoft.com/office/drawing/2014/main" id="{31F3C7CF-7A25-AFED-A8A0-08682C154F4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r="-1" b="3428"/>
          <a:stretch/>
        </p:blipFill>
        <p:spPr>
          <a:xfrm>
            <a:off x="18913" y="116632"/>
            <a:ext cx="8910804" cy="655891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8914" name="Content Placeholder 2">
            <a:extLst>
              <a:ext uri="{FF2B5EF4-FFF2-40B4-BE49-F238E27FC236}">
                <a16:creationId xmlns:a16="http://schemas.microsoft.com/office/drawing/2014/main" id="{2AD13D00-7278-E675-0F1D-42371F38FDD5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txBody>
          <a:bodyPr>
            <a:normAutofit fontScale="92500" lnSpcReduction="20000"/>
          </a:bodyPr>
          <a:lstStyle/>
          <a:p>
            <a:pPr algn="just"/>
            <a:r>
              <a:rPr lang="en-US" altLang="en-US" dirty="0"/>
              <a:t>The giant component of a random graph typically fills up a very large portion of the graph vertices but not 100% of them</a:t>
            </a:r>
          </a:p>
          <a:p>
            <a:pPr algn="just"/>
            <a:endParaRPr lang="en-US" altLang="en-US" dirty="0"/>
          </a:p>
          <a:p>
            <a:pPr algn="just"/>
            <a:r>
              <a:rPr lang="en-US" altLang="en-US" dirty="0"/>
              <a:t>How are the rest of the nodes connected?</a:t>
            </a:r>
          </a:p>
          <a:p>
            <a:pPr lvl="1" algn="just"/>
            <a:r>
              <a:rPr lang="en-US" altLang="en-US" dirty="0"/>
              <a:t>Many small components whose average size is constant with the size of the network</a:t>
            </a:r>
          </a:p>
          <a:p>
            <a:pPr lvl="1" algn="just"/>
            <a:endParaRPr lang="en-US" altLang="en-US" dirty="0"/>
          </a:p>
          <a:p>
            <a:pPr algn="just"/>
            <a:r>
              <a:rPr lang="en-US" altLang="en-US" dirty="0"/>
              <a:t>Let us first show that there can be only one giant component in a G(</a:t>
            </a:r>
            <a:r>
              <a:rPr lang="en-US" altLang="en-US" dirty="0" err="1"/>
              <a:t>n,p</a:t>
            </a:r>
            <a:r>
              <a:rPr lang="en-US" altLang="en-US" dirty="0"/>
              <a:t>) graph </a:t>
            </a:r>
            <a:r>
              <a:rPr lang="en-US" altLang="en-US" dirty="0">
                <a:sym typeface="Wingdings" panose="05000000000000000000" pitchFamily="2" charset="2"/>
              </a:rPr>
              <a:t> all other components are non-giant (i.e., small)</a:t>
            </a:r>
            <a:endParaRPr lang="en-US" altLang="en-US" dirty="0"/>
          </a:p>
        </p:txBody>
      </p:sp>
      <p:sp>
        <p:nvSpPr>
          <p:cNvPr id="38915" name="Slide Number Placeholder 3">
            <a:extLst>
              <a:ext uri="{FF2B5EF4-FFF2-40B4-BE49-F238E27FC236}">
                <a16:creationId xmlns:a16="http://schemas.microsoft.com/office/drawing/2014/main" id="{1AD60177-3CFF-3359-701B-8DEA7467DA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15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685817" indent="-263776">
              <a:defRPr sz="2215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055103" indent="-211021">
              <a:defRPr sz="2215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477145" indent="-211021">
              <a:defRPr sz="2215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1899186" indent="-211021">
              <a:defRPr sz="2215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321227" indent="-211021" algn="ctr" eaLnBrk="0" fontAlgn="base" hangingPunct="0">
              <a:spcBef>
                <a:spcPct val="0"/>
              </a:spcBef>
              <a:spcAft>
                <a:spcPct val="0"/>
              </a:spcAft>
              <a:defRPr sz="2215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743269" indent="-211021" algn="ctr" eaLnBrk="0" fontAlgn="base" hangingPunct="0">
              <a:spcBef>
                <a:spcPct val="0"/>
              </a:spcBef>
              <a:spcAft>
                <a:spcPct val="0"/>
              </a:spcAft>
              <a:defRPr sz="2215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165310" indent="-211021" algn="ctr" eaLnBrk="0" fontAlgn="base" hangingPunct="0">
              <a:spcBef>
                <a:spcPct val="0"/>
              </a:spcBef>
              <a:spcAft>
                <a:spcPct val="0"/>
              </a:spcAft>
              <a:defRPr sz="2215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587351" indent="-211021" algn="ctr" eaLnBrk="0" fontAlgn="base" hangingPunct="0">
              <a:spcBef>
                <a:spcPct val="0"/>
              </a:spcBef>
              <a:spcAft>
                <a:spcPct val="0"/>
              </a:spcAft>
              <a:defRPr sz="2215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068B1C0-E864-4153-9DA8-74B8B7D91794}" type="slidenum">
              <a:rPr lang="en-US" altLang="en-US" sz="923">
                <a:solidFill>
                  <a:srgbClr val="161616"/>
                </a:solidFill>
              </a:rPr>
              <a:pPr/>
              <a:t>87</a:t>
            </a:fld>
            <a:endParaRPr lang="en-US" altLang="en-US" sz="923">
              <a:solidFill>
                <a:srgbClr val="161616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79F468-94F8-68EE-5F60-D410BD57BD42}"/>
              </a:ext>
            </a:extLst>
          </p:cNvPr>
          <p:cNvSpPr txBox="1">
            <a:spLocks/>
          </p:cNvSpPr>
          <p:nvPr/>
        </p:nvSpPr>
        <p:spPr>
          <a:xfrm>
            <a:off x="251520" y="257572"/>
            <a:ext cx="8229600" cy="833010"/>
          </a:xfrm>
          <a:prstGeom prst="rect">
            <a:avLst/>
          </a:prstGeom>
          <a:ln w="25400" cap="flat" cmpd="sng" algn="ctr">
            <a:noFill/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Small Components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BFD084-19FE-3479-EABB-61B90F0BA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E96C2-4ACB-4B81-93DE-14A65B544C8B}" type="datetime1">
              <a:rPr lang="en-US" smtClean="0"/>
              <a:t>10/5/2025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5D80DC-FB9C-6A00-2A26-E22AAC3D3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Network Technology Background">
            <a:extLst>
              <a:ext uri="{FF2B5EF4-FFF2-40B4-BE49-F238E27FC236}">
                <a16:creationId xmlns:a16="http://schemas.microsoft.com/office/drawing/2014/main" id="{68FA6224-1C6E-7BD6-BDD7-5847CC91F41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r="-1" b="3428"/>
          <a:stretch/>
        </p:blipFill>
        <p:spPr>
          <a:xfrm>
            <a:off x="18913" y="116632"/>
            <a:ext cx="8910804" cy="655891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9938" name="Content Placeholder 2">
            <a:extLst>
              <a:ext uri="{FF2B5EF4-FFF2-40B4-BE49-F238E27FC236}">
                <a16:creationId xmlns:a16="http://schemas.microsoft.com/office/drawing/2014/main" id="{C4AE2303-08EB-82CE-2FDA-419A0BE7A21C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txBody>
          <a:bodyPr>
            <a:normAutofit/>
          </a:bodyPr>
          <a:lstStyle/>
          <a:p>
            <a:pPr algn="just"/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Let us assume that there are two or more giant components</a:t>
            </a:r>
          </a:p>
          <a:p>
            <a:pPr lvl="1" algn="just"/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Consider two of them, each with S</a:t>
            </a:r>
            <a:r>
              <a:rPr lang="en-US" altLang="en-US" sz="2400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n and S</a:t>
            </a:r>
            <a:r>
              <a:rPr lang="en-US" altLang="en-US" sz="2400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n nodes</a:t>
            </a:r>
          </a:p>
          <a:p>
            <a:pPr lvl="1" algn="just"/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There are S</a:t>
            </a:r>
            <a:r>
              <a:rPr lang="en-US" altLang="en-US" sz="2400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nS</a:t>
            </a:r>
            <a:r>
              <a:rPr lang="en-US" altLang="en-US" sz="2400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n=S</a:t>
            </a:r>
            <a:r>
              <a:rPr lang="en-US" altLang="en-US" sz="2400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S</a:t>
            </a:r>
            <a:r>
              <a:rPr lang="en-US" altLang="en-US" sz="2400" baseline="-25000" dirty="0"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n</a:t>
            </a:r>
            <a:r>
              <a:rPr lang="en-US" altLang="en-US" sz="2400" baseline="30000" dirty="0"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pairs (</a:t>
            </a:r>
            <a:r>
              <a:rPr lang="en-US" alt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i,j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) where </a:t>
            </a:r>
            <a:r>
              <a:rPr lang="en-US" alt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belongs to the first giant component and j to the second</a:t>
            </a:r>
          </a:p>
          <a:p>
            <a:pPr lvl="1" algn="just"/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In order for the two components to be separate there should not be an edge between them.  This happens with probability:</a:t>
            </a:r>
          </a:p>
        </p:txBody>
      </p:sp>
      <p:graphicFrame>
        <p:nvGraphicFramePr>
          <p:cNvPr id="39940" name="Object 4">
            <a:extLst>
              <a:ext uri="{FF2B5EF4-FFF2-40B4-BE49-F238E27FC236}">
                <a16:creationId xmlns:a16="http://schemas.microsoft.com/office/drawing/2014/main" id="{F17084AB-AE58-7EB3-6645-B73EB422A3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6496500"/>
              </p:ext>
            </p:extLst>
          </p:nvPr>
        </p:nvGraphicFramePr>
        <p:xfrm>
          <a:off x="4139952" y="5013176"/>
          <a:ext cx="3021013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866900" imgH="482600" progId="Equation.3">
                  <p:embed/>
                </p:oleObj>
              </mc:Choice>
              <mc:Fallback>
                <p:oleObj name="Equation" r:id="rId3" imgW="1866900" imgH="482600" progId="Equation.3">
                  <p:embed/>
                  <p:pic>
                    <p:nvPicPr>
                      <p:cNvPr id="39940" name="Object 4">
                        <a:extLst>
                          <a:ext uri="{FF2B5EF4-FFF2-40B4-BE49-F238E27FC236}">
                            <a16:creationId xmlns:a16="http://schemas.microsoft.com/office/drawing/2014/main" id="{F17084AB-AE58-7EB3-6645-B73EB422A3C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9952" y="5013176"/>
                        <a:ext cx="3021013" cy="781050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F5053734-579C-17B8-A66A-1837F59FAEA9}"/>
              </a:ext>
            </a:extLst>
          </p:cNvPr>
          <p:cNvSpPr txBox="1">
            <a:spLocks/>
          </p:cNvSpPr>
          <p:nvPr/>
        </p:nvSpPr>
        <p:spPr>
          <a:xfrm>
            <a:off x="251520" y="257572"/>
            <a:ext cx="8229600" cy="833010"/>
          </a:xfrm>
          <a:prstGeom prst="rect">
            <a:avLst/>
          </a:prstGeom>
          <a:ln w="25400" cap="flat" cmpd="sng" algn="ctr">
            <a:noFill/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Small Components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EB6049-AD21-9276-F72D-F667E8E09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5D5D0-E7A4-41F1-913B-4479DCDE6585}" type="datetime1">
              <a:rPr lang="en-US" smtClean="0"/>
              <a:t>10/5/2025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251274-6771-FEE8-7ABE-8C4C62B05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1244BF-DCBE-D48B-BDA8-9E0062291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88</a:t>
            </a:fld>
            <a:endParaRPr lang="en-IN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etwork Technology Background">
            <a:extLst>
              <a:ext uri="{FF2B5EF4-FFF2-40B4-BE49-F238E27FC236}">
                <a16:creationId xmlns:a16="http://schemas.microsoft.com/office/drawing/2014/main" id="{BACCAA5A-6701-4928-AA2F-59E7E293FD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r="-1" b="3428"/>
          <a:stretch/>
        </p:blipFill>
        <p:spPr>
          <a:xfrm>
            <a:off x="18913" y="116632"/>
            <a:ext cx="8910804" cy="655891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0962" name="Content Placeholder 2">
                <a:extLst>
                  <a:ext uri="{FF2B5EF4-FFF2-40B4-BE49-F238E27FC236}">
                    <a16:creationId xmlns:a16="http://schemas.microsoft.com/office/drawing/2014/main" id="{C15F33B7-3CD0-C978-1496-294C9AE5DF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solidFill>
                <a:schemeClr val="bg1"/>
              </a:solidFill>
            </p:spPr>
            <p:txBody>
              <a:bodyPr>
                <a:normAutofit fontScale="85000" lnSpcReduction="20000"/>
              </a:bodyPr>
              <a:lstStyle/>
              <a:p>
                <a:pPr algn="just"/>
                <a:r>
                  <a:rPr lang="en-US" alt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Again, taking the logarithm in both sides and letting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 become large we get:</a:t>
                </a:r>
              </a:p>
              <a:p>
                <a:pPr algn="just"/>
                <a:endParaRPr lang="en-US" alt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algn="just"/>
                <a:endParaRPr lang="en-US" alt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lvl="1" algn="just"/>
                <a:r>
                  <a:rPr lang="en-US" alt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The first term is constant if c is constant as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 increases</a:t>
                </a:r>
              </a:p>
              <a:p>
                <a:pPr lvl="1" algn="just"/>
                <a:r>
                  <a:rPr lang="en-US" alt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Hence, the probability of the two components being separated decreases exponentially with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𝑛</m:t>
                    </m:r>
                  </m:oMath>
                </a14:m>
                <a:endParaRPr lang="en-US" alt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lvl="1" algn="just"/>
                <a:endParaRPr lang="en-US" alt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algn="just"/>
                <a:r>
                  <a:rPr lang="en-US" alt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From this it follows that there is only one giant component in a random graph and since this does not contain all the vertices of the graph, there should be small components as well</a:t>
                </a:r>
              </a:p>
            </p:txBody>
          </p:sp>
        </mc:Choice>
        <mc:Fallback xmlns="">
          <p:sp>
            <p:nvSpPr>
              <p:cNvPr id="40962" name="Content Placeholder 2">
                <a:extLst>
                  <a:ext uri="{FF2B5EF4-FFF2-40B4-BE49-F238E27FC236}">
                    <a16:creationId xmlns:a16="http://schemas.microsoft.com/office/drawing/2014/main" id="{C15F33B7-3CD0-C978-1496-294C9AE5DF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59" t="-3235" r="-140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0964" name="Object 4">
            <a:extLst>
              <a:ext uri="{FF2B5EF4-FFF2-40B4-BE49-F238E27FC236}">
                <a16:creationId xmlns:a16="http://schemas.microsoft.com/office/drawing/2014/main" id="{BF36BCAF-7014-69A3-AF81-57B964B0C9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9937682"/>
              </p:ext>
            </p:extLst>
          </p:nvPr>
        </p:nvGraphicFramePr>
        <p:xfrm>
          <a:off x="3039208" y="2524466"/>
          <a:ext cx="2649415" cy="4586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20800" imgH="228600" progId="Equation.3">
                  <p:embed/>
                </p:oleObj>
              </mc:Choice>
              <mc:Fallback>
                <p:oleObj name="Equation" r:id="rId4" imgW="1320800" imgH="228600" progId="Equation.3">
                  <p:embed/>
                  <p:pic>
                    <p:nvPicPr>
                      <p:cNvPr id="40964" name="Object 4">
                        <a:extLst>
                          <a:ext uri="{FF2B5EF4-FFF2-40B4-BE49-F238E27FC236}">
                            <a16:creationId xmlns:a16="http://schemas.microsoft.com/office/drawing/2014/main" id="{BF36BCAF-7014-69A3-AF81-57B964B0C9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9208" y="2524466"/>
                        <a:ext cx="2649415" cy="4586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722FC464-95BF-AE1F-DBA0-CAC353333FC7}"/>
              </a:ext>
            </a:extLst>
          </p:cNvPr>
          <p:cNvSpPr txBox="1">
            <a:spLocks/>
          </p:cNvSpPr>
          <p:nvPr/>
        </p:nvSpPr>
        <p:spPr>
          <a:xfrm>
            <a:off x="251520" y="257572"/>
            <a:ext cx="8229600" cy="833010"/>
          </a:xfrm>
          <a:prstGeom prst="rect">
            <a:avLst/>
          </a:prstGeom>
          <a:ln w="25400" cap="flat" cmpd="sng" algn="ctr">
            <a:noFill/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Small Components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598EE3-E5B4-B81D-0282-48164DE3D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F3EB5-4DD9-4453-9DA1-2F9D01FB0B31}" type="datetime1">
              <a:rPr lang="en-US" smtClean="0"/>
              <a:t>10/5/2025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2C19DF-9917-7835-7269-3604A0312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15F542-5010-0DF2-0942-277A0AD07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89</a:t>
            </a:fld>
            <a:endParaRPr lang="en-IN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Network Technology Background">
            <a:extLst>
              <a:ext uri="{FF2B5EF4-FFF2-40B4-BE49-F238E27FC236}">
                <a16:creationId xmlns:a16="http://schemas.microsoft.com/office/drawing/2014/main" id="{7A9E2212-7FED-70E6-3098-A2E57B15091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60000"/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r="-1" b="3428"/>
          <a:stretch/>
        </p:blipFill>
        <p:spPr>
          <a:xfrm>
            <a:off x="18913" y="116632"/>
            <a:ext cx="8910804" cy="655891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1985" name="Title 1">
            <a:extLst>
              <a:ext uri="{FF2B5EF4-FFF2-40B4-BE49-F238E27FC236}">
                <a16:creationId xmlns:a16="http://schemas.microsoft.com/office/drawing/2014/main" id="{D442A8AD-EC50-4833-7CA0-E9B128AEF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Small components</a:t>
            </a:r>
          </a:p>
        </p:txBody>
      </p:sp>
      <p:sp>
        <p:nvSpPr>
          <p:cNvPr id="41986" name="Content Placeholder 2">
            <a:extLst>
              <a:ext uri="{FF2B5EF4-FFF2-40B4-BE49-F238E27FC236}">
                <a16:creationId xmlns:a16="http://schemas.microsoft.com/office/drawing/2014/main" id="{E91DC2F7-42F3-4306-FD90-E447543E0D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8348" y="1279069"/>
            <a:ext cx="8151934" cy="4148503"/>
          </a:xfrm>
          <a:solidFill>
            <a:schemeClr val="bg1"/>
          </a:solidFill>
        </p:spPr>
        <p:txBody>
          <a:bodyPr>
            <a:normAutofit fontScale="77500" lnSpcReduction="20000"/>
          </a:bodyPr>
          <a:lstStyle/>
          <a:p>
            <a:pPr algn="just"/>
            <a:r>
              <a:rPr lang="en-US" altLang="en-US" dirty="0"/>
              <a:t>π</a:t>
            </a:r>
            <a:r>
              <a:rPr lang="en-US" altLang="en-US" baseline="-25000" dirty="0"/>
              <a:t>s</a:t>
            </a:r>
            <a:r>
              <a:rPr lang="en-US" altLang="en-US" dirty="0"/>
              <a:t> is the probability that a randomly chosen vertex belongs to a small component of size s in total:</a:t>
            </a:r>
          </a:p>
          <a:p>
            <a:pPr algn="just"/>
            <a:endParaRPr lang="en-US" altLang="en-US" dirty="0"/>
          </a:p>
          <a:p>
            <a:pPr algn="just"/>
            <a:endParaRPr lang="en-US" altLang="en-US" dirty="0"/>
          </a:p>
          <a:p>
            <a:pPr algn="just"/>
            <a:r>
              <a:rPr lang="en-US" altLang="en-US" dirty="0"/>
              <a:t>In order to calculate the above probability we will make use of the fact that </a:t>
            </a:r>
            <a:r>
              <a:rPr lang="en-US" altLang="en-US" u="sng" dirty="0"/>
              <a:t>small components are trees</a:t>
            </a:r>
            <a:endParaRPr lang="en-US" altLang="en-US" dirty="0"/>
          </a:p>
          <a:p>
            <a:pPr lvl="1" algn="just"/>
            <a:r>
              <a:rPr lang="en-US" altLang="en-US" dirty="0"/>
              <a:t>Consider a small component of size s that forms a tree</a:t>
            </a:r>
          </a:p>
          <a:p>
            <a:pPr lvl="2" algn="just"/>
            <a:r>
              <a:rPr lang="en-US" altLang="en-US" dirty="0"/>
              <a:t>There are s-1 edges in total</a:t>
            </a:r>
          </a:p>
          <a:p>
            <a:pPr lvl="1" algn="just"/>
            <a:r>
              <a:rPr lang="en-US" altLang="en-US" dirty="0"/>
              <a:t>If we add one more edge there will be a loop</a:t>
            </a:r>
          </a:p>
          <a:p>
            <a:pPr lvl="2" algn="just"/>
            <a:r>
              <a:rPr lang="en-US" altLang="en-US" dirty="0"/>
              <a:t>Number of new edges possible:</a:t>
            </a:r>
          </a:p>
          <a:p>
            <a:pPr lvl="2" algn="just"/>
            <a:r>
              <a:rPr lang="en-US" altLang="en-US" dirty="0"/>
              <a:t>Considering the probability of existence for these edges</a:t>
            </a:r>
          </a:p>
          <a:p>
            <a:pPr lvl="3" algn="just"/>
            <a:r>
              <a:rPr lang="en-US" altLang="en-US" dirty="0"/>
              <a:t>The total number of extra edges in the component is</a:t>
            </a:r>
          </a:p>
          <a:p>
            <a:pPr lvl="1" algn="just"/>
            <a:endParaRPr lang="en-US" altLang="en-US" dirty="0"/>
          </a:p>
          <a:p>
            <a:pPr lvl="1" algn="just"/>
            <a:endParaRPr lang="en-US" altLang="en-US" dirty="0"/>
          </a:p>
        </p:txBody>
      </p:sp>
      <p:sp>
        <p:nvSpPr>
          <p:cNvPr id="41987" name="Slide Number Placeholder 3">
            <a:extLst>
              <a:ext uri="{FF2B5EF4-FFF2-40B4-BE49-F238E27FC236}">
                <a16:creationId xmlns:a16="http://schemas.microsoft.com/office/drawing/2014/main" id="{733C0FFE-2A34-023C-F808-5992ED185B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15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685817" indent="-263776">
              <a:defRPr sz="2215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055103" indent="-211021">
              <a:defRPr sz="2215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477145" indent="-211021">
              <a:defRPr sz="2215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1899186" indent="-211021">
              <a:defRPr sz="2215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321227" indent="-211021" algn="ctr" eaLnBrk="0" fontAlgn="base" hangingPunct="0">
              <a:spcBef>
                <a:spcPct val="0"/>
              </a:spcBef>
              <a:spcAft>
                <a:spcPct val="0"/>
              </a:spcAft>
              <a:defRPr sz="2215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743269" indent="-211021" algn="ctr" eaLnBrk="0" fontAlgn="base" hangingPunct="0">
              <a:spcBef>
                <a:spcPct val="0"/>
              </a:spcBef>
              <a:spcAft>
                <a:spcPct val="0"/>
              </a:spcAft>
              <a:defRPr sz="2215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165310" indent="-211021" algn="ctr" eaLnBrk="0" fontAlgn="base" hangingPunct="0">
              <a:spcBef>
                <a:spcPct val="0"/>
              </a:spcBef>
              <a:spcAft>
                <a:spcPct val="0"/>
              </a:spcAft>
              <a:defRPr sz="2215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587351" indent="-211021" algn="ctr" eaLnBrk="0" fontAlgn="base" hangingPunct="0">
              <a:spcBef>
                <a:spcPct val="0"/>
              </a:spcBef>
              <a:spcAft>
                <a:spcPct val="0"/>
              </a:spcAft>
              <a:defRPr sz="2215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185E223-0EE1-4682-8C33-3EEF32E0AD1D}" type="slidenum">
              <a:rPr lang="en-US" altLang="en-US" sz="923">
                <a:solidFill>
                  <a:srgbClr val="161616"/>
                </a:solidFill>
              </a:rPr>
              <a:pPr/>
              <a:t>90</a:t>
            </a:fld>
            <a:endParaRPr lang="en-US" altLang="en-US" sz="923">
              <a:solidFill>
                <a:srgbClr val="161616"/>
              </a:solidFill>
            </a:endParaRPr>
          </a:p>
        </p:txBody>
      </p:sp>
      <p:graphicFrame>
        <p:nvGraphicFramePr>
          <p:cNvPr id="41988" name="Object 4">
            <a:extLst>
              <a:ext uri="{FF2B5EF4-FFF2-40B4-BE49-F238E27FC236}">
                <a16:creationId xmlns:a16="http://schemas.microsoft.com/office/drawing/2014/main" id="{41FEC74D-25C8-7F0C-1C28-AB789C08A0B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2133858"/>
              </p:ext>
            </p:extLst>
          </p:nvPr>
        </p:nvGraphicFramePr>
        <p:xfrm>
          <a:off x="3379177" y="1961342"/>
          <a:ext cx="1280746" cy="756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74700" imgH="457200" progId="Equation.3">
                  <p:embed/>
                </p:oleObj>
              </mc:Choice>
              <mc:Fallback>
                <p:oleObj name="Equation" r:id="rId4" imgW="774700" imgH="457200" progId="Equation.3">
                  <p:embed/>
                  <p:pic>
                    <p:nvPicPr>
                      <p:cNvPr id="41988" name="Object 4">
                        <a:extLst>
                          <a:ext uri="{FF2B5EF4-FFF2-40B4-BE49-F238E27FC236}">
                            <a16:creationId xmlns:a16="http://schemas.microsoft.com/office/drawing/2014/main" id="{41FEC74D-25C8-7F0C-1C28-AB789C08A0B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9177" y="1961342"/>
                        <a:ext cx="1280746" cy="756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89" name="TextBox 5">
            <a:extLst>
              <a:ext uri="{FF2B5EF4-FFF2-40B4-BE49-F238E27FC236}">
                <a16:creationId xmlns:a16="http://schemas.microsoft.com/office/drawing/2014/main" id="{15D89549-533F-493D-00E9-91222A797B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3734" y="1988873"/>
            <a:ext cx="1624163" cy="433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215" dirty="0"/>
              <a:t>Why not 1?</a:t>
            </a:r>
          </a:p>
        </p:txBody>
      </p:sp>
      <p:pic>
        <p:nvPicPr>
          <p:cNvPr id="41990" name="Picture 6">
            <a:extLst>
              <a:ext uri="{FF2B5EF4-FFF2-40B4-BE49-F238E27FC236}">
                <a16:creationId xmlns:a16="http://schemas.microsoft.com/office/drawing/2014/main" id="{77FFFD17-3A2B-9FFB-F0FD-BFC3224EE07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4413005"/>
            <a:ext cx="1746738" cy="160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1991" name="Object 7">
            <a:extLst>
              <a:ext uri="{FF2B5EF4-FFF2-40B4-BE49-F238E27FC236}">
                <a16:creationId xmlns:a16="http://schemas.microsoft.com/office/drawing/2014/main" id="{DECD0790-97B1-3F78-7205-2E1F338255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6490861"/>
              </p:ext>
            </p:extLst>
          </p:nvPr>
        </p:nvGraphicFramePr>
        <p:xfrm>
          <a:off x="4860032" y="4265502"/>
          <a:ext cx="1711569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854200" imgH="495300" progId="Equation.3">
                  <p:embed/>
                </p:oleObj>
              </mc:Choice>
              <mc:Fallback>
                <p:oleObj name="Equation" r:id="rId7" imgW="1854200" imgH="495300" progId="Equation.3">
                  <p:embed/>
                  <p:pic>
                    <p:nvPicPr>
                      <p:cNvPr id="41991" name="Object 7">
                        <a:extLst>
                          <a:ext uri="{FF2B5EF4-FFF2-40B4-BE49-F238E27FC236}">
                            <a16:creationId xmlns:a16="http://schemas.microsoft.com/office/drawing/2014/main" id="{DECD0790-97B1-3F78-7205-2E1F338255B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0032" y="4265502"/>
                        <a:ext cx="1711569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2" name="Object 8">
            <a:extLst>
              <a:ext uri="{FF2B5EF4-FFF2-40B4-BE49-F238E27FC236}">
                <a16:creationId xmlns:a16="http://schemas.microsoft.com/office/drawing/2014/main" id="{B25490F5-10B2-4534-5DF9-DD21ED96E5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4695746"/>
              </p:ext>
            </p:extLst>
          </p:nvPr>
        </p:nvGraphicFramePr>
        <p:xfrm>
          <a:off x="2784475" y="5427663"/>
          <a:ext cx="247015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790700" imgH="393700" progId="Equation.3">
                  <p:embed/>
                </p:oleObj>
              </mc:Choice>
              <mc:Fallback>
                <p:oleObj name="Equation" r:id="rId9" imgW="1790700" imgH="393700" progId="Equation.3">
                  <p:embed/>
                  <p:pic>
                    <p:nvPicPr>
                      <p:cNvPr id="41992" name="Object 8">
                        <a:extLst>
                          <a:ext uri="{FF2B5EF4-FFF2-40B4-BE49-F238E27FC236}">
                            <a16:creationId xmlns:a16="http://schemas.microsoft.com/office/drawing/2014/main" id="{B25490F5-10B2-4534-5DF9-DD21ED96E52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4475" y="5427663"/>
                        <a:ext cx="2470150" cy="5429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C51FB86F-D451-BD83-B899-0A1A74AF877E}"/>
              </a:ext>
            </a:extLst>
          </p:cNvPr>
          <p:cNvSpPr txBox="1">
            <a:spLocks/>
          </p:cNvSpPr>
          <p:nvPr/>
        </p:nvSpPr>
        <p:spPr>
          <a:xfrm>
            <a:off x="251520" y="257572"/>
            <a:ext cx="8229600" cy="833010"/>
          </a:xfrm>
          <a:prstGeom prst="rect">
            <a:avLst/>
          </a:prstGeom>
          <a:ln w="25400" cap="flat" cmpd="sng" algn="ctr">
            <a:noFill/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Small Components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13B73E-02DD-7367-8F55-CD1E7C3BE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B7FEA-7217-4925-A33D-00A265A4FF0E}" type="datetime1">
              <a:rPr lang="en-US" smtClean="0"/>
              <a:t>10/5/2025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738A8-867C-09B0-1235-31E8568BB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etwork Technology Background">
            <a:extLst>
              <a:ext uri="{FF2B5EF4-FFF2-40B4-BE49-F238E27FC236}">
                <a16:creationId xmlns:a16="http://schemas.microsoft.com/office/drawing/2014/main" id="{F567C24F-FD1C-8A0F-5496-EA2D77856A6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r="-1" b="3428"/>
          <a:stretch/>
        </p:blipFill>
        <p:spPr>
          <a:xfrm>
            <a:off x="18913" y="116632"/>
            <a:ext cx="8910804" cy="655891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4034" name="Content Placeholder 2">
            <a:extLst>
              <a:ext uri="{FF2B5EF4-FFF2-40B4-BE49-F238E27FC236}">
                <a16:creationId xmlns:a16="http://schemas.microsoft.com/office/drawing/2014/main" id="{C16839D5-264E-DFE5-F526-60A83DFD4B64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txBody>
          <a:bodyPr>
            <a:normAutofit fontScale="92500" lnSpcReduction="20000"/>
          </a:bodyPr>
          <a:lstStyle/>
          <a:p>
            <a:pPr algn="just"/>
            <a:r>
              <a:rPr lang="en-US" altLang="en-US" dirty="0"/>
              <a:t>Since a small component is tree any vertex </a:t>
            </a:r>
            <a:r>
              <a:rPr lang="en-US" altLang="en-US" dirty="0" err="1"/>
              <a:t>i</a:t>
            </a:r>
            <a:r>
              <a:rPr lang="en-US" altLang="en-US" dirty="0"/>
              <a:t> (with degree k) in the component is the “connection” of </a:t>
            </a:r>
            <a:r>
              <a:rPr lang="en-US" altLang="en-US" i="1" dirty="0"/>
              <a:t>k</a:t>
            </a:r>
            <a:r>
              <a:rPr lang="en-US" altLang="en-US" dirty="0"/>
              <a:t> sub-graphs in the same component</a:t>
            </a:r>
          </a:p>
          <a:p>
            <a:pPr lvl="1" algn="just"/>
            <a:r>
              <a:rPr lang="en-US" altLang="en-US" dirty="0"/>
              <a:t>The component size is equal to the sum of the subgraphs i’s vertices lead to (plus 1 – node </a:t>
            </a:r>
            <a:r>
              <a:rPr lang="en-US" altLang="en-US" dirty="0" err="1"/>
              <a:t>i</a:t>
            </a:r>
            <a:r>
              <a:rPr lang="en-US" altLang="en-US" dirty="0"/>
              <a:t>)</a:t>
            </a:r>
          </a:p>
          <a:p>
            <a:pPr algn="just"/>
            <a:r>
              <a:rPr lang="en-US" altLang="en-US" dirty="0"/>
              <a:t>Assume now we remove vertex </a:t>
            </a:r>
            <a:r>
              <a:rPr lang="en-US" altLang="en-US" dirty="0" err="1"/>
              <a:t>i</a:t>
            </a:r>
            <a:r>
              <a:rPr lang="en-US" altLang="en-US" dirty="0"/>
              <a:t> from the network</a:t>
            </a:r>
          </a:p>
          <a:p>
            <a:pPr lvl="1" algn="just"/>
            <a:r>
              <a:rPr lang="en-US" altLang="en-US" dirty="0"/>
              <a:t>For large network this does not really change any of the statistical properties of the network (</a:t>
            </a:r>
            <a:r>
              <a:rPr lang="en-US" altLang="en-US" i="1" dirty="0"/>
              <a:t>cavity</a:t>
            </a:r>
            <a:r>
              <a:rPr lang="en-US" altLang="en-US" dirty="0"/>
              <a:t> method)</a:t>
            </a:r>
          </a:p>
          <a:p>
            <a:pPr lvl="1" algn="just"/>
            <a:r>
              <a:rPr lang="en-US" altLang="en-US" dirty="0"/>
              <a:t>In this graph the previous sub-graphs are the components themselves  </a:t>
            </a:r>
          </a:p>
        </p:txBody>
      </p:sp>
      <p:sp>
        <p:nvSpPr>
          <p:cNvPr id="44035" name="Slide Number Placeholder 3">
            <a:extLst>
              <a:ext uri="{FF2B5EF4-FFF2-40B4-BE49-F238E27FC236}">
                <a16:creationId xmlns:a16="http://schemas.microsoft.com/office/drawing/2014/main" id="{B195473A-B517-F700-7717-FF28529923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15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685817" indent="-263776">
              <a:defRPr sz="2215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055103" indent="-211021">
              <a:defRPr sz="2215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477145" indent="-211021">
              <a:defRPr sz="2215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1899186" indent="-211021">
              <a:defRPr sz="2215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321227" indent="-211021" algn="ctr" eaLnBrk="0" fontAlgn="base" hangingPunct="0">
              <a:spcBef>
                <a:spcPct val="0"/>
              </a:spcBef>
              <a:spcAft>
                <a:spcPct val="0"/>
              </a:spcAft>
              <a:defRPr sz="2215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743269" indent="-211021" algn="ctr" eaLnBrk="0" fontAlgn="base" hangingPunct="0">
              <a:spcBef>
                <a:spcPct val="0"/>
              </a:spcBef>
              <a:spcAft>
                <a:spcPct val="0"/>
              </a:spcAft>
              <a:defRPr sz="2215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165310" indent="-211021" algn="ctr" eaLnBrk="0" fontAlgn="base" hangingPunct="0">
              <a:spcBef>
                <a:spcPct val="0"/>
              </a:spcBef>
              <a:spcAft>
                <a:spcPct val="0"/>
              </a:spcAft>
              <a:defRPr sz="2215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587351" indent="-211021" algn="ctr" eaLnBrk="0" fontAlgn="base" hangingPunct="0">
              <a:spcBef>
                <a:spcPct val="0"/>
              </a:spcBef>
              <a:spcAft>
                <a:spcPct val="0"/>
              </a:spcAft>
              <a:defRPr sz="2215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D08B8E2-CE47-4107-BDF5-352E716CE6A1}" type="slidenum">
              <a:rPr lang="en-US" altLang="en-US" sz="923">
                <a:solidFill>
                  <a:srgbClr val="161616"/>
                </a:solidFill>
              </a:rPr>
              <a:pPr/>
              <a:t>91</a:t>
            </a:fld>
            <a:endParaRPr lang="en-US" altLang="en-US" sz="923">
              <a:solidFill>
                <a:srgbClr val="161616"/>
              </a:solidFill>
            </a:endParaRPr>
          </a:p>
        </p:txBody>
      </p:sp>
      <p:pic>
        <p:nvPicPr>
          <p:cNvPr id="44036" name="Picture 4">
            <a:extLst>
              <a:ext uri="{FF2B5EF4-FFF2-40B4-BE49-F238E27FC236}">
                <a16:creationId xmlns:a16="http://schemas.microsoft.com/office/drawing/2014/main" id="{56617C57-974D-E78F-2DA6-1C8FC73D23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1692" y="4988169"/>
            <a:ext cx="4982308" cy="160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9179E11-528D-77B8-C07A-BB7E2D5C1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7657647-9F46-4F3B-72C1-5FEF0E787D35}"/>
              </a:ext>
            </a:extLst>
          </p:cNvPr>
          <p:cNvSpPr txBox="1">
            <a:spLocks/>
          </p:cNvSpPr>
          <p:nvPr/>
        </p:nvSpPr>
        <p:spPr>
          <a:xfrm>
            <a:off x="251520" y="257572"/>
            <a:ext cx="8229600" cy="833010"/>
          </a:xfrm>
          <a:prstGeom prst="rect">
            <a:avLst/>
          </a:prstGeom>
          <a:ln w="25400" cap="flat" cmpd="sng" algn="ctr">
            <a:noFill/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Small Components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8F1530-37B0-22D0-2E8F-872587695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AA29E-33DB-43C4-B520-9E4012B09D0D}" type="datetime1">
              <a:rPr lang="en-US" smtClean="0"/>
              <a:t>10/5/2025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4BE6E8-5FD1-8781-93DF-EEA0A7FFB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etwork Technology Background">
            <a:extLst>
              <a:ext uri="{FF2B5EF4-FFF2-40B4-BE49-F238E27FC236}">
                <a16:creationId xmlns:a16="http://schemas.microsoft.com/office/drawing/2014/main" id="{A0296470-9A58-A6B8-19B2-F0C68625DEA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r="-1" b="3428"/>
          <a:stretch/>
        </p:blipFill>
        <p:spPr>
          <a:xfrm>
            <a:off x="18913" y="116632"/>
            <a:ext cx="8910804" cy="655891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5058" name="Content Placeholder 2">
            <a:extLst>
              <a:ext uri="{FF2B5EF4-FFF2-40B4-BE49-F238E27FC236}">
                <a16:creationId xmlns:a16="http://schemas.microsoft.com/office/drawing/2014/main" id="{2155D71D-79C5-1961-10FF-AFF4E367F1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515" y="1265959"/>
            <a:ext cx="8229600" cy="4525963"/>
          </a:xfrm>
          <a:solidFill>
            <a:schemeClr val="bg1"/>
          </a:solidFill>
        </p:spPr>
        <p:txBody>
          <a:bodyPr>
            <a:normAutofit fontScale="85000" lnSpcReduction="20000"/>
          </a:bodyPr>
          <a:lstStyle/>
          <a:p>
            <a:pPr algn="just"/>
            <a:r>
              <a:rPr lang="en-US" altLang="en-US" dirty="0"/>
              <a:t>Therefore, the probability that neighbor n</a:t>
            </a:r>
            <a:r>
              <a:rPr lang="en-US" altLang="en-US" baseline="-25000" dirty="0"/>
              <a:t>1</a:t>
            </a:r>
            <a:r>
              <a:rPr lang="en-US" altLang="en-US" dirty="0"/>
              <a:t> belongs to a component of size s</a:t>
            </a:r>
            <a:r>
              <a:rPr lang="en-US" altLang="en-US" baseline="-25000" dirty="0"/>
              <a:t>1</a:t>
            </a:r>
            <a:r>
              <a:rPr lang="en-US" altLang="en-US" dirty="0"/>
              <a:t> is itself π</a:t>
            </a:r>
            <a:r>
              <a:rPr lang="en-US" altLang="en-US" baseline="-25000" dirty="0"/>
              <a:t>s1</a:t>
            </a:r>
            <a:endParaRPr lang="en-US" altLang="en-US" dirty="0"/>
          </a:p>
          <a:p>
            <a:pPr algn="just"/>
            <a:endParaRPr lang="en-US" altLang="en-US" dirty="0"/>
          </a:p>
          <a:p>
            <a:pPr algn="just"/>
            <a:r>
              <a:rPr lang="en-US" altLang="en-US" dirty="0"/>
              <a:t>The probability P(</a:t>
            </a:r>
            <a:r>
              <a:rPr lang="en-US" altLang="en-US" dirty="0" err="1"/>
              <a:t>s|k</a:t>
            </a:r>
            <a:r>
              <a:rPr lang="en-US" altLang="en-US" dirty="0"/>
              <a:t>) that </a:t>
            </a:r>
            <a:r>
              <a:rPr lang="en-US" altLang="en-US" dirty="0" err="1"/>
              <a:t>vertix</a:t>
            </a:r>
            <a:r>
              <a:rPr lang="en-US" altLang="en-US" dirty="0"/>
              <a:t> </a:t>
            </a:r>
            <a:r>
              <a:rPr lang="en-US" altLang="en-US" dirty="0" err="1"/>
              <a:t>i</a:t>
            </a:r>
            <a:r>
              <a:rPr lang="en-US" altLang="en-US" dirty="0"/>
              <a:t> belongs to a small component of size s, given that its degree is k, is given by the probability that its k neighbors belong to components with sizes that sum up to s-1 (in the new cavity network):</a:t>
            </a:r>
          </a:p>
          <a:p>
            <a:pPr algn="just"/>
            <a:endParaRPr lang="en-US" altLang="en-US" dirty="0"/>
          </a:p>
          <a:p>
            <a:pPr algn="just"/>
            <a:endParaRPr lang="en-US" altLang="en-US" dirty="0"/>
          </a:p>
          <a:p>
            <a:pPr algn="just"/>
            <a:r>
              <a:rPr lang="en-US" altLang="en-US" dirty="0"/>
              <a:t>We remove the condition using the degree distribution of the random graph:</a:t>
            </a:r>
          </a:p>
        </p:txBody>
      </p:sp>
      <p:sp>
        <p:nvSpPr>
          <p:cNvPr id="45059" name="Slide Number Placeholder 3">
            <a:extLst>
              <a:ext uri="{FF2B5EF4-FFF2-40B4-BE49-F238E27FC236}">
                <a16:creationId xmlns:a16="http://schemas.microsoft.com/office/drawing/2014/main" id="{C0886981-F71D-B6C9-D91C-B03B1696B5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15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685817" indent="-263776">
              <a:defRPr sz="2215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055103" indent="-211021">
              <a:defRPr sz="2215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477145" indent="-211021">
              <a:defRPr sz="2215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1899186" indent="-211021">
              <a:defRPr sz="2215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321227" indent="-211021" algn="ctr" eaLnBrk="0" fontAlgn="base" hangingPunct="0">
              <a:spcBef>
                <a:spcPct val="0"/>
              </a:spcBef>
              <a:spcAft>
                <a:spcPct val="0"/>
              </a:spcAft>
              <a:defRPr sz="2215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743269" indent="-211021" algn="ctr" eaLnBrk="0" fontAlgn="base" hangingPunct="0">
              <a:spcBef>
                <a:spcPct val="0"/>
              </a:spcBef>
              <a:spcAft>
                <a:spcPct val="0"/>
              </a:spcAft>
              <a:defRPr sz="2215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165310" indent="-211021" algn="ctr" eaLnBrk="0" fontAlgn="base" hangingPunct="0">
              <a:spcBef>
                <a:spcPct val="0"/>
              </a:spcBef>
              <a:spcAft>
                <a:spcPct val="0"/>
              </a:spcAft>
              <a:defRPr sz="2215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587351" indent="-211021" algn="ctr" eaLnBrk="0" fontAlgn="base" hangingPunct="0">
              <a:spcBef>
                <a:spcPct val="0"/>
              </a:spcBef>
              <a:spcAft>
                <a:spcPct val="0"/>
              </a:spcAft>
              <a:defRPr sz="2215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5156128-3BCC-45D4-B04C-B86B18D89C7C}" type="slidenum">
              <a:rPr lang="en-US" altLang="en-US" sz="923">
                <a:solidFill>
                  <a:srgbClr val="161616"/>
                </a:solidFill>
              </a:rPr>
              <a:pPr/>
              <a:t>92</a:t>
            </a:fld>
            <a:endParaRPr lang="en-US" altLang="en-US" sz="923">
              <a:solidFill>
                <a:srgbClr val="161616"/>
              </a:solidFill>
            </a:endParaRPr>
          </a:p>
        </p:txBody>
      </p:sp>
      <p:pic>
        <p:nvPicPr>
          <p:cNvPr id="45060" name="Picture 4">
            <a:extLst>
              <a:ext uri="{FF2B5EF4-FFF2-40B4-BE49-F238E27FC236}">
                <a16:creationId xmlns:a16="http://schemas.microsoft.com/office/drawing/2014/main" id="{2A3187E0-E423-7101-77A5-F6C47A12C5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3789040"/>
            <a:ext cx="4111869" cy="835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61" name="Picture 6">
            <a:extLst>
              <a:ext uri="{FF2B5EF4-FFF2-40B4-BE49-F238E27FC236}">
                <a16:creationId xmlns:a16="http://schemas.microsoft.com/office/drawing/2014/main" id="{1D5342B3-FA84-0DB8-5D69-2C3DBE9486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5455656"/>
            <a:ext cx="4044462" cy="11459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F7DC5AD-CD57-7DF4-4571-C7C85E062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F2FF03B-7308-D9D0-8C8E-A97CB6591265}"/>
              </a:ext>
            </a:extLst>
          </p:cNvPr>
          <p:cNvSpPr txBox="1">
            <a:spLocks/>
          </p:cNvSpPr>
          <p:nvPr/>
        </p:nvSpPr>
        <p:spPr>
          <a:xfrm>
            <a:off x="251520" y="257572"/>
            <a:ext cx="8229600" cy="833010"/>
          </a:xfrm>
          <a:prstGeom prst="rect">
            <a:avLst/>
          </a:prstGeom>
          <a:ln w="25400" cap="flat" cmpd="sng" algn="ctr">
            <a:noFill/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Small Components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966A05-18AF-3AC4-F1FA-6F26F75E1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4F9C1-DCBB-4549-A76E-E2017C39B741}" type="datetime1">
              <a:rPr lang="en-US" smtClean="0"/>
              <a:t>10/5/2025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42633A-4388-06C3-9212-18C5A7A05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Network Technology Background">
            <a:extLst>
              <a:ext uri="{FF2B5EF4-FFF2-40B4-BE49-F238E27FC236}">
                <a16:creationId xmlns:a16="http://schemas.microsoft.com/office/drawing/2014/main" id="{56E79CB5-5979-F34C-92D4-20499E0A551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r="-1" b="3428"/>
          <a:stretch/>
        </p:blipFill>
        <p:spPr>
          <a:xfrm>
            <a:off x="18913" y="116632"/>
            <a:ext cx="8910804" cy="655891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6082" name="Content Placeholder 2">
            <a:extLst>
              <a:ext uri="{FF2B5EF4-FFF2-40B4-BE49-F238E27FC236}">
                <a16:creationId xmlns:a16="http://schemas.microsoft.com/office/drawing/2014/main" id="{BE700544-466B-BBAB-56B4-68D54169DB90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txBody>
          <a:bodyPr>
            <a:normAutofit lnSpcReduction="10000"/>
          </a:bodyPr>
          <a:lstStyle/>
          <a:p>
            <a:pPr algn="just"/>
            <a:r>
              <a:rPr lang="en-US" altLang="en-US" dirty="0"/>
              <a:t>The previous equation is difficult to compute due to the Kronecker delta</a:t>
            </a:r>
          </a:p>
          <a:p>
            <a:pPr algn="just"/>
            <a:r>
              <a:rPr lang="en-US" altLang="en-US" dirty="0"/>
              <a:t>A trick that is often used in such situations is that of </a:t>
            </a:r>
            <a:r>
              <a:rPr lang="en-US" altLang="en-US" u="sng" dirty="0"/>
              <a:t>generating function or z-transform</a:t>
            </a:r>
          </a:p>
          <a:p>
            <a:pPr algn="just"/>
            <a:endParaRPr lang="en-US" altLang="en-US" u="sng" dirty="0"/>
          </a:p>
          <a:p>
            <a:pPr lvl="1" algn="just"/>
            <a:r>
              <a:rPr lang="en-US" altLang="en-US" dirty="0"/>
              <a:t>Polynomial function or series in z whose coefficients are the probabilities π</a:t>
            </a:r>
            <a:r>
              <a:rPr lang="en-US" altLang="en-US" baseline="-25000" dirty="0"/>
              <a:t>s</a:t>
            </a:r>
            <a:endParaRPr lang="en-US" altLang="en-US" dirty="0"/>
          </a:p>
          <a:p>
            <a:pPr lvl="1" algn="just"/>
            <a:r>
              <a:rPr lang="en-US" altLang="en-US" dirty="0"/>
              <a:t>Given function h we can then recover the probabilities as:</a:t>
            </a:r>
          </a:p>
          <a:p>
            <a:pPr lvl="1" algn="just"/>
            <a:endParaRPr lang="en-US" altLang="en-US" dirty="0"/>
          </a:p>
        </p:txBody>
      </p:sp>
      <p:graphicFrame>
        <p:nvGraphicFramePr>
          <p:cNvPr id="46084" name="Object 4">
            <a:extLst>
              <a:ext uri="{FF2B5EF4-FFF2-40B4-BE49-F238E27FC236}">
                <a16:creationId xmlns:a16="http://schemas.microsoft.com/office/drawing/2014/main" id="{940D05C9-3ED0-94AD-63E1-7F2594FAF7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5931491"/>
              </p:ext>
            </p:extLst>
          </p:nvPr>
        </p:nvGraphicFramePr>
        <p:xfrm>
          <a:off x="3419872" y="3458650"/>
          <a:ext cx="2861897" cy="7107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841500" imgH="457200" progId="Equation.3">
                  <p:embed/>
                </p:oleObj>
              </mc:Choice>
              <mc:Fallback>
                <p:oleObj name="Equation" r:id="rId3" imgW="1841500" imgH="457200" progId="Equation.3">
                  <p:embed/>
                  <p:pic>
                    <p:nvPicPr>
                      <p:cNvPr id="46084" name="Object 4">
                        <a:extLst>
                          <a:ext uri="{FF2B5EF4-FFF2-40B4-BE49-F238E27FC236}">
                            <a16:creationId xmlns:a16="http://schemas.microsoft.com/office/drawing/2014/main" id="{940D05C9-3ED0-94AD-63E1-7F2594FAF7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872" y="3458650"/>
                        <a:ext cx="2861897" cy="7107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5" name="Object 5">
            <a:extLst>
              <a:ext uri="{FF2B5EF4-FFF2-40B4-BE49-F238E27FC236}">
                <a16:creationId xmlns:a16="http://schemas.microsoft.com/office/drawing/2014/main" id="{82BE9B24-873A-7B9B-36B0-828D9755EA1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5036620"/>
              </p:ext>
            </p:extLst>
          </p:nvPr>
        </p:nvGraphicFramePr>
        <p:xfrm>
          <a:off x="3995936" y="5217213"/>
          <a:ext cx="1913792" cy="10536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76300" imgH="482600" progId="Equation.3">
                  <p:embed/>
                </p:oleObj>
              </mc:Choice>
              <mc:Fallback>
                <p:oleObj name="Equation" r:id="rId5" imgW="876300" imgH="482600" progId="Equation.3">
                  <p:embed/>
                  <p:pic>
                    <p:nvPicPr>
                      <p:cNvPr id="46085" name="Object 5">
                        <a:extLst>
                          <a:ext uri="{FF2B5EF4-FFF2-40B4-BE49-F238E27FC236}">
                            <a16:creationId xmlns:a16="http://schemas.microsoft.com/office/drawing/2014/main" id="{82BE9B24-873A-7B9B-36B0-828D9755EA1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936" y="5217213"/>
                        <a:ext cx="1913792" cy="10536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72B2CFA2-C5BB-4C75-CF7B-3CC4FD0B7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8D02EB2-3370-1B04-5B2B-2CD23ADEB6B5}"/>
              </a:ext>
            </a:extLst>
          </p:cNvPr>
          <p:cNvSpPr txBox="1">
            <a:spLocks/>
          </p:cNvSpPr>
          <p:nvPr/>
        </p:nvSpPr>
        <p:spPr>
          <a:xfrm>
            <a:off x="251520" y="257572"/>
            <a:ext cx="8229600" cy="833010"/>
          </a:xfrm>
          <a:prstGeom prst="rect">
            <a:avLst/>
          </a:prstGeom>
          <a:ln w="25400" cap="flat" cmpd="sng" algn="ctr">
            <a:noFill/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Small Components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562886-F9AA-7145-E099-D3F9A65B2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A78A6-2BD9-4144-B480-DF32D362C7C5}" type="datetime1">
              <a:rPr lang="en-US" smtClean="0"/>
              <a:t>10/5/2025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454CC1-A1B8-4095-AB1C-ACCE9DB11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EE58D8-0C23-92C4-6EA7-E9BAFB464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93</a:t>
            </a:fld>
            <a:endParaRPr lang="en-IN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etwork Technology Background">
            <a:extLst>
              <a:ext uri="{FF2B5EF4-FFF2-40B4-BE49-F238E27FC236}">
                <a16:creationId xmlns:a16="http://schemas.microsoft.com/office/drawing/2014/main" id="{FE820819-CEE8-3EF8-3B5B-38EC30F4780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r="-1" b="3428"/>
          <a:stretch/>
        </p:blipFill>
        <p:spPr>
          <a:xfrm>
            <a:off x="18913" y="116632"/>
            <a:ext cx="8910804" cy="6558917"/>
          </a:xfrm>
          <a:prstGeom prst="roundRect">
            <a:avLst>
              <a:gd name="adj" fmla="val 8594"/>
            </a:avLst>
          </a:prstGeom>
          <a:solidFill>
            <a:schemeClr val="bg1"/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7106" name="Content Placeholder 2">
            <a:extLst>
              <a:ext uri="{FF2B5EF4-FFF2-40B4-BE49-F238E27FC236}">
                <a16:creationId xmlns:a16="http://schemas.microsoft.com/office/drawing/2014/main" id="{0DB30949-D943-F84C-3B98-84A1BE08E71A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txBody>
          <a:bodyPr/>
          <a:lstStyle/>
          <a:p>
            <a:pPr algn="just"/>
            <a:r>
              <a:rPr lang="en-US" altLang="en-US" dirty="0"/>
              <a:t>In our case, substituting the probabilities at the z-transform we get: </a:t>
            </a:r>
          </a:p>
        </p:txBody>
      </p:sp>
      <p:sp>
        <p:nvSpPr>
          <p:cNvPr id="47107" name="Slide Number Placeholder 3">
            <a:extLst>
              <a:ext uri="{FF2B5EF4-FFF2-40B4-BE49-F238E27FC236}">
                <a16:creationId xmlns:a16="http://schemas.microsoft.com/office/drawing/2014/main" id="{170B3DB2-AF3C-940B-FE19-B93FE3FB4A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15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685817" indent="-263776">
              <a:defRPr sz="2215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055103" indent="-211021">
              <a:defRPr sz="2215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477145" indent="-211021">
              <a:defRPr sz="2215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1899186" indent="-211021">
              <a:defRPr sz="2215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321227" indent="-211021" algn="ctr" eaLnBrk="0" fontAlgn="base" hangingPunct="0">
              <a:spcBef>
                <a:spcPct val="0"/>
              </a:spcBef>
              <a:spcAft>
                <a:spcPct val="0"/>
              </a:spcAft>
              <a:defRPr sz="2215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743269" indent="-211021" algn="ctr" eaLnBrk="0" fontAlgn="base" hangingPunct="0">
              <a:spcBef>
                <a:spcPct val="0"/>
              </a:spcBef>
              <a:spcAft>
                <a:spcPct val="0"/>
              </a:spcAft>
              <a:defRPr sz="2215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165310" indent="-211021" algn="ctr" eaLnBrk="0" fontAlgn="base" hangingPunct="0">
              <a:spcBef>
                <a:spcPct val="0"/>
              </a:spcBef>
              <a:spcAft>
                <a:spcPct val="0"/>
              </a:spcAft>
              <a:defRPr sz="2215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587351" indent="-211021" algn="ctr" eaLnBrk="0" fontAlgn="base" hangingPunct="0">
              <a:spcBef>
                <a:spcPct val="0"/>
              </a:spcBef>
              <a:spcAft>
                <a:spcPct val="0"/>
              </a:spcAft>
              <a:defRPr sz="2215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4AD952A-0342-4839-B390-41ED54920614}" type="slidenum">
              <a:rPr lang="en-US" altLang="en-US" sz="923">
                <a:solidFill>
                  <a:srgbClr val="161616"/>
                </a:solidFill>
              </a:rPr>
              <a:pPr/>
              <a:t>94</a:t>
            </a:fld>
            <a:endParaRPr lang="en-US" altLang="en-US" sz="923">
              <a:solidFill>
                <a:srgbClr val="161616"/>
              </a:solidFill>
            </a:endParaRPr>
          </a:p>
        </p:txBody>
      </p:sp>
      <p:pic>
        <p:nvPicPr>
          <p:cNvPr id="47108" name="Picture 5">
            <a:extLst>
              <a:ext uri="{FF2B5EF4-FFF2-40B4-BE49-F238E27FC236}">
                <a16:creationId xmlns:a16="http://schemas.microsoft.com/office/drawing/2014/main" id="{F21367EC-7296-122E-6C99-7D51CD66AC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2924944"/>
            <a:ext cx="4621823" cy="29468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2554A2A0-C46D-FBDF-74C8-948E7DDCC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89A00BD-D385-0553-4A8F-5771C792248E}"/>
              </a:ext>
            </a:extLst>
          </p:cNvPr>
          <p:cNvSpPr txBox="1">
            <a:spLocks/>
          </p:cNvSpPr>
          <p:nvPr/>
        </p:nvSpPr>
        <p:spPr>
          <a:xfrm>
            <a:off x="251520" y="257572"/>
            <a:ext cx="8229600" cy="833010"/>
          </a:xfrm>
          <a:prstGeom prst="rect">
            <a:avLst/>
          </a:prstGeom>
          <a:ln w="25400" cap="flat" cmpd="sng" algn="ctr">
            <a:noFill/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Small Components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1212A0-E820-A038-69AD-72D20DE42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99D2A-B183-4083-A2D0-7AD7A39C21DE}" type="datetime1">
              <a:rPr lang="en-US" smtClean="0"/>
              <a:t>10/5/2025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F42A66-E966-9D09-5FE8-1033DD0ED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Network Technology Background">
            <a:extLst>
              <a:ext uri="{FF2B5EF4-FFF2-40B4-BE49-F238E27FC236}">
                <a16:creationId xmlns:a16="http://schemas.microsoft.com/office/drawing/2014/main" id="{DF86BD4F-3026-D51B-D354-9D8ACCB9C7E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r="-1" b="3428"/>
          <a:stretch/>
        </p:blipFill>
        <p:spPr>
          <a:xfrm>
            <a:off x="18913" y="116632"/>
            <a:ext cx="8910804" cy="6558917"/>
          </a:xfrm>
          <a:prstGeom prst="roundRect">
            <a:avLst>
              <a:gd name="adj" fmla="val 8594"/>
            </a:avLst>
          </a:prstGeom>
          <a:solidFill>
            <a:schemeClr val="bg1"/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8130" name="Content Placeholder 2">
            <a:extLst>
              <a:ext uri="{FF2B5EF4-FFF2-40B4-BE49-F238E27FC236}">
                <a16:creationId xmlns:a16="http://schemas.microsoft.com/office/drawing/2014/main" id="{EAA53890-E272-0C16-A441-A00B11058BFC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txBody>
          <a:bodyPr>
            <a:normAutofit fontScale="92500" lnSpcReduction="20000"/>
          </a:bodyPr>
          <a:lstStyle/>
          <a:p>
            <a:pPr algn="just"/>
            <a:r>
              <a:rPr lang="en-US" altLang="en-US" dirty="0"/>
              <a:t>The previous equation still does not have a closed form solution for h(z), however we can use it to calculate some interesting quantities</a:t>
            </a:r>
          </a:p>
          <a:p>
            <a:pPr algn="just"/>
            <a:endParaRPr lang="en-US" altLang="en-US" dirty="0"/>
          </a:p>
          <a:p>
            <a:pPr algn="just"/>
            <a:r>
              <a:rPr lang="en-US" altLang="en-US" dirty="0"/>
              <a:t>The mean size of the component a randomly chosen vertex belongs is given by:</a:t>
            </a:r>
          </a:p>
          <a:p>
            <a:pPr algn="just"/>
            <a:endParaRPr lang="en-US" altLang="en-US" dirty="0"/>
          </a:p>
          <a:p>
            <a:pPr algn="just"/>
            <a:endParaRPr lang="en-US" altLang="en-US" dirty="0"/>
          </a:p>
          <a:p>
            <a:pPr algn="just"/>
            <a:r>
              <a:rPr lang="en-US" altLang="en-US" dirty="0"/>
              <a:t>Computing the derivative of h(z) from the previous equation we finally get:</a:t>
            </a:r>
          </a:p>
        </p:txBody>
      </p:sp>
      <p:sp>
        <p:nvSpPr>
          <p:cNvPr id="48131" name="Slide Number Placeholder 3">
            <a:extLst>
              <a:ext uri="{FF2B5EF4-FFF2-40B4-BE49-F238E27FC236}">
                <a16:creationId xmlns:a16="http://schemas.microsoft.com/office/drawing/2014/main" id="{B2C87AB2-69C8-4F2B-E417-F20D1BAE41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15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685817" indent="-263776">
              <a:defRPr sz="2215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055103" indent="-211021">
              <a:defRPr sz="2215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477145" indent="-211021">
              <a:defRPr sz="2215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1899186" indent="-211021">
              <a:defRPr sz="2215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321227" indent="-211021" algn="ctr" eaLnBrk="0" fontAlgn="base" hangingPunct="0">
              <a:spcBef>
                <a:spcPct val="0"/>
              </a:spcBef>
              <a:spcAft>
                <a:spcPct val="0"/>
              </a:spcAft>
              <a:defRPr sz="2215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743269" indent="-211021" algn="ctr" eaLnBrk="0" fontAlgn="base" hangingPunct="0">
              <a:spcBef>
                <a:spcPct val="0"/>
              </a:spcBef>
              <a:spcAft>
                <a:spcPct val="0"/>
              </a:spcAft>
              <a:defRPr sz="2215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165310" indent="-211021" algn="ctr" eaLnBrk="0" fontAlgn="base" hangingPunct="0">
              <a:spcBef>
                <a:spcPct val="0"/>
              </a:spcBef>
              <a:spcAft>
                <a:spcPct val="0"/>
              </a:spcAft>
              <a:defRPr sz="2215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587351" indent="-211021" algn="ctr" eaLnBrk="0" fontAlgn="base" hangingPunct="0">
              <a:spcBef>
                <a:spcPct val="0"/>
              </a:spcBef>
              <a:spcAft>
                <a:spcPct val="0"/>
              </a:spcAft>
              <a:defRPr sz="2215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333A7E8-ECB2-4359-85AF-8C7E953FF491}" type="slidenum">
              <a:rPr lang="en-US" altLang="en-US" sz="923">
                <a:solidFill>
                  <a:srgbClr val="161616"/>
                </a:solidFill>
              </a:rPr>
              <a:pPr/>
              <a:t>95</a:t>
            </a:fld>
            <a:endParaRPr lang="en-US" altLang="en-US" sz="923">
              <a:solidFill>
                <a:srgbClr val="161616"/>
              </a:solidFill>
            </a:endParaRPr>
          </a:p>
        </p:txBody>
      </p:sp>
      <p:graphicFrame>
        <p:nvGraphicFramePr>
          <p:cNvPr id="48132" name="Object 5">
            <a:extLst>
              <a:ext uri="{FF2B5EF4-FFF2-40B4-BE49-F238E27FC236}">
                <a16:creationId xmlns:a16="http://schemas.microsoft.com/office/drawing/2014/main" id="{9CF651A9-A704-5967-DCBA-827666AB80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3593301"/>
              </p:ext>
            </p:extLst>
          </p:nvPr>
        </p:nvGraphicFramePr>
        <p:xfrm>
          <a:off x="4139952" y="4005064"/>
          <a:ext cx="1987062" cy="8836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57300" imgH="558800" progId="Equation.3">
                  <p:embed/>
                </p:oleObj>
              </mc:Choice>
              <mc:Fallback>
                <p:oleObj name="Equation" r:id="rId3" imgW="1257300" imgH="558800" progId="Equation.3">
                  <p:embed/>
                  <p:pic>
                    <p:nvPicPr>
                      <p:cNvPr id="48132" name="Object 5">
                        <a:extLst>
                          <a:ext uri="{FF2B5EF4-FFF2-40B4-BE49-F238E27FC236}">
                            <a16:creationId xmlns:a16="http://schemas.microsoft.com/office/drawing/2014/main" id="{9CF651A9-A704-5967-DCBA-827666AB800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9952" y="4005064"/>
                        <a:ext cx="1987062" cy="8836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3" name="Object 6">
            <a:extLst>
              <a:ext uri="{FF2B5EF4-FFF2-40B4-BE49-F238E27FC236}">
                <a16:creationId xmlns:a16="http://schemas.microsoft.com/office/drawing/2014/main" id="{7955A86E-419F-C193-2083-2FC23ECDEF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7374072"/>
              </p:ext>
            </p:extLst>
          </p:nvPr>
        </p:nvGraphicFramePr>
        <p:xfrm>
          <a:off x="6300192" y="5384542"/>
          <a:ext cx="1608992" cy="6931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14400" imgH="393700" progId="Equation.3">
                  <p:embed/>
                </p:oleObj>
              </mc:Choice>
              <mc:Fallback>
                <p:oleObj name="Equation" r:id="rId5" imgW="914400" imgH="393700" progId="Equation.3">
                  <p:embed/>
                  <p:pic>
                    <p:nvPicPr>
                      <p:cNvPr id="48133" name="Object 6">
                        <a:extLst>
                          <a:ext uri="{FF2B5EF4-FFF2-40B4-BE49-F238E27FC236}">
                            <a16:creationId xmlns:a16="http://schemas.microsoft.com/office/drawing/2014/main" id="{7955A86E-419F-C193-2083-2FC23ECDEF1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192" y="5384542"/>
                        <a:ext cx="1608992" cy="6931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CA1B014F-2F5C-3B57-0CFA-2D28C59F1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1F2DECC-A6C8-60B6-9AC7-75C23323B48A}"/>
              </a:ext>
            </a:extLst>
          </p:cNvPr>
          <p:cNvSpPr txBox="1">
            <a:spLocks/>
          </p:cNvSpPr>
          <p:nvPr/>
        </p:nvSpPr>
        <p:spPr>
          <a:xfrm>
            <a:off x="251520" y="257572"/>
            <a:ext cx="8229600" cy="833010"/>
          </a:xfrm>
          <a:prstGeom prst="rect">
            <a:avLst/>
          </a:prstGeom>
          <a:ln w="25400" cap="flat" cmpd="sng" algn="ctr">
            <a:noFill/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Small Components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56DAA8-7DEF-DA23-7427-21D5E203C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0931B-9A49-40CE-9FEC-67E5C6F53B1B}" type="datetime1">
              <a:rPr lang="en-US" smtClean="0"/>
              <a:t>10/5/2025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0BFF10-63BB-F54C-0E7A-825CB44D2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etwork Technology Background">
            <a:extLst>
              <a:ext uri="{FF2B5EF4-FFF2-40B4-BE49-F238E27FC236}">
                <a16:creationId xmlns:a16="http://schemas.microsoft.com/office/drawing/2014/main" id="{642CF781-2F08-CD6F-E566-E3FE782A008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60000"/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r="-1" b="3428"/>
          <a:stretch/>
        </p:blipFill>
        <p:spPr>
          <a:xfrm>
            <a:off x="18913" y="116632"/>
            <a:ext cx="8910804" cy="6558917"/>
          </a:xfrm>
          <a:prstGeom prst="roundRect">
            <a:avLst>
              <a:gd name="adj" fmla="val 8594"/>
            </a:avLst>
          </a:prstGeom>
          <a:solidFill>
            <a:schemeClr val="bg1"/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9154" name="Content Placeholder 2">
            <a:extLst>
              <a:ext uri="{FF2B5EF4-FFF2-40B4-BE49-F238E27FC236}">
                <a16:creationId xmlns:a16="http://schemas.microsoft.com/office/drawing/2014/main" id="{D4C0AE13-C8F2-5B54-0849-3C6703AABCEC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txBody>
          <a:bodyPr>
            <a:normAutofit fontScale="85000" lnSpcReduction="20000"/>
          </a:bodyPr>
          <a:lstStyle/>
          <a:p>
            <a:r>
              <a:rPr lang="en-US" altLang="en-US" dirty="0"/>
              <a:t>When c &lt; 1, there is no giant component:</a:t>
            </a:r>
          </a:p>
          <a:p>
            <a:endParaRPr lang="en-US" altLang="en-US" dirty="0"/>
          </a:p>
          <a:p>
            <a:endParaRPr lang="en-US" altLang="en-US" dirty="0"/>
          </a:p>
          <a:p>
            <a:pPr algn="just"/>
            <a:r>
              <a:rPr lang="en-US" altLang="en-US" dirty="0"/>
              <a:t>When c &gt; 1, we first need to solve for S and then substitute to find &lt;s&gt;</a:t>
            </a:r>
          </a:p>
          <a:p>
            <a:pPr algn="just"/>
            <a:endParaRPr lang="en-US" altLang="en-US" dirty="0"/>
          </a:p>
          <a:p>
            <a:pPr algn="just"/>
            <a:r>
              <a:rPr lang="en-US" altLang="en-US" dirty="0"/>
              <a:t>Note that for c = 1, we have a divergence </a:t>
            </a:r>
          </a:p>
          <a:p>
            <a:pPr lvl="1" algn="just"/>
            <a:r>
              <a:rPr lang="en-US" altLang="en-US" dirty="0"/>
              <a:t>Small components get larger as we increase c from 0 to 1</a:t>
            </a:r>
          </a:p>
          <a:p>
            <a:pPr lvl="1" algn="just"/>
            <a:r>
              <a:rPr lang="en-US" altLang="en-US" dirty="0"/>
              <a:t>They diverge when the giant component appears (c=1)</a:t>
            </a:r>
          </a:p>
          <a:p>
            <a:pPr lvl="1" algn="just"/>
            <a:r>
              <a:rPr lang="en-US" altLang="en-US" dirty="0"/>
              <a:t>They become smaller as the giant component gets larger (c&gt;1)</a:t>
            </a:r>
          </a:p>
        </p:txBody>
      </p:sp>
      <p:sp>
        <p:nvSpPr>
          <p:cNvPr id="49155" name="Slide Number Placeholder 3">
            <a:extLst>
              <a:ext uri="{FF2B5EF4-FFF2-40B4-BE49-F238E27FC236}">
                <a16:creationId xmlns:a16="http://schemas.microsoft.com/office/drawing/2014/main" id="{19E66BAB-AB28-D64F-DBEB-955EE28034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15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685817" indent="-263776">
              <a:defRPr sz="2215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055103" indent="-211021">
              <a:defRPr sz="2215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477145" indent="-211021">
              <a:defRPr sz="2215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1899186" indent="-211021">
              <a:defRPr sz="2215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321227" indent="-211021" algn="ctr" eaLnBrk="0" fontAlgn="base" hangingPunct="0">
              <a:spcBef>
                <a:spcPct val="0"/>
              </a:spcBef>
              <a:spcAft>
                <a:spcPct val="0"/>
              </a:spcAft>
              <a:defRPr sz="2215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743269" indent="-211021" algn="ctr" eaLnBrk="0" fontAlgn="base" hangingPunct="0">
              <a:spcBef>
                <a:spcPct val="0"/>
              </a:spcBef>
              <a:spcAft>
                <a:spcPct val="0"/>
              </a:spcAft>
              <a:defRPr sz="2215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165310" indent="-211021" algn="ctr" eaLnBrk="0" fontAlgn="base" hangingPunct="0">
              <a:spcBef>
                <a:spcPct val="0"/>
              </a:spcBef>
              <a:spcAft>
                <a:spcPct val="0"/>
              </a:spcAft>
              <a:defRPr sz="2215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587351" indent="-211021" algn="ctr" eaLnBrk="0" fontAlgn="base" hangingPunct="0">
              <a:spcBef>
                <a:spcPct val="0"/>
              </a:spcBef>
              <a:spcAft>
                <a:spcPct val="0"/>
              </a:spcAft>
              <a:defRPr sz="2215">
                <a:solidFill>
                  <a:schemeClr val="accent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603CA66-4E17-4D50-8045-99A7E53F2D1E}" type="slidenum">
              <a:rPr lang="en-US" altLang="en-US" sz="923">
                <a:solidFill>
                  <a:srgbClr val="161616"/>
                </a:solidFill>
              </a:rPr>
              <a:pPr/>
              <a:t>96</a:t>
            </a:fld>
            <a:endParaRPr lang="en-US" altLang="en-US" sz="923">
              <a:solidFill>
                <a:srgbClr val="161616"/>
              </a:solidFill>
            </a:endParaRPr>
          </a:p>
        </p:txBody>
      </p:sp>
      <p:graphicFrame>
        <p:nvGraphicFramePr>
          <p:cNvPr id="49156" name="Object 4">
            <a:extLst>
              <a:ext uri="{FF2B5EF4-FFF2-40B4-BE49-F238E27FC236}">
                <a16:creationId xmlns:a16="http://schemas.microsoft.com/office/drawing/2014/main" id="{2AA9536C-0593-B2E1-EDDF-6A0236ED98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64574" y="2029559"/>
          <a:ext cx="1118088" cy="6931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35000" imgH="393700" progId="Equation.3">
                  <p:embed/>
                </p:oleObj>
              </mc:Choice>
              <mc:Fallback>
                <p:oleObj name="Equation" r:id="rId4" imgW="635000" imgH="393700" progId="Equation.3">
                  <p:embed/>
                  <p:pic>
                    <p:nvPicPr>
                      <p:cNvPr id="49156" name="Object 4">
                        <a:extLst>
                          <a:ext uri="{FF2B5EF4-FFF2-40B4-BE49-F238E27FC236}">
                            <a16:creationId xmlns:a16="http://schemas.microsoft.com/office/drawing/2014/main" id="{2AA9536C-0593-B2E1-EDDF-6A0236ED987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4574" y="2029559"/>
                        <a:ext cx="1118088" cy="6931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8B16A453-14D1-4B04-9673-B4ADC5D34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D873B6C-82C3-95F9-2927-F94513A7A469}"/>
              </a:ext>
            </a:extLst>
          </p:cNvPr>
          <p:cNvSpPr txBox="1">
            <a:spLocks/>
          </p:cNvSpPr>
          <p:nvPr/>
        </p:nvSpPr>
        <p:spPr>
          <a:xfrm>
            <a:off x="251520" y="257572"/>
            <a:ext cx="8229600" cy="833010"/>
          </a:xfrm>
          <a:prstGeom prst="rect">
            <a:avLst/>
          </a:prstGeom>
          <a:ln w="25400" cap="flat" cmpd="sng" algn="ctr">
            <a:noFill/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Small Components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60DB2E-E6F6-C528-9C24-B0DCD6255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7511C-219D-47FB-80DF-86A1FA234B4B}" type="datetime1">
              <a:rPr lang="en-US" smtClean="0"/>
              <a:t>10/5/2025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2215A7-AD7B-669C-D36B-2634650B3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584231" y="6488668"/>
            <a:ext cx="55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wiki</a:t>
            </a:r>
            <a:endParaRPr lang="en-IN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428728" y="0"/>
            <a:ext cx="6000792" cy="642942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IN" sz="3200" dirty="0">
                <a:solidFill>
                  <a:srgbClr val="7030A0"/>
                </a:solidFill>
              </a:rPr>
              <a:t>    </a:t>
            </a:r>
            <a:r>
              <a:rPr lang="en-IN" sz="3200" b="1" i="1" dirty="0">
                <a:solidFill>
                  <a:srgbClr val="7030A0"/>
                </a:solidFill>
              </a:rPr>
              <a:t>Properties of  Random Network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CCC407-CB50-15BB-E99E-E7B94449E4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052736"/>
            <a:ext cx="8582221" cy="3888432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D2E762-059E-77DA-AB46-7D1D47CA5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6F9AE-1885-41D7-91ED-62FC6327B73E}" type="datetime1">
              <a:rPr lang="en-US" smtClean="0"/>
              <a:t>10/5/2025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99714A-E817-79E9-4833-60079030A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C.H, CCNSB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49FD94-646B-6EB6-B085-CB307424D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F48A1-BBC9-46E7-A4CC-5BFD9B1F42DF}" type="slidenum">
              <a:rPr lang="en-IN" smtClean="0"/>
              <a:pPr/>
              <a:t>97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95037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3206</TotalTime>
  <Words>5389</Words>
  <Application>Microsoft Office PowerPoint</Application>
  <PresentationFormat>On-screen Show (4:3)</PresentationFormat>
  <Paragraphs>838</Paragraphs>
  <Slides>97</Slides>
  <Notes>8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97</vt:i4>
      </vt:variant>
    </vt:vector>
  </HeadingPairs>
  <TitlesOfParts>
    <vt:vector size="108" baseType="lpstr">
      <vt:lpstr>ＭＳ Ｐゴシック</vt:lpstr>
      <vt:lpstr>Arial</vt:lpstr>
      <vt:lpstr>Calibri</vt:lpstr>
      <vt:lpstr>Cambria</vt:lpstr>
      <vt:lpstr>Cambria Math</vt:lpstr>
      <vt:lpstr>Helvetica</vt:lpstr>
      <vt:lpstr>KJCARY+dcss10</vt:lpstr>
      <vt:lpstr>Nimbus Roman No9 L</vt:lpstr>
      <vt:lpstr>Wingdings</vt:lpstr>
      <vt:lpstr>Office Theme</vt:lpstr>
      <vt:lpstr>Equation</vt:lpstr>
      <vt:lpstr>PowerPoint Presentation</vt:lpstr>
      <vt:lpstr>What is a network (graph) model?</vt:lpstr>
      <vt:lpstr>Network models</vt:lpstr>
      <vt:lpstr>Random Graph: An insight within  </vt:lpstr>
      <vt:lpstr>PowerPoint Presentation</vt:lpstr>
      <vt:lpstr>PowerPoint Presentation</vt:lpstr>
      <vt:lpstr>Erdos–Renyi random graphs (ER) Construction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Erdos–Renyi random graphs (ER)</vt:lpstr>
      <vt:lpstr>Erdos–Renyi random graphs (ER)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Average nearest neighbor</vt:lpstr>
      <vt:lpstr>Average nearest neighbor</vt:lpstr>
      <vt:lpstr>Average nearest neighbor</vt:lpstr>
      <vt:lpstr>Average nearest neighbor</vt:lpstr>
      <vt:lpstr>Average nearest neighbor</vt:lpstr>
      <vt:lpstr>PowerPoint Presentation</vt:lpstr>
      <vt:lpstr>Average nearest neighbor</vt:lpstr>
      <vt:lpstr>Average nearest neighbor</vt:lpstr>
      <vt:lpstr>PowerPoint Presentation</vt:lpstr>
      <vt:lpstr>PowerPoint Presentation</vt:lpstr>
      <vt:lpstr>Average nearest neighbor</vt:lpstr>
      <vt:lpstr>PowerPoint Presentation</vt:lpstr>
      <vt:lpstr>Average nearest neighbor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Average pathlength</vt:lpstr>
      <vt:lpstr>Average pathlength</vt:lpstr>
      <vt:lpstr>Average pathlength</vt:lpstr>
      <vt:lpstr>Average pathlength</vt:lpstr>
      <vt:lpstr>Average pathlength</vt:lpstr>
      <vt:lpstr>PowerPoint Presentation</vt:lpstr>
      <vt:lpstr>PowerPoint Presentation</vt:lpstr>
      <vt:lpstr>PowerPoint Presentation</vt:lpstr>
      <vt:lpstr>PowerPoint Presentation</vt:lpstr>
      <vt:lpstr>Small components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Random Graphs</dc:title>
  <dc:creator>Dr S K Dana</dc:creator>
  <cp:lastModifiedBy>Chittaranjan Hens</cp:lastModifiedBy>
  <cp:revision>124</cp:revision>
  <dcterms:created xsi:type="dcterms:W3CDTF">2013-01-16T12:03:17Z</dcterms:created>
  <dcterms:modified xsi:type="dcterms:W3CDTF">2025-10-05T04:36:24Z</dcterms:modified>
</cp:coreProperties>
</file>