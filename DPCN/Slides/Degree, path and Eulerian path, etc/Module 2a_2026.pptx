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86"/>
  </p:notesMasterIdLst>
  <p:sldIdLst>
    <p:sldId id="287" r:id="rId3"/>
    <p:sldId id="421" r:id="rId4"/>
    <p:sldId id="858" r:id="rId5"/>
    <p:sldId id="256" r:id="rId6"/>
    <p:sldId id="859" r:id="rId7"/>
    <p:sldId id="298" r:id="rId8"/>
    <p:sldId id="257" r:id="rId9"/>
    <p:sldId id="261" r:id="rId10"/>
    <p:sldId id="322" r:id="rId11"/>
    <p:sldId id="300" r:id="rId12"/>
    <p:sldId id="356" r:id="rId13"/>
    <p:sldId id="297" r:id="rId14"/>
    <p:sldId id="355" r:id="rId15"/>
    <p:sldId id="354" r:id="rId16"/>
    <p:sldId id="262" r:id="rId17"/>
    <p:sldId id="316" r:id="rId18"/>
    <p:sldId id="314" r:id="rId19"/>
    <p:sldId id="317" r:id="rId20"/>
    <p:sldId id="296" r:id="rId21"/>
    <p:sldId id="282" r:id="rId22"/>
    <p:sldId id="312" r:id="rId23"/>
    <p:sldId id="864" r:id="rId24"/>
    <p:sldId id="315" r:id="rId25"/>
    <p:sldId id="318" r:id="rId26"/>
    <p:sldId id="281" r:id="rId27"/>
    <p:sldId id="862" r:id="rId28"/>
    <p:sldId id="865" r:id="rId29"/>
    <p:sldId id="866" r:id="rId30"/>
    <p:sldId id="276" r:id="rId31"/>
    <p:sldId id="863" r:id="rId32"/>
    <p:sldId id="263" r:id="rId33"/>
    <p:sldId id="305" r:id="rId34"/>
    <p:sldId id="868" r:id="rId35"/>
    <p:sldId id="357" r:id="rId36"/>
    <p:sldId id="384" r:id="rId37"/>
    <p:sldId id="386" r:id="rId38"/>
    <p:sldId id="308" r:id="rId39"/>
    <p:sldId id="309" r:id="rId40"/>
    <p:sldId id="310" r:id="rId41"/>
    <p:sldId id="407" r:id="rId42"/>
    <p:sldId id="270" r:id="rId43"/>
    <p:sldId id="313" r:id="rId44"/>
    <p:sldId id="323" r:id="rId45"/>
    <p:sldId id="408" r:id="rId46"/>
    <p:sldId id="867" r:id="rId47"/>
    <p:sldId id="409" r:id="rId48"/>
    <p:sldId id="410" r:id="rId49"/>
    <p:sldId id="411" r:id="rId50"/>
    <p:sldId id="414" r:id="rId51"/>
    <p:sldId id="415" r:id="rId52"/>
    <p:sldId id="412" r:id="rId53"/>
    <p:sldId id="279" r:id="rId54"/>
    <p:sldId id="324" r:id="rId55"/>
    <p:sldId id="416" r:id="rId56"/>
    <p:sldId id="290" r:id="rId57"/>
    <p:sldId id="291" r:id="rId58"/>
    <p:sldId id="418" r:id="rId59"/>
    <p:sldId id="419" r:id="rId60"/>
    <p:sldId id="420" r:id="rId61"/>
    <p:sldId id="869" r:id="rId62"/>
    <p:sldId id="938" r:id="rId63"/>
    <p:sldId id="940" r:id="rId64"/>
    <p:sldId id="937" r:id="rId65"/>
    <p:sldId id="870" r:id="rId66"/>
    <p:sldId id="392" r:id="rId67"/>
    <p:sldId id="391" r:id="rId68"/>
    <p:sldId id="393" r:id="rId69"/>
    <p:sldId id="395" r:id="rId70"/>
    <p:sldId id="321" r:id="rId71"/>
    <p:sldId id="396" r:id="rId72"/>
    <p:sldId id="397" r:id="rId73"/>
    <p:sldId id="398" r:id="rId74"/>
    <p:sldId id="268" r:id="rId75"/>
    <p:sldId id="399" r:id="rId76"/>
    <p:sldId id="400" r:id="rId77"/>
    <p:sldId id="401" r:id="rId78"/>
    <p:sldId id="402" r:id="rId79"/>
    <p:sldId id="404" r:id="rId80"/>
    <p:sldId id="387" r:id="rId81"/>
    <p:sldId id="388" r:id="rId82"/>
    <p:sldId id="389" r:id="rId83"/>
    <p:sldId id="390" r:id="rId84"/>
    <p:sldId id="275" r:id="rId85"/>
  </p:sldIdLst>
  <p:sldSz cx="14758988" cy="10799763"/>
  <p:notesSz cx="6858000" cy="9144000"/>
  <p:defaultTextStyle>
    <a:defPPr>
      <a:defRPr lang="en-US"/>
    </a:defPPr>
    <a:lvl1pPr marL="0" algn="l" defTabSz="2468514" rtl="0" eaLnBrk="1" latinLnBrk="0" hangingPunct="1">
      <a:defRPr sz="4859" kern="1200">
        <a:solidFill>
          <a:schemeClr val="tx1"/>
        </a:solidFill>
        <a:latin typeface="+mn-lt"/>
        <a:ea typeface="+mn-ea"/>
        <a:cs typeface="+mn-cs"/>
      </a:defRPr>
    </a:lvl1pPr>
    <a:lvl2pPr marL="1234257" algn="l" defTabSz="2468514" rtl="0" eaLnBrk="1" latinLnBrk="0" hangingPunct="1">
      <a:defRPr sz="4859" kern="1200">
        <a:solidFill>
          <a:schemeClr val="tx1"/>
        </a:solidFill>
        <a:latin typeface="+mn-lt"/>
        <a:ea typeface="+mn-ea"/>
        <a:cs typeface="+mn-cs"/>
      </a:defRPr>
    </a:lvl2pPr>
    <a:lvl3pPr marL="2468514" algn="l" defTabSz="2468514" rtl="0" eaLnBrk="1" latinLnBrk="0" hangingPunct="1">
      <a:defRPr sz="4859" kern="1200">
        <a:solidFill>
          <a:schemeClr val="tx1"/>
        </a:solidFill>
        <a:latin typeface="+mn-lt"/>
        <a:ea typeface="+mn-ea"/>
        <a:cs typeface="+mn-cs"/>
      </a:defRPr>
    </a:lvl3pPr>
    <a:lvl4pPr marL="3702771" algn="l" defTabSz="2468514" rtl="0" eaLnBrk="1" latinLnBrk="0" hangingPunct="1">
      <a:defRPr sz="4859" kern="1200">
        <a:solidFill>
          <a:schemeClr val="tx1"/>
        </a:solidFill>
        <a:latin typeface="+mn-lt"/>
        <a:ea typeface="+mn-ea"/>
        <a:cs typeface="+mn-cs"/>
      </a:defRPr>
    </a:lvl4pPr>
    <a:lvl5pPr marL="4937028" algn="l" defTabSz="2468514" rtl="0" eaLnBrk="1" latinLnBrk="0" hangingPunct="1">
      <a:defRPr sz="4859" kern="1200">
        <a:solidFill>
          <a:schemeClr val="tx1"/>
        </a:solidFill>
        <a:latin typeface="+mn-lt"/>
        <a:ea typeface="+mn-ea"/>
        <a:cs typeface="+mn-cs"/>
      </a:defRPr>
    </a:lvl5pPr>
    <a:lvl6pPr marL="6171286" algn="l" defTabSz="2468514" rtl="0" eaLnBrk="1" latinLnBrk="0" hangingPunct="1">
      <a:defRPr sz="4859" kern="1200">
        <a:solidFill>
          <a:schemeClr val="tx1"/>
        </a:solidFill>
        <a:latin typeface="+mn-lt"/>
        <a:ea typeface="+mn-ea"/>
        <a:cs typeface="+mn-cs"/>
      </a:defRPr>
    </a:lvl6pPr>
    <a:lvl7pPr marL="7405543" algn="l" defTabSz="2468514" rtl="0" eaLnBrk="1" latinLnBrk="0" hangingPunct="1">
      <a:defRPr sz="4859" kern="1200">
        <a:solidFill>
          <a:schemeClr val="tx1"/>
        </a:solidFill>
        <a:latin typeface="+mn-lt"/>
        <a:ea typeface="+mn-ea"/>
        <a:cs typeface="+mn-cs"/>
      </a:defRPr>
    </a:lvl7pPr>
    <a:lvl8pPr marL="8639800" algn="l" defTabSz="2468514" rtl="0" eaLnBrk="1" latinLnBrk="0" hangingPunct="1">
      <a:defRPr sz="4859" kern="1200">
        <a:solidFill>
          <a:schemeClr val="tx1"/>
        </a:solidFill>
        <a:latin typeface="+mn-lt"/>
        <a:ea typeface="+mn-ea"/>
        <a:cs typeface="+mn-cs"/>
      </a:defRPr>
    </a:lvl8pPr>
    <a:lvl9pPr marL="9874057" algn="l" defTabSz="2468514" rtl="0" eaLnBrk="1" latinLnBrk="0" hangingPunct="1">
      <a:defRPr sz="485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02" userDrawn="1">
          <p15:clr>
            <a:srgbClr val="A4A3A4"/>
          </p15:clr>
        </p15:guide>
        <p15:guide id="2" pos="46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7C6AFD-9B2E-4C88-AE63-F07D361FF885}" v="84" dt="2024-01-08T04:07:23.2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35" autoAdjust="0"/>
    <p:restoredTop sz="94579" autoAdjust="0"/>
  </p:normalViewPr>
  <p:slideViewPr>
    <p:cSldViewPr>
      <p:cViewPr varScale="1">
        <p:scale>
          <a:sx n="50" d="100"/>
          <a:sy n="50" d="100"/>
        </p:scale>
        <p:origin x="1651" y="38"/>
      </p:cViewPr>
      <p:guideLst>
        <p:guide orient="horz" pos="3402"/>
        <p:guide pos="4649"/>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tableStyles" Target="tableStyle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microsoft.com/office/2015/10/relationships/revisionInfo" Target="revisionInfo.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ttaranjan Hens" userId="6fc03958433e8a43" providerId="LiveId" clId="{D68998B9-6580-4230-9491-DC2437927C55}"/>
    <pc:docChg chg="delSld">
      <pc:chgData name="Chittaranjan Hens" userId="6fc03958433e8a43" providerId="LiveId" clId="{D68998B9-6580-4230-9491-DC2437927C55}" dt="2022-11-17T11:43:19.190" v="0" actId="47"/>
      <pc:docMkLst>
        <pc:docMk/>
      </pc:docMkLst>
      <pc:sldChg chg="del">
        <pc:chgData name="Chittaranjan Hens" userId="6fc03958433e8a43" providerId="LiveId" clId="{D68998B9-6580-4230-9491-DC2437927C55}" dt="2022-11-17T11:43:19.190" v="0" actId="47"/>
        <pc:sldMkLst>
          <pc:docMk/>
          <pc:sldMk cId="0" sldId="302"/>
        </pc:sldMkLst>
      </pc:sldChg>
    </pc:docChg>
  </pc:docChgLst>
  <pc:docChgLst>
    <pc:chgData name="Chittaranjan Hens" userId="6fc03958433e8a43" providerId="LiveId" clId="{9F7C6AFD-9B2E-4C88-AE63-F07D361FF885}"/>
    <pc:docChg chg="undo custSel addSld delSld modSld">
      <pc:chgData name="Chittaranjan Hens" userId="6fc03958433e8a43" providerId="LiveId" clId="{9F7C6AFD-9B2E-4C88-AE63-F07D361FF885}" dt="2024-01-08T04:07:23.295" v="476" actId="207"/>
      <pc:docMkLst>
        <pc:docMk/>
      </pc:docMkLst>
      <pc:sldChg chg="modSp add mod">
        <pc:chgData name="Chittaranjan Hens" userId="6fc03958433e8a43" providerId="LiveId" clId="{9F7C6AFD-9B2E-4C88-AE63-F07D361FF885}" dt="2024-01-08T03:58:06.896" v="451" actId="1076"/>
        <pc:sldMkLst>
          <pc:docMk/>
          <pc:sldMk cId="0" sldId="256"/>
        </pc:sldMkLst>
        <pc:spChg chg="mod">
          <ac:chgData name="Chittaranjan Hens" userId="6fc03958433e8a43" providerId="LiveId" clId="{9F7C6AFD-9B2E-4C88-AE63-F07D361FF885}" dt="2024-01-08T03:58:06.896" v="451" actId="1076"/>
          <ac:spMkLst>
            <pc:docMk/>
            <pc:sldMk cId="0" sldId="256"/>
            <ac:spMk id="5" creationId="{00000000-0000-0000-0000-000000000000}"/>
          </ac:spMkLst>
        </pc:spChg>
        <pc:picChg chg="mod">
          <ac:chgData name="Chittaranjan Hens" userId="6fc03958433e8a43" providerId="LiveId" clId="{9F7C6AFD-9B2E-4C88-AE63-F07D361FF885}" dt="2024-01-08T03:58:04.361" v="450" actId="14100"/>
          <ac:picMkLst>
            <pc:docMk/>
            <pc:sldMk cId="0" sldId="256"/>
            <ac:picMk id="2" creationId="{8C95169C-D376-E2F9-3A36-CA1A06FB5B9B}"/>
          </ac:picMkLst>
        </pc:picChg>
      </pc:sldChg>
      <pc:sldChg chg="modSp add mod">
        <pc:chgData name="Chittaranjan Hens" userId="6fc03958433e8a43" providerId="LiveId" clId="{9F7C6AFD-9B2E-4C88-AE63-F07D361FF885}" dt="2024-01-08T03:58:56.962" v="457" actId="14100"/>
        <pc:sldMkLst>
          <pc:docMk/>
          <pc:sldMk cId="0" sldId="257"/>
        </pc:sldMkLst>
        <pc:picChg chg="mod">
          <ac:chgData name="Chittaranjan Hens" userId="6fc03958433e8a43" providerId="LiveId" clId="{9F7C6AFD-9B2E-4C88-AE63-F07D361FF885}" dt="2024-01-08T03:58:56.962" v="457" actId="14100"/>
          <ac:picMkLst>
            <pc:docMk/>
            <pc:sldMk cId="0" sldId="257"/>
            <ac:picMk id="4" creationId="{68629E23-1B39-4B35-C8D2-8B55280C2A55}"/>
          </ac:picMkLst>
        </pc:picChg>
      </pc:sldChg>
      <pc:sldChg chg="modSp add mod">
        <pc:chgData name="Chittaranjan Hens" userId="6fc03958433e8a43" providerId="LiveId" clId="{9F7C6AFD-9B2E-4C88-AE63-F07D361FF885}" dt="2024-01-08T03:59:17.370" v="462" actId="1076"/>
        <pc:sldMkLst>
          <pc:docMk/>
          <pc:sldMk cId="0" sldId="261"/>
        </pc:sldMkLst>
        <pc:spChg chg="mod">
          <ac:chgData name="Chittaranjan Hens" userId="6fc03958433e8a43" providerId="LiveId" clId="{9F7C6AFD-9B2E-4C88-AE63-F07D361FF885}" dt="2024-01-08T03:59:17.370" v="462" actId="1076"/>
          <ac:spMkLst>
            <pc:docMk/>
            <pc:sldMk cId="0" sldId="261"/>
            <ac:spMk id="3" creationId="{4E446FFA-A926-03F2-E0CC-D4789F85BB87}"/>
          </ac:spMkLst>
        </pc:spChg>
        <pc:picChg chg="mod">
          <ac:chgData name="Chittaranjan Hens" userId="6fc03958433e8a43" providerId="LiveId" clId="{9F7C6AFD-9B2E-4C88-AE63-F07D361FF885}" dt="2024-01-08T03:59:12.684" v="461" actId="14100"/>
          <ac:picMkLst>
            <pc:docMk/>
            <pc:sldMk cId="0" sldId="261"/>
            <ac:picMk id="2" creationId="{0B3E2E61-D2DD-7EC0-B4E3-1E792473A5DC}"/>
          </ac:picMkLst>
        </pc:picChg>
      </pc:sldChg>
      <pc:sldChg chg="addSp delSp modSp mod addAnim delAnim modAnim">
        <pc:chgData name="Chittaranjan Hens" userId="6fc03958433e8a43" providerId="LiveId" clId="{9F7C6AFD-9B2E-4C88-AE63-F07D361FF885}" dt="2024-01-06T08:24:28.470" v="53" actId="478"/>
        <pc:sldMkLst>
          <pc:docMk/>
          <pc:sldMk cId="0" sldId="270"/>
        </pc:sldMkLst>
        <pc:spChg chg="add del mod">
          <ac:chgData name="Chittaranjan Hens" userId="6fc03958433e8a43" providerId="LiveId" clId="{9F7C6AFD-9B2E-4C88-AE63-F07D361FF885}" dt="2024-01-06T08:24:26.046" v="52" actId="478"/>
          <ac:spMkLst>
            <pc:docMk/>
            <pc:sldMk cId="0" sldId="270"/>
            <ac:spMk id="3" creationId="{00000000-0000-0000-0000-000000000000}"/>
          </ac:spMkLst>
        </pc:spChg>
        <pc:spChg chg="del">
          <ac:chgData name="Chittaranjan Hens" userId="6fc03958433e8a43" providerId="LiveId" clId="{9F7C6AFD-9B2E-4C88-AE63-F07D361FF885}" dt="2024-01-06T08:23:23.166" v="29" actId="478"/>
          <ac:spMkLst>
            <pc:docMk/>
            <pc:sldMk cId="0" sldId="270"/>
            <ac:spMk id="7" creationId="{04572715-AF3B-5963-89F9-7B7DF0DEFAA9}"/>
          </ac:spMkLst>
        </pc:spChg>
        <pc:spChg chg="add del mod">
          <ac:chgData name="Chittaranjan Hens" userId="6fc03958433e8a43" providerId="LiveId" clId="{9F7C6AFD-9B2E-4C88-AE63-F07D361FF885}" dt="2024-01-06T08:24:28.470" v="53" actId="478"/>
          <ac:spMkLst>
            <pc:docMk/>
            <pc:sldMk cId="0" sldId="270"/>
            <ac:spMk id="9" creationId="{3EB9B0DD-EC93-824F-B256-FC9B8F5DA19E}"/>
          </ac:spMkLst>
        </pc:spChg>
        <pc:spChg chg="add del mod">
          <ac:chgData name="Chittaranjan Hens" userId="6fc03958433e8a43" providerId="LiveId" clId="{9F7C6AFD-9B2E-4C88-AE63-F07D361FF885}" dt="2024-01-06T08:24:26.046" v="52" actId="478"/>
          <ac:spMkLst>
            <pc:docMk/>
            <pc:sldMk cId="0" sldId="270"/>
            <ac:spMk id="11" creationId="{A5D8F078-37C3-8890-EC7D-776C76853BF0}"/>
          </ac:spMkLst>
        </pc:spChg>
        <pc:picChg chg="del">
          <ac:chgData name="Chittaranjan Hens" userId="6fc03958433e8a43" providerId="LiveId" clId="{9F7C6AFD-9B2E-4C88-AE63-F07D361FF885}" dt="2024-01-06T08:23:24.721" v="30" actId="478"/>
          <ac:picMkLst>
            <pc:docMk/>
            <pc:sldMk cId="0" sldId="270"/>
            <ac:picMk id="6" creationId="{213462ED-514F-6772-D8EC-79F3BCE7AD99}"/>
          </ac:picMkLst>
        </pc:picChg>
      </pc:sldChg>
      <pc:sldChg chg="delSp modSp mod">
        <pc:chgData name="Chittaranjan Hens" userId="6fc03958433e8a43" providerId="LiveId" clId="{9F7C6AFD-9B2E-4C88-AE63-F07D361FF885}" dt="2024-01-06T12:33:52.055" v="335"/>
        <pc:sldMkLst>
          <pc:docMk/>
          <pc:sldMk cId="0" sldId="279"/>
        </pc:sldMkLst>
        <pc:spChg chg="mod">
          <ac:chgData name="Chittaranjan Hens" userId="6fc03958433e8a43" providerId="LiveId" clId="{9F7C6AFD-9B2E-4C88-AE63-F07D361FF885}" dt="2024-01-06T12:33:52.055" v="335"/>
          <ac:spMkLst>
            <pc:docMk/>
            <pc:sldMk cId="0" sldId="279"/>
            <ac:spMk id="3" creationId="{00000000-0000-0000-0000-000000000000}"/>
          </ac:spMkLst>
        </pc:spChg>
        <pc:picChg chg="del">
          <ac:chgData name="Chittaranjan Hens" userId="6fc03958433e8a43" providerId="LiveId" clId="{9F7C6AFD-9B2E-4C88-AE63-F07D361FF885}" dt="2024-01-06T08:33:07.926" v="102" actId="478"/>
          <ac:picMkLst>
            <pc:docMk/>
            <pc:sldMk cId="0" sldId="279"/>
            <ac:picMk id="2" creationId="{F3B5EE51-3108-68A3-A8E9-00060A63D3C5}"/>
          </ac:picMkLst>
        </pc:picChg>
      </pc:sldChg>
      <pc:sldChg chg="add">
        <pc:chgData name="Chittaranjan Hens" userId="6fc03958433e8a43" providerId="LiveId" clId="{9F7C6AFD-9B2E-4C88-AE63-F07D361FF885}" dt="2024-01-08T03:56:53.949" v="424"/>
        <pc:sldMkLst>
          <pc:docMk/>
          <pc:sldMk cId="1041864191" sldId="298"/>
        </pc:sldMkLst>
      </pc:sldChg>
      <pc:sldChg chg="modSp mod">
        <pc:chgData name="Chittaranjan Hens" userId="6fc03958433e8a43" providerId="LiveId" clId="{9F7C6AFD-9B2E-4C88-AE63-F07D361FF885}" dt="2024-01-06T12:21:00.704" v="243" actId="20577"/>
        <pc:sldMkLst>
          <pc:docMk/>
          <pc:sldMk cId="2842745309" sldId="309"/>
        </pc:sldMkLst>
        <pc:spChg chg="mod">
          <ac:chgData name="Chittaranjan Hens" userId="6fc03958433e8a43" providerId="LiveId" clId="{9F7C6AFD-9B2E-4C88-AE63-F07D361FF885}" dt="2024-01-06T12:21:00.704" v="243" actId="20577"/>
          <ac:spMkLst>
            <pc:docMk/>
            <pc:sldMk cId="2842745309" sldId="309"/>
            <ac:spMk id="7" creationId="{00000000-0000-0000-0000-000000000000}"/>
          </ac:spMkLst>
        </pc:spChg>
      </pc:sldChg>
      <pc:sldChg chg="del">
        <pc:chgData name="Chittaranjan Hens" userId="6fc03958433e8a43" providerId="LiveId" clId="{9F7C6AFD-9B2E-4C88-AE63-F07D361FF885}" dt="2024-01-06T12:10:29.917" v="217" actId="47"/>
        <pc:sldMkLst>
          <pc:docMk/>
          <pc:sldMk cId="2467800466" sldId="311"/>
        </pc:sldMkLst>
      </pc:sldChg>
      <pc:sldChg chg="modSp mod">
        <pc:chgData name="Chittaranjan Hens" userId="6fc03958433e8a43" providerId="LiveId" clId="{9F7C6AFD-9B2E-4C88-AE63-F07D361FF885}" dt="2024-01-08T04:00:32.548" v="469" actId="207"/>
        <pc:sldMkLst>
          <pc:docMk/>
          <pc:sldMk cId="818744125" sldId="317"/>
        </pc:sldMkLst>
        <pc:spChg chg="mod">
          <ac:chgData name="Chittaranjan Hens" userId="6fc03958433e8a43" providerId="LiveId" clId="{9F7C6AFD-9B2E-4C88-AE63-F07D361FF885}" dt="2024-01-08T04:00:32.548" v="469" actId="207"/>
          <ac:spMkLst>
            <pc:docMk/>
            <pc:sldMk cId="818744125" sldId="317"/>
            <ac:spMk id="3" creationId="{00000000-0000-0000-0000-000000000000}"/>
          </ac:spMkLst>
        </pc:spChg>
      </pc:sldChg>
      <pc:sldChg chg="modSp mod">
        <pc:chgData name="Chittaranjan Hens" userId="6fc03958433e8a43" providerId="LiveId" clId="{9F7C6AFD-9B2E-4C88-AE63-F07D361FF885}" dt="2024-01-06T12:21:54.850" v="310" actId="1076"/>
        <pc:sldMkLst>
          <pc:docMk/>
          <pc:sldMk cId="2195716212" sldId="323"/>
        </pc:sldMkLst>
        <pc:spChg chg="mod">
          <ac:chgData name="Chittaranjan Hens" userId="6fc03958433e8a43" providerId="LiveId" clId="{9F7C6AFD-9B2E-4C88-AE63-F07D361FF885}" dt="2024-01-06T12:21:54.850" v="310" actId="1076"/>
          <ac:spMkLst>
            <pc:docMk/>
            <pc:sldMk cId="2195716212" sldId="323"/>
            <ac:spMk id="38" creationId="{0CF1EEFA-7248-B2CE-D2B0-C167A94ACCF6}"/>
          </ac:spMkLst>
        </pc:spChg>
      </pc:sldChg>
      <pc:sldChg chg="delSp modSp mod">
        <pc:chgData name="Chittaranjan Hens" userId="6fc03958433e8a43" providerId="LiveId" clId="{9F7C6AFD-9B2E-4C88-AE63-F07D361FF885}" dt="2024-01-06T12:38:29.297" v="345" actId="20577"/>
        <pc:sldMkLst>
          <pc:docMk/>
          <pc:sldMk cId="780947734" sldId="324"/>
        </pc:sldMkLst>
        <pc:spChg chg="mod">
          <ac:chgData name="Chittaranjan Hens" userId="6fc03958433e8a43" providerId="LiveId" clId="{9F7C6AFD-9B2E-4C88-AE63-F07D361FF885}" dt="2024-01-06T12:38:29.297" v="345" actId="20577"/>
          <ac:spMkLst>
            <pc:docMk/>
            <pc:sldMk cId="780947734" sldId="324"/>
            <ac:spMk id="3" creationId="{00000000-0000-0000-0000-000000000000}"/>
          </ac:spMkLst>
        </pc:spChg>
        <pc:picChg chg="del">
          <ac:chgData name="Chittaranjan Hens" userId="6fc03958433e8a43" providerId="LiveId" clId="{9F7C6AFD-9B2E-4C88-AE63-F07D361FF885}" dt="2024-01-06T08:33:13.713" v="103" actId="478"/>
          <ac:picMkLst>
            <pc:docMk/>
            <pc:sldMk cId="780947734" sldId="324"/>
            <ac:picMk id="2" creationId="{F3B5EE51-3108-68A3-A8E9-00060A63D3C5}"/>
          </ac:picMkLst>
        </pc:picChg>
      </pc:sldChg>
      <pc:sldChg chg="modSp mod">
        <pc:chgData name="Chittaranjan Hens" userId="6fc03958433e8a43" providerId="LiveId" clId="{9F7C6AFD-9B2E-4C88-AE63-F07D361FF885}" dt="2024-01-08T04:06:47.976" v="472" actId="1440"/>
        <pc:sldMkLst>
          <pc:docMk/>
          <pc:sldMk cId="174701711" sldId="387"/>
        </pc:sldMkLst>
        <pc:picChg chg="mod">
          <ac:chgData name="Chittaranjan Hens" userId="6fc03958433e8a43" providerId="LiveId" clId="{9F7C6AFD-9B2E-4C88-AE63-F07D361FF885}" dt="2024-01-08T04:06:47.976" v="472" actId="1440"/>
          <ac:picMkLst>
            <pc:docMk/>
            <pc:sldMk cId="174701711" sldId="387"/>
            <ac:picMk id="6" creationId="{EA3058B0-74E5-A3DD-A7FD-20E7F6703170}"/>
          </ac:picMkLst>
        </pc:picChg>
      </pc:sldChg>
      <pc:sldChg chg="modSp mod">
        <pc:chgData name="Chittaranjan Hens" userId="6fc03958433e8a43" providerId="LiveId" clId="{9F7C6AFD-9B2E-4C88-AE63-F07D361FF885}" dt="2024-01-08T04:06:54.723" v="473" actId="1440"/>
        <pc:sldMkLst>
          <pc:docMk/>
          <pc:sldMk cId="2733058180" sldId="388"/>
        </pc:sldMkLst>
        <pc:picChg chg="mod">
          <ac:chgData name="Chittaranjan Hens" userId="6fc03958433e8a43" providerId="LiveId" clId="{9F7C6AFD-9B2E-4C88-AE63-F07D361FF885}" dt="2024-01-08T04:06:54.723" v="473" actId="1440"/>
          <ac:picMkLst>
            <pc:docMk/>
            <pc:sldMk cId="2733058180" sldId="388"/>
            <ac:picMk id="6" creationId="{EA3058B0-74E5-A3DD-A7FD-20E7F6703170}"/>
          </ac:picMkLst>
        </pc:picChg>
      </pc:sldChg>
      <pc:sldChg chg="modSp mod">
        <pc:chgData name="Chittaranjan Hens" userId="6fc03958433e8a43" providerId="LiveId" clId="{9F7C6AFD-9B2E-4C88-AE63-F07D361FF885}" dt="2024-01-08T04:07:00.063" v="474" actId="1440"/>
        <pc:sldMkLst>
          <pc:docMk/>
          <pc:sldMk cId="773496104" sldId="389"/>
        </pc:sldMkLst>
        <pc:picChg chg="mod">
          <ac:chgData name="Chittaranjan Hens" userId="6fc03958433e8a43" providerId="LiveId" clId="{9F7C6AFD-9B2E-4C88-AE63-F07D361FF885}" dt="2024-01-08T04:07:00.063" v="474" actId="1440"/>
          <ac:picMkLst>
            <pc:docMk/>
            <pc:sldMk cId="773496104" sldId="389"/>
            <ac:picMk id="6" creationId="{EA3058B0-74E5-A3DD-A7FD-20E7F6703170}"/>
          </ac:picMkLst>
        </pc:picChg>
      </pc:sldChg>
      <pc:sldChg chg="modSp mod">
        <pc:chgData name="Chittaranjan Hens" userId="6fc03958433e8a43" providerId="LiveId" clId="{9F7C6AFD-9B2E-4C88-AE63-F07D361FF885}" dt="2024-01-08T04:07:04.938" v="475" actId="1440"/>
        <pc:sldMkLst>
          <pc:docMk/>
          <pc:sldMk cId="169313233" sldId="390"/>
        </pc:sldMkLst>
        <pc:picChg chg="mod">
          <ac:chgData name="Chittaranjan Hens" userId="6fc03958433e8a43" providerId="LiveId" clId="{9F7C6AFD-9B2E-4C88-AE63-F07D361FF885}" dt="2024-01-08T04:07:04.938" v="475" actId="1440"/>
          <ac:picMkLst>
            <pc:docMk/>
            <pc:sldMk cId="169313233" sldId="390"/>
            <ac:picMk id="6" creationId="{EA3058B0-74E5-A3DD-A7FD-20E7F6703170}"/>
          </ac:picMkLst>
        </pc:picChg>
      </pc:sldChg>
      <pc:sldChg chg="add del">
        <pc:chgData name="Chittaranjan Hens" userId="6fc03958433e8a43" providerId="LiveId" clId="{9F7C6AFD-9B2E-4C88-AE63-F07D361FF885}" dt="2024-01-06T11:48:18.857" v="216" actId="47"/>
        <pc:sldMkLst>
          <pc:docMk/>
          <pc:sldMk cId="3720411210" sldId="405"/>
        </pc:sldMkLst>
      </pc:sldChg>
      <pc:sldChg chg="delSp modSp add mod modAnim">
        <pc:chgData name="Chittaranjan Hens" userId="6fc03958433e8a43" providerId="LiveId" clId="{9F7C6AFD-9B2E-4C88-AE63-F07D361FF885}" dt="2024-01-08T04:04:51.855" v="471" actId="113"/>
        <pc:sldMkLst>
          <pc:docMk/>
          <pc:sldMk cId="1944886267" sldId="406"/>
        </pc:sldMkLst>
        <pc:spChg chg="mod">
          <ac:chgData name="Chittaranjan Hens" userId="6fc03958433e8a43" providerId="LiveId" clId="{9F7C6AFD-9B2E-4C88-AE63-F07D361FF885}" dt="2024-01-08T04:04:51.855" v="471" actId="113"/>
          <ac:spMkLst>
            <pc:docMk/>
            <pc:sldMk cId="1944886267" sldId="406"/>
            <ac:spMk id="3" creationId="{00000000-0000-0000-0000-000000000000}"/>
          </ac:spMkLst>
        </pc:spChg>
        <pc:spChg chg="del mod">
          <ac:chgData name="Chittaranjan Hens" userId="6fc03958433e8a43" providerId="LiveId" clId="{9F7C6AFD-9B2E-4C88-AE63-F07D361FF885}" dt="2024-01-06T08:24:35.771" v="55" actId="478"/>
          <ac:spMkLst>
            <pc:docMk/>
            <pc:sldMk cId="1944886267" sldId="406"/>
            <ac:spMk id="9" creationId="{3EB9B0DD-EC93-824F-B256-FC9B8F5DA19E}"/>
          </ac:spMkLst>
        </pc:spChg>
      </pc:sldChg>
      <pc:sldChg chg="modSp add mod">
        <pc:chgData name="Chittaranjan Hens" userId="6fc03958433e8a43" providerId="LiveId" clId="{9F7C6AFD-9B2E-4C88-AE63-F07D361FF885}" dt="2024-01-08T04:04:48.740" v="470" actId="113"/>
        <pc:sldMkLst>
          <pc:docMk/>
          <pc:sldMk cId="710312707" sldId="407"/>
        </pc:sldMkLst>
        <pc:spChg chg="mod">
          <ac:chgData name="Chittaranjan Hens" userId="6fc03958433e8a43" providerId="LiveId" clId="{9F7C6AFD-9B2E-4C88-AE63-F07D361FF885}" dt="2024-01-08T04:04:48.740" v="470" actId="113"/>
          <ac:spMkLst>
            <pc:docMk/>
            <pc:sldMk cId="710312707" sldId="407"/>
            <ac:spMk id="3" creationId="{00000000-0000-0000-0000-000000000000}"/>
          </ac:spMkLst>
        </pc:spChg>
      </pc:sldChg>
      <pc:sldChg chg="addSp delSp modSp add mod">
        <pc:chgData name="Chittaranjan Hens" userId="6fc03958433e8a43" providerId="LiveId" clId="{9F7C6AFD-9B2E-4C88-AE63-F07D361FF885}" dt="2024-01-06T12:22:55.551" v="323" actId="14100"/>
        <pc:sldMkLst>
          <pc:docMk/>
          <pc:sldMk cId="1809207544" sldId="408"/>
        </pc:sldMkLst>
        <pc:spChg chg="mod">
          <ac:chgData name="Chittaranjan Hens" userId="6fc03958433e8a43" providerId="LiveId" clId="{9F7C6AFD-9B2E-4C88-AE63-F07D361FF885}" dt="2024-01-06T09:27:45.551" v="138" actId="20577"/>
          <ac:spMkLst>
            <pc:docMk/>
            <pc:sldMk cId="1809207544" sldId="408"/>
            <ac:spMk id="4" creationId="{00000000-0000-0000-0000-000000000000}"/>
          </ac:spMkLst>
        </pc:spChg>
        <pc:spChg chg="del">
          <ac:chgData name="Chittaranjan Hens" userId="6fc03958433e8a43" providerId="LiveId" clId="{9F7C6AFD-9B2E-4C88-AE63-F07D361FF885}" dt="2024-01-06T08:30:09.593" v="84" actId="478"/>
          <ac:spMkLst>
            <pc:docMk/>
            <pc:sldMk cId="1809207544" sldId="408"/>
            <ac:spMk id="36" creationId="{27FBBAD5-756F-AE35-1D94-01B688748091}"/>
          </ac:spMkLst>
        </pc:spChg>
        <pc:spChg chg="del">
          <ac:chgData name="Chittaranjan Hens" userId="6fc03958433e8a43" providerId="LiveId" clId="{9F7C6AFD-9B2E-4C88-AE63-F07D361FF885}" dt="2024-01-06T08:30:05.676" v="82" actId="478"/>
          <ac:spMkLst>
            <pc:docMk/>
            <pc:sldMk cId="1809207544" sldId="408"/>
            <ac:spMk id="37" creationId="{DDC1E9A8-B6D7-A50A-A453-12C81B90679C}"/>
          </ac:spMkLst>
        </pc:spChg>
        <pc:spChg chg="del">
          <ac:chgData name="Chittaranjan Hens" userId="6fc03958433e8a43" providerId="LiveId" clId="{9F7C6AFD-9B2E-4C88-AE63-F07D361FF885}" dt="2024-01-06T08:30:03.993" v="80" actId="478"/>
          <ac:spMkLst>
            <pc:docMk/>
            <pc:sldMk cId="1809207544" sldId="408"/>
            <ac:spMk id="38" creationId="{0CF1EEFA-7248-B2CE-D2B0-C167A94ACCF6}"/>
          </ac:spMkLst>
        </pc:spChg>
        <pc:spChg chg="del">
          <ac:chgData name="Chittaranjan Hens" userId="6fc03958433e8a43" providerId="LiveId" clId="{9F7C6AFD-9B2E-4C88-AE63-F07D361FF885}" dt="2024-01-06T08:30:02.413" v="79" actId="478"/>
          <ac:spMkLst>
            <pc:docMk/>
            <pc:sldMk cId="1809207544" sldId="408"/>
            <ac:spMk id="39" creationId="{2F177D6F-933F-FBA8-A1AC-B8905F41CD5B}"/>
          </ac:spMkLst>
        </pc:spChg>
        <pc:spChg chg="del">
          <ac:chgData name="Chittaranjan Hens" userId="6fc03958433e8a43" providerId="LiveId" clId="{9F7C6AFD-9B2E-4C88-AE63-F07D361FF885}" dt="2024-01-06T08:30:12.208" v="85" actId="478"/>
          <ac:spMkLst>
            <pc:docMk/>
            <pc:sldMk cId="1809207544" sldId="408"/>
            <ac:spMk id="40" creationId="{D4F4C210-AB9B-D9E6-24BE-FEE017039247}"/>
          </ac:spMkLst>
        </pc:spChg>
        <pc:spChg chg="add mod">
          <ac:chgData name="Chittaranjan Hens" userId="6fc03958433e8a43" providerId="LiveId" clId="{9F7C6AFD-9B2E-4C88-AE63-F07D361FF885}" dt="2024-01-06T12:22:55.551" v="323" actId="14100"/>
          <ac:spMkLst>
            <pc:docMk/>
            <pc:sldMk cId="1809207544" sldId="408"/>
            <ac:spMk id="41" creationId="{473F57E4-FE37-104C-08E4-A566215B1EE1}"/>
          </ac:spMkLst>
        </pc:spChg>
        <pc:grpChg chg="del">
          <ac:chgData name="Chittaranjan Hens" userId="6fc03958433e8a43" providerId="LiveId" clId="{9F7C6AFD-9B2E-4C88-AE63-F07D361FF885}" dt="2024-01-06T08:30:00.976" v="78" actId="478"/>
          <ac:grpSpMkLst>
            <pc:docMk/>
            <pc:sldMk cId="1809207544" sldId="408"/>
            <ac:grpSpMk id="8" creationId="{F0DAABB3-9089-6F1E-1A53-3953CAC52752}"/>
          </ac:grpSpMkLst>
        </pc:grpChg>
        <pc:grpChg chg="del">
          <ac:chgData name="Chittaranjan Hens" userId="6fc03958433e8a43" providerId="LiveId" clId="{9F7C6AFD-9B2E-4C88-AE63-F07D361FF885}" dt="2024-01-06T08:30:04.643" v="81" actId="478"/>
          <ac:grpSpMkLst>
            <pc:docMk/>
            <pc:sldMk cId="1809207544" sldId="408"/>
            <ac:grpSpMk id="22" creationId="{25B2B9C0-D494-FCF0-562C-B2068A80ED42}"/>
          </ac:grpSpMkLst>
        </pc:grpChg>
        <pc:picChg chg="del">
          <ac:chgData name="Chittaranjan Hens" userId="6fc03958433e8a43" providerId="LiveId" clId="{9F7C6AFD-9B2E-4C88-AE63-F07D361FF885}" dt="2024-01-06T08:30:06.619" v="83" actId="478"/>
          <ac:picMkLst>
            <pc:docMk/>
            <pc:sldMk cId="1809207544" sldId="408"/>
            <ac:picMk id="2" creationId="{71E1503B-6615-B2AB-52C3-D115D8481BA8}"/>
          </ac:picMkLst>
        </pc:picChg>
        <pc:picChg chg="add mod">
          <ac:chgData name="Chittaranjan Hens" userId="6fc03958433e8a43" providerId="LiveId" clId="{9F7C6AFD-9B2E-4C88-AE63-F07D361FF885}" dt="2024-01-06T08:30:31.099" v="91" actId="1076"/>
          <ac:picMkLst>
            <pc:docMk/>
            <pc:sldMk cId="1809207544" sldId="408"/>
            <ac:picMk id="6" creationId="{CB870259-8C3E-7DBB-BAA9-5F37D76C45E8}"/>
          </ac:picMkLst>
        </pc:picChg>
        <pc:cxnChg chg="mod">
          <ac:chgData name="Chittaranjan Hens" userId="6fc03958433e8a43" providerId="LiveId" clId="{9F7C6AFD-9B2E-4C88-AE63-F07D361FF885}" dt="2024-01-06T08:30:00.976" v="78" actId="478"/>
          <ac:cxnSpMkLst>
            <pc:docMk/>
            <pc:sldMk cId="1809207544" sldId="408"/>
            <ac:cxnSpMk id="12" creationId="{0C2045BF-59C8-9DE4-1B42-20278BE1C7BF}"/>
          </ac:cxnSpMkLst>
        </pc:cxnChg>
        <pc:cxnChg chg="mod">
          <ac:chgData name="Chittaranjan Hens" userId="6fc03958433e8a43" providerId="LiveId" clId="{9F7C6AFD-9B2E-4C88-AE63-F07D361FF885}" dt="2024-01-06T08:30:00.976" v="78" actId="478"/>
          <ac:cxnSpMkLst>
            <pc:docMk/>
            <pc:sldMk cId="1809207544" sldId="408"/>
            <ac:cxnSpMk id="13" creationId="{7A0022C7-DDDF-74DB-B409-AC67C5281101}"/>
          </ac:cxnSpMkLst>
        </pc:cxnChg>
        <pc:cxnChg chg="mod">
          <ac:chgData name="Chittaranjan Hens" userId="6fc03958433e8a43" providerId="LiveId" clId="{9F7C6AFD-9B2E-4C88-AE63-F07D361FF885}" dt="2024-01-06T08:30:00.976" v="78" actId="478"/>
          <ac:cxnSpMkLst>
            <pc:docMk/>
            <pc:sldMk cId="1809207544" sldId="408"/>
            <ac:cxnSpMk id="18" creationId="{1475FE84-628C-E24A-BBE0-98FD16D28555}"/>
          </ac:cxnSpMkLst>
        </pc:cxnChg>
        <pc:cxnChg chg="mod">
          <ac:chgData name="Chittaranjan Hens" userId="6fc03958433e8a43" providerId="LiveId" clId="{9F7C6AFD-9B2E-4C88-AE63-F07D361FF885}" dt="2024-01-06T08:30:00.976" v="78" actId="478"/>
          <ac:cxnSpMkLst>
            <pc:docMk/>
            <pc:sldMk cId="1809207544" sldId="408"/>
            <ac:cxnSpMk id="19" creationId="{C085B2D4-CCF5-E0CE-6EAD-3A84C825AC5E}"/>
          </ac:cxnSpMkLst>
        </pc:cxnChg>
        <pc:cxnChg chg="mod">
          <ac:chgData name="Chittaranjan Hens" userId="6fc03958433e8a43" providerId="LiveId" clId="{9F7C6AFD-9B2E-4C88-AE63-F07D361FF885}" dt="2024-01-06T08:30:00.976" v="78" actId="478"/>
          <ac:cxnSpMkLst>
            <pc:docMk/>
            <pc:sldMk cId="1809207544" sldId="408"/>
            <ac:cxnSpMk id="21" creationId="{74101670-D7FC-CE6B-35FC-0CD147535667}"/>
          </ac:cxnSpMkLst>
        </pc:cxnChg>
        <pc:cxnChg chg="mod">
          <ac:chgData name="Chittaranjan Hens" userId="6fc03958433e8a43" providerId="LiveId" clId="{9F7C6AFD-9B2E-4C88-AE63-F07D361FF885}" dt="2024-01-06T08:30:04.643" v="81" actId="478"/>
          <ac:cxnSpMkLst>
            <pc:docMk/>
            <pc:sldMk cId="1809207544" sldId="408"/>
            <ac:cxnSpMk id="26" creationId="{BF936C98-C8B9-0B0E-1657-B588668F6359}"/>
          </ac:cxnSpMkLst>
        </pc:cxnChg>
        <pc:cxnChg chg="mod">
          <ac:chgData name="Chittaranjan Hens" userId="6fc03958433e8a43" providerId="LiveId" clId="{9F7C6AFD-9B2E-4C88-AE63-F07D361FF885}" dt="2024-01-06T08:30:04.643" v="81" actId="478"/>
          <ac:cxnSpMkLst>
            <pc:docMk/>
            <pc:sldMk cId="1809207544" sldId="408"/>
            <ac:cxnSpMk id="27" creationId="{4B7F21CB-2E77-AD9A-0189-DDE26C66EB8A}"/>
          </ac:cxnSpMkLst>
        </pc:cxnChg>
        <pc:cxnChg chg="mod">
          <ac:chgData name="Chittaranjan Hens" userId="6fc03958433e8a43" providerId="LiveId" clId="{9F7C6AFD-9B2E-4C88-AE63-F07D361FF885}" dt="2024-01-06T08:30:04.643" v="81" actId="478"/>
          <ac:cxnSpMkLst>
            <pc:docMk/>
            <pc:sldMk cId="1809207544" sldId="408"/>
            <ac:cxnSpMk id="32" creationId="{60C23356-78B6-EE0D-D690-EA642001B808}"/>
          </ac:cxnSpMkLst>
        </pc:cxnChg>
        <pc:cxnChg chg="mod">
          <ac:chgData name="Chittaranjan Hens" userId="6fc03958433e8a43" providerId="LiveId" clId="{9F7C6AFD-9B2E-4C88-AE63-F07D361FF885}" dt="2024-01-06T08:30:04.643" v="81" actId="478"/>
          <ac:cxnSpMkLst>
            <pc:docMk/>
            <pc:sldMk cId="1809207544" sldId="408"/>
            <ac:cxnSpMk id="33" creationId="{16D0EE75-955C-C01C-FB1A-F760B39D09CC}"/>
          </ac:cxnSpMkLst>
        </pc:cxnChg>
        <pc:cxnChg chg="mod">
          <ac:chgData name="Chittaranjan Hens" userId="6fc03958433e8a43" providerId="LiveId" clId="{9F7C6AFD-9B2E-4C88-AE63-F07D361FF885}" dt="2024-01-06T08:30:04.643" v="81" actId="478"/>
          <ac:cxnSpMkLst>
            <pc:docMk/>
            <pc:sldMk cId="1809207544" sldId="408"/>
            <ac:cxnSpMk id="35" creationId="{1395C4DA-A9E9-05A1-20A8-4B4F6F60ED3E}"/>
          </ac:cxnSpMkLst>
        </pc:cxnChg>
      </pc:sldChg>
      <pc:sldChg chg="add del">
        <pc:chgData name="Chittaranjan Hens" userId="6fc03958433e8a43" providerId="LiveId" clId="{9F7C6AFD-9B2E-4C88-AE63-F07D361FF885}" dt="2024-01-06T08:29:48.404" v="76" actId="2890"/>
        <pc:sldMkLst>
          <pc:docMk/>
          <pc:sldMk cId="2981148483" sldId="408"/>
        </pc:sldMkLst>
      </pc:sldChg>
      <pc:sldChg chg="addSp delSp modSp add mod">
        <pc:chgData name="Chittaranjan Hens" userId="6fc03958433e8a43" providerId="LiveId" clId="{9F7C6AFD-9B2E-4C88-AE63-F07D361FF885}" dt="2024-01-06T12:23:01.186" v="324"/>
        <pc:sldMkLst>
          <pc:docMk/>
          <pc:sldMk cId="1976652126" sldId="409"/>
        </pc:sldMkLst>
        <pc:spChg chg="del">
          <ac:chgData name="Chittaranjan Hens" userId="6fc03958433e8a43" providerId="LiveId" clId="{9F7C6AFD-9B2E-4C88-AE63-F07D361FF885}" dt="2024-01-06T08:33:27.589" v="105" actId="478"/>
          <ac:spMkLst>
            <pc:docMk/>
            <pc:sldMk cId="1976652126" sldId="409"/>
            <ac:spMk id="4" creationId="{00000000-0000-0000-0000-000000000000}"/>
          </ac:spMkLst>
        </pc:spChg>
        <pc:spChg chg="add del mod">
          <ac:chgData name="Chittaranjan Hens" userId="6fc03958433e8a43" providerId="LiveId" clId="{9F7C6AFD-9B2E-4C88-AE63-F07D361FF885}" dt="2024-01-06T09:27:34.465" v="129" actId="478"/>
          <ac:spMkLst>
            <pc:docMk/>
            <pc:sldMk cId="1976652126" sldId="409"/>
            <ac:spMk id="9" creationId="{8A1BCCA4-1D37-3BD3-0307-8DE3C4289F28}"/>
          </ac:spMkLst>
        </pc:spChg>
        <pc:spChg chg="add mod">
          <ac:chgData name="Chittaranjan Hens" userId="6fc03958433e8a43" providerId="LiveId" clId="{9F7C6AFD-9B2E-4C88-AE63-F07D361FF885}" dt="2024-01-06T09:27:41.584" v="137" actId="20577"/>
          <ac:spMkLst>
            <pc:docMk/>
            <pc:sldMk cId="1976652126" sldId="409"/>
            <ac:spMk id="10" creationId="{C26CA51E-134F-B61D-05D4-60B59FCCF328}"/>
          </ac:spMkLst>
        </pc:spChg>
        <pc:spChg chg="add mod">
          <ac:chgData name="Chittaranjan Hens" userId="6fc03958433e8a43" providerId="LiveId" clId="{9F7C6AFD-9B2E-4C88-AE63-F07D361FF885}" dt="2024-01-06T12:23:01.186" v="324"/>
          <ac:spMkLst>
            <pc:docMk/>
            <pc:sldMk cId="1976652126" sldId="409"/>
            <ac:spMk id="11" creationId="{0CB01411-92CF-3261-1A73-D604F5E86204}"/>
          </ac:spMkLst>
        </pc:spChg>
        <pc:picChg chg="add del mod">
          <ac:chgData name="Chittaranjan Hens" userId="6fc03958433e8a43" providerId="LiveId" clId="{9F7C6AFD-9B2E-4C88-AE63-F07D361FF885}" dt="2024-01-06T08:31:43.843" v="97" actId="478"/>
          <ac:picMkLst>
            <pc:docMk/>
            <pc:sldMk cId="1976652126" sldId="409"/>
            <ac:picMk id="3" creationId="{6E9155D7-F1AF-643A-9512-D158B56C7B24}"/>
          </ac:picMkLst>
        </pc:picChg>
        <pc:picChg chg="del">
          <ac:chgData name="Chittaranjan Hens" userId="6fc03958433e8a43" providerId="LiveId" clId="{9F7C6AFD-9B2E-4C88-AE63-F07D361FF885}" dt="2024-01-06T08:30:35.313" v="93" actId="478"/>
          <ac:picMkLst>
            <pc:docMk/>
            <pc:sldMk cId="1976652126" sldId="409"/>
            <ac:picMk id="6" creationId="{CB870259-8C3E-7DBB-BAA9-5F37D76C45E8}"/>
          </ac:picMkLst>
        </pc:picChg>
        <pc:picChg chg="add mod">
          <ac:chgData name="Chittaranjan Hens" userId="6fc03958433e8a43" providerId="LiveId" clId="{9F7C6AFD-9B2E-4C88-AE63-F07D361FF885}" dt="2024-01-06T08:31:49.760" v="101" actId="1076"/>
          <ac:picMkLst>
            <pc:docMk/>
            <pc:sldMk cId="1976652126" sldId="409"/>
            <ac:picMk id="8" creationId="{CF0067F6-49BF-A008-17C2-67C61A8B7173}"/>
          </ac:picMkLst>
        </pc:picChg>
      </pc:sldChg>
      <pc:sldChg chg="addSp delSp modSp add mod">
        <pc:chgData name="Chittaranjan Hens" userId="6fc03958433e8a43" providerId="LiveId" clId="{9F7C6AFD-9B2E-4C88-AE63-F07D361FF885}" dt="2024-01-06T09:29:37.994" v="181" actId="207"/>
        <pc:sldMkLst>
          <pc:docMk/>
          <pc:sldMk cId="2426808491" sldId="410"/>
        </pc:sldMkLst>
        <pc:spChg chg="add mod">
          <ac:chgData name="Chittaranjan Hens" userId="6fc03958433e8a43" providerId="LiveId" clId="{9F7C6AFD-9B2E-4C88-AE63-F07D361FF885}" dt="2024-01-06T09:29:37.994" v="181" actId="207"/>
          <ac:spMkLst>
            <pc:docMk/>
            <pc:sldMk cId="2426808491" sldId="410"/>
            <ac:spMk id="3" creationId="{D910756D-5FE9-8960-B23A-6CD5A2D89DBF}"/>
          </ac:spMkLst>
        </pc:spChg>
        <pc:spChg chg="del">
          <ac:chgData name="Chittaranjan Hens" userId="6fc03958433e8a43" providerId="LiveId" clId="{9F7C6AFD-9B2E-4C88-AE63-F07D361FF885}" dt="2024-01-06T08:55:29.762" v="109" actId="478"/>
          <ac:spMkLst>
            <pc:docMk/>
            <pc:sldMk cId="2426808491" sldId="410"/>
            <ac:spMk id="9" creationId="{8A1BCCA4-1D37-3BD3-0307-8DE3C4289F28}"/>
          </ac:spMkLst>
        </pc:spChg>
        <pc:picChg chg="del">
          <ac:chgData name="Chittaranjan Hens" userId="6fc03958433e8a43" providerId="LiveId" clId="{9F7C6AFD-9B2E-4C88-AE63-F07D361FF885}" dt="2024-01-06T08:55:28.058" v="108" actId="478"/>
          <ac:picMkLst>
            <pc:docMk/>
            <pc:sldMk cId="2426808491" sldId="410"/>
            <ac:picMk id="8" creationId="{CF0067F6-49BF-A008-17C2-67C61A8B7173}"/>
          </ac:picMkLst>
        </pc:picChg>
      </pc:sldChg>
      <pc:sldChg chg="addSp delSp modSp add mod">
        <pc:chgData name="Chittaranjan Hens" userId="6fc03958433e8a43" providerId="LiveId" clId="{9F7C6AFD-9B2E-4C88-AE63-F07D361FF885}" dt="2024-01-06T09:34:21.065" v="211" actId="478"/>
        <pc:sldMkLst>
          <pc:docMk/>
          <pc:sldMk cId="3637898886" sldId="411"/>
        </pc:sldMkLst>
        <pc:spChg chg="del">
          <ac:chgData name="Chittaranjan Hens" userId="6fc03958433e8a43" providerId="LiveId" clId="{9F7C6AFD-9B2E-4C88-AE63-F07D361FF885}" dt="2024-01-06T09:28:37.876" v="140" actId="478"/>
          <ac:spMkLst>
            <pc:docMk/>
            <pc:sldMk cId="3637898886" sldId="411"/>
            <ac:spMk id="3" creationId="{D910756D-5FE9-8960-B23A-6CD5A2D89DBF}"/>
          </ac:spMkLst>
        </pc:spChg>
        <pc:spChg chg="add mod">
          <ac:chgData name="Chittaranjan Hens" userId="6fc03958433e8a43" providerId="LiveId" clId="{9F7C6AFD-9B2E-4C88-AE63-F07D361FF885}" dt="2024-01-06T09:29:27.464" v="180" actId="313"/>
          <ac:spMkLst>
            <pc:docMk/>
            <pc:sldMk cId="3637898886" sldId="411"/>
            <ac:spMk id="8" creationId="{84BDCB91-6DC0-A0B3-C56C-8DD87EE796E9}"/>
          </ac:spMkLst>
        </pc:spChg>
        <pc:picChg chg="add mod">
          <ac:chgData name="Chittaranjan Hens" userId="6fc03958433e8a43" providerId="LiveId" clId="{9F7C6AFD-9B2E-4C88-AE63-F07D361FF885}" dt="2024-01-06T09:30:41.400" v="187" actId="14100"/>
          <ac:picMkLst>
            <pc:docMk/>
            <pc:sldMk cId="3637898886" sldId="411"/>
            <ac:picMk id="4" creationId="{A6ECA204-459D-05AC-DD35-8407CC2D8C64}"/>
          </ac:picMkLst>
        </pc:picChg>
        <pc:picChg chg="add mod">
          <ac:chgData name="Chittaranjan Hens" userId="6fc03958433e8a43" providerId="LiveId" clId="{9F7C6AFD-9B2E-4C88-AE63-F07D361FF885}" dt="2024-01-06T09:30:38.949" v="186" actId="14100"/>
          <ac:picMkLst>
            <pc:docMk/>
            <pc:sldMk cId="3637898886" sldId="411"/>
            <ac:picMk id="7" creationId="{46B091A6-D328-678D-C39D-08E383A82506}"/>
          </ac:picMkLst>
        </pc:picChg>
        <pc:picChg chg="add del mod">
          <ac:chgData name="Chittaranjan Hens" userId="6fc03958433e8a43" providerId="LiveId" clId="{9F7C6AFD-9B2E-4C88-AE63-F07D361FF885}" dt="2024-01-06T09:34:20.226" v="210" actId="478"/>
          <ac:picMkLst>
            <pc:docMk/>
            <pc:sldMk cId="3637898886" sldId="411"/>
            <ac:picMk id="10" creationId="{D9370F3A-AA93-8BE8-6987-5C7F3341C21C}"/>
          </ac:picMkLst>
        </pc:picChg>
        <pc:picChg chg="add del mod">
          <ac:chgData name="Chittaranjan Hens" userId="6fc03958433e8a43" providerId="LiveId" clId="{9F7C6AFD-9B2E-4C88-AE63-F07D361FF885}" dt="2024-01-06T09:34:21.065" v="211" actId="478"/>
          <ac:picMkLst>
            <pc:docMk/>
            <pc:sldMk cId="3637898886" sldId="411"/>
            <ac:picMk id="12" creationId="{56359C8A-89D9-2612-6306-7D5D688751B6}"/>
          </ac:picMkLst>
        </pc:picChg>
      </pc:sldChg>
      <pc:sldChg chg="addSp delSp modSp add mod">
        <pc:chgData name="Chittaranjan Hens" userId="6fc03958433e8a43" providerId="LiveId" clId="{9F7C6AFD-9B2E-4C88-AE63-F07D361FF885}" dt="2024-01-06T12:12:19.982" v="223" actId="1076"/>
        <pc:sldMkLst>
          <pc:docMk/>
          <pc:sldMk cId="3759975878" sldId="412"/>
        </pc:sldMkLst>
        <pc:spChg chg="mod">
          <ac:chgData name="Chittaranjan Hens" userId="6fc03958433e8a43" providerId="LiveId" clId="{9F7C6AFD-9B2E-4C88-AE63-F07D361FF885}" dt="2024-01-06T12:12:19.982" v="223" actId="1076"/>
          <ac:spMkLst>
            <pc:docMk/>
            <pc:sldMk cId="3759975878" sldId="412"/>
            <ac:spMk id="5" creationId="{00000000-0000-0000-0000-000000000000}"/>
          </ac:spMkLst>
        </pc:spChg>
        <pc:spChg chg="add mod">
          <ac:chgData name="Chittaranjan Hens" userId="6fc03958433e8a43" providerId="LiveId" clId="{9F7C6AFD-9B2E-4C88-AE63-F07D361FF885}" dt="2024-01-06T12:12:18.844" v="222" actId="208"/>
          <ac:spMkLst>
            <pc:docMk/>
            <pc:sldMk cId="3759975878" sldId="412"/>
            <ac:spMk id="14" creationId="{ADCCCEBE-F4B4-CEC5-605B-0C02D78CF74B}"/>
          </ac:spMkLst>
        </pc:spChg>
        <pc:picChg chg="add mod">
          <ac:chgData name="Chittaranjan Hens" userId="6fc03958433e8a43" providerId="LiveId" clId="{9F7C6AFD-9B2E-4C88-AE63-F07D361FF885}" dt="2024-01-06T09:33:18.315" v="196" actId="1076"/>
          <ac:picMkLst>
            <pc:docMk/>
            <pc:sldMk cId="3759975878" sldId="412"/>
            <ac:picMk id="3" creationId="{1BC4F56A-7A39-0F21-A7F5-9AF2ACE3AE2C}"/>
          </ac:picMkLst>
        </pc:picChg>
        <pc:picChg chg="del">
          <ac:chgData name="Chittaranjan Hens" userId="6fc03958433e8a43" providerId="LiveId" clId="{9F7C6AFD-9B2E-4C88-AE63-F07D361FF885}" dt="2024-01-06T09:33:07.945" v="193" actId="478"/>
          <ac:picMkLst>
            <pc:docMk/>
            <pc:sldMk cId="3759975878" sldId="412"/>
            <ac:picMk id="4" creationId="{A6ECA204-459D-05AC-DD35-8407CC2D8C64}"/>
          </ac:picMkLst>
        </pc:picChg>
        <pc:picChg chg="del">
          <ac:chgData name="Chittaranjan Hens" userId="6fc03958433e8a43" providerId="LiveId" clId="{9F7C6AFD-9B2E-4C88-AE63-F07D361FF885}" dt="2024-01-06T09:33:07.945" v="193" actId="478"/>
          <ac:picMkLst>
            <pc:docMk/>
            <pc:sldMk cId="3759975878" sldId="412"/>
            <ac:picMk id="7" creationId="{46B091A6-D328-678D-C39D-08E383A82506}"/>
          </ac:picMkLst>
        </pc:picChg>
        <pc:picChg chg="add mod">
          <ac:chgData name="Chittaranjan Hens" userId="6fc03958433e8a43" providerId="LiveId" clId="{9F7C6AFD-9B2E-4C88-AE63-F07D361FF885}" dt="2024-01-06T09:33:38.873" v="202" actId="1076"/>
          <ac:picMkLst>
            <pc:docMk/>
            <pc:sldMk cId="3759975878" sldId="412"/>
            <ac:picMk id="9" creationId="{B901026B-16DC-5881-2A3F-873C42B60037}"/>
          </ac:picMkLst>
        </pc:picChg>
        <pc:picChg chg="del">
          <ac:chgData name="Chittaranjan Hens" userId="6fc03958433e8a43" providerId="LiveId" clId="{9F7C6AFD-9B2E-4C88-AE63-F07D361FF885}" dt="2024-01-06T09:33:07.945" v="193" actId="478"/>
          <ac:picMkLst>
            <pc:docMk/>
            <pc:sldMk cId="3759975878" sldId="412"/>
            <ac:picMk id="10" creationId="{D9370F3A-AA93-8BE8-6987-5C7F3341C21C}"/>
          </ac:picMkLst>
        </pc:picChg>
        <pc:picChg chg="del">
          <ac:chgData name="Chittaranjan Hens" userId="6fc03958433e8a43" providerId="LiveId" clId="{9F7C6AFD-9B2E-4C88-AE63-F07D361FF885}" dt="2024-01-06T09:33:07.945" v="193" actId="478"/>
          <ac:picMkLst>
            <pc:docMk/>
            <pc:sldMk cId="3759975878" sldId="412"/>
            <ac:picMk id="12" creationId="{56359C8A-89D9-2612-6306-7D5D688751B6}"/>
          </ac:picMkLst>
        </pc:picChg>
        <pc:picChg chg="add mod">
          <ac:chgData name="Chittaranjan Hens" userId="6fc03958433e8a43" providerId="LiveId" clId="{9F7C6AFD-9B2E-4C88-AE63-F07D361FF885}" dt="2024-01-06T09:34:06.447" v="206" actId="1076"/>
          <ac:picMkLst>
            <pc:docMk/>
            <pc:sldMk cId="3759975878" sldId="412"/>
            <ac:picMk id="13" creationId="{0EF1E713-E241-50E2-E8C3-9A0BE395FC6F}"/>
          </ac:picMkLst>
        </pc:picChg>
      </pc:sldChg>
      <pc:sldChg chg="add del">
        <pc:chgData name="Chittaranjan Hens" userId="6fc03958433e8a43" providerId="LiveId" clId="{9F7C6AFD-9B2E-4C88-AE63-F07D361FF885}" dt="2024-01-06T11:47:40.190" v="213" actId="47"/>
        <pc:sldMkLst>
          <pc:docMk/>
          <pc:sldMk cId="3545842105" sldId="413"/>
        </pc:sldMkLst>
      </pc:sldChg>
      <pc:sldChg chg="delSp modSp add mod">
        <pc:chgData name="Chittaranjan Hens" userId="6fc03958433e8a43" providerId="LiveId" clId="{9F7C6AFD-9B2E-4C88-AE63-F07D361FF885}" dt="2024-01-06T11:47:49.473" v="215" actId="478"/>
        <pc:sldMkLst>
          <pc:docMk/>
          <pc:sldMk cId="1716605967" sldId="414"/>
        </pc:sldMkLst>
        <pc:picChg chg="mod">
          <ac:chgData name="Chittaranjan Hens" userId="6fc03958433e8a43" providerId="LiveId" clId="{9F7C6AFD-9B2E-4C88-AE63-F07D361FF885}" dt="2024-01-06T09:34:24.935" v="212" actId="1076"/>
          <ac:picMkLst>
            <pc:docMk/>
            <pc:sldMk cId="1716605967" sldId="414"/>
            <ac:picMk id="10" creationId="{D9370F3A-AA93-8BE8-6987-5C7F3341C21C}"/>
          </ac:picMkLst>
        </pc:picChg>
        <pc:picChg chg="del">
          <ac:chgData name="Chittaranjan Hens" userId="6fc03958433e8a43" providerId="LiveId" clId="{9F7C6AFD-9B2E-4C88-AE63-F07D361FF885}" dt="2024-01-06T11:47:49.473" v="215" actId="478"/>
          <ac:picMkLst>
            <pc:docMk/>
            <pc:sldMk cId="1716605967" sldId="414"/>
            <ac:picMk id="12" creationId="{56359C8A-89D9-2612-6306-7D5D688751B6}"/>
          </ac:picMkLst>
        </pc:picChg>
      </pc:sldChg>
      <pc:sldChg chg="add">
        <pc:chgData name="Chittaranjan Hens" userId="6fc03958433e8a43" providerId="LiveId" clId="{9F7C6AFD-9B2E-4C88-AE63-F07D361FF885}" dt="2024-01-06T11:47:46.939" v="214" actId="2890"/>
        <pc:sldMkLst>
          <pc:docMk/>
          <pc:sldMk cId="2553215131" sldId="415"/>
        </pc:sldMkLst>
      </pc:sldChg>
      <pc:sldChg chg="addSp delSp modSp new mod">
        <pc:chgData name="Chittaranjan Hens" userId="6fc03958433e8a43" providerId="LiveId" clId="{9F7C6AFD-9B2E-4C88-AE63-F07D361FF885}" dt="2024-01-06T12:48:40.756" v="373" actId="1076"/>
        <pc:sldMkLst>
          <pc:docMk/>
          <pc:sldMk cId="2996129906" sldId="416"/>
        </pc:sldMkLst>
        <pc:spChg chg="del">
          <ac:chgData name="Chittaranjan Hens" userId="6fc03958433e8a43" providerId="LiveId" clId="{9F7C6AFD-9B2E-4C88-AE63-F07D361FF885}" dt="2024-01-06T12:38:43.248" v="347" actId="478"/>
          <ac:spMkLst>
            <pc:docMk/>
            <pc:sldMk cId="2996129906" sldId="416"/>
            <ac:spMk id="2" creationId="{6A57E15E-B235-3E46-4229-819BE1538DF7}"/>
          </ac:spMkLst>
        </pc:spChg>
        <pc:spChg chg="del">
          <ac:chgData name="Chittaranjan Hens" userId="6fc03958433e8a43" providerId="LiveId" clId="{9F7C6AFD-9B2E-4C88-AE63-F07D361FF885}" dt="2024-01-06T12:38:44.149" v="348" actId="478"/>
          <ac:spMkLst>
            <pc:docMk/>
            <pc:sldMk cId="2996129906" sldId="416"/>
            <ac:spMk id="3" creationId="{CA5ED901-020B-B444-863D-FC69772D7F52}"/>
          </ac:spMkLst>
        </pc:spChg>
        <pc:picChg chg="add mod">
          <ac:chgData name="Chittaranjan Hens" userId="6fc03958433e8a43" providerId="LiveId" clId="{9F7C6AFD-9B2E-4C88-AE63-F07D361FF885}" dt="2024-01-06T12:48:40.756" v="373" actId="1076"/>
          <ac:picMkLst>
            <pc:docMk/>
            <pc:sldMk cId="2996129906" sldId="416"/>
            <ac:picMk id="6" creationId="{F8543A5D-A7C9-F4A5-2DEB-FDCF9B79CC6B}"/>
          </ac:picMkLst>
        </pc:picChg>
      </pc:sldChg>
      <pc:sldChg chg="addSp delSp modSp add mod">
        <pc:chgData name="Chittaranjan Hens" userId="6fc03958433e8a43" providerId="LiveId" clId="{9F7C6AFD-9B2E-4C88-AE63-F07D361FF885}" dt="2024-01-06T12:39:15.437" v="359" actId="1076"/>
        <pc:sldMkLst>
          <pc:docMk/>
          <pc:sldMk cId="3916805895" sldId="417"/>
        </pc:sldMkLst>
        <pc:picChg chg="add mod">
          <ac:chgData name="Chittaranjan Hens" userId="6fc03958433e8a43" providerId="LiveId" clId="{9F7C6AFD-9B2E-4C88-AE63-F07D361FF885}" dt="2024-01-06T12:39:15.437" v="359" actId="1076"/>
          <ac:picMkLst>
            <pc:docMk/>
            <pc:sldMk cId="3916805895" sldId="417"/>
            <ac:picMk id="3" creationId="{C06A01D4-A72A-C60D-DC79-A4FE06BF3C0B}"/>
          </ac:picMkLst>
        </pc:picChg>
        <pc:picChg chg="del">
          <ac:chgData name="Chittaranjan Hens" userId="6fc03958433e8a43" providerId="LiveId" clId="{9F7C6AFD-9B2E-4C88-AE63-F07D361FF885}" dt="2024-01-06T12:38:54.603" v="355" actId="478"/>
          <ac:picMkLst>
            <pc:docMk/>
            <pc:sldMk cId="3916805895" sldId="417"/>
            <ac:picMk id="6" creationId="{F8543A5D-A7C9-F4A5-2DEB-FDCF9B79CC6B}"/>
          </ac:picMkLst>
        </pc:picChg>
      </pc:sldChg>
      <pc:sldChg chg="addSp delSp modSp add mod delAnim">
        <pc:chgData name="Chittaranjan Hens" userId="6fc03958433e8a43" providerId="LiveId" clId="{9F7C6AFD-9B2E-4C88-AE63-F07D361FF885}" dt="2024-01-06T12:49:38.116" v="383" actId="1076"/>
        <pc:sldMkLst>
          <pc:docMk/>
          <pc:sldMk cId="2431673050" sldId="418"/>
        </pc:sldMkLst>
        <pc:spChg chg="del">
          <ac:chgData name="Chittaranjan Hens" userId="6fc03958433e8a43" providerId="LiveId" clId="{9F7C6AFD-9B2E-4C88-AE63-F07D361FF885}" dt="2024-01-06T12:47:54.276" v="366" actId="478"/>
          <ac:spMkLst>
            <pc:docMk/>
            <pc:sldMk cId="2431673050" sldId="418"/>
            <ac:spMk id="4" creationId="{00000000-0000-0000-0000-000000000000}"/>
          </ac:spMkLst>
        </pc:spChg>
        <pc:spChg chg="add del mod">
          <ac:chgData name="Chittaranjan Hens" userId="6fc03958433e8a43" providerId="LiveId" clId="{9F7C6AFD-9B2E-4C88-AE63-F07D361FF885}" dt="2024-01-06T12:47:53.470" v="365" actId="478"/>
          <ac:spMkLst>
            <pc:docMk/>
            <pc:sldMk cId="2431673050" sldId="418"/>
            <ac:spMk id="5" creationId="{706D8555-5BCD-7711-72D7-CE3A8B54E4BF}"/>
          </ac:spMkLst>
        </pc:spChg>
        <pc:spChg chg="del">
          <ac:chgData name="Chittaranjan Hens" userId="6fc03958433e8a43" providerId="LiveId" clId="{9F7C6AFD-9B2E-4C88-AE63-F07D361FF885}" dt="2024-01-06T12:47:50.016" v="363" actId="478"/>
          <ac:spMkLst>
            <pc:docMk/>
            <pc:sldMk cId="2431673050" sldId="418"/>
            <ac:spMk id="6" creationId="{00000000-0000-0000-0000-000000000000}"/>
          </ac:spMkLst>
        </pc:spChg>
        <pc:spChg chg="del">
          <ac:chgData name="Chittaranjan Hens" userId="6fc03958433e8a43" providerId="LiveId" clId="{9F7C6AFD-9B2E-4C88-AE63-F07D361FF885}" dt="2024-01-06T12:47:55.932" v="367" actId="478"/>
          <ac:spMkLst>
            <pc:docMk/>
            <pc:sldMk cId="2431673050" sldId="418"/>
            <ac:spMk id="7" creationId="{00000000-0000-0000-0000-000000000000}"/>
          </ac:spMkLst>
        </pc:spChg>
        <pc:spChg chg="del">
          <ac:chgData name="Chittaranjan Hens" userId="6fc03958433e8a43" providerId="LiveId" clId="{9F7C6AFD-9B2E-4C88-AE63-F07D361FF885}" dt="2024-01-06T12:47:49.292" v="362" actId="478"/>
          <ac:spMkLst>
            <pc:docMk/>
            <pc:sldMk cId="2431673050" sldId="418"/>
            <ac:spMk id="8" creationId="{00000000-0000-0000-0000-000000000000}"/>
          </ac:spMkLst>
        </pc:spChg>
        <pc:picChg chg="add mod">
          <ac:chgData name="Chittaranjan Hens" userId="6fc03958433e8a43" providerId="LiveId" clId="{9F7C6AFD-9B2E-4C88-AE63-F07D361FF885}" dt="2024-01-06T12:49:38.116" v="383" actId="1076"/>
          <ac:picMkLst>
            <pc:docMk/>
            <pc:sldMk cId="2431673050" sldId="418"/>
            <ac:picMk id="11" creationId="{DE32D72A-6ADE-DDE6-7227-0920650DFB89}"/>
          </ac:picMkLst>
        </pc:picChg>
        <pc:picChg chg="del">
          <ac:chgData name="Chittaranjan Hens" userId="6fc03958433e8a43" providerId="LiveId" clId="{9F7C6AFD-9B2E-4C88-AE63-F07D361FF885}" dt="2024-01-06T12:47:50.754" v="364" actId="478"/>
          <ac:picMkLst>
            <pc:docMk/>
            <pc:sldMk cId="2431673050" sldId="418"/>
            <ac:picMk id="2050" creationId="{00000000-0000-0000-0000-000000000000}"/>
          </ac:picMkLst>
        </pc:picChg>
        <pc:picChg chg="del">
          <ac:chgData name="Chittaranjan Hens" userId="6fc03958433e8a43" providerId="LiveId" clId="{9F7C6AFD-9B2E-4C88-AE63-F07D361FF885}" dt="2024-01-06T12:47:48.088" v="361" actId="478"/>
          <ac:picMkLst>
            <pc:docMk/>
            <pc:sldMk cId="2431673050" sldId="418"/>
            <ac:picMk id="2051" creationId="{00000000-0000-0000-0000-000000000000}"/>
          </ac:picMkLst>
        </pc:picChg>
      </pc:sldChg>
      <pc:sldChg chg="addSp delSp modSp add mod">
        <pc:chgData name="Chittaranjan Hens" userId="6fc03958433e8a43" providerId="LiveId" clId="{9F7C6AFD-9B2E-4C88-AE63-F07D361FF885}" dt="2024-01-06T12:50:17.061" v="406" actId="20577"/>
        <pc:sldMkLst>
          <pc:docMk/>
          <pc:sldMk cId="334006116" sldId="419"/>
        </pc:sldMkLst>
        <pc:spChg chg="add mod">
          <ac:chgData name="Chittaranjan Hens" userId="6fc03958433e8a43" providerId="LiveId" clId="{9F7C6AFD-9B2E-4C88-AE63-F07D361FF885}" dt="2024-01-06T12:50:17.061" v="406" actId="20577"/>
          <ac:spMkLst>
            <pc:docMk/>
            <pc:sldMk cId="334006116" sldId="419"/>
            <ac:spMk id="5" creationId="{4D878AE5-463A-4E03-3BF8-E4D0FB43A7E1}"/>
          </ac:spMkLst>
        </pc:spChg>
        <pc:picChg chg="mod">
          <ac:chgData name="Chittaranjan Hens" userId="6fc03958433e8a43" providerId="LiveId" clId="{9F7C6AFD-9B2E-4C88-AE63-F07D361FF885}" dt="2024-01-06T12:49:11.891" v="378" actId="1076"/>
          <ac:picMkLst>
            <pc:docMk/>
            <pc:sldMk cId="334006116" sldId="419"/>
            <ac:picMk id="2" creationId="{BFD4621E-D1C9-771E-F04A-6CFEF7469318}"/>
          </ac:picMkLst>
        </pc:picChg>
        <pc:picChg chg="add mod">
          <ac:chgData name="Chittaranjan Hens" userId="6fc03958433e8a43" providerId="LiveId" clId="{9F7C6AFD-9B2E-4C88-AE63-F07D361FF885}" dt="2024-01-06T12:50:11.007" v="405" actId="14100"/>
          <ac:picMkLst>
            <pc:docMk/>
            <pc:sldMk cId="334006116" sldId="419"/>
            <ac:picMk id="4" creationId="{4087B5F4-86F7-232F-B834-98A27CA63011}"/>
          </ac:picMkLst>
        </pc:picChg>
        <pc:picChg chg="del">
          <ac:chgData name="Chittaranjan Hens" userId="6fc03958433e8a43" providerId="LiveId" clId="{9F7C6AFD-9B2E-4C88-AE63-F07D361FF885}" dt="2024-01-06T12:49:05.075" v="375" actId="478"/>
          <ac:picMkLst>
            <pc:docMk/>
            <pc:sldMk cId="334006116" sldId="419"/>
            <ac:picMk id="11" creationId="{DE32D72A-6ADE-DDE6-7227-0920650DFB89}"/>
          </ac:picMkLst>
        </pc:picChg>
      </pc:sldChg>
      <pc:sldChg chg="addSp delSp modSp add mod">
        <pc:chgData name="Chittaranjan Hens" userId="6fc03958433e8a43" providerId="LiveId" clId="{9F7C6AFD-9B2E-4C88-AE63-F07D361FF885}" dt="2024-01-06T12:57:42.405" v="422" actId="1076"/>
        <pc:sldMkLst>
          <pc:docMk/>
          <pc:sldMk cId="1818736484" sldId="420"/>
        </pc:sldMkLst>
        <pc:spChg chg="mod">
          <ac:chgData name="Chittaranjan Hens" userId="6fc03958433e8a43" providerId="LiveId" clId="{9F7C6AFD-9B2E-4C88-AE63-F07D361FF885}" dt="2024-01-06T12:50:22.737" v="407" actId="20577"/>
          <ac:spMkLst>
            <pc:docMk/>
            <pc:sldMk cId="1818736484" sldId="420"/>
            <ac:spMk id="5" creationId="{4D878AE5-463A-4E03-3BF8-E4D0FB43A7E1}"/>
          </ac:spMkLst>
        </pc:spChg>
        <pc:picChg chg="add mod">
          <ac:chgData name="Chittaranjan Hens" userId="6fc03958433e8a43" providerId="LiveId" clId="{9F7C6AFD-9B2E-4C88-AE63-F07D361FF885}" dt="2024-01-06T12:57:42.405" v="422" actId="1076"/>
          <ac:picMkLst>
            <pc:docMk/>
            <pc:sldMk cId="1818736484" sldId="420"/>
            <ac:picMk id="4" creationId="{32AC8C0B-6F41-A01B-2734-12E903FC5BD2}"/>
          </ac:picMkLst>
        </pc:picChg>
        <pc:picChg chg="del">
          <ac:chgData name="Chittaranjan Hens" userId="6fc03958433e8a43" providerId="LiveId" clId="{9F7C6AFD-9B2E-4C88-AE63-F07D361FF885}" dt="2024-01-06T12:50:25.717" v="408" actId="478"/>
          <ac:picMkLst>
            <pc:docMk/>
            <pc:sldMk cId="1818736484" sldId="420"/>
            <ac:picMk id="4" creationId="{4087B5F4-86F7-232F-B834-98A27CA63011}"/>
          </ac:picMkLst>
        </pc:picChg>
        <pc:picChg chg="add del mod">
          <ac:chgData name="Chittaranjan Hens" userId="6fc03958433e8a43" providerId="LiveId" clId="{9F7C6AFD-9B2E-4C88-AE63-F07D361FF885}" dt="2024-01-06T12:57:36.188" v="418" actId="478"/>
          <ac:picMkLst>
            <pc:docMk/>
            <pc:sldMk cId="1818736484" sldId="420"/>
            <ac:picMk id="6" creationId="{127C651C-0DF7-2086-D1DC-8EAB2160CC19}"/>
          </ac:picMkLst>
        </pc:picChg>
      </pc:sldChg>
      <pc:sldChg chg="delSp modSp add mod setBg delDesignElem">
        <pc:chgData name="Chittaranjan Hens" userId="6fc03958433e8a43" providerId="LiveId" clId="{9F7C6AFD-9B2E-4C88-AE63-F07D361FF885}" dt="2024-01-08T03:59:52.325" v="468" actId="27636"/>
        <pc:sldMkLst>
          <pc:docMk/>
          <pc:sldMk cId="618779652" sldId="421"/>
        </pc:sldMkLst>
        <pc:spChg chg="mod">
          <ac:chgData name="Chittaranjan Hens" userId="6fc03958433e8a43" providerId="LiveId" clId="{9F7C6AFD-9B2E-4C88-AE63-F07D361FF885}" dt="2024-01-08T03:59:52.325" v="468" actId="27636"/>
          <ac:spMkLst>
            <pc:docMk/>
            <pc:sldMk cId="618779652" sldId="421"/>
            <ac:spMk id="9" creationId="{392C5059-EB68-AD60-8B1D-D540BD55A8FF}"/>
          </ac:spMkLst>
        </pc:spChg>
        <pc:spChg chg="del">
          <ac:chgData name="Chittaranjan Hens" userId="6fc03958433e8a43" providerId="LiveId" clId="{9F7C6AFD-9B2E-4C88-AE63-F07D361FF885}" dt="2024-01-08T03:56:53.949" v="424"/>
          <ac:spMkLst>
            <pc:docMk/>
            <pc:sldMk cId="618779652" sldId="421"/>
            <ac:spMk id="15" creationId="{8651CFA9-6065-4243-AC48-858E359780B1}"/>
          </ac:spMkLst>
        </pc:spChg>
        <pc:spChg chg="del">
          <ac:chgData name="Chittaranjan Hens" userId="6fc03958433e8a43" providerId="LiveId" clId="{9F7C6AFD-9B2E-4C88-AE63-F07D361FF885}" dt="2024-01-08T03:56:53.949" v="424"/>
          <ac:spMkLst>
            <pc:docMk/>
            <pc:sldMk cId="618779652" sldId="421"/>
            <ac:spMk id="17" creationId="{37962AE0-6A1C-4B76-9D52-10E5E6D7D3BB}"/>
          </ac:spMkLst>
        </pc:spChg>
        <pc:spChg chg="del">
          <ac:chgData name="Chittaranjan Hens" userId="6fc03958433e8a43" providerId="LiveId" clId="{9F7C6AFD-9B2E-4C88-AE63-F07D361FF885}" dt="2024-01-08T03:56:53.949" v="424"/>
          <ac:spMkLst>
            <pc:docMk/>
            <pc:sldMk cId="618779652" sldId="421"/>
            <ac:spMk id="19" creationId="{16E12301-1C96-4D15-9838-D5B894B22365}"/>
          </ac:spMkLst>
        </pc:spChg>
        <pc:grpChg chg="del">
          <ac:chgData name="Chittaranjan Hens" userId="6fc03958433e8a43" providerId="LiveId" clId="{9F7C6AFD-9B2E-4C88-AE63-F07D361FF885}" dt="2024-01-08T03:56:53.949" v="424"/>
          <ac:grpSpMkLst>
            <pc:docMk/>
            <pc:sldMk cId="618779652" sldId="421"/>
            <ac:grpSpMk id="39" creationId="{D7A5FD75-4B35-4162-9304-569491255811}"/>
          </ac:grpSpMkLst>
        </pc:grpChg>
        <pc:grpChg chg="del">
          <ac:chgData name="Chittaranjan Hens" userId="6fc03958433e8a43" providerId="LiveId" clId="{9F7C6AFD-9B2E-4C88-AE63-F07D361FF885}" dt="2024-01-08T03:56:53.949" v="424"/>
          <ac:grpSpMkLst>
            <pc:docMk/>
            <pc:sldMk cId="618779652" sldId="421"/>
            <ac:grpSpMk id="44" creationId="{34676384-D846-461C-B8F3-BDB849B4A408}"/>
          </ac:grpSpMkLst>
        </pc:grpChg>
        <pc:picChg chg="mod">
          <ac:chgData name="Chittaranjan Hens" userId="6fc03958433e8a43" providerId="LiveId" clId="{9F7C6AFD-9B2E-4C88-AE63-F07D361FF885}" dt="2024-01-08T03:59:48.064" v="465" actId="14100"/>
          <ac:picMkLst>
            <pc:docMk/>
            <pc:sldMk cId="618779652" sldId="421"/>
            <ac:picMk id="2" creationId="{7A203178-FCD0-FE85-57F7-D010564135A5}"/>
          </ac:picMkLst>
        </pc:picChg>
      </pc:sldChg>
      <pc:sldChg chg="modSp add mod">
        <pc:chgData name="Chittaranjan Hens" userId="6fc03958433e8a43" providerId="LiveId" clId="{9F7C6AFD-9B2E-4C88-AE63-F07D361FF885}" dt="2024-01-08T04:07:23.295" v="476" actId="207"/>
        <pc:sldMkLst>
          <pc:docMk/>
          <pc:sldMk cId="1509878438" sldId="858"/>
        </pc:sldMkLst>
        <pc:spChg chg="mod">
          <ac:chgData name="Chittaranjan Hens" userId="6fc03958433e8a43" providerId="LiveId" clId="{9F7C6AFD-9B2E-4C88-AE63-F07D361FF885}" dt="2024-01-08T04:07:23.295" v="476" actId="207"/>
          <ac:spMkLst>
            <pc:docMk/>
            <pc:sldMk cId="1509878438" sldId="858"/>
            <ac:spMk id="3" creationId="{00000000-0000-0000-0000-000000000000}"/>
          </ac:spMkLst>
        </pc:spChg>
      </pc:sldChg>
      <pc:sldChg chg="modSp add mod">
        <pc:chgData name="Chittaranjan Hens" userId="6fc03958433e8a43" providerId="LiveId" clId="{9F7C6AFD-9B2E-4C88-AE63-F07D361FF885}" dt="2024-01-08T03:58:20.776" v="455" actId="14100"/>
        <pc:sldMkLst>
          <pc:docMk/>
          <pc:sldMk cId="0" sldId="859"/>
        </pc:sldMkLst>
        <pc:picChg chg="mod">
          <ac:chgData name="Chittaranjan Hens" userId="6fc03958433e8a43" providerId="LiveId" clId="{9F7C6AFD-9B2E-4C88-AE63-F07D361FF885}" dt="2024-01-08T03:58:20.776" v="455" actId="14100"/>
          <ac:picMkLst>
            <pc:docMk/>
            <pc:sldMk cId="0" sldId="859"/>
            <ac:picMk id="8" creationId="{993527E6-1AAC-F72E-45C2-066BE0079D96}"/>
          </ac:picMkLst>
        </pc:picChg>
      </pc:sldChg>
      <pc:sldChg chg="modSp add mod">
        <pc:chgData name="Chittaranjan Hens" userId="6fc03958433e8a43" providerId="LiveId" clId="{9F7C6AFD-9B2E-4C88-AE63-F07D361FF885}" dt="2024-01-08T03:59:04.692" v="459" actId="1076"/>
        <pc:sldMkLst>
          <pc:docMk/>
          <pc:sldMk cId="0" sldId="860"/>
        </pc:sldMkLst>
        <pc:spChg chg="mod">
          <ac:chgData name="Chittaranjan Hens" userId="6fc03958433e8a43" providerId="LiveId" clId="{9F7C6AFD-9B2E-4C88-AE63-F07D361FF885}" dt="2024-01-08T03:59:04.692" v="459" actId="1076"/>
          <ac:spMkLst>
            <pc:docMk/>
            <pc:sldMk cId="0" sldId="860"/>
            <ac:spMk id="4" creationId="{CD3E8945-A039-69AF-6DF5-3CDA43519110}"/>
          </ac:spMkLst>
        </pc:spChg>
        <pc:picChg chg="mod">
          <ac:chgData name="Chittaranjan Hens" userId="6fc03958433e8a43" providerId="LiveId" clId="{9F7C6AFD-9B2E-4C88-AE63-F07D361FF885}" dt="2024-01-08T03:59:00.662" v="458" actId="14100"/>
          <ac:picMkLst>
            <pc:docMk/>
            <pc:sldMk cId="0" sldId="860"/>
            <ac:picMk id="5" creationId="{48A893B3-49A1-27C6-2387-A5F890854BC4}"/>
          </ac:picMkLst>
        </pc:picChg>
      </pc:sldChg>
      <pc:sldChg chg="modSp add mod">
        <pc:chgData name="Chittaranjan Hens" userId="6fc03958433e8a43" providerId="LiveId" clId="{9F7C6AFD-9B2E-4C88-AE63-F07D361FF885}" dt="2024-01-08T03:59:24.460" v="464" actId="14100"/>
        <pc:sldMkLst>
          <pc:docMk/>
          <pc:sldMk cId="0" sldId="861"/>
        </pc:sldMkLst>
        <pc:picChg chg="mod">
          <ac:chgData name="Chittaranjan Hens" userId="6fc03958433e8a43" providerId="LiveId" clId="{9F7C6AFD-9B2E-4C88-AE63-F07D361FF885}" dt="2024-01-08T03:59:24.460" v="464" actId="14100"/>
          <ac:picMkLst>
            <pc:docMk/>
            <pc:sldMk cId="0" sldId="861"/>
            <ac:picMk id="2" creationId="{4F4C369E-A89F-F3F2-8965-5CEA8A3538DB}"/>
          </ac:picMkLst>
        </pc:picChg>
      </pc:sldChg>
    </pc:docChg>
  </pc:docChgLst>
  <pc:docChgLst>
    <pc:chgData name="Chittaranjan Hens" userId="6fc03958433e8a43" providerId="LiveId" clId="{0328BB88-149E-44FF-9B19-DCD64BFFE89D}"/>
    <pc:docChg chg="custSel modSld">
      <pc:chgData name="Chittaranjan Hens" userId="6fc03958433e8a43" providerId="LiveId" clId="{0328BB88-149E-44FF-9B19-DCD64BFFE89D}" dt="2023-12-10T09:51:12.558" v="13" actId="478"/>
      <pc:docMkLst>
        <pc:docMk/>
      </pc:docMkLst>
      <pc:sldChg chg="modSp">
        <pc:chgData name="Chittaranjan Hens" userId="6fc03958433e8a43" providerId="LiveId" clId="{0328BB88-149E-44FF-9B19-DCD64BFFE89D}" dt="2023-12-10T09:35:38.006" v="11" actId="12"/>
        <pc:sldMkLst>
          <pc:docMk/>
          <pc:sldMk cId="0" sldId="300"/>
        </pc:sldMkLst>
        <pc:spChg chg="mod">
          <ac:chgData name="Chittaranjan Hens" userId="6fc03958433e8a43" providerId="LiveId" clId="{0328BB88-149E-44FF-9B19-DCD64BFFE89D}" dt="2023-12-10T09:35:38.006" v="11" actId="12"/>
          <ac:spMkLst>
            <pc:docMk/>
            <pc:sldMk cId="0" sldId="300"/>
            <ac:spMk id="3" creationId="{00000000-0000-0000-0000-000000000000}"/>
          </ac:spMkLst>
        </pc:spChg>
      </pc:sldChg>
      <pc:sldChg chg="modSp mod">
        <pc:chgData name="Chittaranjan Hens" userId="6fc03958433e8a43" providerId="LiveId" clId="{0328BB88-149E-44FF-9B19-DCD64BFFE89D}" dt="2023-12-10T09:32:49.524" v="1" actId="207"/>
        <pc:sldMkLst>
          <pc:docMk/>
          <pc:sldMk cId="2197493882" sldId="320"/>
        </pc:sldMkLst>
        <pc:spChg chg="mod">
          <ac:chgData name="Chittaranjan Hens" userId="6fc03958433e8a43" providerId="LiveId" clId="{0328BB88-149E-44FF-9B19-DCD64BFFE89D}" dt="2023-12-10T09:32:49.524" v="1" actId="207"/>
          <ac:spMkLst>
            <pc:docMk/>
            <pc:sldMk cId="2197493882" sldId="320"/>
            <ac:spMk id="15364" creationId="{00000000-0000-0000-0000-000000000000}"/>
          </ac:spMkLst>
        </pc:spChg>
      </pc:sldChg>
      <pc:sldChg chg="delSp mod">
        <pc:chgData name="Chittaranjan Hens" userId="6fc03958433e8a43" providerId="LiveId" clId="{0328BB88-149E-44FF-9B19-DCD64BFFE89D}" dt="2023-12-10T09:49:42.929" v="12" actId="478"/>
        <pc:sldMkLst>
          <pc:docMk/>
          <pc:sldMk cId="2195716212" sldId="323"/>
        </pc:sldMkLst>
        <pc:spChg chg="del">
          <ac:chgData name="Chittaranjan Hens" userId="6fc03958433e8a43" providerId="LiveId" clId="{0328BB88-149E-44FF-9B19-DCD64BFFE89D}" dt="2023-12-10T09:49:42.929" v="12" actId="478"/>
          <ac:spMkLst>
            <pc:docMk/>
            <pc:sldMk cId="2195716212" sldId="323"/>
            <ac:spMk id="7" creationId="{F992FD75-4A1A-9089-1D96-9453C1C417E8}"/>
          </ac:spMkLst>
        </pc:spChg>
      </pc:sldChg>
      <pc:sldChg chg="delSp mod">
        <pc:chgData name="Chittaranjan Hens" userId="6fc03958433e8a43" providerId="LiveId" clId="{0328BB88-149E-44FF-9B19-DCD64BFFE89D}" dt="2023-12-10T09:51:12.558" v="13" actId="478"/>
        <pc:sldMkLst>
          <pc:docMk/>
          <pc:sldMk cId="773496104" sldId="389"/>
        </pc:sldMkLst>
        <pc:spChg chg="del">
          <ac:chgData name="Chittaranjan Hens" userId="6fc03958433e8a43" providerId="LiveId" clId="{0328BB88-149E-44FF-9B19-DCD64BFFE89D}" dt="2023-12-10T09:51:12.558" v="13" actId="478"/>
          <ac:spMkLst>
            <pc:docMk/>
            <pc:sldMk cId="773496104" sldId="389"/>
            <ac:spMk id="3" creationId="{63752CAF-50E7-E1B3-EC10-636D0E0941FE}"/>
          </ac:spMkLst>
        </pc:spChg>
      </pc:sldChg>
    </pc:docChg>
  </pc:docChgLst>
  <pc:docChgLst>
    <pc:chgData name="Chittaranjan Hens" userId="6fc03958433e8a43" providerId="LiveId" clId="{2791953A-569C-4581-A5F2-161E885C8B9E}"/>
    <pc:docChg chg="undo redo custSel addSld delSld modSld sldOrd">
      <pc:chgData name="Chittaranjan Hens" userId="6fc03958433e8a43" providerId="LiveId" clId="{2791953A-569C-4581-A5F2-161E885C8B9E}" dt="2023-01-09T05:43:19.933" v="3216" actId="2711"/>
      <pc:docMkLst>
        <pc:docMk/>
      </pc:docMkLst>
      <pc:sldChg chg="addSp delSp modSp add del mod">
        <pc:chgData name="Chittaranjan Hens" userId="6fc03958433e8a43" providerId="LiveId" clId="{2791953A-569C-4581-A5F2-161E885C8B9E}" dt="2023-01-07T12:22:36.996" v="2828" actId="47"/>
        <pc:sldMkLst>
          <pc:docMk/>
          <pc:sldMk cId="2633347940" sldId="256"/>
        </pc:sldMkLst>
        <pc:spChg chg="add mod">
          <ac:chgData name="Chittaranjan Hens" userId="6fc03958433e8a43" providerId="LiveId" clId="{2791953A-569C-4581-A5F2-161E885C8B9E}" dt="2023-01-07T07:53:40.843" v="1904" actId="1076"/>
          <ac:spMkLst>
            <pc:docMk/>
            <pc:sldMk cId="2633347940" sldId="256"/>
            <ac:spMk id="2" creationId="{8D4D5D8D-DFB2-5D6F-4DDD-21C521DCD67C}"/>
          </ac:spMkLst>
        </pc:spChg>
        <pc:spChg chg="add del mod">
          <ac:chgData name="Chittaranjan Hens" userId="6fc03958433e8a43" providerId="LiveId" clId="{2791953A-569C-4581-A5F2-161E885C8B9E}" dt="2023-01-07T07:30:52.474" v="1293" actId="478"/>
          <ac:spMkLst>
            <pc:docMk/>
            <pc:sldMk cId="2633347940" sldId="256"/>
            <ac:spMk id="2" creationId="{DF806519-E65B-89A3-8224-B41E170FD3FF}"/>
          </ac:spMkLst>
        </pc:spChg>
        <pc:spChg chg="add del">
          <ac:chgData name="Chittaranjan Hens" userId="6fc03958433e8a43" providerId="LiveId" clId="{2791953A-569C-4581-A5F2-161E885C8B9E}" dt="2023-01-07T07:30:52.474" v="1293" actId="478"/>
          <ac:spMkLst>
            <pc:docMk/>
            <pc:sldMk cId="2633347940" sldId="256"/>
            <ac:spMk id="3" creationId="{00000000-0000-0000-0000-000000000000}"/>
          </ac:spMkLst>
        </pc:spChg>
        <pc:spChg chg="add mod">
          <ac:chgData name="Chittaranjan Hens" userId="6fc03958433e8a43" providerId="LiveId" clId="{2791953A-569C-4581-A5F2-161E885C8B9E}" dt="2023-01-07T12:11:59.761" v="2784" actId="20577"/>
          <ac:spMkLst>
            <pc:docMk/>
            <pc:sldMk cId="2633347940" sldId="256"/>
            <ac:spMk id="5" creationId="{1D2675C9-0FF4-BFE8-F40F-C5F67DA65732}"/>
          </ac:spMkLst>
        </pc:spChg>
        <pc:spChg chg="add del mod">
          <ac:chgData name="Chittaranjan Hens" userId="6fc03958433e8a43" providerId="LiveId" clId="{2791953A-569C-4581-A5F2-161E885C8B9E}" dt="2023-01-07T07:30:46.513" v="1292" actId="478"/>
          <ac:spMkLst>
            <pc:docMk/>
            <pc:sldMk cId="2633347940" sldId="256"/>
            <ac:spMk id="6" creationId="{54F2E75A-7C4B-FB21-5192-73769050AD26}"/>
          </ac:spMkLst>
        </pc:spChg>
        <pc:spChg chg="add del mod">
          <ac:chgData name="Chittaranjan Hens" userId="6fc03958433e8a43" providerId="LiveId" clId="{2791953A-569C-4581-A5F2-161E885C8B9E}" dt="2023-01-07T07:31:16.200" v="1307" actId="478"/>
          <ac:spMkLst>
            <pc:docMk/>
            <pc:sldMk cId="2633347940" sldId="256"/>
            <ac:spMk id="8" creationId="{01BEFD8C-C900-64C8-916C-67E0DC52AA40}"/>
          </ac:spMkLst>
        </pc:spChg>
        <pc:spChg chg="add del">
          <ac:chgData name="Chittaranjan Hens" userId="6fc03958433e8a43" providerId="LiveId" clId="{2791953A-569C-4581-A5F2-161E885C8B9E}" dt="2023-01-07T07:30:52.474" v="1293" actId="478"/>
          <ac:spMkLst>
            <pc:docMk/>
            <pc:sldMk cId="2633347940" sldId="256"/>
            <ac:spMk id="9" creationId="{00000000-0000-0000-0000-000000000000}"/>
          </ac:spMkLst>
        </pc:spChg>
        <pc:spChg chg="add mod">
          <ac:chgData name="Chittaranjan Hens" userId="6fc03958433e8a43" providerId="LiveId" clId="{2791953A-569C-4581-A5F2-161E885C8B9E}" dt="2023-01-07T10:02:09.314" v="2052" actId="14100"/>
          <ac:spMkLst>
            <pc:docMk/>
            <pc:sldMk cId="2633347940" sldId="256"/>
            <ac:spMk id="10" creationId="{3A726EA7-EC3C-826D-1891-938A6C2A0FFB}"/>
          </ac:spMkLst>
        </pc:spChg>
        <pc:spChg chg="add del">
          <ac:chgData name="Chittaranjan Hens" userId="6fc03958433e8a43" providerId="LiveId" clId="{2791953A-569C-4581-A5F2-161E885C8B9E}" dt="2023-01-07T07:30:52.474" v="1293" actId="478"/>
          <ac:spMkLst>
            <pc:docMk/>
            <pc:sldMk cId="2633347940" sldId="256"/>
            <ac:spMk id="17" creationId="{00000000-0000-0000-0000-000000000000}"/>
          </ac:spMkLst>
        </pc:spChg>
        <pc:spChg chg="add del">
          <ac:chgData name="Chittaranjan Hens" userId="6fc03958433e8a43" providerId="LiveId" clId="{2791953A-569C-4581-A5F2-161E885C8B9E}" dt="2023-01-07T07:30:52.474" v="1293" actId="478"/>
          <ac:spMkLst>
            <pc:docMk/>
            <pc:sldMk cId="2633347940" sldId="256"/>
            <ac:spMk id="22" creationId="{00000000-0000-0000-0000-000000000000}"/>
          </ac:spMkLst>
        </pc:spChg>
        <pc:spChg chg="add del">
          <ac:chgData name="Chittaranjan Hens" userId="6fc03958433e8a43" providerId="LiveId" clId="{2791953A-569C-4581-A5F2-161E885C8B9E}" dt="2023-01-07T07:30:52.474" v="1293" actId="478"/>
          <ac:spMkLst>
            <pc:docMk/>
            <pc:sldMk cId="2633347940" sldId="256"/>
            <ac:spMk id="23" creationId="{00000000-0000-0000-0000-000000000000}"/>
          </ac:spMkLst>
        </pc:spChg>
        <pc:picChg chg="add del mod ord">
          <ac:chgData name="Chittaranjan Hens" userId="6fc03958433e8a43" providerId="LiveId" clId="{2791953A-569C-4581-A5F2-161E885C8B9E}" dt="2023-01-07T07:30:46.513" v="1292" actId="478"/>
          <ac:picMkLst>
            <pc:docMk/>
            <pc:sldMk cId="2633347940" sldId="256"/>
            <ac:picMk id="4" creationId="{96D3FBB0-D960-5A16-D10C-F9BA35E36E86}"/>
          </ac:picMkLst>
        </pc:picChg>
        <pc:picChg chg="add del">
          <ac:chgData name="Chittaranjan Hens" userId="6fc03958433e8a43" providerId="LiveId" clId="{2791953A-569C-4581-A5F2-161E885C8B9E}" dt="2023-01-07T07:30:52.474" v="1293" actId="478"/>
          <ac:picMkLst>
            <pc:docMk/>
            <pc:sldMk cId="2633347940" sldId="256"/>
            <ac:picMk id="3075" creationId="{00000000-0000-0000-0000-000000000000}"/>
          </ac:picMkLst>
        </pc:picChg>
      </pc:sldChg>
      <pc:sldChg chg="addSp modSp del mod">
        <pc:chgData name="Chittaranjan Hens" userId="6fc03958433e8a43" providerId="LiveId" clId="{2791953A-569C-4581-A5F2-161E885C8B9E}" dt="2023-01-04T11:25:01.228" v="85" actId="47"/>
        <pc:sldMkLst>
          <pc:docMk/>
          <pc:sldMk cId="0" sldId="261"/>
        </pc:sldMkLst>
        <pc:spChg chg="mod">
          <ac:chgData name="Chittaranjan Hens" userId="6fc03958433e8a43" providerId="LiveId" clId="{2791953A-569C-4581-A5F2-161E885C8B9E}" dt="2023-01-04T11:24:54.981" v="84" actId="255"/>
          <ac:spMkLst>
            <pc:docMk/>
            <pc:sldMk cId="0" sldId="261"/>
            <ac:spMk id="3" creationId="{00000000-0000-0000-0000-000000000000}"/>
          </ac:spMkLst>
        </pc:spChg>
        <pc:spChg chg="mod">
          <ac:chgData name="Chittaranjan Hens" userId="6fc03958433e8a43" providerId="LiveId" clId="{2791953A-569C-4581-A5F2-161E885C8B9E}" dt="2023-01-04T11:23:17.937" v="76" actId="1076"/>
          <ac:spMkLst>
            <pc:docMk/>
            <pc:sldMk cId="0" sldId="261"/>
            <ac:spMk id="5" creationId="{00000000-0000-0000-0000-000000000000}"/>
          </ac:spMkLst>
        </pc:spChg>
        <pc:spChg chg="mod">
          <ac:chgData name="Chittaranjan Hens" userId="6fc03958433e8a43" providerId="LiveId" clId="{2791953A-569C-4581-A5F2-161E885C8B9E}" dt="2023-01-04T11:22:55.098" v="68" actId="1076"/>
          <ac:spMkLst>
            <pc:docMk/>
            <pc:sldMk cId="0" sldId="261"/>
            <ac:spMk id="6" creationId="{00000000-0000-0000-0000-000000000000}"/>
          </ac:spMkLst>
        </pc:spChg>
        <pc:picChg chg="add mod ord">
          <ac:chgData name="Chittaranjan Hens" userId="6fc03958433e8a43" providerId="LiveId" clId="{2791953A-569C-4581-A5F2-161E885C8B9E}" dt="2023-01-04T11:21:40.470" v="45" actId="167"/>
          <ac:picMkLst>
            <pc:docMk/>
            <pc:sldMk cId="0" sldId="261"/>
            <ac:picMk id="2" creationId="{8E2E03CC-A7F6-0CBD-8B2E-473D3290D223}"/>
          </ac:picMkLst>
        </pc:picChg>
        <pc:picChg chg="mod">
          <ac:chgData name="Chittaranjan Hens" userId="6fc03958433e8a43" providerId="LiveId" clId="{2791953A-569C-4581-A5F2-161E885C8B9E}" dt="2023-01-04T11:22:52.453" v="67" actId="1076"/>
          <ac:picMkLst>
            <pc:docMk/>
            <pc:sldMk cId="0" sldId="261"/>
            <ac:picMk id="1027" creationId="{00000000-0000-0000-0000-000000000000}"/>
          </ac:picMkLst>
        </pc:picChg>
      </pc:sldChg>
      <pc:sldChg chg="addSp delSp modSp mod">
        <pc:chgData name="Chittaranjan Hens" userId="6fc03958433e8a43" providerId="LiveId" clId="{2791953A-569C-4581-A5F2-161E885C8B9E}" dt="2023-01-07T09:34:01.311" v="1907" actId="1076"/>
        <pc:sldMkLst>
          <pc:docMk/>
          <pc:sldMk cId="0" sldId="262"/>
        </pc:sldMkLst>
        <pc:spChg chg="add mod">
          <ac:chgData name="Chittaranjan Hens" userId="6fc03958433e8a43" providerId="LiveId" clId="{2791953A-569C-4581-A5F2-161E885C8B9E}" dt="2023-01-07T07:39:26.695" v="1669"/>
          <ac:spMkLst>
            <pc:docMk/>
            <pc:sldMk cId="0" sldId="262"/>
            <ac:spMk id="2" creationId="{7CAF960E-8E35-04C9-45B2-574A22C68552}"/>
          </ac:spMkLst>
        </pc:spChg>
        <pc:spChg chg="mod">
          <ac:chgData name="Chittaranjan Hens" userId="6fc03958433e8a43" providerId="LiveId" clId="{2791953A-569C-4581-A5F2-161E885C8B9E}" dt="2023-01-04T11:28:10.670" v="159" actId="207"/>
          <ac:spMkLst>
            <pc:docMk/>
            <pc:sldMk cId="0" sldId="262"/>
            <ac:spMk id="3" creationId="{00000000-0000-0000-0000-000000000000}"/>
          </ac:spMkLst>
        </pc:spChg>
        <pc:spChg chg="mod">
          <ac:chgData name="Chittaranjan Hens" userId="6fc03958433e8a43" providerId="LiveId" clId="{2791953A-569C-4581-A5F2-161E885C8B9E}" dt="2023-01-04T11:34:20.327" v="265" actId="1076"/>
          <ac:spMkLst>
            <pc:docMk/>
            <pc:sldMk cId="0" sldId="262"/>
            <ac:spMk id="5" creationId="{00000000-0000-0000-0000-000000000000}"/>
          </ac:spMkLst>
        </pc:spChg>
        <pc:spChg chg="mod">
          <ac:chgData name="Chittaranjan Hens" userId="6fc03958433e8a43" providerId="LiveId" clId="{2791953A-569C-4581-A5F2-161E885C8B9E}" dt="2023-01-07T09:34:01.311" v="1907" actId="1076"/>
          <ac:spMkLst>
            <pc:docMk/>
            <pc:sldMk cId="0" sldId="262"/>
            <ac:spMk id="8" creationId="{00000000-0000-0000-0000-000000000000}"/>
          </ac:spMkLst>
        </pc:spChg>
        <pc:picChg chg="add del mod ord">
          <ac:chgData name="Chittaranjan Hens" userId="6fc03958433e8a43" providerId="LiveId" clId="{2791953A-569C-4581-A5F2-161E885C8B9E}" dt="2023-01-04T11:33:03.139" v="243" actId="478"/>
          <ac:picMkLst>
            <pc:docMk/>
            <pc:sldMk cId="0" sldId="262"/>
            <ac:picMk id="2" creationId="{48C886EE-B692-B2DC-EE69-EEABF8A7870A}"/>
          </ac:picMkLst>
        </pc:picChg>
        <pc:picChg chg="mod">
          <ac:chgData name="Chittaranjan Hens" userId="6fc03958433e8a43" providerId="LiveId" clId="{2791953A-569C-4581-A5F2-161E885C8B9E}" dt="2023-01-04T11:30:31.260" v="197"/>
          <ac:picMkLst>
            <pc:docMk/>
            <pc:sldMk cId="0" sldId="262"/>
            <ac:picMk id="4" creationId="{00000000-0000-0000-0000-000000000000}"/>
          </ac:picMkLst>
        </pc:picChg>
        <pc:picChg chg="add mod ord">
          <ac:chgData name="Chittaranjan Hens" userId="6fc03958433e8a43" providerId="LiveId" clId="{2791953A-569C-4581-A5F2-161E885C8B9E}" dt="2023-01-04T11:33:11.267" v="245" actId="167"/>
          <ac:picMkLst>
            <pc:docMk/>
            <pc:sldMk cId="0" sldId="262"/>
            <ac:picMk id="7" creationId="{D445956C-1C88-59D7-7FD0-1359575FCC1F}"/>
          </ac:picMkLst>
        </pc:picChg>
      </pc:sldChg>
      <pc:sldChg chg="addSp delSp modSp mod">
        <pc:chgData name="Chittaranjan Hens" userId="6fc03958433e8a43" providerId="LiveId" clId="{2791953A-569C-4581-A5F2-161E885C8B9E}" dt="2023-01-07T10:00:13.585" v="2034" actId="14100"/>
        <pc:sldMkLst>
          <pc:docMk/>
          <pc:sldMk cId="0" sldId="263"/>
        </pc:sldMkLst>
        <pc:spChg chg="mod">
          <ac:chgData name="Chittaranjan Hens" userId="6fc03958433e8a43" providerId="LiveId" clId="{2791953A-569C-4581-A5F2-161E885C8B9E}" dt="2023-01-04T11:29:41.040" v="192" actId="20577"/>
          <ac:spMkLst>
            <pc:docMk/>
            <pc:sldMk cId="0" sldId="263"/>
            <ac:spMk id="3" creationId="{00000000-0000-0000-0000-000000000000}"/>
          </ac:spMkLst>
        </pc:spChg>
        <pc:spChg chg="mod">
          <ac:chgData name="Chittaranjan Hens" userId="6fc03958433e8a43" providerId="LiveId" clId="{2791953A-569C-4581-A5F2-161E885C8B9E}" dt="2023-01-04T11:27:07.131" v="124" actId="2711"/>
          <ac:spMkLst>
            <pc:docMk/>
            <pc:sldMk cId="0" sldId="263"/>
            <ac:spMk id="7" creationId="{00000000-0000-0000-0000-000000000000}"/>
          </ac:spMkLst>
        </pc:spChg>
        <pc:spChg chg="del mod">
          <ac:chgData name="Chittaranjan Hens" userId="6fc03958433e8a43" providerId="LiveId" clId="{2791953A-569C-4581-A5F2-161E885C8B9E}" dt="2023-01-04T11:29:52.400" v="194" actId="478"/>
          <ac:spMkLst>
            <pc:docMk/>
            <pc:sldMk cId="0" sldId="263"/>
            <ac:spMk id="10" creationId="{00000000-0000-0000-0000-000000000000}"/>
          </ac:spMkLst>
        </pc:spChg>
        <pc:spChg chg="mod">
          <ac:chgData name="Chittaranjan Hens" userId="6fc03958433e8a43" providerId="LiveId" clId="{2791953A-569C-4581-A5F2-161E885C8B9E}" dt="2023-01-07T10:00:13.585" v="2034" actId="14100"/>
          <ac:spMkLst>
            <pc:docMk/>
            <pc:sldMk cId="0" sldId="263"/>
            <ac:spMk id="11" creationId="{00000000-0000-0000-0000-000000000000}"/>
          </ac:spMkLst>
        </pc:spChg>
        <pc:picChg chg="add del mod ord">
          <ac:chgData name="Chittaranjan Hens" userId="6fc03958433e8a43" providerId="LiveId" clId="{2791953A-569C-4581-A5F2-161E885C8B9E}" dt="2023-01-04T11:32:56.374" v="240" actId="478"/>
          <ac:picMkLst>
            <pc:docMk/>
            <pc:sldMk cId="0" sldId="263"/>
            <ac:picMk id="2" creationId="{91363193-2895-5228-158E-D37DE1E822F1}"/>
          </ac:picMkLst>
        </pc:picChg>
        <pc:picChg chg="add mod ord">
          <ac:chgData name="Chittaranjan Hens" userId="6fc03958433e8a43" providerId="LiveId" clId="{2791953A-569C-4581-A5F2-161E885C8B9E}" dt="2023-01-04T11:32:59.552" v="242" actId="167"/>
          <ac:picMkLst>
            <pc:docMk/>
            <pc:sldMk cId="0" sldId="263"/>
            <ac:picMk id="4" creationId="{81885428-14D3-495E-6867-A2F4B853B9E7}"/>
          </ac:picMkLst>
        </pc:picChg>
        <pc:picChg chg="del mod">
          <ac:chgData name="Chittaranjan Hens" userId="6fc03958433e8a43" providerId="LiveId" clId="{2791953A-569C-4581-A5F2-161E885C8B9E}" dt="2023-01-04T11:29:52.400" v="194" actId="478"/>
          <ac:picMkLst>
            <pc:docMk/>
            <pc:sldMk cId="0" sldId="263"/>
            <ac:picMk id="9" creationId="{00000000-0000-0000-0000-000000000000}"/>
          </ac:picMkLst>
        </pc:picChg>
        <pc:picChg chg="mod">
          <ac:chgData name="Chittaranjan Hens" userId="6fc03958433e8a43" providerId="LiveId" clId="{2791953A-569C-4581-A5F2-161E885C8B9E}" dt="2023-01-04T11:29:37.648" v="191" actId="1076"/>
          <ac:picMkLst>
            <pc:docMk/>
            <pc:sldMk cId="0" sldId="263"/>
            <ac:picMk id="1030" creationId="{00000000-0000-0000-0000-000000000000}"/>
          </ac:picMkLst>
        </pc:picChg>
      </pc:sldChg>
      <pc:sldChg chg="addSp delSp modSp del mod">
        <pc:chgData name="Chittaranjan Hens" userId="6fc03958433e8a43" providerId="LiveId" clId="{2791953A-569C-4581-A5F2-161E885C8B9E}" dt="2023-01-04T11:31:04.275" v="204" actId="47"/>
        <pc:sldMkLst>
          <pc:docMk/>
          <pc:sldMk cId="0" sldId="264"/>
        </pc:sldMkLst>
        <pc:spChg chg="mod">
          <ac:chgData name="Chittaranjan Hens" userId="6fc03958433e8a43" providerId="LiveId" clId="{2791953A-569C-4581-A5F2-161E885C8B9E}" dt="2023-01-04T11:25:24.584" v="91" actId="1076"/>
          <ac:spMkLst>
            <pc:docMk/>
            <pc:sldMk cId="0" sldId="264"/>
            <ac:spMk id="7" creationId="{00000000-0000-0000-0000-000000000000}"/>
          </ac:spMkLst>
        </pc:spChg>
        <pc:spChg chg="mod">
          <ac:chgData name="Chittaranjan Hens" userId="6fc03958433e8a43" providerId="LiveId" clId="{2791953A-569C-4581-A5F2-161E885C8B9E}" dt="2023-01-04T11:25:28.491" v="92" actId="1076"/>
          <ac:spMkLst>
            <pc:docMk/>
            <pc:sldMk cId="0" sldId="264"/>
            <ac:spMk id="10" creationId="{00000000-0000-0000-0000-000000000000}"/>
          </ac:spMkLst>
        </pc:spChg>
        <pc:picChg chg="add mod">
          <ac:chgData name="Chittaranjan Hens" userId="6fc03958433e8a43" providerId="LiveId" clId="{2791953A-569C-4581-A5F2-161E885C8B9E}" dt="2023-01-04T11:30:48.108" v="203" actId="1076"/>
          <ac:picMkLst>
            <pc:docMk/>
            <pc:sldMk cId="0" sldId="264"/>
            <ac:picMk id="2" creationId="{11A58788-1471-6121-3A36-CE2CB6990B0E}"/>
          </ac:picMkLst>
        </pc:picChg>
        <pc:picChg chg="del mod">
          <ac:chgData name="Chittaranjan Hens" userId="6fc03958433e8a43" providerId="LiveId" clId="{2791953A-569C-4581-A5F2-161E885C8B9E}" dt="2023-01-04T11:30:45.320" v="201" actId="478"/>
          <ac:picMkLst>
            <pc:docMk/>
            <pc:sldMk cId="0" sldId="264"/>
            <ac:picMk id="9" creationId="{00000000-0000-0000-0000-000000000000}"/>
          </ac:picMkLst>
        </pc:picChg>
        <pc:picChg chg="mod">
          <ac:chgData name="Chittaranjan Hens" userId="6fc03958433e8a43" providerId="LiveId" clId="{2791953A-569C-4581-A5F2-161E885C8B9E}" dt="2023-01-04T11:25:21.394" v="90" actId="1076"/>
          <ac:picMkLst>
            <pc:docMk/>
            <pc:sldMk cId="0" sldId="264"/>
            <ac:picMk id="1030" creationId="{00000000-0000-0000-0000-000000000000}"/>
          </ac:picMkLst>
        </pc:picChg>
      </pc:sldChg>
      <pc:sldChg chg="addSp modSp del mod">
        <pc:chgData name="Chittaranjan Hens" userId="6fc03958433e8a43" providerId="LiveId" clId="{2791953A-569C-4581-A5F2-161E885C8B9E}" dt="2023-01-07T07:36:55.527" v="1640" actId="2696"/>
        <pc:sldMkLst>
          <pc:docMk/>
          <pc:sldMk cId="0" sldId="265"/>
        </pc:sldMkLst>
        <pc:spChg chg="mod">
          <ac:chgData name="Chittaranjan Hens" userId="6fc03958433e8a43" providerId="LiveId" clId="{2791953A-569C-4581-A5F2-161E885C8B9E}" dt="2023-01-07T06:14:14.506" v="1056" actId="14100"/>
          <ac:spMkLst>
            <pc:docMk/>
            <pc:sldMk cId="0" sldId="265"/>
            <ac:spMk id="9" creationId="{00000000-0000-0000-0000-000000000000}"/>
          </ac:spMkLst>
        </pc:spChg>
        <pc:picChg chg="add mod ord">
          <ac:chgData name="Chittaranjan Hens" userId="6fc03958433e8a43" providerId="LiveId" clId="{2791953A-569C-4581-A5F2-161E885C8B9E}" dt="2023-01-04T11:40:23.836" v="348" actId="167"/>
          <ac:picMkLst>
            <pc:docMk/>
            <pc:sldMk cId="0" sldId="265"/>
            <ac:picMk id="2" creationId="{1B3C7E57-5E2F-E17A-9DFF-7E5787F2B78A}"/>
          </ac:picMkLst>
        </pc:picChg>
        <pc:picChg chg="mod">
          <ac:chgData name="Chittaranjan Hens" userId="6fc03958433e8a43" providerId="LiveId" clId="{2791953A-569C-4581-A5F2-161E885C8B9E}" dt="2023-01-04T11:40:43.191" v="358" actId="1076"/>
          <ac:picMkLst>
            <pc:docMk/>
            <pc:sldMk cId="0" sldId="265"/>
            <ac:picMk id="2053" creationId="{00000000-0000-0000-0000-000000000000}"/>
          </ac:picMkLst>
        </pc:picChg>
        <pc:picChg chg="mod">
          <ac:chgData name="Chittaranjan Hens" userId="6fc03958433e8a43" providerId="LiveId" clId="{2791953A-569C-4581-A5F2-161E885C8B9E}" dt="2023-01-04T11:40:44.818" v="359" actId="1076"/>
          <ac:picMkLst>
            <pc:docMk/>
            <pc:sldMk cId="0" sldId="265"/>
            <ac:picMk id="2054" creationId="{00000000-0000-0000-0000-000000000000}"/>
          </ac:picMkLst>
        </pc:picChg>
      </pc:sldChg>
      <pc:sldChg chg="addSp modSp del mod">
        <pc:chgData name="Chittaranjan Hens" userId="6fc03958433e8a43" providerId="LiveId" clId="{2791953A-569C-4581-A5F2-161E885C8B9E}" dt="2023-01-07T07:36:55.527" v="1640" actId="2696"/>
        <pc:sldMkLst>
          <pc:docMk/>
          <pc:sldMk cId="0" sldId="267"/>
        </pc:sldMkLst>
        <pc:spChg chg="mod">
          <ac:chgData name="Chittaranjan Hens" userId="6fc03958433e8a43" providerId="LiveId" clId="{2791953A-569C-4581-A5F2-161E885C8B9E}" dt="2023-01-07T06:13:44.638" v="1049" actId="1076"/>
          <ac:spMkLst>
            <pc:docMk/>
            <pc:sldMk cId="0" sldId="267"/>
            <ac:spMk id="2" creationId="{00000000-0000-0000-0000-000000000000}"/>
          </ac:spMkLst>
        </pc:spChg>
        <pc:spChg chg="mod">
          <ac:chgData name="Chittaranjan Hens" userId="6fc03958433e8a43" providerId="LiveId" clId="{2791953A-569C-4581-A5F2-161E885C8B9E}" dt="2023-01-07T06:13:50.789" v="1051" actId="14100"/>
          <ac:spMkLst>
            <pc:docMk/>
            <pc:sldMk cId="0" sldId="267"/>
            <ac:spMk id="3" creationId="{00000000-0000-0000-0000-000000000000}"/>
          </ac:spMkLst>
        </pc:spChg>
        <pc:spChg chg="mod">
          <ac:chgData name="Chittaranjan Hens" userId="6fc03958433e8a43" providerId="LiveId" clId="{2791953A-569C-4581-A5F2-161E885C8B9E}" dt="2023-01-04T11:35:12.820" v="279" actId="1076"/>
          <ac:spMkLst>
            <pc:docMk/>
            <pc:sldMk cId="0" sldId="267"/>
            <ac:spMk id="11" creationId="{00000000-0000-0000-0000-000000000000}"/>
          </ac:spMkLst>
        </pc:spChg>
        <pc:picChg chg="add mod ord">
          <ac:chgData name="Chittaranjan Hens" userId="6fc03958433e8a43" providerId="LiveId" clId="{2791953A-569C-4581-A5F2-161E885C8B9E}" dt="2023-01-07T06:13:40.065" v="1048" actId="14100"/>
          <ac:picMkLst>
            <pc:docMk/>
            <pc:sldMk cId="0" sldId="267"/>
            <ac:picMk id="4" creationId="{BD912DC8-6C07-B323-87FF-BA6D5B187BFC}"/>
          </ac:picMkLst>
        </pc:picChg>
      </pc:sldChg>
      <pc:sldChg chg="addSp modSp add mod">
        <pc:chgData name="Chittaranjan Hens" userId="6fc03958433e8a43" providerId="LiveId" clId="{2791953A-569C-4581-A5F2-161E885C8B9E}" dt="2023-01-07T07:50:16.013" v="1855" actId="20577"/>
        <pc:sldMkLst>
          <pc:docMk/>
          <pc:sldMk cId="1014746960" sldId="268"/>
        </pc:sldMkLst>
        <pc:spChg chg="add mod">
          <ac:chgData name="Chittaranjan Hens" userId="6fc03958433e8a43" providerId="LiveId" clId="{2791953A-569C-4581-A5F2-161E885C8B9E}" dt="2023-01-07T07:50:16.013" v="1855" actId="20577"/>
          <ac:spMkLst>
            <pc:docMk/>
            <pc:sldMk cId="1014746960" sldId="268"/>
            <ac:spMk id="3" creationId="{BC0E6B84-663E-0AD0-2B4A-A6314DC8358F}"/>
          </ac:spMkLst>
        </pc:spChg>
        <pc:spChg chg="add mod">
          <ac:chgData name="Chittaranjan Hens" userId="6fc03958433e8a43" providerId="LiveId" clId="{2791953A-569C-4581-A5F2-161E885C8B9E}" dt="2023-01-07T13:05:16.341" v="3053" actId="1076"/>
          <ac:spMkLst>
            <pc:docMk/>
            <pc:sldMk cId="1014746960" sldId="268"/>
            <ac:spMk id="4" creationId="{E521A9FB-8CB1-21AA-D8A5-CE062A65F319}"/>
          </ac:spMkLst>
        </pc:spChg>
        <pc:spChg chg="mod">
          <ac:chgData name="Chittaranjan Hens" userId="6fc03958433e8a43" providerId="LiveId" clId="{2791953A-569C-4581-A5F2-161E885C8B9E}" dt="2023-01-04T11:31:55.945" v="228" actId="26606"/>
          <ac:spMkLst>
            <pc:docMk/>
            <pc:sldMk cId="1014746960" sldId="268"/>
            <ac:spMk id="10" creationId="{00000000-0000-0000-0000-000000000000}"/>
          </ac:spMkLst>
        </pc:spChg>
        <pc:spChg chg="add del">
          <ac:chgData name="Chittaranjan Hens" userId="6fc03958433e8a43" providerId="LiveId" clId="{2791953A-569C-4581-A5F2-161E885C8B9E}" dt="2023-01-04T11:31:55.945" v="228" actId="26606"/>
          <ac:spMkLst>
            <pc:docMk/>
            <pc:sldMk cId="1014746960" sldId="268"/>
            <ac:spMk id="4108" creationId="{E1750109-3B91-4506-B997-0CD8E35A1488}"/>
          </ac:spMkLst>
        </pc:spChg>
        <pc:spChg chg="add del">
          <ac:chgData name="Chittaranjan Hens" userId="6fc03958433e8a43" providerId="LiveId" clId="{2791953A-569C-4581-A5F2-161E885C8B9E}" dt="2023-01-04T11:31:55.945" v="228" actId="26606"/>
          <ac:spMkLst>
            <pc:docMk/>
            <pc:sldMk cId="1014746960" sldId="268"/>
            <ac:spMk id="4110" creationId="{E72D8D1B-59F6-4FF3-8547-9BBB6129F2FA}"/>
          </ac:spMkLst>
        </pc:spChg>
        <pc:spChg chg="add del">
          <ac:chgData name="Chittaranjan Hens" userId="6fc03958433e8a43" providerId="LiveId" clId="{2791953A-569C-4581-A5F2-161E885C8B9E}" dt="2023-01-04T11:31:55.945" v="228" actId="26606"/>
          <ac:spMkLst>
            <pc:docMk/>
            <pc:sldMk cId="1014746960" sldId="268"/>
            <ac:spMk id="4112" creationId="{8FC8C21F-9484-4A71-ABFA-6C10682FAC3E}"/>
          </ac:spMkLst>
        </pc:spChg>
        <pc:spChg chg="add del">
          <ac:chgData name="Chittaranjan Hens" userId="6fc03958433e8a43" providerId="LiveId" clId="{2791953A-569C-4581-A5F2-161E885C8B9E}" dt="2023-01-04T11:31:55.945" v="228" actId="26606"/>
          <ac:spMkLst>
            <pc:docMk/>
            <pc:sldMk cId="1014746960" sldId="268"/>
            <ac:spMk id="4114" creationId="{2C444748-5A8D-4B53-89FE-42B455DFA2D1}"/>
          </ac:spMkLst>
        </pc:spChg>
        <pc:spChg chg="add del">
          <ac:chgData name="Chittaranjan Hens" userId="6fc03958433e8a43" providerId="LiveId" clId="{2791953A-569C-4581-A5F2-161E885C8B9E}" dt="2023-01-04T11:31:55.945" v="228" actId="26606"/>
          <ac:spMkLst>
            <pc:docMk/>
            <pc:sldMk cId="1014746960" sldId="268"/>
            <ac:spMk id="4116" creationId="{14044C96-7CFD-44DB-A579-D77B0D37C681}"/>
          </ac:spMkLst>
        </pc:spChg>
        <pc:picChg chg="mod">
          <ac:chgData name="Chittaranjan Hens" userId="6fc03958433e8a43" providerId="LiveId" clId="{2791953A-569C-4581-A5F2-161E885C8B9E}" dt="2023-01-07T07:49:31.741" v="1838" actId="1076"/>
          <ac:picMkLst>
            <pc:docMk/>
            <pc:sldMk cId="1014746960" sldId="268"/>
            <ac:picMk id="2" creationId="{3DB26314-56F3-829C-0995-91357DCDF889}"/>
          </ac:picMkLst>
        </pc:picChg>
        <pc:picChg chg="mod modCrop">
          <ac:chgData name="Chittaranjan Hens" userId="6fc03958433e8a43" providerId="LiveId" clId="{2791953A-569C-4581-A5F2-161E885C8B9E}" dt="2023-01-07T07:49:25.460" v="1836" actId="1076"/>
          <ac:picMkLst>
            <pc:docMk/>
            <pc:sldMk cId="1014746960" sldId="268"/>
            <ac:picMk id="4099" creationId="{00000000-0000-0000-0000-000000000000}"/>
          </ac:picMkLst>
        </pc:picChg>
        <pc:picChg chg="mod">
          <ac:chgData name="Chittaranjan Hens" userId="6fc03958433e8a43" providerId="LiveId" clId="{2791953A-569C-4581-A5F2-161E885C8B9E}" dt="2023-01-07T07:49:23.496" v="1835" actId="1076"/>
          <ac:picMkLst>
            <pc:docMk/>
            <pc:sldMk cId="1014746960" sldId="268"/>
            <ac:picMk id="4102" creationId="{00000000-0000-0000-0000-000000000000}"/>
          </ac:picMkLst>
        </pc:picChg>
        <pc:picChg chg="mod">
          <ac:chgData name="Chittaranjan Hens" userId="6fc03958433e8a43" providerId="LiveId" clId="{2791953A-569C-4581-A5F2-161E885C8B9E}" dt="2023-01-07T07:49:35.842" v="1839" actId="14100"/>
          <ac:picMkLst>
            <pc:docMk/>
            <pc:sldMk cId="1014746960" sldId="268"/>
            <ac:picMk id="4103" creationId="{00000000-0000-0000-0000-000000000000}"/>
          </ac:picMkLst>
        </pc:picChg>
      </pc:sldChg>
      <pc:sldChg chg="addSp delSp modSp mod">
        <pc:chgData name="Chittaranjan Hens" userId="6fc03958433e8a43" providerId="LiveId" clId="{2791953A-569C-4581-A5F2-161E885C8B9E}" dt="2023-01-07T11:56:36.338" v="2717" actId="1035"/>
        <pc:sldMkLst>
          <pc:docMk/>
          <pc:sldMk cId="0" sldId="270"/>
        </pc:sldMkLst>
        <pc:spChg chg="mod">
          <ac:chgData name="Chittaranjan Hens" userId="6fc03958433e8a43" providerId="LiveId" clId="{2791953A-569C-4581-A5F2-161E885C8B9E}" dt="2023-01-06T19:23:32.950" v="918" actId="115"/>
          <ac:spMkLst>
            <pc:docMk/>
            <pc:sldMk cId="0" sldId="270"/>
            <ac:spMk id="3" creationId="{00000000-0000-0000-0000-000000000000}"/>
          </ac:spMkLst>
        </pc:spChg>
        <pc:spChg chg="mod">
          <ac:chgData name="Chittaranjan Hens" userId="6fc03958433e8a43" providerId="LiveId" clId="{2791953A-569C-4581-A5F2-161E885C8B9E}" dt="2023-01-07T10:00:44.752" v="2041" actId="122"/>
          <ac:spMkLst>
            <pc:docMk/>
            <pc:sldMk cId="0" sldId="270"/>
            <ac:spMk id="4" creationId="{00000000-0000-0000-0000-000000000000}"/>
          </ac:spMkLst>
        </pc:spChg>
        <pc:spChg chg="add mod">
          <ac:chgData name="Chittaranjan Hens" userId="6fc03958433e8a43" providerId="LiveId" clId="{2791953A-569C-4581-A5F2-161E885C8B9E}" dt="2023-01-06T19:21:52.538" v="909" actId="114"/>
          <ac:spMkLst>
            <pc:docMk/>
            <pc:sldMk cId="0" sldId="270"/>
            <ac:spMk id="7" creationId="{04572715-AF3B-5963-89F9-7B7DF0DEFAA9}"/>
          </ac:spMkLst>
        </pc:spChg>
        <pc:picChg chg="add mod ord">
          <ac:chgData name="Chittaranjan Hens" userId="6fc03958433e8a43" providerId="LiveId" clId="{2791953A-569C-4581-A5F2-161E885C8B9E}" dt="2023-01-04T12:03:31.380" v="584" actId="1076"/>
          <ac:picMkLst>
            <pc:docMk/>
            <pc:sldMk cId="0" sldId="270"/>
            <ac:picMk id="2" creationId="{71E1503B-6615-B2AB-52C3-D115D8481BA8}"/>
          </ac:picMkLst>
        </pc:picChg>
        <pc:picChg chg="add mod">
          <ac:chgData name="Chittaranjan Hens" userId="6fc03958433e8a43" providerId="LiveId" clId="{2791953A-569C-4581-A5F2-161E885C8B9E}" dt="2023-01-07T11:56:36.338" v="2717" actId="1035"/>
          <ac:picMkLst>
            <pc:docMk/>
            <pc:sldMk cId="0" sldId="270"/>
            <ac:picMk id="6" creationId="{213462ED-514F-6772-D8EC-79F3BCE7AD99}"/>
          </ac:picMkLst>
        </pc:picChg>
        <pc:picChg chg="del mod">
          <ac:chgData name="Chittaranjan Hens" userId="6fc03958433e8a43" providerId="LiveId" clId="{2791953A-569C-4581-A5F2-161E885C8B9E}" dt="2023-01-06T11:49:09.993" v="857" actId="478"/>
          <ac:picMkLst>
            <pc:docMk/>
            <pc:sldMk cId="0" sldId="270"/>
            <ac:picMk id="1027" creationId="{00000000-0000-0000-0000-000000000000}"/>
          </ac:picMkLst>
        </pc:picChg>
      </pc:sldChg>
      <pc:sldChg chg="addSp modSp del mod">
        <pc:chgData name="Chittaranjan Hens" userId="6fc03958433e8a43" providerId="LiveId" clId="{2791953A-569C-4581-A5F2-161E885C8B9E}" dt="2023-01-04T11:48:09.709" v="457" actId="47"/>
        <pc:sldMkLst>
          <pc:docMk/>
          <pc:sldMk cId="0" sldId="271"/>
        </pc:sldMkLst>
        <pc:spChg chg="add mod">
          <ac:chgData name="Chittaranjan Hens" userId="6fc03958433e8a43" providerId="LiveId" clId="{2791953A-569C-4581-A5F2-161E885C8B9E}" dt="2023-01-04T11:44:29.619" v="417" actId="20577"/>
          <ac:spMkLst>
            <pc:docMk/>
            <pc:sldMk cId="0" sldId="271"/>
            <ac:spMk id="4" creationId="{CCCA8A31-A425-805B-7E82-14BF6F08B0E6}"/>
          </ac:spMkLst>
        </pc:spChg>
        <pc:spChg chg="mod">
          <ac:chgData name="Chittaranjan Hens" userId="6fc03958433e8a43" providerId="LiveId" clId="{2791953A-569C-4581-A5F2-161E885C8B9E}" dt="2023-01-04T11:44:44.618" v="419" actId="6549"/>
          <ac:spMkLst>
            <pc:docMk/>
            <pc:sldMk cId="0" sldId="271"/>
            <ac:spMk id="7" creationId="{00000000-0000-0000-0000-000000000000}"/>
          </ac:spMkLst>
        </pc:spChg>
        <pc:picChg chg="add mod ord">
          <ac:chgData name="Chittaranjan Hens" userId="6fc03958433e8a43" providerId="LiveId" clId="{2791953A-569C-4581-A5F2-161E885C8B9E}" dt="2023-01-04T11:40:53.843" v="361" actId="167"/>
          <ac:picMkLst>
            <pc:docMk/>
            <pc:sldMk cId="0" sldId="271"/>
            <ac:picMk id="3" creationId="{9645F0C6-7614-4E94-CA73-EA70AF900FC6}"/>
          </ac:picMkLst>
        </pc:picChg>
      </pc:sldChg>
      <pc:sldChg chg="addSp modSp del mod">
        <pc:chgData name="Chittaranjan Hens" userId="6fc03958433e8a43" providerId="LiveId" clId="{2791953A-569C-4581-A5F2-161E885C8B9E}" dt="2023-01-04T11:54:17.451" v="503" actId="47"/>
        <pc:sldMkLst>
          <pc:docMk/>
          <pc:sldMk cId="0" sldId="272"/>
        </pc:sldMkLst>
        <pc:spChg chg="mod">
          <ac:chgData name="Chittaranjan Hens" userId="6fc03958433e8a43" providerId="LiveId" clId="{2791953A-569C-4581-A5F2-161E885C8B9E}" dt="2023-01-04T11:41:35.118" v="369" actId="1076"/>
          <ac:spMkLst>
            <pc:docMk/>
            <pc:sldMk cId="0" sldId="272"/>
            <ac:spMk id="7" creationId="{00000000-0000-0000-0000-000000000000}"/>
          </ac:spMkLst>
        </pc:spChg>
        <pc:picChg chg="add mod ord">
          <ac:chgData name="Chittaranjan Hens" userId="6fc03958433e8a43" providerId="LiveId" clId="{2791953A-569C-4581-A5F2-161E885C8B9E}" dt="2023-01-04T11:41:30.275" v="368" actId="167"/>
          <ac:picMkLst>
            <pc:docMk/>
            <pc:sldMk cId="0" sldId="272"/>
            <ac:picMk id="2" creationId="{5A91400E-15DA-A0A5-1F71-44BF11C9492A}"/>
          </ac:picMkLst>
        </pc:picChg>
        <pc:picChg chg="mod">
          <ac:chgData name="Chittaranjan Hens" userId="6fc03958433e8a43" providerId="LiveId" clId="{2791953A-569C-4581-A5F2-161E885C8B9E}" dt="2023-01-04T11:41:20.094" v="366" actId="1076"/>
          <ac:picMkLst>
            <pc:docMk/>
            <pc:sldMk cId="0" sldId="272"/>
            <ac:picMk id="3075" creationId="{00000000-0000-0000-0000-000000000000}"/>
          </ac:picMkLst>
        </pc:picChg>
      </pc:sldChg>
      <pc:sldChg chg="addSp modSp add del mod modAnim">
        <pc:chgData name="Chittaranjan Hens" userId="6fc03958433e8a43" providerId="LiveId" clId="{2791953A-569C-4581-A5F2-161E885C8B9E}" dt="2023-01-07T06:17:41.778" v="1109" actId="2696"/>
        <pc:sldMkLst>
          <pc:docMk/>
          <pc:sldMk cId="0" sldId="273"/>
        </pc:sldMkLst>
        <pc:spChg chg="mod">
          <ac:chgData name="Chittaranjan Hens" userId="6fc03958433e8a43" providerId="LiveId" clId="{2791953A-569C-4581-A5F2-161E885C8B9E}" dt="2023-01-07T06:16:58.998" v="1098" actId="1076"/>
          <ac:spMkLst>
            <pc:docMk/>
            <pc:sldMk cId="0" sldId="273"/>
            <ac:spMk id="2" creationId="{00000000-0000-0000-0000-000000000000}"/>
          </ac:spMkLst>
        </pc:spChg>
        <pc:spChg chg="mod">
          <ac:chgData name="Chittaranjan Hens" userId="6fc03958433e8a43" providerId="LiveId" clId="{2791953A-569C-4581-A5F2-161E885C8B9E}" dt="2023-01-07T06:17:01.598" v="1099" actId="1076"/>
          <ac:spMkLst>
            <pc:docMk/>
            <pc:sldMk cId="0" sldId="273"/>
            <ac:spMk id="3" creationId="{00000000-0000-0000-0000-000000000000}"/>
          </ac:spMkLst>
        </pc:spChg>
        <pc:picChg chg="add mod ord">
          <ac:chgData name="Chittaranjan Hens" userId="6fc03958433e8a43" providerId="LiveId" clId="{2791953A-569C-4581-A5F2-161E885C8B9E}" dt="2023-01-04T12:10:02.075" v="680" actId="207"/>
          <ac:picMkLst>
            <pc:docMk/>
            <pc:sldMk cId="0" sldId="273"/>
            <ac:picMk id="5" creationId="{C9F4D3A7-0764-C980-E44C-074F8B19A91D}"/>
          </ac:picMkLst>
        </pc:picChg>
      </pc:sldChg>
      <pc:sldChg chg="modSp add del mod">
        <pc:chgData name="Chittaranjan Hens" userId="6fc03958433e8a43" providerId="LiveId" clId="{2791953A-569C-4581-A5F2-161E885C8B9E}" dt="2023-01-07T06:18:16.309" v="1118" actId="47"/>
        <pc:sldMkLst>
          <pc:docMk/>
          <pc:sldMk cId="750698739" sldId="273"/>
        </pc:sldMkLst>
        <pc:spChg chg="mod">
          <ac:chgData name="Chittaranjan Hens" userId="6fc03958433e8a43" providerId="LiveId" clId="{2791953A-569C-4581-A5F2-161E885C8B9E}" dt="2023-01-07T06:17:57.055" v="1113" actId="14100"/>
          <ac:spMkLst>
            <pc:docMk/>
            <pc:sldMk cId="750698739" sldId="273"/>
            <ac:spMk id="3" creationId="{00000000-0000-0000-0000-000000000000}"/>
          </ac:spMkLst>
        </pc:spChg>
        <pc:picChg chg="mod">
          <ac:chgData name="Chittaranjan Hens" userId="6fc03958433e8a43" providerId="LiveId" clId="{2791953A-569C-4581-A5F2-161E885C8B9E}" dt="2023-01-07T06:17:52.024" v="1111" actId="14100"/>
          <ac:picMkLst>
            <pc:docMk/>
            <pc:sldMk cId="750698739" sldId="273"/>
            <ac:picMk id="5" creationId="{C9F4D3A7-0764-C980-E44C-074F8B19A91D}"/>
          </ac:picMkLst>
        </pc:picChg>
      </pc:sldChg>
      <pc:sldChg chg="add del ord">
        <pc:chgData name="Chittaranjan Hens" userId="6fc03958433e8a43" providerId="LiveId" clId="{2791953A-569C-4581-A5F2-161E885C8B9E}" dt="2023-01-07T06:17:31.865" v="1106"/>
        <pc:sldMkLst>
          <pc:docMk/>
          <pc:sldMk cId="2582202648" sldId="273"/>
        </pc:sldMkLst>
      </pc:sldChg>
      <pc:sldChg chg="addSp delSp modSp mod ord">
        <pc:chgData name="Chittaranjan Hens" userId="6fc03958433e8a43" providerId="LiveId" clId="{2791953A-569C-4581-A5F2-161E885C8B9E}" dt="2023-01-07T13:23:01.360" v="3143" actId="1076"/>
        <pc:sldMkLst>
          <pc:docMk/>
          <pc:sldMk cId="0" sldId="275"/>
        </pc:sldMkLst>
        <pc:spChg chg="mod">
          <ac:chgData name="Chittaranjan Hens" userId="6fc03958433e8a43" providerId="LiveId" clId="{2791953A-569C-4581-A5F2-161E885C8B9E}" dt="2023-01-04T12:02:26.143" v="557" actId="1076"/>
          <ac:spMkLst>
            <pc:docMk/>
            <pc:sldMk cId="0" sldId="275"/>
            <ac:spMk id="3" creationId="{00000000-0000-0000-0000-000000000000}"/>
          </ac:spMkLst>
        </pc:spChg>
        <pc:spChg chg="mod">
          <ac:chgData name="Chittaranjan Hens" userId="6fc03958433e8a43" providerId="LiveId" clId="{2791953A-569C-4581-A5F2-161E885C8B9E}" dt="2023-01-07T13:23:01.360" v="3143" actId="1076"/>
          <ac:spMkLst>
            <pc:docMk/>
            <pc:sldMk cId="0" sldId="275"/>
            <ac:spMk id="8" creationId="{00000000-0000-0000-0000-000000000000}"/>
          </ac:spMkLst>
        </pc:spChg>
        <pc:spChg chg="mod">
          <ac:chgData name="Chittaranjan Hens" userId="6fc03958433e8a43" providerId="LiveId" clId="{2791953A-569C-4581-A5F2-161E885C8B9E}" dt="2023-01-04T12:02:28.641" v="558" actId="1076"/>
          <ac:spMkLst>
            <pc:docMk/>
            <pc:sldMk cId="0" sldId="275"/>
            <ac:spMk id="10" creationId="{00000000-0000-0000-0000-000000000000}"/>
          </ac:spMkLst>
        </pc:spChg>
        <pc:picChg chg="add mod ord">
          <ac:chgData name="Chittaranjan Hens" userId="6fc03958433e8a43" providerId="LiveId" clId="{2791953A-569C-4581-A5F2-161E885C8B9E}" dt="2023-01-07T13:22:54.774" v="3142" actId="1076"/>
          <ac:picMkLst>
            <pc:docMk/>
            <pc:sldMk cId="0" sldId="275"/>
            <ac:picMk id="2" creationId="{C854D08E-2B90-E834-212E-A51A9DFBEF5D}"/>
          </ac:picMkLst>
        </pc:picChg>
        <pc:cxnChg chg="add del mod">
          <ac:chgData name="Chittaranjan Hens" userId="6fc03958433e8a43" providerId="LiveId" clId="{2791953A-569C-4581-A5F2-161E885C8B9E}" dt="2023-01-04T12:02:33.082" v="559" actId="1076"/>
          <ac:cxnSpMkLst>
            <pc:docMk/>
            <pc:sldMk cId="0" sldId="275"/>
            <ac:cxnSpMk id="5" creationId="{00000000-0000-0000-0000-000000000000}"/>
          </ac:cxnSpMkLst>
        </pc:cxnChg>
      </pc:sldChg>
      <pc:sldChg chg="addSp delSp modSp del mod">
        <pc:chgData name="Chittaranjan Hens" userId="6fc03958433e8a43" providerId="LiveId" clId="{2791953A-569C-4581-A5F2-161E885C8B9E}" dt="2023-01-07T11:04:53.618" v="2121" actId="478"/>
        <pc:sldMkLst>
          <pc:docMk/>
          <pc:sldMk cId="1968002152" sldId="276"/>
        </pc:sldMkLst>
        <pc:spChg chg="add mod">
          <ac:chgData name="Chittaranjan Hens" userId="6fc03958433e8a43" providerId="LiveId" clId="{2791953A-569C-4581-A5F2-161E885C8B9E}" dt="2023-01-07T10:00:03.022" v="2031" actId="14100"/>
          <ac:spMkLst>
            <pc:docMk/>
            <pc:sldMk cId="1968002152" sldId="276"/>
            <ac:spMk id="3" creationId="{11B13B69-AD84-EF38-A278-672F5A03502C}"/>
          </ac:spMkLst>
        </pc:spChg>
        <pc:spChg chg="del">
          <ac:chgData name="Chittaranjan Hens" userId="6fc03958433e8a43" providerId="LiveId" clId="{2791953A-569C-4581-A5F2-161E885C8B9E}" dt="2023-01-04T12:17:22.284" v="826" actId="478"/>
          <ac:spMkLst>
            <pc:docMk/>
            <pc:sldMk cId="1968002152" sldId="276"/>
            <ac:spMk id="4" creationId="{00000000-0000-0000-0000-000000000000}"/>
          </ac:spMkLst>
        </pc:spChg>
        <pc:spChg chg="del mod">
          <ac:chgData name="Chittaranjan Hens" userId="6fc03958433e8a43" providerId="LiveId" clId="{2791953A-569C-4581-A5F2-161E885C8B9E}" dt="2023-01-07T11:04:53.618" v="2121" actId="478"/>
          <ac:spMkLst>
            <pc:docMk/>
            <pc:sldMk cId="1968002152" sldId="276"/>
            <ac:spMk id="4" creationId="{52D42444-A41A-69D9-C6F7-929EE2229805}"/>
          </ac:spMkLst>
        </pc:spChg>
        <pc:spChg chg="mod">
          <ac:chgData name="Chittaranjan Hens" userId="6fc03958433e8a43" providerId="LiveId" clId="{2791953A-569C-4581-A5F2-161E885C8B9E}" dt="2023-01-04T12:17:35.668" v="845" actId="1076"/>
          <ac:spMkLst>
            <pc:docMk/>
            <pc:sldMk cId="1968002152" sldId="276"/>
            <ac:spMk id="5" creationId="{00000000-0000-0000-0000-000000000000}"/>
          </ac:spMkLst>
        </pc:spChg>
        <pc:picChg chg="add mod ord">
          <ac:chgData name="Chittaranjan Hens" userId="6fc03958433e8a43" providerId="LiveId" clId="{2791953A-569C-4581-A5F2-161E885C8B9E}" dt="2023-01-07T06:04:25.893" v="940" actId="14100"/>
          <ac:picMkLst>
            <pc:docMk/>
            <pc:sldMk cId="1968002152" sldId="276"/>
            <ac:picMk id="2" creationId="{5959D435-A427-1D1F-B994-56978A5DC80E}"/>
          </ac:picMkLst>
        </pc:picChg>
        <pc:picChg chg="mod">
          <ac:chgData name="Chittaranjan Hens" userId="6fc03958433e8a43" providerId="LiveId" clId="{2791953A-569C-4581-A5F2-161E885C8B9E}" dt="2023-01-06T11:41:44.793" v="851"/>
          <ac:picMkLst>
            <pc:docMk/>
            <pc:sldMk cId="1968002152" sldId="276"/>
            <ac:picMk id="6" creationId="{00000000-0000-0000-0000-000000000000}"/>
          </ac:picMkLst>
        </pc:picChg>
      </pc:sldChg>
      <pc:sldChg chg="addSp delSp modSp del mod">
        <pc:chgData name="Chittaranjan Hens" userId="6fc03958433e8a43" providerId="LiveId" clId="{2791953A-569C-4581-A5F2-161E885C8B9E}" dt="2023-01-04T12:08:12.537" v="668" actId="47"/>
        <pc:sldMkLst>
          <pc:docMk/>
          <pc:sldMk cId="0" sldId="277"/>
        </pc:sldMkLst>
        <pc:spChg chg="add mod">
          <ac:chgData name="Chittaranjan Hens" userId="6fc03958433e8a43" providerId="LiveId" clId="{2791953A-569C-4581-A5F2-161E885C8B9E}" dt="2023-01-04T12:08:10.296" v="667" actId="478"/>
          <ac:spMkLst>
            <pc:docMk/>
            <pc:sldMk cId="0" sldId="277"/>
            <ac:spMk id="3" creationId="{046AF252-EA31-425D-9BA8-C450284D3C17}"/>
          </ac:spMkLst>
        </pc:spChg>
        <pc:spChg chg="del">
          <ac:chgData name="Chittaranjan Hens" userId="6fc03958433e8a43" providerId="LiveId" clId="{2791953A-569C-4581-A5F2-161E885C8B9E}" dt="2023-01-04T12:08:10.296" v="667" actId="478"/>
          <ac:spMkLst>
            <pc:docMk/>
            <pc:sldMk cId="0" sldId="277"/>
            <ac:spMk id="4" creationId="{00000000-0000-0000-0000-000000000000}"/>
          </ac:spMkLst>
        </pc:spChg>
        <pc:spChg chg="add mod">
          <ac:chgData name="Chittaranjan Hens" userId="6fc03958433e8a43" providerId="LiveId" clId="{2791953A-569C-4581-A5F2-161E885C8B9E}" dt="2023-01-04T12:08:10.296" v="667" actId="478"/>
          <ac:spMkLst>
            <pc:docMk/>
            <pc:sldMk cId="0" sldId="277"/>
            <ac:spMk id="7" creationId="{4C0B7D59-24A4-F301-0B5D-0189A12AA817}"/>
          </ac:spMkLst>
        </pc:spChg>
        <pc:spChg chg="del mod">
          <ac:chgData name="Chittaranjan Hens" userId="6fc03958433e8a43" providerId="LiveId" clId="{2791953A-569C-4581-A5F2-161E885C8B9E}" dt="2023-01-04T12:08:10.296" v="667" actId="478"/>
          <ac:spMkLst>
            <pc:docMk/>
            <pc:sldMk cId="0" sldId="277"/>
            <ac:spMk id="5123" creationId="{00000000-0000-0000-0000-000000000000}"/>
          </ac:spMkLst>
        </pc:spChg>
      </pc:sldChg>
      <pc:sldChg chg="addSp delSp modSp mod modAnim">
        <pc:chgData name="Chittaranjan Hens" userId="6fc03958433e8a43" providerId="LiveId" clId="{2791953A-569C-4581-A5F2-161E885C8B9E}" dt="2023-01-07T09:38:49.271" v="1937" actId="732"/>
        <pc:sldMkLst>
          <pc:docMk/>
          <pc:sldMk cId="0" sldId="279"/>
        </pc:sldMkLst>
        <pc:spChg chg="mod">
          <ac:chgData name="Chittaranjan Hens" userId="6fc03958433e8a43" providerId="LiveId" clId="{2791953A-569C-4581-A5F2-161E885C8B9E}" dt="2023-01-07T09:38:27.661" v="1932" actId="6549"/>
          <ac:spMkLst>
            <pc:docMk/>
            <pc:sldMk cId="0" sldId="279"/>
            <ac:spMk id="3" creationId="{00000000-0000-0000-0000-000000000000}"/>
          </ac:spMkLst>
        </pc:spChg>
        <pc:spChg chg="add del mod">
          <ac:chgData name="Chittaranjan Hens" userId="6fc03958433e8a43" providerId="LiveId" clId="{2791953A-569C-4581-A5F2-161E885C8B9E}" dt="2023-01-07T09:38:39.122" v="1935" actId="1076"/>
          <ac:spMkLst>
            <pc:docMk/>
            <pc:sldMk cId="0" sldId="279"/>
            <ac:spMk id="4" creationId="{00000000-0000-0000-0000-000000000000}"/>
          </ac:spMkLst>
        </pc:spChg>
        <pc:spChg chg="del mod">
          <ac:chgData name="Chittaranjan Hens" userId="6fc03958433e8a43" providerId="LiveId" clId="{2791953A-569C-4581-A5F2-161E885C8B9E}" dt="2023-01-07T09:38:31.325" v="1933" actId="478"/>
          <ac:spMkLst>
            <pc:docMk/>
            <pc:sldMk cId="0" sldId="279"/>
            <ac:spMk id="6" creationId="{00000000-0000-0000-0000-000000000000}"/>
          </ac:spMkLst>
        </pc:spChg>
        <pc:picChg chg="add mod ord">
          <ac:chgData name="Chittaranjan Hens" userId="6fc03958433e8a43" providerId="LiveId" clId="{2791953A-569C-4581-A5F2-161E885C8B9E}" dt="2023-01-07T06:15:15.648" v="1071" actId="14100"/>
          <ac:picMkLst>
            <pc:docMk/>
            <pc:sldMk cId="0" sldId="279"/>
            <ac:picMk id="2" creationId="{F3B5EE51-3108-68A3-A8E9-00060A63D3C5}"/>
          </ac:picMkLst>
        </pc:picChg>
        <pc:picChg chg="mod modCrop">
          <ac:chgData name="Chittaranjan Hens" userId="6fc03958433e8a43" providerId="LiveId" clId="{2791953A-569C-4581-A5F2-161E885C8B9E}" dt="2023-01-07T09:38:49.271" v="1937" actId="732"/>
          <ac:picMkLst>
            <pc:docMk/>
            <pc:sldMk cId="0" sldId="279"/>
            <ac:picMk id="2052" creationId="{00000000-0000-0000-0000-000000000000}"/>
          </ac:picMkLst>
        </pc:picChg>
      </pc:sldChg>
      <pc:sldChg chg="addSp delSp modSp del mod">
        <pc:chgData name="Chittaranjan Hens" userId="6fc03958433e8a43" providerId="LiveId" clId="{2791953A-569C-4581-A5F2-161E885C8B9E}" dt="2023-01-07T06:10:53.420" v="993" actId="2696"/>
        <pc:sldMkLst>
          <pc:docMk/>
          <pc:sldMk cId="3531370644" sldId="281"/>
        </pc:sldMkLst>
        <pc:spChg chg="add mod">
          <ac:chgData name="Chittaranjan Hens" userId="6fc03958433e8a43" providerId="LiveId" clId="{2791953A-569C-4581-A5F2-161E885C8B9E}" dt="2023-01-04T12:15:32.721" v="792" actId="478"/>
          <ac:spMkLst>
            <pc:docMk/>
            <pc:sldMk cId="3531370644" sldId="281"/>
            <ac:spMk id="4" creationId="{CFCC2F65-6269-B41B-FF9B-190DF34C113A}"/>
          </ac:spMkLst>
        </pc:spChg>
        <pc:spChg chg="add mod">
          <ac:chgData name="Chittaranjan Hens" userId="6fc03958433e8a43" providerId="LiveId" clId="{2791953A-569C-4581-A5F2-161E885C8B9E}" dt="2023-01-04T12:15:51.014" v="795"/>
          <ac:spMkLst>
            <pc:docMk/>
            <pc:sldMk cId="3531370644" sldId="281"/>
            <ac:spMk id="6" creationId="{49F3A15C-851F-0ECF-DF1E-7D8A693094EA}"/>
          </ac:spMkLst>
        </pc:spChg>
        <pc:spChg chg="del mod">
          <ac:chgData name="Chittaranjan Hens" userId="6fc03958433e8a43" providerId="LiveId" clId="{2791953A-569C-4581-A5F2-161E885C8B9E}" dt="2023-01-04T12:15:32.721" v="792" actId="478"/>
          <ac:spMkLst>
            <pc:docMk/>
            <pc:sldMk cId="3531370644" sldId="281"/>
            <ac:spMk id="48130" creationId="{00000000-0000-0000-0000-000000000000}"/>
          </ac:spMkLst>
        </pc:spChg>
        <pc:spChg chg="mod">
          <ac:chgData name="Chittaranjan Hens" userId="6fc03958433e8a43" providerId="LiveId" clId="{2791953A-569C-4581-A5F2-161E885C8B9E}" dt="2023-01-04T12:15:14.056" v="785" actId="1076"/>
          <ac:spMkLst>
            <pc:docMk/>
            <pc:sldMk cId="3531370644" sldId="281"/>
            <ac:spMk id="48131" creationId="{00000000-0000-0000-0000-000000000000}"/>
          </ac:spMkLst>
        </pc:spChg>
        <pc:picChg chg="add del mod ord">
          <ac:chgData name="Chittaranjan Hens" userId="6fc03958433e8a43" providerId="LiveId" clId="{2791953A-569C-4581-A5F2-161E885C8B9E}" dt="2023-01-04T12:15:22.216" v="788" actId="478"/>
          <ac:picMkLst>
            <pc:docMk/>
            <pc:sldMk cId="3531370644" sldId="281"/>
            <ac:picMk id="2" creationId="{BEFBC75A-C382-CD42-7191-409555BF3744}"/>
          </ac:picMkLst>
        </pc:picChg>
        <pc:picChg chg="mod">
          <ac:chgData name="Chittaranjan Hens" userId="6fc03958433e8a43" providerId="LiveId" clId="{2791953A-569C-4581-A5F2-161E885C8B9E}" dt="2023-01-06T11:42:05.233" v="853"/>
          <ac:picMkLst>
            <pc:docMk/>
            <pc:sldMk cId="3531370644" sldId="281"/>
            <ac:picMk id="48132" creationId="{00000000-0000-0000-0000-000000000000}"/>
          </ac:picMkLst>
        </pc:picChg>
      </pc:sldChg>
      <pc:sldChg chg="addSp delSp modSp del mod setBg setClrOvrMap">
        <pc:chgData name="Chittaranjan Hens" userId="6fc03958433e8a43" providerId="LiveId" clId="{2791953A-569C-4581-A5F2-161E885C8B9E}" dt="2023-01-07T06:10:53.420" v="993" actId="2696"/>
        <pc:sldMkLst>
          <pc:docMk/>
          <pc:sldMk cId="4017558480" sldId="282"/>
        </pc:sldMkLst>
        <pc:spChg chg="add mod">
          <ac:chgData name="Chittaranjan Hens" userId="6fc03958433e8a43" providerId="LiveId" clId="{2791953A-569C-4581-A5F2-161E885C8B9E}" dt="2023-01-07T06:42:54.889" v="1248" actId="478"/>
          <ac:spMkLst>
            <pc:docMk/>
            <pc:sldMk cId="4017558480" sldId="282"/>
            <ac:spMk id="4" creationId="{A8BA9C02-AE87-1749-B4AC-218CFF34730C}"/>
          </ac:spMkLst>
        </pc:spChg>
        <pc:spChg chg="mod">
          <ac:chgData name="Chittaranjan Hens" userId="6fc03958433e8a43" providerId="LiveId" clId="{2791953A-569C-4581-A5F2-161E885C8B9E}" dt="2023-01-04T12:12:40.330" v="725" actId="26606"/>
          <ac:spMkLst>
            <pc:docMk/>
            <pc:sldMk cId="4017558480" sldId="282"/>
            <ac:spMk id="5" creationId="{00000000-0000-0000-0000-000000000000}"/>
          </ac:spMkLst>
        </pc:spChg>
        <pc:spChg chg="mod ord">
          <ac:chgData name="Chittaranjan Hens" userId="6fc03958433e8a43" providerId="LiveId" clId="{2791953A-569C-4581-A5F2-161E885C8B9E}" dt="2023-01-04T12:12:40.330" v="725" actId="26606"/>
          <ac:spMkLst>
            <pc:docMk/>
            <pc:sldMk cId="4017558480" sldId="282"/>
            <ac:spMk id="6" creationId="{00000000-0000-0000-0000-000000000000}"/>
          </ac:spMkLst>
        </pc:spChg>
        <pc:spChg chg="add mod">
          <ac:chgData name="Chittaranjan Hens" userId="6fc03958433e8a43" providerId="LiveId" clId="{2791953A-569C-4581-A5F2-161E885C8B9E}" dt="2023-01-07T06:42:55.587" v="1249"/>
          <ac:spMkLst>
            <pc:docMk/>
            <pc:sldMk cId="4017558480" sldId="282"/>
            <ac:spMk id="7" creationId="{E7F3245F-5238-4620-8EB2-692B2E5764BC}"/>
          </ac:spMkLst>
        </pc:spChg>
        <pc:spChg chg="mod ord">
          <ac:chgData name="Chittaranjan Hens" userId="6fc03958433e8a43" providerId="LiveId" clId="{2791953A-569C-4581-A5F2-161E885C8B9E}" dt="2023-01-07T06:04:10.180" v="938" actId="14100"/>
          <ac:spMkLst>
            <pc:docMk/>
            <pc:sldMk cId="4017558480" sldId="282"/>
            <ac:spMk id="13315" creationId="{00000000-0000-0000-0000-000000000000}"/>
          </ac:spMkLst>
        </pc:spChg>
        <pc:spChg chg="add del">
          <ac:chgData name="Chittaranjan Hens" userId="6fc03958433e8a43" providerId="LiveId" clId="{2791953A-569C-4581-A5F2-161E885C8B9E}" dt="2023-01-04T12:12:35.065" v="721" actId="26606"/>
          <ac:spMkLst>
            <pc:docMk/>
            <pc:sldMk cId="4017558480" sldId="282"/>
            <ac:spMk id="13318" creationId="{352BEC0E-22F8-46D0-9632-375DB541B06C}"/>
          </ac:spMkLst>
        </pc:spChg>
        <pc:spChg chg="add del">
          <ac:chgData name="Chittaranjan Hens" userId="6fc03958433e8a43" providerId="LiveId" clId="{2791953A-569C-4581-A5F2-161E885C8B9E}" dt="2023-01-04T12:12:35.065" v="721" actId="26606"/>
          <ac:spMkLst>
            <pc:docMk/>
            <pc:sldMk cId="4017558480" sldId="282"/>
            <ac:spMk id="13319" creationId="{3FCFB1DE-0B7E-48CC-BA90-B2AB0889F9D6}"/>
          </ac:spMkLst>
        </pc:spChg>
        <pc:spChg chg="add del">
          <ac:chgData name="Chittaranjan Hens" userId="6fc03958433e8a43" providerId="LiveId" clId="{2791953A-569C-4581-A5F2-161E885C8B9E}" dt="2023-01-04T12:12:27.875" v="719" actId="26606"/>
          <ac:spMkLst>
            <pc:docMk/>
            <pc:sldMk cId="4017558480" sldId="282"/>
            <ac:spMk id="13321" creationId="{1DCD4319-21CA-4165-A08D-D1E05DC378D3}"/>
          </ac:spMkLst>
        </pc:spChg>
        <pc:spChg chg="add del">
          <ac:chgData name="Chittaranjan Hens" userId="6fc03958433e8a43" providerId="LiveId" clId="{2791953A-569C-4581-A5F2-161E885C8B9E}" dt="2023-01-04T12:12:37.747" v="723" actId="26606"/>
          <ac:spMkLst>
            <pc:docMk/>
            <pc:sldMk cId="4017558480" sldId="282"/>
            <ac:spMk id="13322" creationId="{68A4132F-DEC6-4332-A00C-A11AD4519B6C}"/>
          </ac:spMkLst>
        </pc:spChg>
        <pc:spChg chg="add del">
          <ac:chgData name="Chittaranjan Hens" userId="6fc03958433e8a43" providerId="LiveId" clId="{2791953A-569C-4581-A5F2-161E885C8B9E}" dt="2023-01-04T12:12:27.875" v="719" actId="26606"/>
          <ac:spMkLst>
            <pc:docMk/>
            <pc:sldMk cId="4017558480" sldId="282"/>
            <ac:spMk id="13323" creationId="{3CD1EA40-7116-4FCB-9369-70F29FAA91EC}"/>
          </ac:spMkLst>
        </pc:spChg>
        <pc:spChg chg="add del">
          <ac:chgData name="Chittaranjan Hens" userId="6fc03958433e8a43" providerId="LiveId" clId="{2791953A-569C-4581-A5F2-161E885C8B9E}" dt="2023-01-04T12:12:37.747" v="723" actId="26606"/>
          <ac:spMkLst>
            <pc:docMk/>
            <pc:sldMk cId="4017558480" sldId="282"/>
            <ac:spMk id="13324" creationId="{9B38642C-62C4-4E31-A5D3-BB1DD8CA3942}"/>
          </ac:spMkLst>
        </pc:spChg>
        <pc:spChg chg="add del">
          <ac:chgData name="Chittaranjan Hens" userId="6fc03958433e8a43" providerId="LiveId" clId="{2791953A-569C-4581-A5F2-161E885C8B9E}" dt="2023-01-04T12:12:27.875" v="719" actId="26606"/>
          <ac:spMkLst>
            <pc:docMk/>
            <pc:sldMk cId="4017558480" sldId="282"/>
            <ac:spMk id="13325" creationId="{BF647E38-F93D-4661-8D77-CE13EEB65B5A}"/>
          </ac:spMkLst>
        </pc:spChg>
        <pc:spChg chg="add del">
          <ac:chgData name="Chittaranjan Hens" userId="6fc03958433e8a43" providerId="LiveId" clId="{2791953A-569C-4581-A5F2-161E885C8B9E}" dt="2023-01-04T12:12:37.747" v="723" actId="26606"/>
          <ac:spMkLst>
            <pc:docMk/>
            <pc:sldMk cId="4017558480" sldId="282"/>
            <ac:spMk id="13326" creationId="{A9F66240-8C38-4069-A5C9-2D3FCD97EDAD}"/>
          </ac:spMkLst>
        </pc:spChg>
        <pc:spChg chg="add del">
          <ac:chgData name="Chittaranjan Hens" userId="6fc03958433e8a43" providerId="LiveId" clId="{2791953A-569C-4581-A5F2-161E885C8B9E}" dt="2023-01-04T12:12:40.330" v="725" actId="26606"/>
          <ac:spMkLst>
            <pc:docMk/>
            <pc:sldMk cId="4017558480" sldId="282"/>
            <ac:spMk id="13348" creationId="{1DCD4319-21CA-4165-A08D-D1E05DC378D3}"/>
          </ac:spMkLst>
        </pc:spChg>
        <pc:spChg chg="add del">
          <ac:chgData name="Chittaranjan Hens" userId="6fc03958433e8a43" providerId="LiveId" clId="{2791953A-569C-4581-A5F2-161E885C8B9E}" dt="2023-01-04T12:12:27.875" v="719" actId="26606"/>
          <ac:spMkLst>
            <pc:docMk/>
            <pc:sldMk cId="4017558480" sldId="282"/>
            <ac:spMk id="13349" creationId="{D6C80E47-971C-437F-B030-191115B01D68}"/>
          </ac:spMkLst>
        </pc:spChg>
        <pc:spChg chg="add del">
          <ac:chgData name="Chittaranjan Hens" userId="6fc03958433e8a43" providerId="LiveId" clId="{2791953A-569C-4581-A5F2-161E885C8B9E}" dt="2023-01-04T12:12:40.330" v="725" actId="26606"/>
          <ac:spMkLst>
            <pc:docMk/>
            <pc:sldMk cId="4017558480" sldId="282"/>
            <ac:spMk id="13350" creationId="{3CD1EA40-7116-4FCB-9369-70F29FAA91EC}"/>
          </ac:spMkLst>
        </pc:spChg>
        <pc:spChg chg="add del">
          <ac:chgData name="Chittaranjan Hens" userId="6fc03958433e8a43" providerId="LiveId" clId="{2791953A-569C-4581-A5F2-161E885C8B9E}" dt="2023-01-04T12:12:40.330" v="725" actId="26606"/>
          <ac:spMkLst>
            <pc:docMk/>
            <pc:sldMk cId="4017558480" sldId="282"/>
            <ac:spMk id="13351" creationId="{BF647E38-F93D-4661-8D77-CE13EEB65B5A}"/>
          </ac:spMkLst>
        </pc:spChg>
        <pc:spChg chg="add del">
          <ac:chgData name="Chittaranjan Hens" userId="6fc03958433e8a43" providerId="LiveId" clId="{2791953A-569C-4581-A5F2-161E885C8B9E}" dt="2023-01-04T12:12:40.330" v="725" actId="26606"/>
          <ac:spMkLst>
            <pc:docMk/>
            <pc:sldMk cId="4017558480" sldId="282"/>
            <ac:spMk id="13353" creationId="{D6C80E47-971C-437F-B030-191115B01D68}"/>
          </ac:spMkLst>
        </pc:spChg>
        <pc:grpChg chg="add del">
          <ac:chgData name="Chittaranjan Hens" userId="6fc03958433e8a43" providerId="LiveId" clId="{2791953A-569C-4581-A5F2-161E885C8B9E}" dt="2023-01-04T12:12:27.875" v="719" actId="26606"/>
          <ac:grpSpMkLst>
            <pc:docMk/>
            <pc:sldMk cId="4017558480" sldId="282"/>
            <ac:grpSpMk id="13327" creationId="{71669B06-C46A-44F5-8C95-4AA9C87956A9}"/>
          </ac:grpSpMkLst>
        </pc:grpChg>
        <pc:grpChg chg="add del">
          <ac:chgData name="Chittaranjan Hens" userId="6fc03958433e8a43" providerId="LiveId" clId="{2791953A-569C-4581-A5F2-161E885C8B9E}" dt="2023-01-04T12:12:40.330" v="725" actId="26606"/>
          <ac:grpSpMkLst>
            <pc:docMk/>
            <pc:sldMk cId="4017558480" sldId="282"/>
            <ac:grpSpMk id="13352" creationId="{71669B06-C46A-44F5-8C95-4AA9C87956A9}"/>
          </ac:grpSpMkLst>
        </pc:grpChg>
        <pc:picChg chg="add mod ord">
          <ac:chgData name="Chittaranjan Hens" userId="6fc03958433e8a43" providerId="LiveId" clId="{2791953A-569C-4581-A5F2-161E885C8B9E}" dt="2023-01-07T06:02:34.272" v="927" actId="14100"/>
          <ac:picMkLst>
            <pc:docMk/>
            <pc:sldMk cId="4017558480" sldId="282"/>
            <ac:picMk id="2" creationId="{5A4B4CAA-ADDE-B317-FA5F-731B8F7FF214}"/>
          </ac:picMkLst>
        </pc:picChg>
        <pc:picChg chg="del mod ord">
          <ac:chgData name="Chittaranjan Hens" userId="6fc03958433e8a43" providerId="LiveId" clId="{2791953A-569C-4581-A5F2-161E885C8B9E}" dt="2023-01-04T12:12:54.891" v="727" actId="478"/>
          <ac:picMkLst>
            <pc:docMk/>
            <pc:sldMk cId="4017558480" sldId="282"/>
            <ac:picMk id="13316" creationId="{00000000-0000-0000-0000-000000000000}"/>
          </ac:picMkLst>
        </pc:picChg>
      </pc:sldChg>
      <pc:sldChg chg="addSp delSp modSp del mod">
        <pc:chgData name="Chittaranjan Hens" userId="6fc03958433e8a43" providerId="LiveId" clId="{2791953A-569C-4581-A5F2-161E885C8B9E}" dt="2023-01-07T11:27:51.171" v="2381" actId="1076"/>
        <pc:sldMkLst>
          <pc:docMk/>
          <pc:sldMk cId="3678232167" sldId="284"/>
        </pc:sldMkLst>
        <pc:spChg chg="add del mod">
          <ac:chgData name="Chittaranjan Hens" userId="6fc03958433e8a43" providerId="LiveId" clId="{2791953A-569C-4581-A5F2-161E885C8B9E}" dt="2023-01-04T12:16:00.538" v="797" actId="21"/>
          <ac:spMkLst>
            <pc:docMk/>
            <pc:sldMk cId="3678232167" sldId="284"/>
            <ac:spMk id="2" creationId="{268D3D38-F282-D1FA-E86E-76D218404760}"/>
          </ac:spMkLst>
        </pc:spChg>
        <pc:spChg chg="add del mod">
          <ac:chgData name="Chittaranjan Hens" userId="6fc03958433e8a43" providerId="LiveId" clId="{2791953A-569C-4581-A5F2-161E885C8B9E}" dt="2023-01-04T12:16:08.489" v="799" actId="478"/>
          <ac:spMkLst>
            <pc:docMk/>
            <pc:sldMk cId="3678232167" sldId="284"/>
            <ac:spMk id="4" creationId="{1E2996BE-2108-9FE8-429B-E635C02E38F0}"/>
          </ac:spMkLst>
        </pc:spChg>
        <pc:spChg chg="add mod">
          <ac:chgData name="Chittaranjan Hens" userId="6fc03958433e8a43" providerId="LiveId" clId="{2791953A-569C-4581-A5F2-161E885C8B9E}" dt="2023-01-07T09:59:54.207" v="2030" actId="14100"/>
          <ac:spMkLst>
            <pc:docMk/>
            <pc:sldMk cId="3678232167" sldId="284"/>
            <ac:spMk id="5" creationId="{271FF043-BBB3-7059-EAB3-8D3E89EBD9C5}"/>
          </ac:spMkLst>
        </pc:spChg>
        <pc:spChg chg="add del mod">
          <ac:chgData name="Chittaranjan Hens" userId="6fc03958433e8a43" providerId="LiveId" clId="{2791953A-569C-4581-A5F2-161E885C8B9E}" dt="2023-01-04T12:16:33.851" v="814"/>
          <ac:spMkLst>
            <pc:docMk/>
            <pc:sldMk cId="3678232167" sldId="284"/>
            <ac:spMk id="7" creationId="{FA363758-670B-AE09-4864-3A8B7EE0D62F}"/>
          </ac:spMkLst>
        </pc:spChg>
        <pc:spChg chg="del">
          <ac:chgData name="Chittaranjan Hens" userId="6fc03958433e8a43" providerId="LiveId" clId="{2791953A-569C-4581-A5F2-161E885C8B9E}" dt="2023-01-04T12:16:05.668" v="798" actId="478"/>
          <ac:spMkLst>
            <pc:docMk/>
            <pc:sldMk cId="3678232167" sldId="284"/>
            <ac:spMk id="15362" creationId="{00000000-0000-0000-0000-000000000000}"/>
          </ac:spMkLst>
        </pc:spChg>
        <pc:spChg chg="mod">
          <ac:chgData name="Chittaranjan Hens" userId="6fc03958433e8a43" providerId="LiveId" clId="{2791953A-569C-4581-A5F2-161E885C8B9E}" dt="2023-01-06T11:40:58.562" v="847" actId="2711"/>
          <ac:spMkLst>
            <pc:docMk/>
            <pc:sldMk cId="3678232167" sldId="284"/>
            <ac:spMk id="15363" creationId="{00000000-0000-0000-0000-000000000000}"/>
          </ac:spMkLst>
        </pc:spChg>
        <pc:spChg chg="mod">
          <ac:chgData name="Chittaranjan Hens" userId="6fc03958433e8a43" providerId="LiveId" clId="{2791953A-569C-4581-A5F2-161E885C8B9E}" dt="2023-01-06T11:41:04.860" v="848" actId="2711"/>
          <ac:spMkLst>
            <pc:docMk/>
            <pc:sldMk cId="3678232167" sldId="284"/>
            <ac:spMk id="15364" creationId="{00000000-0000-0000-0000-000000000000}"/>
          </ac:spMkLst>
        </pc:spChg>
        <pc:picChg chg="add mod ord">
          <ac:chgData name="Chittaranjan Hens" userId="6fc03958433e8a43" providerId="LiveId" clId="{2791953A-569C-4581-A5F2-161E885C8B9E}" dt="2023-01-07T11:27:51.171" v="2381" actId="1076"/>
          <ac:picMkLst>
            <pc:docMk/>
            <pc:sldMk cId="3678232167" sldId="284"/>
            <ac:picMk id="8" creationId="{ABEC2F79-E640-E915-EDA5-1E6D6C9FB304}"/>
          </ac:picMkLst>
        </pc:picChg>
        <pc:picChg chg="mod">
          <ac:chgData name="Chittaranjan Hens" userId="6fc03958433e8a43" providerId="LiveId" clId="{2791953A-569C-4581-A5F2-161E885C8B9E}" dt="2023-01-06T11:41:56.494" v="852"/>
          <ac:picMkLst>
            <pc:docMk/>
            <pc:sldMk cId="3678232167" sldId="284"/>
            <ac:picMk id="15365" creationId="{00000000-0000-0000-0000-000000000000}"/>
          </ac:picMkLst>
        </pc:picChg>
      </pc:sldChg>
      <pc:sldChg chg="addSp delSp modSp del mod">
        <pc:chgData name="Chittaranjan Hens" userId="6fc03958433e8a43" providerId="LiveId" clId="{2791953A-569C-4581-A5F2-161E885C8B9E}" dt="2023-01-07T06:10:53.420" v="993" actId="2696"/>
        <pc:sldMkLst>
          <pc:docMk/>
          <pc:sldMk cId="1056423807" sldId="286"/>
        </pc:sldMkLst>
        <pc:spChg chg="add del mod">
          <ac:chgData name="Chittaranjan Hens" userId="6fc03958433e8a43" providerId="LiveId" clId="{2791953A-569C-4581-A5F2-161E885C8B9E}" dt="2023-01-04T12:13:49.258" v="738" actId="478"/>
          <ac:spMkLst>
            <pc:docMk/>
            <pc:sldMk cId="1056423807" sldId="286"/>
            <ac:spMk id="3" creationId="{3937CA74-0043-57DE-29C9-DB9BC7BC78C6}"/>
          </ac:spMkLst>
        </pc:spChg>
        <pc:spChg chg="add mod">
          <ac:chgData name="Chittaranjan Hens" userId="6fc03958433e8a43" providerId="LiveId" clId="{2791953A-569C-4581-A5F2-161E885C8B9E}" dt="2023-01-04T12:15:42.435" v="794" actId="20577"/>
          <ac:spMkLst>
            <pc:docMk/>
            <pc:sldMk cId="1056423807" sldId="286"/>
            <ac:spMk id="5" creationId="{2C9ED826-5140-D8E8-7825-99A5A347917E}"/>
          </ac:spMkLst>
        </pc:spChg>
        <pc:spChg chg="del">
          <ac:chgData name="Chittaranjan Hens" userId="6fc03958433e8a43" providerId="LiveId" clId="{2791953A-569C-4581-A5F2-161E885C8B9E}" dt="2023-01-04T12:13:45.760" v="736" actId="478"/>
          <ac:spMkLst>
            <pc:docMk/>
            <pc:sldMk cId="1056423807" sldId="286"/>
            <ac:spMk id="14338" creationId="{00000000-0000-0000-0000-000000000000}"/>
          </ac:spMkLst>
        </pc:spChg>
        <pc:spChg chg="mod">
          <ac:chgData name="Chittaranjan Hens" userId="6fc03958433e8a43" providerId="LiveId" clId="{2791953A-569C-4581-A5F2-161E885C8B9E}" dt="2023-01-07T06:05:54.690" v="950" actId="6549"/>
          <ac:spMkLst>
            <pc:docMk/>
            <pc:sldMk cId="1056423807" sldId="286"/>
            <ac:spMk id="14339" creationId="{00000000-0000-0000-0000-000000000000}"/>
          </ac:spMkLst>
        </pc:spChg>
        <pc:picChg chg="add mod modCrop">
          <ac:chgData name="Chittaranjan Hens" userId="6fc03958433e8a43" providerId="LiveId" clId="{2791953A-569C-4581-A5F2-161E885C8B9E}" dt="2023-01-07T06:46:48.433" v="1250" actId="732"/>
          <ac:picMkLst>
            <pc:docMk/>
            <pc:sldMk cId="1056423807" sldId="286"/>
            <ac:picMk id="2" creationId="{EF368F5F-A854-2CA8-9234-FA8C323B1DF6}"/>
          </ac:picMkLst>
        </pc:picChg>
        <pc:picChg chg="add mod ord">
          <ac:chgData name="Chittaranjan Hens" userId="6fc03958433e8a43" providerId="LiveId" clId="{2791953A-569C-4581-A5F2-161E885C8B9E}" dt="2023-01-07T06:05:38.124" v="945" actId="14100"/>
          <ac:picMkLst>
            <pc:docMk/>
            <pc:sldMk cId="1056423807" sldId="286"/>
            <ac:picMk id="6" creationId="{82A56068-F125-3E13-7492-8527DB65A7FE}"/>
          </ac:picMkLst>
        </pc:picChg>
      </pc:sldChg>
      <pc:sldChg chg="modSp del mod">
        <pc:chgData name="Chittaranjan Hens" userId="6fc03958433e8a43" providerId="LiveId" clId="{2791953A-569C-4581-A5F2-161E885C8B9E}" dt="2023-01-07T07:32:15.845" v="1318" actId="20577"/>
        <pc:sldMkLst>
          <pc:docMk/>
          <pc:sldMk cId="2818536561" sldId="287"/>
        </pc:sldMkLst>
        <pc:spChg chg="del">
          <ac:chgData name="Chittaranjan Hens" userId="6fc03958433e8a43" providerId="LiveId" clId="{2791953A-569C-4581-A5F2-161E885C8B9E}" dt="2023-01-04T11:17:06.258" v="4" actId="478"/>
          <ac:spMkLst>
            <pc:docMk/>
            <pc:sldMk cId="2818536561" sldId="287"/>
            <ac:spMk id="3" creationId="{7C315467-5619-75DF-885F-788F35E03FFA}"/>
          </ac:spMkLst>
        </pc:spChg>
        <pc:spChg chg="add mod">
          <ac:chgData name="Chittaranjan Hens" userId="6fc03958433e8a43" providerId="LiveId" clId="{2791953A-569C-4581-A5F2-161E885C8B9E}" dt="2023-01-07T07:32:15.845" v="1318" actId="20577"/>
          <ac:spMkLst>
            <pc:docMk/>
            <pc:sldMk cId="2818536561" sldId="287"/>
            <ac:spMk id="4" creationId="{7C5F0D91-F484-67FF-9BC3-F2A658D32838}"/>
          </ac:spMkLst>
        </pc:spChg>
        <pc:spChg chg="add del mod">
          <ac:chgData name="Chittaranjan Hens" userId="6fc03958433e8a43" providerId="LiveId" clId="{2791953A-569C-4581-A5F2-161E885C8B9E}" dt="2023-01-04T11:17:55.952" v="18" actId="478"/>
          <ac:spMkLst>
            <pc:docMk/>
            <pc:sldMk cId="2818536561" sldId="287"/>
            <ac:spMk id="5" creationId="{987D9C80-BDC2-7215-083F-07C3409F3359}"/>
          </ac:spMkLst>
        </pc:spChg>
        <pc:spChg chg="del">
          <ac:chgData name="Chittaranjan Hens" userId="6fc03958433e8a43" providerId="LiveId" clId="{2791953A-569C-4581-A5F2-161E885C8B9E}" dt="2023-01-04T11:17:01.801" v="3"/>
          <ac:spMkLst>
            <pc:docMk/>
            <pc:sldMk cId="2818536561" sldId="287"/>
            <ac:spMk id="15" creationId="{8651CFA9-6065-4243-AC48-858E359780B1}"/>
          </ac:spMkLst>
        </pc:spChg>
        <pc:spChg chg="del">
          <ac:chgData name="Chittaranjan Hens" userId="6fc03958433e8a43" providerId="LiveId" clId="{2791953A-569C-4581-A5F2-161E885C8B9E}" dt="2023-01-04T11:17:01.801" v="3"/>
          <ac:spMkLst>
            <pc:docMk/>
            <pc:sldMk cId="2818536561" sldId="287"/>
            <ac:spMk id="17" creationId="{37962AE0-6A1C-4B76-9D52-10E5E6D7D3BB}"/>
          </ac:spMkLst>
        </pc:spChg>
        <pc:spChg chg="del">
          <ac:chgData name="Chittaranjan Hens" userId="6fc03958433e8a43" providerId="LiveId" clId="{2791953A-569C-4581-A5F2-161E885C8B9E}" dt="2023-01-04T11:17:01.801" v="3"/>
          <ac:spMkLst>
            <pc:docMk/>
            <pc:sldMk cId="2818536561" sldId="287"/>
            <ac:spMk id="19" creationId="{16E12301-1C96-4D15-9838-D5B894B22365}"/>
          </ac:spMkLst>
        </pc:spChg>
        <pc:grpChg chg="del">
          <ac:chgData name="Chittaranjan Hens" userId="6fc03958433e8a43" providerId="LiveId" clId="{2791953A-569C-4581-A5F2-161E885C8B9E}" dt="2023-01-04T11:17:01.801" v="3"/>
          <ac:grpSpMkLst>
            <pc:docMk/>
            <pc:sldMk cId="2818536561" sldId="287"/>
            <ac:grpSpMk id="39" creationId="{D7A5FD75-4B35-4162-9304-569491255811}"/>
          </ac:grpSpMkLst>
        </pc:grpChg>
        <pc:grpChg chg="del">
          <ac:chgData name="Chittaranjan Hens" userId="6fc03958433e8a43" providerId="LiveId" clId="{2791953A-569C-4581-A5F2-161E885C8B9E}" dt="2023-01-04T11:17:01.801" v="3"/>
          <ac:grpSpMkLst>
            <pc:docMk/>
            <pc:sldMk cId="2818536561" sldId="287"/>
            <ac:grpSpMk id="44" creationId="{34676384-D846-461C-B8F3-BDB849B4A408}"/>
          </ac:grpSpMkLst>
        </pc:grpChg>
        <pc:picChg chg="del mod">
          <ac:chgData name="Chittaranjan Hens" userId="6fc03958433e8a43" providerId="LiveId" clId="{2791953A-569C-4581-A5F2-161E885C8B9E}" dt="2023-01-04T11:33:40.001" v="253" actId="478"/>
          <ac:picMkLst>
            <pc:docMk/>
            <pc:sldMk cId="2818536561" sldId="287"/>
            <ac:picMk id="2" creationId="{7A203178-FCD0-FE85-57F7-D010564135A5}"/>
          </ac:picMkLst>
        </pc:picChg>
        <pc:picChg chg="add mod">
          <ac:chgData name="Chittaranjan Hens" userId="6fc03958433e8a43" providerId="LiveId" clId="{2791953A-569C-4581-A5F2-161E885C8B9E}" dt="2023-01-04T11:17:23.925" v="7" actId="1076"/>
          <ac:picMkLst>
            <pc:docMk/>
            <pc:sldMk cId="2818536561" sldId="287"/>
            <ac:picMk id="6" creationId="{9F4EC22D-4EA5-1F42-D2A4-377FFEB43CAB}"/>
          </ac:picMkLst>
        </pc:picChg>
        <pc:picChg chg="add mod">
          <ac:chgData name="Chittaranjan Hens" userId="6fc03958433e8a43" providerId="LiveId" clId="{2791953A-569C-4581-A5F2-161E885C8B9E}" dt="2023-01-04T11:17:23.925" v="7" actId="1076"/>
          <ac:picMkLst>
            <pc:docMk/>
            <pc:sldMk cId="2818536561" sldId="287"/>
            <ac:picMk id="7" creationId="{3CA558C9-F988-D1C3-D2C9-940F555ED430}"/>
          </ac:picMkLst>
        </pc:picChg>
        <pc:picChg chg="add mod">
          <ac:chgData name="Chittaranjan Hens" userId="6fc03958433e8a43" providerId="LiveId" clId="{2791953A-569C-4581-A5F2-161E885C8B9E}" dt="2023-01-04T11:33:49.836" v="256" actId="14100"/>
          <ac:picMkLst>
            <pc:docMk/>
            <pc:sldMk cId="2818536561" sldId="287"/>
            <ac:picMk id="8" creationId="{C6B9171F-C170-1D2C-4F97-A40B590E243F}"/>
          </ac:picMkLst>
        </pc:picChg>
        <pc:picChg chg="add mod">
          <ac:chgData name="Chittaranjan Hens" userId="6fc03958433e8a43" providerId="LiveId" clId="{2791953A-569C-4581-A5F2-161E885C8B9E}" dt="2023-01-04T11:17:23.925" v="7" actId="1076"/>
          <ac:picMkLst>
            <pc:docMk/>
            <pc:sldMk cId="2818536561" sldId="287"/>
            <ac:picMk id="9" creationId="{FBD688D2-A23B-449C-5AAC-59E8E9CF7113}"/>
          </ac:picMkLst>
        </pc:picChg>
        <pc:picChg chg="add mod ord">
          <ac:chgData name="Chittaranjan Hens" userId="6fc03958433e8a43" providerId="LiveId" clId="{2791953A-569C-4581-A5F2-161E885C8B9E}" dt="2023-01-04T11:33:43.322" v="255" actId="167"/>
          <ac:picMkLst>
            <pc:docMk/>
            <pc:sldMk cId="2818536561" sldId="287"/>
            <ac:picMk id="10" creationId="{4CED25B2-E3B4-057C-A82B-7A94B234189F}"/>
          </ac:picMkLst>
        </pc:picChg>
      </pc:sldChg>
      <pc:sldChg chg="addSp delSp modSp del mod">
        <pc:chgData name="Chittaranjan Hens" userId="6fc03958433e8a43" providerId="LiveId" clId="{2791953A-569C-4581-A5F2-161E885C8B9E}" dt="2023-01-07T06:09:28.031" v="981" actId="47"/>
        <pc:sldMkLst>
          <pc:docMk/>
          <pc:sldMk cId="0" sldId="288"/>
        </pc:sldMkLst>
        <pc:spChg chg="mod">
          <ac:chgData name="Chittaranjan Hens" userId="6fc03958433e8a43" providerId="LiveId" clId="{2791953A-569C-4581-A5F2-161E885C8B9E}" dt="2023-01-04T11:22:20.182" v="56" actId="1076"/>
          <ac:spMkLst>
            <pc:docMk/>
            <pc:sldMk cId="0" sldId="288"/>
            <ac:spMk id="5" creationId="{00000000-0000-0000-0000-000000000000}"/>
          </ac:spMkLst>
        </pc:spChg>
        <pc:spChg chg="mod">
          <ac:chgData name="Chittaranjan Hens" userId="6fc03958433e8a43" providerId="LiveId" clId="{2791953A-569C-4581-A5F2-161E885C8B9E}" dt="2023-01-04T11:27:48.394" v="148" actId="404"/>
          <ac:spMkLst>
            <pc:docMk/>
            <pc:sldMk cId="0" sldId="288"/>
            <ac:spMk id="8" creationId="{00000000-0000-0000-0000-000000000000}"/>
          </ac:spMkLst>
        </pc:spChg>
        <pc:spChg chg="mod">
          <ac:chgData name="Chittaranjan Hens" userId="6fc03958433e8a43" providerId="LiveId" clId="{2791953A-569C-4581-A5F2-161E885C8B9E}" dt="2023-01-04T11:27:52.247" v="153" actId="404"/>
          <ac:spMkLst>
            <pc:docMk/>
            <pc:sldMk cId="0" sldId="288"/>
            <ac:spMk id="9" creationId="{00000000-0000-0000-0000-000000000000}"/>
          </ac:spMkLst>
        </pc:spChg>
        <pc:spChg chg="mod">
          <ac:chgData name="Chittaranjan Hens" userId="6fc03958433e8a43" providerId="LiveId" clId="{2791953A-569C-4581-A5F2-161E885C8B9E}" dt="2023-01-04T11:27:56.229" v="158" actId="404"/>
          <ac:spMkLst>
            <pc:docMk/>
            <pc:sldMk cId="0" sldId="288"/>
            <ac:spMk id="10" creationId="{00000000-0000-0000-0000-000000000000}"/>
          </ac:spMkLst>
        </pc:spChg>
        <pc:picChg chg="add del mod ord">
          <ac:chgData name="Chittaranjan Hens" userId="6fc03958433e8a43" providerId="LiveId" clId="{2791953A-569C-4581-A5F2-161E885C8B9E}" dt="2023-01-04T11:33:25.583" v="247" actId="478"/>
          <ac:picMkLst>
            <pc:docMk/>
            <pc:sldMk cId="0" sldId="288"/>
            <ac:picMk id="2" creationId="{713E9092-C779-1F2F-EB6D-263361162DCE}"/>
          </ac:picMkLst>
        </pc:picChg>
        <pc:picChg chg="add mod ord">
          <ac:chgData name="Chittaranjan Hens" userId="6fc03958433e8a43" providerId="LiveId" clId="{2791953A-569C-4581-A5F2-161E885C8B9E}" dt="2023-01-04T11:33:28.670" v="249" actId="167"/>
          <ac:picMkLst>
            <pc:docMk/>
            <pc:sldMk cId="0" sldId="288"/>
            <ac:picMk id="3" creationId="{775A2016-3182-F278-9082-E8FEF795F66C}"/>
          </ac:picMkLst>
        </pc:picChg>
        <pc:picChg chg="mod">
          <ac:chgData name="Chittaranjan Hens" userId="6fc03958433e8a43" providerId="LiveId" clId="{2791953A-569C-4581-A5F2-161E885C8B9E}" dt="2023-01-04T11:19:51.988" v="42" actId="14100"/>
          <ac:picMkLst>
            <pc:docMk/>
            <pc:sldMk cId="0" sldId="288"/>
            <ac:picMk id="1026" creationId="{00000000-0000-0000-0000-000000000000}"/>
          </ac:picMkLst>
        </pc:picChg>
      </pc:sldChg>
      <pc:sldChg chg="del">
        <pc:chgData name="Chittaranjan Hens" userId="6fc03958433e8a43" providerId="LiveId" clId="{2791953A-569C-4581-A5F2-161E885C8B9E}" dt="2023-01-04T11:19:56.165" v="43" actId="47"/>
        <pc:sldMkLst>
          <pc:docMk/>
          <pc:sldMk cId="0" sldId="289"/>
        </pc:sldMkLst>
      </pc:sldChg>
      <pc:sldChg chg="addSp modSp mod">
        <pc:chgData name="Chittaranjan Hens" userId="6fc03958433e8a43" providerId="LiveId" clId="{2791953A-569C-4581-A5F2-161E885C8B9E}" dt="2023-01-07T06:16:26.264" v="1087" actId="14100"/>
        <pc:sldMkLst>
          <pc:docMk/>
          <pc:sldMk cId="0" sldId="290"/>
        </pc:sldMkLst>
        <pc:spChg chg="mod">
          <ac:chgData name="Chittaranjan Hens" userId="6fc03958433e8a43" providerId="LiveId" clId="{2791953A-569C-4581-A5F2-161E885C8B9E}" dt="2023-01-07T06:16:15.025" v="1084" actId="207"/>
          <ac:spMkLst>
            <pc:docMk/>
            <pc:sldMk cId="0" sldId="290"/>
            <ac:spMk id="6" creationId="{00000000-0000-0000-0000-000000000000}"/>
          </ac:spMkLst>
        </pc:spChg>
        <pc:spChg chg="mod">
          <ac:chgData name="Chittaranjan Hens" userId="6fc03958433e8a43" providerId="LiveId" clId="{2791953A-569C-4581-A5F2-161E885C8B9E}" dt="2023-01-04T12:06:29.811" v="633" actId="1076"/>
          <ac:spMkLst>
            <pc:docMk/>
            <pc:sldMk cId="0" sldId="290"/>
            <ac:spMk id="7" creationId="{00000000-0000-0000-0000-000000000000}"/>
          </ac:spMkLst>
        </pc:spChg>
        <pc:picChg chg="add mod ord">
          <ac:chgData name="Chittaranjan Hens" userId="6fc03958433e8a43" providerId="LiveId" clId="{2791953A-569C-4581-A5F2-161E885C8B9E}" dt="2023-01-07T06:16:18.378" v="1085" actId="14100"/>
          <ac:picMkLst>
            <pc:docMk/>
            <pc:sldMk cId="0" sldId="290"/>
            <ac:picMk id="2" creationId="{BDB9D41E-0A5C-CDDC-199C-8F3A90AFF1A8}"/>
          </ac:picMkLst>
        </pc:picChg>
        <pc:picChg chg="mod">
          <ac:chgData name="Chittaranjan Hens" userId="6fc03958433e8a43" providerId="LiveId" clId="{2791953A-569C-4581-A5F2-161E885C8B9E}" dt="2023-01-07T06:16:23.092" v="1086" actId="14100"/>
          <ac:picMkLst>
            <pc:docMk/>
            <pc:sldMk cId="0" sldId="290"/>
            <ac:picMk id="2050" creationId="{00000000-0000-0000-0000-000000000000}"/>
          </ac:picMkLst>
        </pc:picChg>
        <pc:picChg chg="mod">
          <ac:chgData name="Chittaranjan Hens" userId="6fc03958433e8a43" providerId="LiveId" clId="{2791953A-569C-4581-A5F2-161E885C8B9E}" dt="2023-01-07T06:16:26.264" v="1087" actId="14100"/>
          <ac:picMkLst>
            <pc:docMk/>
            <pc:sldMk cId="0" sldId="290"/>
            <ac:picMk id="2051" creationId="{00000000-0000-0000-0000-000000000000}"/>
          </ac:picMkLst>
        </pc:picChg>
      </pc:sldChg>
      <pc:sldChg chg="addSp delSp modSp mod">
        <pc:chgData name="Chittaranjan Hens" userId="6fc03958433e8a43" providerId="LiveId" clId="{2791953A-569C-4581-A5F2-161E885C8B9E}" dt="2023-01-07T07:46:26.999" v="1808" actId="478"/>
        <pc:sldMkLst>
          <pc:docMk/>
          <pc:sldMk cId="0" sldId="291"/>
        </pc:sldMkLst>
        <pc:spChg chg="del">
          <ac:chgData name="Chittaranjan Hens" userId="6fc03958433e8a43" providerId="LiveId" clId="{2791953A-569C-4581-A5F2-161E885C8B9E}" dt="2023-01-07T07:46:26.999" v="1808" actId="478"/>
          <ac:spMkLst>
            <pc:docMk/>
            <pc:sldMk cId="0" sldId="291"/>
            <ac:spMk id="5" creationId="{00000000-0000-0000-0000-000000000000}"/>
          </ac:spMkLst>
        </pc:spChg>
        <pc:spChg chg="mod">
          <ac:chgData name="Chittaranjan Hens" userId="6fc03958433e8a43" providerId="LiveId" clId="{2791953A-569C-4581-A5F2-161E885C8B9E}" dt="2023-01-04T12:07:38.989" v="662" actId="1076"/>
          <ac:spMkLst>
            <pc:docMk/>
            <pc:sldMk cId="0" sldId="291"/>
            <ac:spMk id="6" creationId="{00000000-0000-0000-0000-000000000000}"/>
          </ac:spMkLst>
        </pc:spChg>
        <pc:spChg chg="mod">
          <ac:chgData name="Chittaranjan Hens" userId="6fc03958433e8a43" providerId="LiveId" clId="{2791953A-569C-4581-A5F2-161E885C8B9E}" dt="2023-01-04T12:08:34.253" v="676" actId="207"/>
          <ac:spMkLst>
            <pc:docMk/>
            <pc:sldMk cId="0" sldId="291"/>
            <ac:spMk id="7" creationId="{00000000-0000-0000-0000-000000000000}"/>
          </ac:spMkLst>
        </pc:spChg>
        <pc:spChg chg="mod">
          <ac:chgData name="Chittaranjan Hens" userId="6fc03958433e8a43" providerId="LiveId" clId="{2791953A-569C-4581-A5F2-161E885C8B9E}" dt="2023-01-04T12:08:29.987" v="674" actId="14100"/>
          <ac:spMkLst>
            <pc:docMk/>
            <pc:sldMk cId="0" sldId="291"/>
            <ac:spMk id="8" creationId="{00000000-0000-0000-0000-000000000000}"/>
          </ac:spMkLst>
        </pc:spChg>
        <pc:picChg chg="add mod ord">
          <ac:chgData name="Chittaranjan Hens" userId="6fc03958433e8a43" providerId="LiveId" clId="{2791953A-569C-4581-A5F2-161E885C8B9E}" dt="2023-01-07T06:16:34.059" v="1088" actId="14100"/>
          <ac:picMkLst>
            <pc:docMk/>
            <pc:sldMk cId="0" sldId="291"/>
            <ac:picMk id="2" creationId="{BFD4621E-D1C9-771E-F04A-6CFEF7469318}"/>
          </ac:picMkLst>
        </pc:picChg>
        <pc:picChg chg="mod">
          <ac:chgData name="Chittaranjan Hens" userId="6fc03958433e8a43" providerId="LiveId" clId="{2791953A-569C-4581-A5F2-161E885C8B9E}" dt="2023-01-07T06:16:36.662" v="1089" actId="14100"/>
          <ac:picMkLst>
            <pc:docMk/>
            <pc:sldMk cId="0" sldId="291"/>
            <ac:picMk id="2050" creationId="{00000000-0000-0000-0000-000000000000}"/>
          </ac:picMkLst>
        </pc:picChg>
        <pc:picChg chg="mod">
          <ac:chgData name="Chittaranjan Hens" userId="6fc03958433e8a43" providerId="LiveId" clId="{2791953A-569C-4581-A5F2-161E885C8B9E}" dt="2023-01-07T07:46:23.481" v="1807" actId="14100"/>
          <ac:picMkLst>
            <pc:docMk/>
            <pc:sldMk cId="0" sldId="291"/>
            <ac:picMk id="2051" creationId="{00000000-0000-0000-0000-000000000000}"/>
          </ac:picMkLst>
        </pc:picChg>
      </pc:sldChg>
      <pc:sldChg chg="del">
        <pc:chgData name="Chittaranjan Hens" userId="6fc03958433e8a43" providerId="LiveId" clId="{2791953A-569C-4581-A5F2-161E885C8B9E}" dt="2023-01-04T12:07:59.861" v="666" actId="47"/>
        <pc:sldMkLst>
          <pc:docMk/>
          <pc:sldMk cId="0" sldId="292"/>
        </pc:sldMkLst>
      </pc:sldChg>
      <pc:sldChg chg="modSp del mod">
        <pc:chgData name="Chittaranjan Hens" userId="6fc03958433e8a43" providerId="LiveId" clId="{2791953A-569C-4581-A5F2-161E885C8B9E}" dt="2023-01-04T12:06:16.551" v="625" actId="47"/>
        <pc:sldMkLst>
          <pc:docMk/>
          <pc:sldMk cId="0" sldId="293"/>
        </pc:sldMkLst>
        <pc:spChg chg="mod">
          <ac:chgData name="Chittaranjan Hens" userId="6fc03958433e8a43" providerId="LiveId" clId="{2791953A-569C-4581-A5F2-161E885C8B9E}" dt="2023-01-04T12:05:43.540" v="614" actId="27636"/>
          <ac:spMkLst>
            <pc:docMk/>
            <pc:sldMk cId="0" sldId="293"/>
            <ac:spMk id="3" creationId="{00000000-0000-0000-0000-000000000000}"/>
          </ac:spMkLst>
        </pc:spChg>
      </pc:sldChg>
      <pc:sldChg chg="modSp add mod">
        <pc:chgData name="Chittaranjan Hens" userId="6fc03958433e8a43" providerId="LiveId" clId="{2791953A-569C-4581-A5F2-161E885C8B9E}" dt="2023-01-07T06:12:15.185" v="1011" actId="1076"/>
        <pc:sldMkLst>
          <pc:docMk/>
          <pc:sldMk cId="1694013952" sldId="296"/>
        </pc:sldMkLst>
        <pc:spChg chg="mod">
          <ac:chgData name="Chittaranjan Hens" userId="6fc03958433e8a43" providerId="LiveId" clId="{2791953A-569C-4581-A5F2-161E885C8B9E}" dt="2023-01-07T06:12:15.185" v="1011" actId="1076"/>
          <ac:spMkLst>
            <pc:docMk/>
            <pc:sldMk cId="1694013952" sldId="296"/>
            <ac:spMk id="2" creationId="{00000000-0000-0000-0000-000000000000}"/>
          </ac:spMkLst>
        </pc:spChg>
        <pc:spChg chg="mod">
          <ac:chgData name="Chittaranjan Hens" userId="6fc03958433e8a43" providerId="LiveId" clId="{2791953A-569C-4581-A5F2-161E885C8B9E}" dt="2023-01-07T06:08:51.486" v="979" actId="207"/>
          <ac:spMkLst>
            <pc:docMk/>
            <pc:sldMk cId="1694013952" sldId="296"/>
            <ac:spMk id="3" creationId="{00000000-0000-0000-0000-000000000000}"/>
          </ac:spMkLst>
        </pc:spChg>
        <pc:picChg chg="add mod ord">
          <ac:chgData name="Chittaranjan Hens" userId="6fc03958433e8a43" providerId="LiveId" clId="{2791953A-569C-4581-A5F2-161E885C8B9E}" dt="2023-01-07T06:02:30.511" v="926" actId="1076"/>
          <ac:picMkLst>
            <pc:docMk/>
            <pc:sldMk cId="1694013952" sldId="296"/>
            <ac:picMk id="4" creationId="{E2B973DA-5A33-5289-3921-695B470BD878}"/>
          </ac:picMkLst>
        </pc:picChg>
        <pc:picChg chg="mod">
          <ac:chgData name="Chittaranjan Hens" userId="6fc03958433e8a43" providerId="LiveId" clId="{2791953A-569C-4581-A5F2-161E885C8B9E}" dt="2023-01-06T11:42:31.972" v="856"/>
          <ac:picMkLst>
            <pc:docMk/>
            <pc:sldMk cId="1694013952" sldId="296"/>
            <ac:picMk id="2051" creationId="{00000000-0000-0000-0000-000000000000}"/>
          </ac:picMkLst>
        </pc:picChg>
      </pc:sldChg>
      <pc:sldChg chg="addSp delSp modSp add mod modAnim">
        <pc:chgData name="Chittaranjan Hens" userId="6fc03958433e8a43" providerId="LiveId" clId="{2791953A-569C-4581-A5F2-161E885C8B9E}" dt="2023-01-09T05:43:19.933" v="3216" actId="2711"/>
        <pc:sldMkLst>
          <pc:docMk/>
          <pc:sldMk cId="0" sldId="297"/>
        </pc:sldMkLst>
        <pc:spChg chg="add del mod">
          <ac:chgData name="Chittaranjan Hens" userId="6fc03958433e8a43" providerId="LiveId" clId="{2791953A-569C-4581-A5F2-161E885C8B9E}" dt="2023-01-07T09:47:00.059" v="1981"/>
          <ac:spMkLst>
            <pc:docMk/>
            <pc:sldMk cId="0" sldId="297"/>
            <ac:spMk id="2" creationId="{38352340-C1E1-E159-1FD4-1159C876FE13}"/>
          </ac:spMkLst>
        </pc:spChg>
        <pc:spChg chg="mod">
          <ac:chgData name="Chittaranjan Hens" userId="6fc03958433e8a43" providerId="LiveId" clId="{2791953A-569C-4581-A5F2-161E885C8B9E}" dt="2023-01-07T09:48:14.720" v="1998" actId="1076"/>
          <ac:spMkLst>
            <pc:docMk/>
            <pc:sldMk cId="0" sldId="297"/>
            <ac:spMk id="4" creationId="{00000000-0000-0000-0000-000000000000}"/>
          </ac:spMkLst>
        </pc:spChg>
        <pc:spChg chg="mod">
          <ac:chgData name="Chittaranjan Hens" userId="6fc03958433e8a43" providerId="LiveId" clId="{2791953A-569C-4581-A5F2-161E885C8B9E}" dt="2023-01-09T05:43:19.933" v="3216" actId="2711"/>
          <ac:spMkLst>
            <pc:docMk/>
            <pc:sldMk cId="0" sldId="297"/>
            <ac:spMk id="6" creationId="{00000000-0000-0000-0000-000000000000}"/>
          </ac:spMkLst>
        </pc:spChg>
        <pc:picChg chg="add mod ord">
          <ac:chgData name="Chittaranjan Hens" userId="6fc03958433e8a43" providerId="LiveId" clId="{2791953A-569C-4581-A5F2-161E885C8B9E}" dt="2023-01-07T09:47:42.660" v="1991" actId="207"/>
          <ac:picMkLst>
            <pc:docMk/>
            <pc:sldMk cId="0" sldId="297"/>
            <ac:picMk id="3" creationId="{3E451B9E-1AE5-7CD3-9045-B418ED609596}"/>
          </ac:picMkLst>
        </pc:picChg>
      </pc:sldChg>
      <pc:sldChg chg="addSp modSp del mod">
        <pc:chgData name="Chittaranjan Hens" userId="6fc03958433e8a43" providerId="LiveId" clId="{2791953A-569C-4581-A5F2-161E885C8B9E}" dt="2023-01-07T06:09:25.564" v="980" actId="47"/>
        <pc:sldMkLst>
          <pc:docMk/>
          <pc:sldMk cId="0" sldId="299"/>
        </pc:sldMkLst>
        <pc:spChg chg="mod">
          <ac:chgData name="Chittaranjan Hens" userId="6fc03958433e8a43" providerId="LiveId" clId="{2791953A-569C-4581-A5F2-161E885C8B9E}" dt="2023-01-04T11:19:36.384" v="40" actId="1076"/>
          <ac:spMkLst>
            <pc:docMk/>
            <pc:sldMk cId="0" sldId="299"/>
            <ac:spMk id="5" creationId="{00000000-0000-0000-0000-000000000000}"/>
          </ac:spMkLst>
        </pc:spChg>
        <pc:picChg chg="add mod ord">
          <ac:chgData name="Chittaranjan Hens" userId="6fc03958433e8a43" providerId="LiveId" clId="{2791953A-569C-4581-A5F2-161E885C8B9E}" dt="2023-01-04T11:19:40.911" v="41" actId="14100"/>
          <ac:picMkLst>
            <pc:docMk/>
            <pc:sldMk cId="0" sldId="299"/>
            <ac:picMk id="2" creationId="{9BB13743-CC5F-8137-EF3B-D006170EB59A}"/>
          </ac:picMkLst>
        </pc:picChg>
      </pc:sldChg>
      <pc:sldChg chg="addSp delSp modSp mod">
        <pc:chgData name="Chittaranjan Hens" userId="6fc03958433e8a43" providerId="LiveId" clId="{2791953A-569C-4581-A5F2-161E885C8B9E}" dt="2023-01-07T09:58:49.841" v="2017" actId="14100"/>
        <pc:sldMkLst>
          <pc:docMk/>
          <pc:sldMk cId="0" sldId="300"/>
        </pc:sldMkLst>
        <pc:spChg chg="mod">
          <ac:chgData name="Chittaranjan Hens" userId="6fc03958433e8a43" providerId="LiveId" clId="{2791953A-569C-4581-A5F2-161E885C8B9E}" dt="2023-01-04T11:18:53.423" v="29" actId="207"/>
          <ac:spMkLst>
            <pc:docMk/>
            <pc:sldMk cId="0" sldId="300"/>
            <ac:spMk id="3" creationId="{00000000-0000-0000-0000-000000000000}"/>
          </ac:spMkLst>
        </pc:spChg>
        <pc:spChg chg="mod">
          <ac:chgData name="Chittaranjan Hens" userId="6fc03958433e8a43" providerId="LiveId" clId="{2791953A-569C-4581-A5F2-161E885C8B9E}" dt="2023-01-07T09:58:49.841" v="2017" actId="14100"/>
          <ac:spMkLst>
            <pc:docMk/>
            <pc:sldMk cId="0" sldId="300"/>
            <ac:spMk id="4" creationId="{00000000-0000-0000-0000-000000000000}"/>
          </ac:spMkLst>
        </pc:spChg>
        <pc:picChg chg="add del mod ord">
          <ac:chgData name="Chittaranjan Hens" userId="6fc03958433e8a43" providerId="LiveId" clId="{2791953A-569C-4581-A5F2-161E885C8B9E}" dt="2023-01-04T11:33:33.672" v="250" actId="478"/>
          <ac:picMkLst>
            <pc:docMk/>
            <pc:sldMk cId="0" sldId="300"/>
            <ac:picMk id="2" creationId="{5600A86A-12DF-0DE0-17FC-0070F109FFBB}"/>
          </ac:picMkLst>
        </pc:picChg>
        <pc:picChg chg="add mod ord">
          <ac:chgData name="Chittaranjan Hens" userId="6fc03958433e8a43" providerId="LiveId" clId="{2791953A-569C-4581-A5F2-161E885C8B9E}" dt="2023-01-04T11:33:36.645" v="252" actId="167"/>
          <ac:picMkLst>
            <pc:docMk/>
            <pc:sldMk cId="0" sldId="300"/>
            <ac:picMk id="6" creationId="{EDA815FD-3F9A-A99B-E55C-582D711CCE7A}"/>
          </ac:picMkLst>
        </pc:picChg>
      </pc:sldChg>
      <pc:sldChg chg="del">
        <pc:chgData name="Chittaranjan Hens" userId="6fc03958433e8a43" providerId="LiveId" clId="{2791953A-569C-4581-A5F2-161E885C8B9E}" dt="2023-01-04T11:24:01.419" v="78" actId="47"/>
        <pc:sldMkLst>
          <pc:docMk/>
          <pc:sldMk cId="0" sldId="301"/>
        </pc:sldMkLst>
      </pc:sldChg>
      <pc:sldChg chg="addSp modSp del mod">
        <pc:chgData name="Chittaranjan Hens" userId="6fc03958433e8a43" providerId="LiveId" clId="{2791953A-569C-4581-A5F2-161E885C8B9E}" dt="2023-01-07T07:36:55.527" v="1640" actId="2696"/>
        <pc:sldMkLst>
          <pc:docMk/>
          <pc:sldMk cId="0" sldId="303"/>
        </pc:sldMkLst>
        <pc:spChg chg="mod">
          <ac:chgData name="Chittaranjan Hens" userId="6fc03958433e8a43" providerId="LiveId" clId="{2791953A-569C-4581-A5F2-161E885C8B9E}" dt="2023-01-04T11:38:45.137" v="332" actId="207"/>
          <ac:spMkLst>
            <pc:docMk/>
            <pc:sldMk cId="0" sldId="303"/>
            <ac:spMk id="32" creationId="{00000000-0000-0000-0000-000000000000}"/>
          </ac:spMkLst>
        </pc:spChg>
        <pc:spChg chg="mod">
          <ac:chgData name="Chittaranjan Hens" userId="6fc03958433e8a43" providerId="LiveId" clId="{2791953A-569C-4581-A5F2-161E885C8B9E}" dt="2023-01-04T11:38:45.137" v="332" actId="207"/>
          <ac:spMkLst>
            <pc:docMk/>
            <pc:sldMk cId="0" sldId="303"/>
            <ac:spMk id="33" creationId="{00000000-0000-0000-0000-000000000000}"/>
          </ac:spMkLst>
        </pc:spChg>
        <pc:spChg chg="mod">
          <ac:chgData name="Chittaranjan Hens" userId="6fc03958433e8a43" providerId="LiveId" clId="{2791953A-569C-4581-A5F2-161E885C8B9E}" dt="2023-01-04T11:38:45.137" v="332" actId="207"/>
          <ac:spMkLst>
            <pc:docMk/>
            <pc:sldMk cId="0" sldId="303"/>
            <ac:spMk id="34" creationId="{00000000-0000-0000-0000-000000000000}"/>
          </ac:spMkLst>
        </pc:spChg>
        <pc:spChg chg="mod">
          <ac:chgData name="Chittaranjan Hens" userId="6fc03958433e8a43" providerId="LiveId" clId="{2791953A-569C-4581-A5F2-161E885C8B9E}" dt="2023-01-04T11:38:45.137" v="332" actId="207"/>
          <ac:spMkLst>
            <pc:docMk/>
            <pc:sldMk cId="0" sldId="303"/>
            <ac:spMk id="35" creationId="{00000000-0000-0000-0000-000000000000}"/>
          </ac:spMkLst>
        </pc:spChg>
        <pc:spChg chg="mod">
          <ac:chgData name="Chittaranjan Hens" userId="6fc03958433e8a43" providerId="LiveId" clId="{2791953A-569C-4581-A5F2-161E885C8B9E}" dt="2023-01-04T11:38:45.137" v="332" actId="207"/>
          <ac:spMkLst>
            <pc:docMk/>
            <pc:sldMk cId="0" sldId="303"/>
            <ac:spMk id="36" creationId="{00000000-0000-0000-0000-000000000000}"/>
          </ac:spMkLst>
        </pc:spChg>
        <pc:spChg chg="mod">
          <ac:chgData name="Chittaranjan Hens" userId="6fc03958433e8a43" providerId="LiveId" clId="{2791953A-569C-4581-A5F2-161E885C8B9E}" dt="2023-01-04T11:38:45.137" v="332" actId="207"/>
          <ac:spMkLst>
            <pc:docMk/>
            <pc:sldMk cId="0" sldId="303"/>
            <ac:spMk id="37" creationId="{00000000-0000-0000-0000-000000000000}"/>
          </ac:spMkLst>
        </pc:spChg>
        <pc:spChg chg="mod">
          <ac:chgData name="Chittaranjan Hens" userId="6fc03958433e8a43" providerId="LiveId" clId="{2791953A-569C-4581-A5F2-161E885C8B9E}" dt="2023-01-04T11:38:45.137" v="332" actId="207"/>
          <ac:spMkLst>
            <pc:docMk/>
            <pc:sldMk cId="0" sldId="303"/>
            <ac:spMk id="40" creationId="{00000000-0000-0000-0000-000000000000}"/>
          </ac:spMkLst>
        </pc:spChg>
        <pc:spChg chg="mod">
          <ac:chgData name="Chittaranjan Hens" userId="6fc03958433e8a43" providerId="LiveId" clId="{2791953A-569C-4581-A5F2-161E885C8B9E}" dt="2023-01-04T11:38:45.137" v="332" actId="207"/>
          <ac:spMkLst>
            <pc:docMk/>
            <pc:sldMk cId="0" sldId="303"/>
            <ac:spMk id="55" creationId="{00000000-0000-0000-0000-000000000000}"/>
          </ac:spMkLst>
        </pc:spChg>
        <pc:spChg chg="mod">
          <ac:chgData name="Chittaranjan Hens" userId="6fc03958433e8a43" providerId="LiveId" clId="{2791953A-569C-4581-A5F2-161E885C8B9E}" dt="2023-01-04T11:38:45.137" v="332" actId="207"/>
          <ac:spMkLst>
            <pc:docMk/>
            <pc:sldMk cId="0" sldId="303"/>
            <ac:spMk id="65" creationId="{00000000-0000-0000-0000-000000000000}"/>
          </ac:spMkLst>
        </pc:spChg>
        <pc:spChg chg="mod">
          <ac:chgData name="Chittaranjan Hens" userId="6fc03958433e8a43" providerId="LiveId" clId="{2791953A-569C-4581-A5F2-161E885C8B9E}" dt="2023-01-07T06:14:04.172" v="1054" actId="1076"/>
          <ac:spMkLst>
            <pc:docMk/>
            <pc:sldMk cId="0" sldId="303"/>
            <ac:spMk id="103" creationId="{00000000-0000-0000-0000-000000000000}"/>
          </ac:spMkLst>
        </pc:spChg>
        <pc:grpChg chg="add mod">
          <ac:chgData name="Chittaranjan Hens" userId="6fc03958433e8a43" providerId="LiveId" clId="{2791953A-569C-4581-A5F2-161E885C8B9E}" dt="2023-01-04T11:39:23.625" v="337" actId="14100"/>
          <ac:grpSpMkLst>
            <pc:docMk/>
            <pc:sldMk cId="0" sldId="303"/>
            <ac:grpSpMk id="11" creationId="{15B0FF6C-BB88-9D57-E27C-34E5220D494A}"/>
          </ac:grpSpMkLst>
        </pc:grpChg>
        <pc:picChg chg="add mod ord">
          <ac:chgData name="Chittaranjan Hens" userId="6fc03958433e8a43" providerId="LiveId" clId="{2791953A-569C-4581-A5F2-161E885C8B9E}" dt="2023-01-06T19:17:45.879" v="907" actId="1076"/>
          <ac:picMkLst>
            <pc:docMk/>
            <pc:sldMk cId="0" sldId="303"/>
            <ac:picMk id="12" creationId="{5D1D07EE-C768-3340-E69B-B7864FE5180A}"/>
          </ac:picMkLst>
        </pc:picChg>
        <pc:picChg chg="mod">
          <ac:chgData name="Chittaranjan Hens" userId="6fc03958433e8a43" providerId="LiveId" clId="{2791953A-569C-4581-A5F2-161E885C8B9E}" dt="2023-01-04T11:39:16.653" v="335" actId="1076"/>
          <ac:picMkLst>
            <pc:docMk/>
            <pc:sldMk cId="0" sldId="303"/>
            <ac:picMk id="2054" creationId="{00000000-0000-0000-0000-000000000000}"/>
          </ac:picMkLst>
        </pc:picChg>
        <pc:cxnChg chg="mod">
          <ac:chgData name="Chittaranjan Hens" userId="6fc03958433e8a43" providerId="LiveId" clId="{2791953A-569C-4581-A5F2-161E885C8B9E}" dt="2023-01-06T19:17:33.460" v="906" actId="1076"/>
          <ac:cxnSpMkLst>
            <pc:docMk/>
            <pc:sldMk cId="0" sldId="303"/>
            <ac:cxnSpMk id="25" creationId="{00000000-0000-0000-0000-000000000000}"/>
          </ac:cxnSpMkLst>
        </pc:cxnChg>
        <pc:cxnChg chg="mod">
          <ac:chgData name="Chittaranjan Hens" userId="6fc03958433e8a43" providerId="LiveId" clId="{2791953A-569C-4581-A5F2-161E885C8B9E}" dt="2023-01-04T11:38:45.137" v="332" actId="207"/>
          <ac:cxnSpMkLst>
            <pc:docMk/>
            <pc:sldMk cId="0" sldId="303"/>
            <ac:cxnSpMk id="26" creationId="{00000000-0000-0000-0000-000000000000}"/>
          </ac:cxnSpMkLst>
        </pc:cxnChg>
        <pc:cxnChg chg="mod">
          <ac:chgData name="Chittaranjan Hens" userId="6fc03958433e8a43" providerId="LiveId" clId="{2791953A-569C-4581-A5F2-161E885C8B9E}" dt="2023-01-06T19:17:33.460" v="906" actId="1076"/>
          <ac:cxnSpMkLst>
            <pc:docMk/>
            <pc:sldMk cId="0" sldId="303"/>
            <ac:cxnSpMk id="27" creationId="{00000000-0000-0000-0000-000000000000}"/>
          </ac:cxnSpMkLst>
        </pc:cxnChg>
        <pc:cxnChg chg="mod">
          <ac:chgData name="Chittaranjan Hens" userId="6fc03958433e8a43" providerId="LiveId" clId="{2791953A-569C-4581-A5F2-161E885C8B9E}" dt="2023-01-04T11:38:45.137" v="332" actId="207"/>
          <ac:cxnSpMkLst>
            <pc:docMk/>
            <pc:sldMk cId="0" sldId="303"/>
            <ac:cxnSpMk id="28" creationId="{00000000-0000-0000-0000-000000000000}"/>
          </ac:cxnSpMkLst>
        </pc:cxnChg>
        <pc:cxnChg chg="mod">
          <ac:chgData name="Chittaranjan Hens" userId="6fc03958433e8a43" providerId="LiveId" clId="{2791953A-569C-4581-A5F2-161E885C8B9E}" dt="2023-01-04T11:38:45.137" v="332" actId="207"/>
          <ac:cxnSpMkLst>
            <pc:docMk/>
            <pc:sldMk cId="0" sldId="303"/>
            <ac:cxnSpMk id="29" creationId="{00000000-0000-0000-0000-000000000000}"/>
          </ac:cxnSpMkLst>
        </pc:cxnChg>
        <pc:cxnChg chg="mod">
          <ac:chgData name="Chittaranjan Hens" userId="6fc03958433e8a43" providerId="LiveId" clId="{2791953A-569C-4581-A5F2-161E885C8B9E}" dt="2023-01-04T11:38:45.137" v="332" actId="207"/>
          <ac:cxnSpMkLst>
            <pc:docMk/>
            <pc:sldMk cId="0" sldId="303"/>
            <ac:cxnSpMk id="30" creationId="{00000000-0000-0000-0000-000000000000}"/>
          </ac:cxnSpMkLst>
        </pc:cxnChg>
        <pc:cxnChg chg="mod">
          <ac:chgData name="Chittaranjan Hens" userId="6fc03958433e8a43" providerId="LiveId" clId="{2791953A-569C-4581-A5F2-161E885C8B9E}" dt="2023-01-04T11:38:45.137" v="332" actId="207"/>
          <ac:cxnSpMkLst>
            <pc:docMk/>
            <pc:sldMk cId="0" sldId="303"/>
            <ac:cxnSpMk id="41" creationId="{00000000-0000-0000-0000-000000000000}"/>
          </ac:cxnSpMkLst>
        </pc:cxnChg>
        <pc:cxnChg chg="mod">
          <ac:chgData name="Chittaranjan Hens" userId="6fc03958433e8a43" providerId="LiveId" clId="{2791953A-569C-4581-A5F2-161E885C8B9E}" dt="2023-01-04T11:38:45.137" v="332" actId="207"/>
          <ac:cxnSpMkLst>
            <pc:docMk/>
            <pc:sldMk cId="0" sldId="303"/>
            <ac:cxnSpMk id="56" creationId="{00000000-0000-0000-0000-000000000000}"/>
          </ac:cxnSpMkLst>
        </pc:cxnChg>
        <pc:cxnChg chg="mod">
          <ac:chgData name="Chittaranjan Hens" userId="6fc03958433e8a43" providerId="LiveId" clId="{2791953A-569C-4581-A5F2-161E885C8B9E}" dt="2023-01-04T11:38:45.137" v="332" actId="207"/>
          <ac:cxnSpMkLst>
            <pc:docMk/>
            <pc:sldMk cId="0" sldId="303"/>
            <ac:cxnSpMk id="66" creationId="{00000000-0000-0000-0000-000000000000}"/>
          </ac:cxnSpMkLst>
        </pc:cxnChg>
        <pc:cxnChg chg="mod">
          <ac:chgData name="Chittaranjan Hens" userId="6fc03958433e8a43" providerId="LiveId" clId="{2791953A-569C-4581-A5F2-161E885C8B9E}" dt="2023-01-04T11:38:45.137" v="332" actId="207"/>
          <ac:cxnSpMkLst>
            <pc:docMk/>
            <pc:sldMk cId="0" sldId="303"/>
            <ac:cxnSpMk id="67" creationId="{00000000-0000-0000-0000-000000000000}"/>
          </ac:cxnSpMkLst>
        </pc:cxnChg>
        <pc:cxnChg chg="mod">
          <ac:chgData name="Chittaranjan Hens" userId="6fc03958433e8a43" providerId="LiveId" clId="{2791953A-569C-4581-A5F2-161E885C8B9E}" dt="2023-01-04T11:38:45.137" v="332" actId="207"/>
          <ac:cxnSpMkLst>
            <pc:docMk/>
            <pc:sldMk cId="0" sldId="303"/>
            <ac:cxnSpMk id="72" creationId="{00000000-0000-0000-0000-000000000000}"/>
          </ac:cxnSpMkLst>
        </pc:cxnChg>
        <pc:cxnChg chg="mod">
          <ac:chgData name="Chittaranjan Hens" userId="6fc03958433e8a43" providerId="LiveId" clId="{2791953A-569C-4581-A5F2-161E885C8B9E}" dt="2023-01-04T11:38:45.137" v="332" actId="207"/>
          <ac:cxnSpMkLst>
            <pc:docMk/>
            <pc:sldMk cId="0" sldId="303"/>
            <ac:cxnSpMk id="73" creationId="{00000000-0000-0000-0000-000000000000}"/>
          </ac:cxnSpMkLst>
        </pc:cxnChg>
      </pc:sldChg>
      <pc:sldChg chg="del">
        <pc:chgData name="Chittaranjan Hens" userId="6fc03958433e8a43" providerId="LiveId" clId="{2791953A-569C-4581-A5F2-161E885C8B9E}" dt="2023-01-04T11:39:53.576" v="346" actId="47"/>
        <pc:sldMkLst>
          <pc:docMk/>
          <pc:sldMk cId="0" sldId="304"/>
        </pc:sldMkLst>
      </pc:sldChg>
      <pc:sldChg chg="addSp delSp modSp add mod">
        <pc:chgData name="Chittaranjan Hens" userId="6fc03958433e8a43" providerId="LiveId" clId="{2791953A-569C-4581-A5F2-161E885C8B9E}" dt="2023-01-07T10:00:27.997" v="2038" actId="14100"/>
        <pc:sldMkLst>
          <pc:docMk/>
          <pc:sldMk cId="1215094286" sldId="305"/>
        </pc:sldMkLst>
        <pc:spChg chg="mod">
          <ac:chgData name="Chittaranjan Hens" userId="6fc03958433e8a43" providerId="LiveId" clId="{2791953A-569C-4581-A5F2-161E885C8B9E}" dt="2023-01-07T10:00:27.997" v="2038" actId="14100"/>
          <ac:spMkLst>
            <pc:docMk/>
            <pc:sldMk cId="1215094286" sldId="305"/>
            <ac:spMk id="11" creationId="{00000000-0000-0000-0000-000000000000}"/>
          </ac:spMkLst>
        </pc:spChg>
        <pc:picChg chg="del">
          <ac:chgData name="Chittaranjan Hens" userId="6fc03958433e8a43" providerId="LiveId" clId="{2791953A-569C-4581-A5F2-161E885C8B9E}" dt="2023-01-04T11:32:48.247" v="237" actId="478"/>
          <ac:picMkLst>
            <pc:docMk/>
            <pc:sldMk cId="1215094286" sldId="305"/>
            <ac:picMk id="2" creationId="{91363193-2895-5228-158E-D37DE1E822F1}"/>
          </ac:picMkLst>
        </pc:picChg>
        <pc:picChg chg="add mod">
          <ac:chgData name="Chittaranjan Hens" userId="6fc03958433e8a43" providerId="LiveId" clId="{2791953A-569C-4581-A5F2-161E885C8B9E}" dt="2023-01-04T11:30:42.659" v="200" actId="1076"/>
          <ac:picMkLst>
            <pc:docMk/>
            <pc:sldMk cId="1215094286" sldId="305"/>
            <ac:picMk id="4" creationId="{591ADEB6-7708-3AF7-6E77-A3D734FDC114}"/>
          </ac:picMkLst>
        </pc:picChg>
        <pc:picChg chg="add mod ord">
          <ac:chgData name="Chittaranjan Hens" userId="6fc03958433e8a43" providerId="LiveId" clId="{2791953A-569C-4581-A5F2-161E885C8B9E}" dt="2023-01-04T11:32:51.513" v="239" actId="167"/>
          <ac:picMkLst>
            <pc:docMk/>
            <pc:sldMk cId="1215094286" sldId="305"/>
            <ac:picMk id="5" creationId="{992A4840-3449-8503-B633-CFB1BD594371}"/>
          </ac:picMkLst>
        </pc:picChg>
        <pc:picChg chg="del mod">
          <ac:chgData name="Chittaranjan Hens" userId="6fc03958433e8a43" providerId="LiveId" clId="{2791953A-569C-4581-A5F2-161E885C8B9E}" dt="2023-01-04T11:30:39.690" v="198" actId="478"/>
          <ac:picMkLst>
            <pc:docMk/>
            <pc:sldMk cId="1215094286" sldId="305"/>
            <ac:picMk id="9" creationId="{00000000-0000-0000-0000-000000000000}"/>
          </ac:picMkLst>
        </pc:picChg>
      </pc:sldChg>
      <pc:sldChg chg="delSp add del mod">
        <pc:chgData name="Chittaranjan Hens" userId="6fc03958433e8a43" providerId="LiveId" clId="{2791953A-569C-4581-A5F2-161E885C8B9E}" dt="2023-01-04T11:54:13.314" v="502" actId="47"/>
        <pc:sldMkLst>
          <pc:docMk/>
          <pc:sldMk cId="2255428759" sldId="306"/>
        </pc:sldMkLst>
        <pc:spChg chg="del">
          <ac:chgData name="Chittaranjan Hens" userId="6fc03958433e8a43" providerId="LiveId" clId="{2791953A-569C-4581-A5F2-161E885C8B9E}" dt="2023-01-04T11:54:10.977" v="501" actId="478"/>
          <ac:spMkLst>
            <pc:docMk/>
            <pc:sldMk cId="2255428759" sldId="306"/>
            <ac:spMk id="7" creationId="{00000000-0000-0000-0000-000000000000}"/>
          </ac:spMkLst>
        </pc:spChg>
      </pc:sldChg>
      <pc:sldChg chg="addSp delSp modSp add del mod ord">
        <pc:chgData name="Chittaranjan Hens" userId="6fc03958433e8a43" providerId="LiveId" clId="{2791953A-569C-4581-A5F2-161E885C8B9E}" dt="2023-01-04T11:50:21.117" v="480" actId="47"/>
        <pc:sldMkLst>
          <pc:docMk/>
          <pc:sldMk cId="1289911896" sldId="307"/>
        </pc:sldMkLst>
        <pc:spChg chg="mod">
          <ac:chgData name="Chittaranjan Hens" userId="6fc03958433e8a43" providerId="LiveId" clId="{2791953A-569C-4581-A5F2-161E885C8B9E}" dt="2023-01-04T11:49:13.007" v="467" actId="20577"/>
          <ac:spMkLst>
            <pc:docMk/>
            <pc:sldMk cId="1289911896" sldId="307"/>
            <ac:spMk id="7" creationId="{00000000-0000-0000-0000-000000000000}"/>
          </ac:spMkLst>
        </pc:spChg>
        <pc:spChg chg="add del">
          <ac:chgData name="Chittaranjan Hens" userId="6fc03958433e8a43" providerId="LiveId" clId="{2791953A-569C-4581-A5F2-161E885C8B9E}" dt="2023-01-04T11:45:33.796" v="430" actId="22"/>
          <ac:spMkLst>
            <pc:docMk/>
            <pc:sldMk cId="1289911896" sldId="307"/>
            <ac:spMk id="9" creationId="{B9EF2447-F849-0421-C7C6-E7E635C35219}"/>
          </ac:spMkLst>
        </pc:spChg>
        <pc:spChg chg="add mod">
          <ac:chgData name="Chittaranjan Hens" userId="6fc03958433e8a43" providerId="LiveId" clId="{2791953A-569C-4581-A5F2-161E885C8B9E}" dt="2023-01-04T11:49:19.010" v="468" actId="20577"/>
          <ac:spMkLst>
            <pc:docMk/>
            <pc:sldMk cId="1289911896" sldId="307"/>
            <ac:spMk id="12" creationId="{4C653E79-0A46-588F-60E6-A350327114CC}"/>
          </ac:spMkLst>
        </pc:spChg>
        <pc:grpChg chg="mod">
          <ac:chgData name="Chittaranjan Hens" userId="6fc03958433e8a43" providerId="LiveId" clId="{2791953A-569C-4581-A5F2-161E885C8B9E}" dt="2023-01-04T11:48:45.409" v="465"/>
          <ac:grpSpMkLst>
            <pc:docMk/>
            <pc:sldMk cId="1289911896" sldId="307"/>
            <ac:grpSpMk id="16" creationId="{E52DB92F-10F9-D9F8-3695-1E1A99E0AB66}"/>
          </ac:grpSpMkLst>
        </pc:grpChg>
        <pc:picChg chg="mod">
          <ac:chgData name="Chittaranjan Hens" userId="6fc03958433e8a43" providerId="LiveId" clId="{2791953A-569C-4581-A5F2-161E885C8B9E}" dt="2023-01-04T11:46:05.645" v="444" actId="1076"/>
          <ac:picMkLst>
            <pc:docMk/>
            <pc:sldMk cId="1289911896" sldId="307"/>
            <ac:picMk id="3" creationId="{9645F0C6-7614-4E94-CA73-EA70AF900FC6}"/>
          </ac:picMkLst>
        </pc:picChg>
        <pc:picChg chg="add mod">
          <ac:chgData name="Chittaranjan Hens" userId="6fc03958433e8a43" providerId="LiveId" clId="{2791953A-569C-4581-A5F2-161E885C8B9E}" dt="2023-01-04T11:45:23.062" v="428" actId="1076"/>
          <ac:picMkLst>
            <pc:docMk/>
            <pc:sldMk cId="1289911896" sldId="307"/>
            <ac:picMk id="5" creationId="{71171681-20A5-D7EB-CA30-71ADFCE220F6}"/>
          </ac:picMkLst>
        </pc:picChg>
        <pc:inkChg chg="add del">
          <ac:chgData name="Chittaranjan Hens" userId="6fc03958433e8a43" providerId="LiveId" clId="{2791953A-569C-4581-A5F2-161E885C8B9E}" dt="2023-01-04T11:47:05.126" v="449" actId="9405"/>
          <ac:inkMkLst>
            <pc:docMk/>
            <pc:sldMk cId="1289911896" sldId="307"/>
            <ac:inkMk id="13" creationId="{A3A0BFEC-928A-6B5F-0697-5D9134C7794D}"/>
          </ac:inkMkLst>
        </pc:inkChg>
        <pc:inkChg chg="add mod">
          <ac:chgData name="Chittaranjan Hens" userId="6fc03958433e8a43" providerId="LiveId" clId="{2791953A-569C-4581-A5F2-161E885C8B9E}" dt="2023-01-04T11:48:45.409" v="465"/>
          <ac:inkMkLst>
            <pc:docMk/>
            <pc:sldMk cId="1289911896" sldId="307"/>
            <ac:inkMk id="14" creationId="{D6064D8D-1E98-7D9B-3846-6E6FA63CF31C}"/>
          </ac:inkMkLst>
        </pc:inkChg>
        <pc:inkChg chg="add del mod">
          <ac:chgData name="Chittaranjan Hens" userId="6fc03958433e8a43" providerId="LiveId" clId="{2791953A-569C-4581-A5F2-161E885C8B9E}" dt="2023-01-04T11:48:45.409" v="465"/>
          <ac:inkMkLst>
            <pc:docMk/>
            <pc:sldMk cId="1289911896" sldId="307"/>
            <ac:inkMk id="15" creationId="{F975D7D0-5FDB-FD79-E6BC-CA56A70C587B}"/>
          </ac:inkMkLst>
        </pc:inkChg>
        <pc:inkChg chg="add del">
          <ac:chgData name="Chittaranjan Hens" userId="6fc03958433e8a43" providerId="LiveId" clId="{2791953A-569C-4581-A5F2-161E885C8B9E}" dt="2023-01-04T11:48:44.927" v="463" actId="9405"/>
          <ac:inkMkLst>
            <pc:docMk/>
            <pc:sldMk cId="1289911896" sldId="307"/>
            <ac:inkMk id="17" creationId="{83EA0B84-5625-1A64-2DF9-F58702FFE016}"/>
          </ac:inkMkLst>
        </pc:inkChg>
      </pc:sldChg>
      <pc:sldChg chg="addSp delSp modSp add mod ord">
        <pc:chgData name="Chittaranjan Hens" userId="6fc03958433e8a43" providerId="LiveId" clId="{2791953A-569C-4581-A5F2-161E885C8B9E}" dt="2023-01-07T11:32:33.845" v="2441"/>
        <pc:sldMkLst>
          <pc:docMk/>
          <pc:sldMk cId="1774685152" sldId="308"/>
        </pc:sldMkLst>
        <pc:spChg chg="mod">
          <ac:chgData name="Chittaranjan Hens" userId="6fc03958433e8a43" providerId="LiveId" clId="{2791953A-569C-4581-A5F2-161E885C8B9E}" dt="2023-01-07T06:14:20.852" v="1058" actId="207"/>
          <ac:spMkLst>
            <pc:docMk/>
            <pc:sldMk cId="1774685152" sldId="308"/>
            <ac:spMk id="4" creationId="{CCCA8A31-A425-805B-7E82-14BF6F08B0E6}"/>
          </ac:spMkLst>
        </pc:spChg>
        <pc:spChg chg="del">
          <ac:chgData name="Chittaranjan Hens" userId="6fc03958433e8a43" providerId="LiveId" clId="{2791953A-569C-4581-A5F2-161E885C8B9E}" dt="2023-01-07T07:46:53.216" v="1812" actId="478"/>
          <ac:spMkLst>
            <pc:docMk/>
            <pc:sldMk cId="1774685152" sldId="308"/>
            <ac:spMk id="6" creationId="{00000000-0000-0000-0000-000000000000}"/>
          </ac:spMkLst>
        </pc:spChg>
        <pc:spChg chg="mod">
          <ac:chgData name="Chittaranjan Hens" userId="6fc03958433e8a43" providerId="LiveId" clId="{2791953A-569C-4581-A5F2-161E885C8B9E}" dt="2023-01-04T11:47:13.484" v="452" actId="6549"/>
          <ac:spMkLst>
            <pc:docMk/>
            <pc:sldMk cId="1774685152" sldId="308"/>
            <ac:spMk id="7" creationId="{00000000-0000-0000-0000-000000000000}"/>
          </ac:spMkLst>
        </pc:spChg>
        <pc:spChg chg="mod">
          <ac:chgData name="Chittaranjan Hens" userId="6fc03958433e8a43" providerId="LiveId" clId="{2791953A-569C-4581-A5F2-161E885C8B9E}" dt="2023-01-06T19:16:16.342" v="905" actId="1035"/>
          <ac:spMkLst>
            <pc:docMk/>
            <pc:sldMk cId="1774685152" sldId="308"/>
            <ac:spMk id="12" creationId="{4C653E79-0A46-588F-60E6-A350327114CC}"/>
          </ac:spMkLst>
        </pc:spChg>
        <pc:picChg chg="mod">
          <ac:chgData name="Chittaranjan Hens" userId="6fc03958433e8a43" providerId="LiveId" clId="{2791953A-569C-4581-A5F2-161E885C8B9E}" dt="2023-01-06T19:16:08.888" v="900" actId="1035"/>
          <ac:picMkLst>
            <pc:docMk/>
            <pc:sldMk cId="1774685152" sldId="308"/>
            <ac:picMk id="5" creationId="{71171681-20A5-D7EB-CA30-71ADFCE220F6}"/>
          </ac:picMkLst>
        </pc:picChg>
        <pc:inkChg chg="add del">
          <ac:chgData name="Chittaranjan Hens" userId="6fc03958433e8a43" providerId="LiveId" clId="{2791953A-569C-4581-A5F2-161E885C8B9E}" dt="2023-01-04T11:47:39.317" v="454" actId="9405"/>
          <ac:inkMkLst>
            <pc:docMk/>
            <pc:sldMk cId="1774685152" sldId="308"/>
            <ac:inkMk id="8" creationId="{F50288C0-EA66-1095-9902-EA055151469B}"/>
          </ac:inkMkLst>
        </pc:inkChg>
      </pc:sldChg>
      <pc:sldChg chg="add del">
        <pc:chgData name="Chittaranjan Hens" userId="6fc03958433e8a43" providerId="LiveId" clId="{2791953A-569C-4581-A5F2-161E885C8B9E}" dt="2023-01-04T11:47:06.090" v="451"/>
        <pc:sldMkLst>
          <pc:docMk/>
          <pc:sldMk cId="201687505" sldId="309"/>
        </pc:sldMkLst>
      </pc:sldChg>
      <pc:sldChg chg="delSp modSp add mod">
        <pc:chgData name="Chittaranjan Hens" userId="6fc03958433e8a43" providerId="LiveId" clId="{2791953A-569C-4581-A5F2-161E885C8B9E}" dt="2023-01-07T07:46:48.794" v="1811" actId="478"/>
        <pc:sldMkLst>
          <pc:docMk/>
          <pc:sldMk cId="2842745309" sldId="309"/>
        </pc:sldMkLst>
        <pc:spChg chg="mod">
          <ac:chgData name="Chittaranjan Hens" userId="6fc03958433e8a43" providerId="LiveId" clId="{2791953A-569C-4581-A5F2-161E885C8B9E}" dt="2023-01-07T06:14:26.937" v="1061" actId="113"/>
          <ac:spMkLst>
            <pc:docMk/>
            <pc:sldMk cId="2842745309" sldId="309"/>
            <ac:spMk id="4" creationId="{CCCA8A31-A425-805B-7E82-14BF6F08B0E6}"/>
          </ac:spMkLst>
        </pc:spChg>
        <pc:spChg chg="del">
          <ac:chgData name="Chittaranjan Hens" userId="6fc03958433e8a43" providerId="LiveId" clId="{2791953A-569C-4581-A5F2-161E885C8B9E}" dt="2023-01-07T07:46:48.794" v="1811" actId="478"/>
          <ac:spMkLst>
            <pc:docMk/>
            <pc:sldMk cId="2842745309" sldId="309"/>
            <ac:spMk id="6" creationId="{00000000-0000-0000-0000-000000000000}"/>
          </ac:spMkLst>
        </pc:spChg>
        <pc:spChg chg="mod">
          <ac:chgData name="Chittaranjan Hens" userId="6fc03958433e8a43" providerId="LiveId" clId="{2791953A-569C-4581-A5F2-161E885C8B9E}" dt="2023-01-04T11:51:28.553" v="483" actId="20577"/>
          <ac:spMkLst>
            <pc:docMk/>
            <pc:sldMk cId="2842745309" sldId="309"/>
            <ac:spMk id="7" creationId="{00000000-0000-0000-0000-000000000000}"/>
          </ac:spMkLst>
        </pc:spChg>
        <pc:spChg chg="mod">
          <ac:chgData name="Chittaranjan Hens" userId="6fc03958433e8a43" providerId="LiveId" clId="{2791953A-569C-4581-A5F2-161E885C8B9E}" dt="2023-01-04T12:01:43.244" v="549" actId="255"/>
          <ac:spMkLst>
            <pc:docMk/>
            <pc:sldMk cId="2842745309" sldId="309"/>
            <ac:spMk id="12" creationId="{4C653E79-0A46-588F-60E6-A350327114CC}"/>
          </ac:spMkLst>
        </pc:spChg>
      </pc:sldChg>
      <pc:sldChg chg="delSp modSp add mod">
        <pc:chgData name="Chittaranjan Hens" userId="6fc03958433e8a43" providerId="LiveId" clId="{2791953A-569C-4581-A5F2-161E885C8B9E}" dt="2023-01-07T07:46:42.869" v="1810" actId="478"/>
        <pc:sldMkLst>
          <pc:docMk/>
          <pc:sldMk cId="3511049692" sldId="310"/>
        </pc:sldMkLst>
        <pc:spChg chg="mod">
          <ac:chgData name="Chittaranjan Hens" userId="6fc03958433e8a43" providerId="LiveId" clId="{2791953A-569C-4581-A5F2-161E885C8B9E}" dt="2023-01-07T06:14:30.981" v="1062" actId="207"/>
          <ac:spMkLst>
            <pc:docMk/>
            <pc:sldMk cId="3511049692" sldId="310"/>
            <ac:spMk id="4" creationId="{CCCA8A31-A425-805B-7E82-14BF6F08B0E6}"/>
          </ac:spMkLst>
        </pc:spChg>
        <pc:spChg chg="del">
          <ac:chgData name="Chittaranjan Hens" userId="6fc03958433e8a43" providerId="LiveId" clId="{2791953A-569C-4581-A5F2-161E885C8B9E}" dt="2023-01-07T07:46:42.869" v="1810" actId="478"/>
          <ac:spMkLst>
            <pc:docMk/>
            <pc:sldMk cId="3511049692" sldId="310"/>
            <ac:spMk id="6" creationId="{00000000-0000-0000-0000-000000000000}"/>
          </ac:spMkLst>
        </pc:spChg>
        <pc:spChg chg="mod">
          <ac:chgData name="Chittaranjan Hens" userId="6fc03958433e8a43" providerId="LiveId" clId="{2791953A-569C-4581-A5F2-161E885C8B9E}" dt="2023-01-04T11:53:15.796" v="500" actId="20577"/>
          <ac:spMkLst>
            <pc:docMk/>
            <pc:sldMk cId="3511049692" sldId="310"/>
            <ac:spMk id="7" creationId="{00000000-0000-0000-0000-000000000000}"/>
          </ac:spMkLst>
        </pc:spChg>
        <pc:spChg chg="mod">
          <ac:chgData name="Chittaranjan Hens" userId="6fc03958433e8a43" providerId="LiveId" clId="{2791953A-569C-4581-A5F2-161E885C8B9E}" dt="2023-01-06T19:13:55.313" v="889" actId="114"/>
          <ac:spMkLst>
            <pc:docMk/>
            <pc:sldMk cId="3511049692" sldId="310"/>
            <ac:spMk id="12" creationId="{4C653E79-0A46-588F-60E6-A350327114CC}"/>
          </ac:spMkLst>
        </pc:spChg>
      </pc:sldChg>
      <pc:sldChg chg="addSp modSp add mod modAnim">
        <pc:chgData name="Chittaranjan Hens" userId="6fc03958433e8a43" providerId="LiveId" clId="{2791953A-569C-4581-A5F2-161E885C8B9E}" dt="2023-01-07T13:10:58.403" v="3074"/>
        <pc:sldMkLst>
          <pc:docMk/>
          <pc:sldMk cId="2467800466" sldId="311"/>
        </pc:sldMkLst>
        <pc:spChg chg="mod">
          <ac:chgData name="Chittaranjan Hens" userId="6fc03958433e8a43" providerId="LiveId" clId="{2791953A-569C-4581-A5F2-161E885C8B9E}" dt="2023-01-07T06:15:58.368" v="1078" actId="207"/>
          <ac:spMkLst>
            <pc:docMk/>
            <pc:sldMk cId="2467800466" sldId="311"/>
            <ac:spMk id="3" creationId="{00000000-0000-0000-0000-000000000000}"/>
          </ac:spMkLst>
        </pc:spChg>
        <pc:spChg chg="add mod">
          <ac:chgData name="Chittaranjan Hens" userId="6fc03958433e8a43" providerId="LiveId" clId="{2791953A-569C-4581-A5F2-161E885C8B9E}" dt="2023-01-04T12:07:07.274" v="642" actId="1076"/>
          <ac:spMkLst>
            <pc:docMk/>
            <pc:sldMk cId="2467800466" sldId="311"/>
            <ac:spMk id="5" creationId="{87477302-CE83-B596-BA3E-0DBB70B95405}"/>
          </ac:spMkLst>
        </pc:spChg>
        <pc:picChg chg="add mod ord">
          <ac:chgData name="Chittaranjan Hens" userId="6fc03958433e8a43" providerId="LiveId" clId="{2791953A-569C-4581-A5F2-161E885C8B9E}" dt="2023-01-07T07:46:34.653" v="1809" actId="14100"/>
          <ac:picMkLst>
            <pc:docMk/>
            <pc:sldMk cId="2467800466" sldId="311"/>
            <ac:picMk id="8" creationId="{F87D5EDA-44E2-70D2-8BA2-F104E3ACC849}"/>
          </ac:picMkLst>
        </pc:picChg>
      </pc:sldChg>
      <pc:sldChg chg="addSp modSp add mod">
        <pc:chgData name="Chittaranjan Hens" userId="6fc03958433e8a43" providerId="LiveId" clId="{2791953A-569C-4581-A5F2-161E885C8B9E}" dt="2023-01-07T06:42:47.254" v="1247" actId="14100"/>
        <pc:sldMkLst>
          <pc:docMk/>
          <pc:sldMk cId="2043014512" sldId="312"/>
        </pc:sldMkLst>
        <pc:spChg chg="add mod">
          <ac:chgData name="Chittaranjan Hens" userId="6fc03958433e8a43" providerId="LiveId" clId="{2791953A-569C-4581-A5F2-161E885C8B9E}" dt="2023-01-07T06:42:47.254" v="1247" actId="14100"/>
          <ac:spMkLst>
            <pc:docMk/>
            <pc:sldMk cId="2043014512" sldId="312"/>
            <ac:spMk id="3" creationId="{089AB3A3-DEBF-5846-7326-12E562ED6C82}"/>
          </ac:spMkLst>
        </pc:spChg>
        <pc:spChg chg="mod">
          <ac:chgData name="Chittaranjan Hens" userId="6fc03958433e8a43" providerId="LiveId" clId="{2791953A-569C-4581-A5F2-161E885C8B9E}" dt="2023-01-07T06:12:38.164" v="1030" actId="207"/>
          <ac:spMkLst>
            <pc:docMk/>
            <pc:sldMk cId="2043014512" sldId="312"/>
            <ac:spMk id="6" creationId="{00000000-0000-0000-0000-000000000000}"/>
          </ac:spMkLst>
        </pc:spChg>
        <pc:spChg chg="mod">
          <ac:chgData name="Chittaranjan Hens" userId="6fc03958433e8a43" providerId="LiveId" clId="{2791953A-569C-4581-A5F2-161E885C8B9E}" dt="2023-01-07T06:42:36.550" v="1245" actId="20577"/>
          <ac:spMkLst>
            <pc:docMk/>
            <pc:sldMk cId="2043014512" sldId="312"/>
            <ac:spMk id="13315" creationId="{00000000-0000-0000-0000-000000000000}"/>
          </ac:spMkLst>
        </pc:spChg>
      </pc:sldChg>
      <pc:sldChg chg="modSp add del mod">
        <pc:chgData name="Chittaranjan Hens" userId="6fc03958433e8a43" providerId="LiveId" clId="{2791953A-569C-4581-A5F2-161E885C8B9E}" dt="2023-01-07T06:10:53.420" v="993" actId="2696"/>
        <pc:sldMkLst>
          <pc:docMk/>
          <pc:sldMk cId="2834121229" sldId="312"/>
        </pc:sldMkLst>
        <pc:picChg chg="mod">
          <ac:chgData name="Chittaranjan Hens" userId="6fc03958433e8a43" providerId="LiveId" clId="{2791953A-569C-4581-A5F2-161E885C8B9E}" dt="2023-01-07T06:02:39.145" v="928" actId="14100"/>
          <ac:picMkLst>
            <pc:docMk/>
            <pc:sldMk cId="2834121229" sldId="312"/>
            <ac:picMk id="2" creationId="{5A4B4CAA-ADDE-B317-FA5F-731B8F7FF214}"/>
          </ac:picMkLst>
        </pc:picChg>
        <pc:picChg chg="mod">
          <ac:chgData name="Chittaranjan Hens" userId="6fc03958433e8a43" providerId="LiveId" clId="{2791953A-569C-4581-A5F2-161E885C8B9E}" dt="2023-01-06T11:42:11.178" v="854"/>
          <ac:picMkLst>
            <pc:docMk/>
            <pc:sldMk cId="2834121229" sldId="312"/>
            <ac:picMk id="13316" creationId="{00000000-0000-0000-0000-000000000000}"/>
          </ac:picMkLst>
        </pc:picChg>
      </pc:sldChg>
      <pc:sldChg chg="addSp delSp modSp add mod">
        <pc:chgData name="Chittaranjan Hens" userId="6fc03958433e8a43" providerId="LiveId" clId="{2791953A-569C-4581-A5F2-161E885C8B9E}" dt="2023-01-07T10:01:05.083" v="2046" actId="14100"/>
        <pc:sldMkLst>
          <pc:docMk/>
          <pc:sldMk cId="424708431" sldId="313"/>
        </pc:sldMkLst>
        <pc:spChg chg="del">
          <ac:chgData name="Chittaranjan Hens" userId="6fc03958433e8a43" providerId="LiveId" clId="{2791953A-569C-4581-A5F2-161E885C8B9E}" dt="2023-01-06T11:49:25.652" v="861" actId="478"/>
          <ac:spMkLst>
            <pc:docMk/>
            <pc:sldMk cId="424708431" sldId="313"/>
            <ac:spMk id="3" creationId="{00000000-0000-0000-0000-000000000000}"/>
          </ac:spMkLst>
        </pc:spChg>
        <pc:spChg chg="add mod">
          <ac:chgData name="Chittaranjan Hens" userId="6fc03958433e8a43" providerId="LiveId" clId="{2791953A-569C-4581-A5F2-161E885C8B9E}" dt="2023-01-07T10:01:05.083" v="2046" actId="14100"/>
          <ac:spMkLst>
            <pc:docMk/>
            <pc:sldMk cId="424708431" sldId="313"/>
            <ac:spMk id="3" creationId="{C416FB7C-5881-FE22-6998-29184C77497A}"/>
          </ac:spMkLst>
        </pc:spChg>
        <pc:spChg chg="del mod">
          <ac:chgData name="Chittaranjan Hens" userId="6fc03958433e8a43" providerId="LiveId" clId="{2791953A-569C-4581-A5F2-161E885C8B9E}" dt="2023-01-07T10:00:57.464" v="2043" actId="478"/>
          <ac:spMkLst>
            <pc:docMk/>
            <pc:sldMk cId="424708431" sldId="313"/>
            <ac:spMk id="4" creationId="{00000000-0000-0000-0000-000000000000}"/>
          </ac:spMkLst>
        </pc:spChg>
        <pc:spChg chg="add mod">
          <ac:chgData name="Chittaranjan Hens" userId="6fc03958433e8a43" providerId="LiveId" clId="{2791953A-569C-4581-A5F2-161E885C8B9E}" dt="2023-01-07T06:14:59.024" v="1068" actId="14100"/>
          <ac:spMkLst>
            <pc:docMk/>
            <pc:sldMk cId="424708431" sldId="313"/>
            <ac:spMk id="7" creationId="{F992FD75-4A1A-9089-1D96-9453C1C417E8}"/>
          </ac:spMkLst>
        </pc:spChg>
        <pc:spChg chg="mod">
          <ac:chgData name="Chittaranjan Hens" userId="6fc03958433e8a43" providerId="LiveId" clId="{2791953A-569C-4581-A5F2-161E885C8B9E}" dt="2023-01-06T11:50:16.988" v="871"/>
          <ac:spMkLst>
            <pc:docMk/>
            <pc:sldMk cId="424708431" sldId="313"/>
            <ac:spMk id="10" creationId="{772BAA8A-61FB-90E5-5738-3E98301E6A4E}"/>
          </ac:spMkLst>
        </pc:spChg>
        <pc:spChg chg="mod">
          <ac:chgData name="Chittaranjan Hens" userId="6fc03958433e8a43" providerId="LiveId" clId="{2791953A-569C-4581-A5F2-161E885C8B9E}" dt="2023-01-07T09:35:17.336" v="1912" actId="1076"/>
          <ac:spMkLst>
            <pc:docMk/>
            <pc:sldMk cId="424708431" sldId="313"/>
            <ac:spMk id="11" creationId="{7666768E-91FD-DD2A-B8C0-195E65C7D7D1}"/>
          </ac:spMkLst>
        </pc:spChg>
        <pc:spChg chg="mod">
          <ac:chgData name="Chittaranjan Hens" userId="6fc03958433e8a43" providerId="LiveId" clId="{2791953A-569C-4581-A5F2-161E885C8B9E}" dt="2023-01-06T11:50:16.988" v="871"/>
          <ac:spMkLst>
            <pc:docMk/>
            <pc:sldMk cId="424708431" sldId="313"/>
            <ac:spMk id="14" creationId="{57C5794C-DD6B-8BD4-5F62-9761EF501346}"/>
          </ac:spMkLst>
        </pc:spChg>
        <pc:spChg chg="mod">
          <ac:chgData name="Chittaranjan Hens" userId="6fc03958433e8a43" providerId="LiveId" clId="{2791953A-569C-4581-A5F2-161E885C8B9E}" dt="2023-01-06T11:50:16.988" v="871"/>
          <ac:spMkLst>
            <pc:docMk/>
            <pc:sldMk cId="424708431" sldId="313"/>
            <ac:spMk id="15" creationId="{50B0F139-A0B5-67F3-D74D-8926B4C5D47D}"/>
          </ac:spMkLst>
        </pc:spChg>
        <pc:spChg chg="mod">
          <ac:chgData name="Chittaranjan Hens" userId="6fc03958433e8a43" providerId="LiveId" clId="{2791953A-569C-4581-A5F2-161E885C8B9E}" dt="2023-01-06T11:50:16.988" v="871"/>
          <ac:spMkLst>
            <pc:docMk/>
            <pc:sldMk cId="424708431" sldId="313"/>
            <ac:spMk id="16" creationId="{CAA2E0FA-EC03-0195-D300-92E5103928A4}"/>
          </ac:spMkLst>
        </pc:spChg>
        <pc:spChg chg="mod">
          <ac:chgData name="Chittaranjan Hens" userId="6fc03958433e8a43" providerId="LiveId" clId="{2791953A-569C-4581-A5F2-161E885C8B9E}" dt="2023-01-06T11:50:16.988" v="871"/>
          <ac:spMkLst>
            <pc:docMk/>
            <pc:sldMk cId="424708431" sldId="313"/>
            <ac:spMk id="17" creationId="{A1488194-1515-EC13-2C96-4D17DD12DEB5}"/>
          </ac:spMkLst>
        </pc:spChg>
        <pc:spChg chg="mod">
          <ac:chgData name="Chittaranjan Hens" userId="6fc03958433e8a43" providerId="LiveId" clId="{2791953A-569C-4581-A5F2-161E885C8B9E}" dt="2023-01-06T11:50:16.988" v="871"/>
          <ac:spMkLst>
            <pc:docMk/>
            <pc:sldMk cId="424708431" sldId="313"/>
            <ac:spMk id="20" creationId="{7693858C-9A9C-215A-9C69-869B88F8C543}"/>
          </ac:spMkLst>
        </pc:spChg>
        <pc:spChg chg="mod">
          <ac:chgData name="Chittaranjan Hens" userId="6fc03958433e8a43" providerId="LiveId" clId="{2791953A-569C-4581-A5F2-161E885C8B9E}" dt="2023-01-06T11:50:16.988" v="871"/>
          <ac:spMkLst>
            <pc:docMk/>
            <pc:sldMk cId="424708431" sldId="313"/>
            <ac:spMk id="24" creationId="{E833B567-DE04-74D7-ED09-30D9B43A45E9}"/>
          </ac:spMkLst>
        </pc:spChg>
        <pc:spChg chg="mod">
          <ac:chgData name="Chittaranjan Hens" userId="6fc03958433e8a43" providerId="LiveId" clId="{2791953A-569C-4581-A5F2-161E885C8B9E}" dt="2023-01-06T11:50:16.988" v="871"/>
          <ac:spMkLst>
            <pc:docMk/>
            <pc:sldMk cId="424708431" sldId="313"/>
            <ac:spMk id="25" creationId="{651D1BBE-00A7-8630-5869-29966D868ABC}"/>
          </ac:spMkLst>
        </pc:spChg>
        <pc:spChg chg="mod">
          <ac:chgData name="Chittaranjan Hens" userId="6fc03958433e8a43" providerId="LiveId" clId="{2791953A-569C-4581-A5F2-161E885C8B9E}" dt="2023-01-06T11:50:16.988" v="871"/>
          <ac:spMkLst>
            <pc:docMk/>
            <pc:sldMk cId="424708431" sldId="313"/>
            <ac:spMk id="28" creationId="{5FAC80C5-BB00-BC05-AA7F-54758114ED8E}"/>
          </ac:spMkLst>
        </pc:spChg>
        <pc:spChg chg="mod">
          <ac:chgData name="Chittaranjan Hens" userId="6fc03958433e8a43" providerId="LiveId" clId="{2791953A-569C-4581-A5F2-161E885C8B9E}" dt="2023-01-06T11:50:16.988" v="871"/>
          <ac:spMkLst>
            <pc:docMk/>
            <pc:sldMk cId="424708431" sldId="313"/>
            <ac:spMk id="29" creationId="{0D9066B3-B60E-1F14-E7C9-FCB4B2FCA8B2}"/>
          </ac:spMkLst>
        </pc:spChg>
        <pc:spChg chg="mod">
          <ac:chgData name="Chittaranjan Hens" userId="6fc03958433e8a43" providerId="LiveId" clId="{2791953A-569C-4581-A5F2-161E885C8B9E}" dt="2023-01-06T11:50:16.988" v="871"/>
          <ac:spMkLst>
            <pc:docMk/>
            <pc:sldMk cId="424708431" sldId="313"/>
            <ac:spMk id="30" creationId="{7CA813C0-2C3E-B831-EC4C-FD2C14412ED6}"/>
          </ac:spMkLst>
        </pc:spChg>
        <pc:spChg chg="mod">
          <ac:chgData name="Chittaranjan Hens" userId="6fc03958433e8a43" providerId="LiveId" clId="{2791953A-569C-4581-A5F2-161E885C8B9E}" dt="2023-01-06T11:50:16.988" v="871"/>
          <ac:spMkLst>
            <pc:docMk/>
            <pc:sldMk cId="424708431" sldId="313"/>
            <ac:spMk id="31" creationId="{759A1819-4B28-3F7E-509F-311E12F36D57}"/>
          </ac:spMkLst>
        </pc:spChg>
        <pc:spChg chg="mod">
          <ac:chgData name="Chittaranjan Hens" userId="6fc03958433e8a43" providerId="LiveId" clId="{2791953A-569C-4581-A5F2-161E885C8B9E}" dt="2023-01-06T11:50:16.988" v="871"/>
          <ac:spMkLst>
            <pc:docMk/>
            <pc:sldMk cId="424708431" sldId="313"/>
            <ac:spMk id="34" creationId="{03C1EEDC-C02B-392D-19AE-2723CCC0ED62}"/>
          </ac:spMkLst>
        </pc:spChg>
        <pc:spChg chg="add mod">
          <ac:chgData name="Chittaranjan Hens" userId="6fc03958433e8a43" providerId="LiveId" clId="{2791953A-569C-4581-A5F2-161E885C8B9E}" dt="2023-01-06T11:52:44.210" v="884" actId="207"/>
          <ac:spMkLst>
            <pc:docMk/>
            <pc:sldMk cId="424708431" sldId="313"/>
            <ac:spMk id="36" creationId="{27FBBAD5-756F-AE35-1D94-01B688748091}"/>
          </ac:spMkLst>
        </pc:spChg>
        <pc:spChg chg="add del mod">
          <ac:chgData name="Chittaranjan Hens" userId="6fc03958433e8a43" providerId="LiveId" clId="{2791953A-569C-4581-A5F2-161E885C8B9E}" dt="2023-01-07T09:36:04.147" v="1916" actId="478"/>
          <ac:spMkLst>
            <pc:docMk/>
            <pc:sldMk cId="424708431" sldId="313"/>
            <ac:spMk id="37" creationId="{DDC1E9A8-B6D7-A50A-A453-12C81B90679C}"/>
          </ac:spMkLst>
        </pc:spChg>
        <pc:spChg chg="add del mod">
          <ac:chgData name="Chittaranjan Hens" userId="6fc03958433e8a43" providerId="LiveId" clId="{2791953A-569C-4581-A5F2-161E885C8B9E}" dt="2023-01-07T09:36:04.147" v="1916" actId="478"/>
          <ac:spMkLst>
            <pc:docMk/>
            <pc:sldMk cId="424708431" sldId="313"/>
            <ac:spMk id="38" creationId="{0CF1EEFA-7248-B2CE-D2B0-C167A94ACCF6}"/>
          </ac:spMkLst>
        </pc:spChg>
        <pc:spChg chg="add mod">
          <ac:chgData name="Chittaranjan Hens" userId="6fc03958433e8a43" providerId="LiveId" clId="{2791953A-569C-4581-A5F2-161E885C8B9E}" dt="2023-01-06T11:52:48.028" v="885" actId="207"/>
          <ac:spMkLst>
            <pc:docMk/>
            <pc:sldMk cId="424708431" sldId="313"/>
            <ac:spMk id="39" creationId="{2F177D6F-933F-FBA8-A1AC-B8905F41CD5B}"/>
          </ac:spMkLst>
        </pc:spChg>
        <pc:spChg chg="add mod">
          <ac:chgData name="Chittaranjan Hens" userId="6fc03958433e8a43" providerId="LiveId" clId="{2791953A-569C-4581-A5F2-161E885C8B9E}" dt="2023-01-06T11:50:16.988" v="871"/>
          <ac:spMkLst>
            <pc:docMk/>
            <pc:sldMk cId="424708431" sldId="313"/>
            <ac:spMk id="40" creationId="{D4F4C210-AB9B-D9E6-24BE-FEE017039247}"/>
          </ac:spMkLst>
        </pc:spChg>
        <pc:grpChg chg="add mod">
          <ac:chgData name="Chittaranjan Hens" userId="6fc03958433e8a43" providerId="LiveId" clId="{2791953A-569C-4581-A5F2-161E885C8B9E}" dt="2023-01-06T11:50:16.988" v="871"/>
          <ac:grpSpMkLst>
            <pc:docMk/>
            <pc:sldMk cId="424708431" sldId="313"/>
            <ac:grpSpMk id="8" creationId="{F0DAABB3-9089-6F1E-1A53-3953CAC52752}"/>
          </ac:grpSpMkLst>
        </pc:grpChg>
        <pc:grpChg chg="mod">
          <ac:chgData name="Chittaranjan Hens" userId="6fc03958433e8a43" providerId="LiveId" clId="{2791953A-569C-4581-A5F2-161E885C8B9E}" dt="2023-01-06T11:50:16.988" v="871"/>
          <ac:grpSpMkLst>
            <pc:docMk/>
            <pc:sldMk cId="424708431" sldId="313"/>
            <ac:grpSpMk id="9" creationId="{BE269DA2-3FC3-1FBE-92AE-17B322A60437}"/>
          </ac:grpSpMkLst>
        </pc:grpChg>
        <pc:grpChg chg="add del mod">
          <ac:chgData name="Chittaranjan Hens" userId="6fc03958433e8a43" providerId="LiveId" clId="{2791953A-569C-4581-A5F2-161E885C8B9E}" dt="2023-01-07T09:35:59.289" v="1915" actId="478"/>
          <ac:grpSpMkLst>
            <pc:docMk/>
            <pc:sldMk cId="424708431" sldId="313"/>
            <ac:grpSpMk id="22" creationId="{25B2B9C0-D494-FCF0-562C-B2068A80ED42}"/>
          </ac:grpSpMkLst>
        </pc:grpChg>
        <pc:grpChg chg="mod">
          <ac:chgData name="Chittaranjan Hens" userId="6fc03958433e8a43" providerId="LiveId" clId="{2791953A-569C-4581-A5F2-161E885C8B9E}" dt="2023-01-06T11:50:16.988" v="871"/>
          <ac:grpSpMkLst>
            <pc:docMk/>
            <pc:sldMk cId="424708431" sldId="313"/>
            <ac:grpSpMk id="23" creationId="{39636CB3-9120-88FF-11D7-86E926AA6E20}"/>
          </ac:grpSpMkLst>
        </pc:grpChg>
        <pc:picChg chg="mod">
          <ac:chgData name="Chittaranjan Hens" userId="6fc03958433e8a43" providerId="LiveId" clId="{2791953A-569C-4581-A5F2-161E885C8B9E}" dt="2023-01-07T10:00:55.363" v="2042" actId="1076"/>
          <ac:picMkLst>
            <pc:docMk/>
            <pc:sldMk cId="424708431" sldId="313"/>
            <ac:picMk id="2" creationId="{71E1503B-6615-B2AB-52C3-D115D8481BA8}"/>
          </ac:picMkLst>
        </pc:picChg>
        <pc:cxnChg chg="mod">
          <ac:chgData name="Chittaranjan Hens" userId="6fc03958433e8a43" providerId="LiveId" clId="{2791953A-569C-4581-A5F2-161E885C8B9E}" dt="2023-01-06T11:50:16.988" v="871"/>
          <ac:cxnSpMkLst>
            <pc:docMk/>
            <pc:sldMk cId="424708431" sldId="313"/>
            <ac:cxnSpMk id="12" creationId="{0C2045BF-59C8-9DE4-1B42-20278BE1C7BF}"/>
          </ac:cxnSpMkLst>
        </pc:cxnChg>
        <pc:cxnChg chg="mod">
          <ac:chgData name="Chittaranjan Hens" userId="6fc03958433e8a43" providerId="LiveId" clId="{2791953A-569C-4581-A5F2-161E885C8B9E}" dt="2023-01-06T11:50:16.988" v="871"/>
          <ac:cxnSpMkLst>
            <pc:docMk/>
            <pc:sldMk cId="424708431" sldId="313"/>
            <ac:cxnSpMk id="13" creationId="{7A0022C7-DDDF-74DB-B409-AC67C5281101}"/>
          </ac:cxnSpMkLst>
        </pc:cxnChg>
        <pc:cxnChg chg="mod">
          <ac:chgData name="Chittaranjan Hens" userId="6fc03958433e8a43" providerId="LiveId" clId="{2791953A-569C-4581-A5F2-161E885C8B9E}" dt="2023-01-06T11:50:16.988" v="871"/>
          <ac:cxnSpMkLst>
            <pc:docMk/>
            <pc:sldMk cId="424708431" sldId="313"/>
            <ac:cxnSpMk id="18" creationId="{1475FE84-628C-E24A-BBE0-98FD16D28555}"/>
          </ac:cxnSpMkLst>
        </pc:cxnChg>
        <pc:cxnChg chg="mod">
          <ac:chgData name="Chittaranjan Hens" userId="6fc03958433e8a43" providerId="LiveId" clId="{2791953A-569C-4581-A5F2-161E885C8B9E}" dt="2023-01-06T11:50:16.988" v="871"/>
          <ac:cxnSpMkLst>
            <pc:docMk/>
            <pc:sldMk cId="424708431" sldId="313"/>
            <ac:cxnSpMk id="19" creationId="{C085B2D4-CCF5-E0CE-6EAD-3A84C825AC5E}"/>
          </ac:cxnSpMkLst>
        </pc:cxnChg>
        <pc:cxnChg chg="mod">
          <ac:chgData name="Chittaranjan Hens" userId="6fc03958433e8a43" providerId="LiveId" clId="{2791953A-569C-4581-A5F2-161E885C8B9E}" dt="2023-01-06T11:50:16.988" v="871"/>
          <ac:cxnSpMkLst>
            <pc:docMk/>
            <pc:sldMk cId="424708431" sldId="313"/>
            <ac:cxnSpMk id="21" creationId="{74101670-D7FC-CE6B-35FC-0CD147535667}"/>
          </ac:cxnSpMkLst>
        </pc:cxnChg>
        <pc:cxnChg chg="mod">
          <ac:chgData name="Chittaranjan Hens" userId="6fc03958433e8a43" providerId="LiveId" clId="{2791953A-569C-4581-A5F2-161E885C8B9E}" dt="2023-01-07T09:35:59.289" v="1915" actId="478"/>
          <ac:cxnSpMkLst>
            <pc:docMk/>
            <pc:sldMk cId="424708431" sldId="313"/>
            <ac:cxnSpMk id="26" creationId="{BF936C98-C8B9-0B0E-1657-B588668F6359}"/>
          </ac:cxnSpMkLst>
        </pc:cxnChg>
        <pc:cxnChg chg="mod">
          <ac:chgData name="Chittaranjan Hens" userId="6fc03958433e8a43" providerId="LiveId" clId="{2791953A-569C-4581-A5F2-161E885C8B9E}" dt="2023-01-07T09:35:59.289" v="1915" actId="478"/>
          <ac:cxnSpMkLst>
            <pc:docMk/>
            <pc:sldMk cId="424708431" sldId="313"/>
            <ac:cxnSpMk id="27" creationId="{4B7F21CB-2E77-AD9A-0189-DDE26C66EB8A}"/>
          </ac:cxnSpMkLst>
        </pc:cxnChg>
        <pc:cxnChg chg="mod">
          <ac:chgData name="Chittaranjan Hens" userId="6fc03958433e8a43" providerId="LiveId" clId="{2791953A-569C-4581-A5F2-161E885C8B9E}" dt="2023-01-07T09:35:59.289" v="1915" actId="478"/>
          <ac:cxnSpMkLst>
            <pc:docMk/>
            <pc:sldMk cId="424708431" sldId="313"/>
            <ac:cxnSpMk id="32" creationId="{60C23356-78B6-EE0D-D690-EA642001B808}"/>
          </ac:cxnSpMkLst>
        </pc:cxnChg>
        <pc:cxnChg chg="mod">
          <ac:chgData name="Chittaranjan Hens" userId="6fc03958433e8a43" providerId="LiveId" clId="{2791953A-569C-4581-A5F2-161E885C8B9E}" dt="2023-01-07T09:35:59.289" v="1915" actId="478"/>
          <ac:cxnSpMkLst>
            <pc:docMk/>
            <pc:sldMk cId="424708431" sldId="313"/>
            <ac:cxnSpMk id="33" creationId="{16D0EE75-955C-C01C-FB1A-F760B39D09CC}"/>
          </ac:cxnSpMkLst>
        </pc:cxnChg>
        <pc:cxnChg chg="mod">
          <ac:chgData name="Chittaranjan Hens" userId="6fc03958433e8a43" providerId="LiveId" clId="{2791953A-569C-4581-A5F2-161E885C8B9E}" dt="2023-01-07T09:35:59.289" v="1915" actId="478"/>
          <ac:cxnSpMkLst>
            <pc:docMk/>
            <pc:sldMk cId="424708431" sldId="313"/>
            <ac:cxnSpMk id="35" creationId="{1395C4DA-A9E9-05A1-20A8-4B4F6F60ED3E}"/>
          </ac:cxnSpMkLst>
        </pc:cxnChg>
      </pc:sldChg>
      <pc:sldChg chg="add del">
        <pc:chgData name="Chittaranjan Hens" userId="6fc03958433e8a43" providerId="LiveId" clId="{2791953A-569C-4581-A5F2-161E885C8B9E}" dt="2023-01-07T06:10:53.420" v="993" actId="2696"/>
        <pc:sldMkLst>
          <pc:docMk/>
          <pc:sldMk cId="1373059154" sldId="314"/>
        </pc:sldMkLst>
      </pc:sldChg>
      <pc:sldChg chg="new del">
        <pc:chgData name="Chittaranjan Hens" userId="6fc03958433e8a43" providerId="LiveId" clId="{2791953A-569C-4581-A5F2-161E885C8B9E}" dt="2023-01-06T18:55:24.014" v="887" actId="47"/>
        <pc:sldMkLst>
          <pc:docMk/>
          <pc:sldMk cId="3268312356" sldId="314"/>
        </pc:sldMkLst>
      </pc:sldChg>
      <pc:sldChg chg="modSp add del mod modAnim">
        <pc:chgData name="Chittaranjan Hens" userId="6fc03958433e8a43" providerId="LiveId" clId="{2791953A-569C-4581-A5F2-161E885C8B9E}" dt="2023-01-07T06:18:24.075" v="1120" actId="6549"/>
        <pc:sldMkLst>
          <pc:docMk/>
          <pc:sldMk cId="4145392813" sldId="314"/>
        </pc:sldMkLst>
        <pc:spChg chg="mod">
          <ac:chgData name="Chittaranjan Hens" userId="6fc03958433e8a43" providerId="LiveId" clId="{2791953A-569C-4581-A5F2-161E885C8B9E}" dt="2023-01-07T06:18:12.825" v="1117" actId="14100"/>
          <ac:spMkLst>
            <pc:docMk/>
            <pc:sldMk cId="4145392813" sldId="314"/>
            <ac:spMk id="2" creationId="{00000000-0000-0000-0000-000000000000}"/>
          </ac:spMkLst>
        </pc:spChg>
        <pc:spChg chg="mod">
          <ac:chgData name="Chittaranjan Hens" userId="6fc03958433e8a43" providerId="LiveId" clId="{2791953A-569C-4581-A5F2-161E885C8B9E}" dt="2023-01-07T06:18:24.075" v="1120" actId="6549"/>
          <ac:spMkLst>
            <pc:docMk/>
            <pc:sldMk cId="4145392813" sldId="314"/>
            <ac:spMk id="3" creationId="{00000000-0000-0000-0000-000000000000}"/>
          </ac:spMkLst>
        </pc:spChg>
        <pc:picChg chg="mod">
          <ac:chgData name="Chittaranjan Hens" userId="6fc03958433e8a43" providerId="LiveId" clId="{2791953A-569C-4581-A5F2-161E885C8B9E}" dt="2023-01-07T06:18:02.878" v="1114" actId="14100"/>
          <ac:picMkLst>
            <pc:docMk/>
            <pc:sldMk cId="4145392813" sldId="314"/>
            <ac:picMk id="5" creationId="{C9F4D3A7-0764-C980-E44C-074F8B19A91D}"/>
          </ac:picMkLst>
        </pc:picChg>
      </pc:sldChg>
      <pc:sldChg chg="add del">
        <pc:chgData name="Chittaranjan Hens" userId="6fc03958433e8a43" providerId="LiveId" clId="{2791953A-569C-4581-A5F2-161E885C8B9E}" dt="2023-01-07T06:10:53.420" v="993" actId="2696"/>
        <pc:sldMkLst>
          <pc:docMk/>
          <pc:sldMk cId="344454106" sldId="315"/>
        </pc:sldMkLst>
      </pc:sldChg>
      <pc:sldChg chg="addSp delSp modSp add mod">
        <pc:chgData name="Chittaranjan Hens" userId="6fc03958433e8a43" providerId="LiveId" clId="{2791953A-569C-4581-A5F2-161E885C8B9E}" dt="2023-01-07T06:47:13.337" v="1255" actId="14100"/>
        <pc:sldMkLst>
          <pc:docMk/>
          <pc:sldMk cId="3434565780" sldId="315"/>
        </pc:sldMkLst>
        <pc:spChg chg="mod">
          <ac:chgData name="Chittaranjan Hens" userId="6fc03958433e8a43" providerId="LiveId" clId="{2791953A-569C-4581-A5F2-161E885C8B9E}" dt="2023-01-07T06:12:47.563" v="1032" actId="207"/>
          <ac:spMkLst>
            <pc:docMk/>
            <pc:sldMk cId="3434565780" sldId="315"/>
            <ac:spMk id="5" creationId="{2C9ED826-5140-D8E8-7825-99A5A347917E}"/>
          </ac:spMkLst>
        </pc:spChg>
        <pc:spChg chg="mod">
          <ac:chgData name="Chittaranjan Hens" userId="6fc03958433e8a43" providerId="LiveId" clId="{2791953A-569C-4581-A5F2-161E885C8B9E}" dt="2023-01-07T06:47:05.605" v="1252" actId="20577"/>
          <ac:spMkLst>
            <pc:docMk/>
            <pc:sldMk cId="3434565780" sldId="315"/>
            <ac:spMk id="14339" creationId="{00000000-0000-0000-0000-000000000000}"/>
          </ac:spMkLst>
        </pc:spChg>
        <pc:picChg chg="add del mod">
          <ac:chgData name="Chittaranjan Hens" userId="6fc03958433e8a43" providerId="LiveId" clId="{2791953A-569C-4581-A5F2-161E885C8B9E}" dt="2023-01-07T06:47:03.615" v="1251" actId="478"/>
          <ac:picMkLst>
            <pc:docMk/>
            <pc:sldMk cId="3434565780" sldId="315"/>
            <ac:picMk id="3" creationId="{C5BFEB13-A38F-74F3-32A6-1C05CDC7D401}"/>
          </ac:picMkLst>
        </pc:picChg>
        <pc:picChg chg="add del mod">
          <ac:chgData name="Chittaranjan Hens" userId="6fc03958433e8a43" providerId="LiveId" clId="{2791953A-569C-4581-A5F2-161E885C8B9E}" dt="2023-01-07T06:33:22.480" v="1218" actId="478"/>
          <ac:picMkLst>
            <pc:docMk/>
            <pc:sldMk cId="3434565780" sldId="315"/>
            <ac:picMk id="8" creationId="{165AB13C-35D6-4488-A1DE-DA850540AC41}"/>
          </ac:picMkLst>
        </pc:picChg>
        <pc:picChg chg="add mod">
          <ac:chgData name="Chittaranjan Hens" userId="6fc03958433e8a43" providerId="LiveId" clId="{2791953A-569C-4581-A5F2-161E885C8B9E}" dt="2023-01-07T06:47:13.337" v="1255" actId="14100"/>
          <ac:picMkLst>
            <pc:docMk/>
            <pc:sldMk cId="3434565780" sldId="315"/>
            <ac:picMk id="10" creationId="{4E67584E-4E8A-4F27-63E7-5E1EFA5F26BD}"/>
          </ac:picMkLst>
        </pc:picChg>
        <pc:picChg chg="add mod">
          <ac:chgData name="Chittaranjan Hens" userId="6fc03958433e8a43" providerId="LiveId" clId="{2791953A-569C-4581-A5F2-161E885C8B9E}" dt="2023-01-07T06:47:09.115" v="1254"/>
          <ac:picMkLst>
            <pc:docMk/>
            <pc:sldMk cId="3434565780" sldId="315"/>
            <ac:picMk id="11" creationId="{F87EB02B-446B-F3A4-A5ED-FC66134174D9}"/>
          </ac:picMkLst>
        </pc:picChg>
      </pc:sldChg>
      <pc:sldChg chg="addSp delSp modSp add mod">
        <pc:chgData name="Chittaranjan Hens" userId="6fc03958433e8a43" providerId="LiveId" clId="{2791953A-569C-4581-A5F2-161E885C8B9E}" dt="2023-01-07T07:48:24.531" v="1825" actId="478"/>
        <pc:sldMkLst>
          <pc:docMk/>
          <pc:sldMk cId="3911238006" sldId="316"/>
        </pc:sldMkLst>
        <pc:spChg chg="mod">
          <ac:chgData name="Chittaranjan Hens" userId="6fc03958433e8a43" providerId="LiveId" clId="{2791953A-569C-4581-A5F2-161E885C8B9E}" dt="2023-01-07T06:11:44.667" v="1002" actId="207"/>
          <ac:spMkLst>
            <pc:docMk/>
            <pc:sldMk cId="3911238006" sldId="316"/>
            <ac:spMk id="2" creationId="{DF806519-E65B-89A3-8224-B41E170FD3FF}"/>
          </ac:spMkLst>
        </pc:spChg>
        <pc:spChg chg="mod">
          <ac:chgData name="Chittaranjan Hens" userId="6fc03958433e8a43" providerId="LiveId" clId="{2791953A-569C-4581-A5F2-161E885C8B9E}" dt="2023-01-07T06:10:26.465" v="989" actId="1076"/>
          <ac:spMkLst>
            <pc:docMk/>
            <pc:sldMk cId="3911238006" sldId="316"/>
            <ac:spMk id="3" creationId="{00000000-0000-0000-0000-000000000000}"/>
          </ac:spMkLst>
        </pc:spChg>
        <pc:spChg chg="add mod">
          <ac:chgData name="Chittaranjan Hens" userId="6fc03958433e8a43" providerId="LiveId" clId="{2791953A-569C-4581-A5F2-161E885C8B9E}" dt="2023-01-07T07:39:16.241" v="1668" actId="20577"/>
          <ac:spMkLst>
            <pc:docMk/>
            <pc:sldMk cId="3911238006" sldId="316"/>
            <ac:spMk id="7" creationId="{E5590BFE-0837-DE07-0EB1-CCF581197F46}"/>
          </ac:spMkLst>
        </pc:spChg>
        <pc:spChg chg="mod">
          <ac:chgData name="Chittaranjan Hens" userId="6fc03958433e8a43" providerId="LiveId" clId="{2791953A-569C-4581-A5F2-161E885C8B9E}" dt="2023-01-07T06:10:33.580" v="992" actId="1076"/>
          <ac:spMkLst>
            <pc:docMk/>
            <pc:sldMk cId="3911238006" sldId="316"/>
            <ac:spMk id="17" creationId="{00000000-0000-0000-0000-000000000000}"/>
          </ac:spMkLst>
        </pc:spChg>
        <pc:spChg chg="del">
          <ac:chgData name="Chittaranjan Hens" userId="6fc03958433e8a43" providerId="LiveId" clId="{2791953A-569C-4581-A5F2-161E885C8B9E}" dt="2023-01-07T07:48:24.531" v="1825" actId="478"/>
          <ac:spMkLst>
            <pc:docMk/>
            <pc:sldMk cId="3911238006" sldId="316"/>
            <ac:spMk id="22" creationId="{00000000-0000-0000-0000-000000000000}"/>
          </ac:spMkLst>
        </pc:spChg>
        <pc:spChg chg="mod">
          <ac:chgData name="Chittaranjan Hens" userId="6fc03958433e8a43" providerId="LiveId" clId="{2791953A-569C-4581-A5F2-161E885C8B9E}" dt="2023-01-07T06:10:22.505" v="988" actId="1076"/>
          <ac:spMkLst>
            <pc:docMk/>
            <pc:sldMk cId="3911238006" sldId="316"/>
            <ac:spMk id="23" creationId="{00000000-0000-0000-0000-000000000000}"/>
          </ac:spMkLst>
        </pc:spChg>
        <pc:picChg chg="mod">
          <ac:chgData name="Chittaranjan Hens" userId="6fc03958433e8a43" providerId="LiveId" clId="{2791953A-569C-4581-A5F2-161E885C8B9E}" dt="2023-01-07T06:10:29.156" v="991" actId="1076"/>
          <ac:picMkLst>
            <pc:docMk/>
            <pc:sldMk cId="3911238006" sldId="316"/>
            <ac:picMk id="4" creationId="{96D3FBB0-D960-5A16-D10C-F9BA35E36E86}"/>
          </ac:picMkLst>
        </pc:picChg>
        <pc:picChg chg="add mod">
          <ac:chgData name="Chittaranjan Hens" userId="6fc03958433e8a43" providerId="LiveId" clId="{2791953A-569C-4581-A5F2-161E885C8B9E}" dt="2023-01-07T06:40:45.408" v="1230" actId="1076"/>
          <ac:picMkLst>
            <pc:docMk/>
            <pc:sldMk cId="3911238006" sldId="316"/>
            <ac:picMk id="6" creationId="{BE14048C-0875-C6FA-7EB7-67027B3CC8FC}"/>
          </ac:picMkLst>
        </pc:picChg>
        <pc:picChg chg="mod">
          <ac:chgData name="Chittaranjan Hens" userId="6fc03958433e8a43" providerId="LiveId" clId="{2791953A-569C-4581-A5F2-161E885C8B9E}" dt="2023-01-07T06:10:18.714" v="987" actId="14100"/>
          <ac:picMkLst>
            <pc:docMk/>
            <pc:sldMk cId="3911238006" sldId="316"/>
            <ac:picMk id="3075" creationId="{00000000-0000-0000-0000-000000000000}"/>
          </ac:picMkLst>
        </pc:picChg>
      </pc:sldChg>
      <pc:sldChg chg="add modAnim">
        <pc:chgData name="Chittaranjan Hens" userId="6fc03958433e8a43" providerId="LiveId" clId="{2791953A-569C-4581-A5F2-161E885C8B9E}" dt="2023-01-07T11:41:22.858" v="2699"/>
        <pc:sldMkLst>
          <pc:docMk/>
          <pc:sldMk cId="818744125" sldId="317"/>
        </pc:sldMkLst>
      </pc:sldChg>
      <pc:sldChg chg="addSp modSp add mod modAnim">
        <pc:chgData name="Chittaranjan Hens" userId="6fc03958433e8a43" providerId="LiveId" clId="{2791953A-569C-4581-A5F2-161E885C8B9E}" dt="2023-01-07T09:59:14.050" v="2019" actId="14100"/>
        <pc:sldMkLst>
          <pc:docMk/>
          <pc:sldMk cId="2589746739" sldId="318"/>
        </pc:sldMkLst>
        <pc:spChg chg="add mod">
          <ac:chgData name="Chittaranjan Hens" userId="6fc03958433e8a43" providerId="LiveId" clId="{2791953A-569C-4581-A5F2-161E885C8B9E}" dt="2023-01-07T06:50:10.392" v="1275" actId="20577"/>
          <ac:spMkLst>
            <pc:docMk/>
            <pc:sldMk cId="2589746739" sldId="318"/>
            <ac:spMk id="2" creationId="{315D641A-2C86-7F2E-1447-B91380EFF3F8}"/>
          </ac:spMkLst>
        </pc:spChg>
        <pc:spChg chg="mod">
          <ac:chgData name="Chittaranjan Hens" userId="6fc03958433e8a43" providerId="LiveId" clId="{2791953A-569C-4581-A5F2-161E885C8B9E}" dt="2023-01-07T09:59:14.050" v="2019" actId="14100"/>
          <ac:spMkLst>
            <pc:docMk/>
            <pc:sldMk cId="2589746739" sldId="318"/>
            <ac:spMk id="5" creationId="{2C9ED826-5140-D8E8-7825-99A5A347917E}"/>
          </ac:spMkLst>
        </pc:spChg>
        <pc:spChg chg="mod">
          <ac:chgData name="Chittaranjan Hens" userId="6fc03958433e8a43" providerId="LiveId" clId="{2791953A-569C-4581-A5F2-161E885C8B9E}" dt="2023-01-07T06:19:12.182" v="1124" actId="6549"/>
          <ac:spMkLst>
            <pc:docMk/>
            <pc:sldMk cId="2589746739" sldId="318"/>
            <ac:spMk id="14339" creationId="{00000000-0000-0000-0000-000000000000}"/>
          </ac:spMkLst>
        </pc:spChg>
      </pc:sldChg>
      <pc:sldChg chg="add del">
        <pc:chgData name="Chittaranjan Hens" userId="6fc03958433e8a43" providerId="LiveId" clId="{2791953A-569C-4581-A5F2-161E885C8B9E}" dt="2023-01-07T06:19:00.898" v="1122" actId="2890"/>
        <pc:sldMkLst>
          <pc:docMk/>
          <pc:sldMk cId="4116999848" sldId="318"/>
        </pc:sldMkLst>
      </pc:sldChg>
      <pc:sldChg chg="addSp delSp modSp add mod setBg delAnim setClrOvrMap">
        <pc:chgData name="Chittaranjan Hens" userId="6fc03958433e8a43" providerId="LiveId" clId="{2791953A-569C-4581-A5F2-161E885C8B9E}" dt="2023-01-07T11:04:36.957" v="2119"/>
        <pc:sldMkLst>
          <pc:docMk/>
          <pc:sldMk cId="3967940547" sldId="319"/>
        </pc:sldMkLst>
        <pc:spChg chg="del">
          <ac:chgData name="Chittaranjan Hens" userId="6fc03958433e8a43" providerId="LiveId" clId="{2791953A-569C-4581-A5F2-161E885C8B9E}" dt="2023-01-07T06:23:18.073" v="1160" actId="478"/>
          <ac:spMkLst>
            <pc:docMk/>
            <pc:sldMk cId="3967940547" sldId="319"/>
            <ac:spMk id="2" creationId="{315D641A-2C86-7F2E-1447-B91380EFF3F8}"/>
          </ac:spMkLst>
        </pc:spChg>
        <pc:spChg chg="add mod">
          <ac:chgData name="Chittaranjan Hens" userId="6fc03958433e8a43" providerId="LiveId" clId="{2791953A-569C-4581-A5F2-161E885C8B9E}" dt="2023-01-07T11:04:36.957" v="2119"/>
          <ac:spMkLst>
            <pc:docMk/>
            <pc:sldMk cId="3967940547" sldId="319"/>
            <ac:spMk id="2" creationId="{941F57C6-E3AB-C450-1364-7B9C1BAF3CA5}"/>
          </ac:spMkLst>
        </pc:spChg>
        <pc:spChg chg="mod ord">
          <ac:chgData name="Chittaranjan Hens" userId="6fc03958433e8a43" providerId="LiveId" clId="{2791953A-569C-4581-A5F2-161E885C8B9E}" dt="2023-01-07T06:49:06.271" v="1258" actId="26606"/>
          <ac:spMkLst>
            <pc:docMk/>
            <pc:sldMk cId="3967940547" sldId="319"/>
            <ac:spMk id="4" creationId="{00000000-0000-0000-0000-000000000000}"/>
          </ac:spMkLst>
        </pc:spChg>
        <pc:spChg chg="mod">
          <ac:chgData name="Chittaranjan Hens" userId="6fc03958433e8a43" providerId="LiveId" clId="{2791953A-569C-4581-A5F2-161E885C8B9E}" dt="2023-01-07T09:59:20.558" v="2021" actId="14100"/>
          <ac:spMkLst>
            <pc:docMk/>
            <pc:sldMk cId="3967940547" sldId="319"/>
            <ac:spMk id="5" creationId="{2C9ED826-5140-D8E8-7825-99A5A347917E}"/>
          </ac:spMkLst>
        </pc:spChg>
        <pc:spChg chg="mod ord">
          <ac:chgData name="Chittaranjan Hens" userId="6fc03958433e8a43" providerId="LiveId" clId="{2791953A-569C-4581-A5F2-161E885C8B9E}" dt="2023-01-07T06:49:06.271" v="1258" actId="26606"/>
          <ac:spMkLst>
            <pc:docMk/>
            <pc:sldMk cId="3967940547" sldId="319"/>
            <ac:spMk id="14339" creationId="{00000000-0000-0000-0000-000000000000}"/>
          </ac:spMkLst>
        </pc:spChg>
        <pc:spChg chg="add del">
          <ac:chgData name="Chittaranjan Hens" userId="6fc03958433e8a43" providerId="LiveId" clId="{2791953A-569C-4581-A5F2-161E885C8B9E}" dt="2023-01-07T06:49:06.271" v="1258" actId="26606"/>
          <ac:spMkLst>
            <pc:docMk/>
            <pc:sldMk cId="3967940547" sldId="319"/>
            <ac:spMk id="14341" creationId="{98135EBA-B3A3-4F88-BCB1-D0C8E63F47CA}"/>
          </ac:spMkLst>
        </pc:spChg>
        <pc:spChg chg="add del">
          <ac:chgData name="Chittaranjan Hens" userId="6fc03958433e8a43" providerId="LiveId" clId="{2791953A-569C-4581-A5F2-161E885C8B9E}" dt="2023-01-07T06:24:01.999" v="1167" actId="26606"/>
          <ac:spMkLst>
            <pc:docMk/>
            <pc:sldMk cId="3967940547" sldId="319"/>
            <ac:spMk id="14344" creationId="{1DCD4319-21CA-4165-A08D-D1E05DC378D3}"/>
          </ac:spMkLst>
        </pc:spChg>
        <pc:spChg chg="add del">
          <ac:chgData name="Chittaranjan Hens" userId="6fc03958433e8a43" providerId="LiveId" clId="{2791953A-569C-4581-A5F2-161E885C8B9E}" dt="2023-01-07T06:24:01.999" v="1167" actId="26606"/>
          <ac:spMkLst>
            <pc:docMk/>
            <pc:sldMk cId="3967940547" sldId="319"/>
            <ac:spMk id="14346" creationId="{3CD1EA40-7116-4FCB-9369-70F29FAA91EC}"/>
          </ac:spMkLst>
        </pc:spChg>
        <pc:spChg chg="add del">
          <ac:chgData name="Chittaranjan Hens" userId="6fc03958433e8a43" providerId="LiveId" clId="{2791953A-569C-4581-A5F2-161E885C8B9E}" dt="2023-01-07T06:24:01.999" v="1167" actId="26606"/>
          <ac:spMkLst>
            <pc:docMk/>
            <pc:sldMk cId="3967940547" sldId="319"/>
            <ac:spMk id="14348" creationId="{BF647E38-F93D-4661-8D77-CE13EEB65B5A}"/>
          </ac:spMkLst>
        </pc:spChg>
        <pc:spChg chg="add del">
          <ac:chgData name="Chittaranjan Hens" userId="6fc03958433e8a43" providerId="LiveId" clId="{2791953A-569C-4581-A5F2-161E885C8B9E}" dt="2023-01-07T06:24:01.999" v="1167" actId="26606"/>
          <ac:spMkLst>
            <pc:docMk/>
            <pc:sldMk cId="3967940547" sldId="319"/>
            <ac:spMk id="14372" creationId="{D6C80E47-971C-437F-B030-191115B01D68}"/>
          </ac:spMkLst>
        </pc:spChg>
        <pc:grpChg chg="add del">
          <ac:chgData name="Chittaranjan Hens" userId="6fc03958433e8a43" providerId="LiveId" clId="{2791953A-569C-4581-A5F2-161E885C8B9E}" dt="2023-01-07T06:24:01.999" v="1167" actId="26606"/>
          <ac:grpSpMkLst>
            <pc:docMk/>
            <pc:sldMk cId="3967940547" sldId="319"/>
            <ac:grpSpMk id="14350" creationId="{71669B06-C46A-44F5-8C95-4AA9C87956A9}"/>
          </ac:grpSpMkLst>
        </pc:grpChg>
        <pc:picChg chg="mod ord">
          <ac:chgData name="Chittaranjan Hens" userId="6fc03958433e8a43" providerId="LiveId" clId="{2791953A-569C-4581-A5F2-161E885C8B9E}" dt="2023-01-07T06:49:06.271" v="1258" actId="26606"/>
          <ac:picMkLst>
            <pc:docMk/>
            <pc:sldMk cId="3967940547" sldId="319"/>
            <ac:picMk id="6" creationId="{82A56068-F125-3E13-7492-8527DB65A7FE}"/>
          </ac:picMkLst>
        </pc:picChg>
        <pc:picChg chg="add mod">
          <ac:chgData name="Chittaranjan Hens" userId="6fc03958433e8a43" providerId="LiveId" clId="{2791953A-569C-4581-A5F2-161E885C8B9E}" dt="2023-01-07T09:59:29.913" v="2024" actId="14100"/>
          <ac:picMkLst>
            <pc:docMk/>
            <pc:sldMk cId="3967940547" sldId="319"/>
            <ac:picMk id="7" creationId="{86A2B3BA-43FD-C2D6-C360-ADBBBBA97C48}"/>
          </ac:picMkLst>
        </pc:picChg>
        <pc:picChg chg="add mod">
          <ac:chgData name="Chittaranjan Hens" userId="6fc03958433e8a43" providerId="LiveId" clId="{2791953A-569C-4581-A5F2-161E885C8B9E}" dt="2023-01-07T09:59:41.309" v="2028" actId="14100"/>
          <ac:picMkLst>
            <pc:docMk/>
            <pc:sldMk cId="3967940547" sldId="319"/>
            <ac:picMk id="9" creationId="{2C2A6FEC-468D-FDD6-B1A1-DFB8DECB42D0}"/>
          </ac:picMkLst>
        </pc:picChg>
        <pc:picChg chg="add mod ord">
          <ac:chgData name="Chittaranjan Hens" userId="6fc03958433e8a43" providerId="LiveId" clId="{2791953A-569C-4581-A5F2-161E885C8B9E}" dt="2023-01-07T09:59:26.228" v="2023" actId="1076"/>
          <ac:picMkLst>
            <pc:docMk/>
            <pc:sldMk cId="3967940547" sldId="319"/>
            <ac:picMk id="11" creationId="{1726EA29-AC42-B03A-40FA-142546D3C2EC}"/>
          </ac:picMkLst>
        </pc:picChg>
        <pc:cxnChg chg="add del">
          <ac:chgData name="Chittaranjan Hens" userId="6fc03958433e8a43" providerId="LiveId" clId="{2791953A-569C-4581-A5F2-161E885C8B9E}" dt="2023-01-07T06:49:06.271" v="1258" actId="26606"/>
          <ac:cxnSpMkLst>
            <pc:docMk/>
            <pc:sldMk cId="3967940547" sldId="319"/>
            <ac:cxnSpMk id="14342" creationId="{C19F72C9-562B-4942-927C-2D3E2921D902}"/>
          </ac:cxnSpMkLst>
        </pc:cxnChg>
      </pc:sldChg>
      <pc:sldChg chg="modSp add mod">
        <pc:chgData name="Chittaranjan Hens" userId="6fc03958433e8a43" providerId="LiveId" clId="{2791953A-569C-4581-A5F2-161E885C8B9E}" dt="2023-01-07T07:47:46.199" v="1823" actId="14100"/>
        <pc:sldMkLst>
          <pc:docMk/>
          <pc:sldMk cId="2197493882" sldId="320"/>
        </pc:sldMkLst>
        <pc:spChg chg="mod">
          <ac:chgData name="Chittaranjan Hens" userId="6fc03958433e8a43" providerId="LiveId" clId="{2791953A-569C-4581-A5F2-161E885C8B9E}" dt="2023-01-07T07:47:46.199" v="1823" actId="14100"/>
          <ac:spMkLst>
            <pc:docMk/>
            <pc:sldMk cId="2197493882" sldId="320"/>
            <ac:spMk id="15363" creationId="{00000000-0000-0000-0000-000000000000}"/>
          </ac:spMkLst>
        </pc:spChg>
        <pc:spChg chg="mod">
          <ac:chgData name="Chittaranjan Hens" userId="6fc03958433e8a43" providerId="LiveId" clId="{2791953A-569C-4581-A5F2-161E885C8B9E}" dt="2023-01-07T06:52:30.197" v="1287" actId="404"/>
          <ac:spMkLst>
            <pc:docMk/>
            <pc:sldMk cId="2197493882" sldId="320"/>
            <ac:spMk id="15364" creationId="{00000000-0000-0000-0000-000000000000}"/>
          </ac:spMkLst>
        </pc:spChg>
        <pc:picChg chg="mod">
          <ac:chgData name="Chittaranjan Hens" userId="6fc03958433e8a43" providerId="LiveId" clId="{2791953A-569C-4581-A5F2-161E885C8B9E}" dt="2023-01-07T06:52:33.634" v="1288" actId="14100"/>
          <ac:picMkLst>
            <pc:docMk/>
            <pc:sldMk cId="2197493882" sldId="320"/>
            <ac:picMk id="15365" creationId="{00000000-0000-0000-0000-000000000000}"/>
          </ac:picMkLst>
        </pc:picChg>
      </pc:sldChg>
      <pc:sldChg chg="addSp delSp modSp add mod ord">
        <pc:chgData name="Chittaranjan Hens" userId="6fc03958433e8a43" providerId="LiveId" clId="{2791953A-569C-4581-A5F2-161E885C8B9E}" dt="2023-01-07T12:51:38.488" v="3028"/>
        <pc:sldMkLst>
          <pc:docMk/>
          <pc:sldMk cId="3049992913" sldId="321"/>
        </pc:sldMkLst>
        <pc:spChg chg="mod">
          <ac:chgData name="Chittaranjan Hens" userId="6fc03958433e8a43" providerId="LiveId" clId="{2791953A-569C-4581-A5F2-161E885C8B9E}" dt="2023-01-07T12:29:18.351" v="2888" actId="403"/>
          <ac:spMkLst>
            <pc:docMk/>
            <pc:sldMk cId="3049992913" sldId="321"/>
            <ac:spMk id="2" creationId="{DF806519-E65B-89A3-8224-B41E170FD3FF}"/>
          </ac:spMkLst>
        </pc:spChg>
        <pc:spChg chg="add mod">
          <ac:chgData name="Chittaranjan Hens" userId="6fc03958433e8a43" providerId="LiveId" clId="{2791953A-569C-4581-A5F2-161E885C8B9E}" dt="2023-01-07T07:45:19.116" v="1804"/>
          <ac:spMkLst>
            <pc:docMk/>
            <pc:sldMk cId="3049992913" sldId="321"/>
            <ac:spMk id="5" creationId="{A0291905-AED7-F329-E255-4B7C8CB124D7}"/>
          </ac:spMkLst>
        </pc:spChg>
        <pc:spChg chg="del">
          <ac:chgData name="Chittaranjan Hens" userId="6fc03958433e8a43" providerId="LiveId" clId="{2791953A-569C-4581-A5F2-161E885C8B9E}" dt="2023-01-07T07:49:08.390" v="1833" actId="478"/>
          <ac:spMkLst>
            <pc:docMk/>
            <pc:sldMk cId="3049992913" sldId="321"/>
            <ac:spMk id="22" creationId="{00000000-0000-0000-0000-000000000000}"/>
          </ac:spMkLst>
        </pc:spChg>
      </pc:sldChg>
      <pc:sldChg chg="add del">
        <pc:chgData name="Chittaranjan Hens" userId="6fc03958433e8a43" providerId="LiveId" clId="{2791953A-569C-4581-A5F2-161E885C8B9E}" dt="2023-01-07T07:43:44.035" v="1785" actId="2696"/>
        <pc:sldMkLst>
          <pc:docMk/>
          <pc:sldMk cId="3077838084" sldId="321"/>
        </pc:sldMkLst>
      </pc:sldChg>
      <pc:sldChg chg="addSp delSp modSp add mod modAnim">
        <pc:chgData name="Chittaranjan Hens" userId="6fc03958433e8a43" providerId="LiveId" clId="{2791953A-569C-4581-A5F2-161E885C8B9E}" dt="2023-01-07T11:30:37.827" v="2432" actId="27636"/>
        <pc:sldMkLst>
          <pc:docMk/>
          <pc:sldMk cId="2002867805" sldId="322"/>
        </pc:sldMkLst>
        <pc:spChg chg="add mod">
          <ac:chgData name="Chittaranjan Hens" userId="6fc03958433e8a43" providerId="LiveId" clId="{2791953A-569C-4581-A5F2-161E885C8B9E}" dt="2023-01-07T11:30:37.827" v="2432" actId="27636"/>
          <ac:spMkLst>
            <pc:docMk/>
            <pc:sldMk cId="2002867805" sldId="322"/>
            <ac:spMk id="2" creationId="{06E5254E-5A67-18BA-B0ED-93A02B3FA997}"/>
          </ac:spMkLst>
        </pc:spChg>
        <pc:spChg chg="mod">
          <ac:chgData name="Chittaranjan Hens" userId="6fc03958433e8a43" providerId="LiveId" clId="{2791953A-569C-4581-A5F2-161E885C8B9E}" dt="2023-01-07T07:41:53.137" v="1724" actId="14100"/>
          <ac:spMkLst>
            <pc:docMk/>
            <pc:sldMk cId="2002867805" sldId="322"/>
            <ac:spMk id="4" creationId="{7C5F0D91-F484-67FF-9BC3-F2A658D32838}"/>
          </ac:spMkLst>
        </pc:spChg>
        <pc:picChg chg="del">
          <ac:chgData name="Chittaranjan Hens" userId="6fc03958433e8a43" providerId="LiveId" clId="{2791953A-569C-4581-A5F2-161E885C8B9E}" dt="2023-01-07T07:31:51.403" v="1312" actId="478"/>
          <ac:picMkLst>
            <pc:docMk/>
            <pc:sldMk cId="2002867805" sldId="322"/>
            <ac:picMk id="6" creationId="{9F4EC22D-4EA5-1F42-D2A4-377FFEB43CAB}"/>
          </ac:picMkLst>
        </pc:picChg>
        <pc:picChg chg="del">
          <ac:chgData name="Chittaranjan Hens" userId="6fc03958433e8a43" providerId="LiveId" clId="{2791953A-569C-4581-A5F2-161E885C8B9E}" dt="2023-01-07T07:31:51.403" v="1312" actId="478"/>
          <ac:picMkLst>
            <pc:docMk/>
            <pc:sldMk cId="2002867805" sldId="322"/>
            <ac:picMk id="7" creationId="{3CA558C9-F988-D1C3-D2C9-940F555ED430}"/>
          </ac:picMkLst>
        </pc:picChg>
        <pc:picChg chg="del">
          <ac:chgData name="Chittaranjan Hens" userId="6fc03958433e8a43" providerId="LiveId" clId="{2791953A-569C-4581-A5F2-161E885C8B9E}" dt="2023-01-07T07:31:51.403" v="1312" actId="478"/>
          <ac:picMkLst>
            <pc:docMk/>
            <pc:sldMk cId="2002867805" sldId="322"/>
            <ac:picMk id="8" creationId="{C6B9171F-C170-1D2C-4F97-A40B590E243F}"/>
          </ac:picMkLst>
        </pc:picChg>
        <pc:picChg chg="del">
          <ac:chgData name="Chittaranjan Hens" userId="6fc03958433e8a43" providerId="LiveId" clId="{2791953A-569C-4581-A5F2-161E885C8B9E}" dt="2023-01-07T07:31:51.403" v="1312" actId="478"/>
          <ac:picMkLst>
            <pc:docMk/>
            <pc:sldMk cId="2002867805" sldId="322"/>
            <ac:picMk id="9" creationId="{FBD688D2-A23B-449C-5AAC-59E8E9CF7113}"/>
          </ac:picMkLst>
        </pc:picChg>
      </pc:sldChg>
      <pc:sldChg chg="new del">
        <pc:chgData name="Chittaranjan Hens" userId="6fc03958433e8a43" providerId="LiveId" clId="{2791953A-569C-4581-A5F2-161E885C8B9E}" dt="2023-01-07T07:31:30.447" v="1309" actId="680"/>
        <pc:sldMkLst>
          <pc:docMk/>
          <pc:sldMk cId="4073507787" sldId="322"/>
        </pc:sldMkLst>
      </pc:sldChg>
      <pc:sldChg chg="modSp add mod">
        <pc:chgData name="Chittaranjan Hens" userId="6fc03958433e8a43" providerId="LiveId" clId="{2791953A-569C-4581-A5F2-161E885C8B9E}" dt="2023-01-07T11:32:02.490" v="2438" actId="1035"/>
        <pc:sldMkLst>
          <pc:docMk/>
          <pc:sldMk cId="2195716212" sldId="323"/>
        </pc:sldMkLst>
        <pc:spChg chg="mod">
          <ac:chgData name="Chittaranjan Hens" userId="6fc03958433e8a43" providerId="LiveId" clId="{2791953A-569C-4581-A5F2-161E885C8B9E}" dt="2023-01-07T11:32:02.490" v="2438" actId="1035"/>
          <ac:spMkLst>
            <pc:docMk/>
            <pc:sldMk cId="2195716212" sldId="323"/>
            <ac:spMk id="4" creationId="{00000000-0000-0000-0000-000000000000}"/>
          </ac:spMkLst>
        </pc:spChg>
      </pc:sldChg>
      <pc:sldChg chg="add">
        <pc:chgData name="Chittaranjan Hens" userId="6fc03958433e8a43" providerId="LiveId" clId="{2791953A-569C-4581-A5F2-161E885C8B9E}" dt="2023-01-07T09:37:23.575" v="1925"/>
        <pc:sldMkLst>
          <pc:docMk/>
          <pc:sldMk cId="780947734" sldId="324"/>
        </pc:sldMkLst>
      </pc:sldChg>
      <pc:sldChg chg="addSp modSp add mod">
        <pc:chgData name="Chittaranjan Hens" userId="6fc03958433e8a43" providerId="LiveId" clId="{2791953A-569C-4581-A5F2-161E885C8B9E}" dt="2023-01-07T09:53:56.807" v="2014" actId="14100"/>
        <pc:sldMkLst>
          <pc:docMk/>
          <pc:sldMk cId="0" sldId="354"/>
        </pc:sldMkLst>
        <pc:spChg chg="mod">
          <ac:chgData name="Chittaranjan Hens" userId="6fc03958433e8a43" providerId="LiveId" clId="{2791953A-569C-4581-A5F2-161E885C8B9E}" dt="2023-01-07T09:49:52.111" v="2010" actId="2711"/>
          <ac:spMkLst>
            <pc:docMk/>
            <pc:sldMk cId="0" sldId="354"/>
            <ac:spMk id="4" creationId="{00000000-0000-0000-0000-000000000000}"/>
          </ac:spMkLst>
        </pc:spChg>
        <pc:spChg chg="mod">
          <ac:chgData name="Chittaranjan Hens" userId="6fc03958433e8a43" providerId="LiveId" clId="{2791953A-569C-4581-A5F2-161E885C8B9E}" dt="2023-01-07T09:53:56.807" v="2014" actId="14100"/>
          <ac:spMkLst>
            <pc:docMk/>
            <pc:sldMk cId="0" sldId="354"/>
            <ac:spMk id="6" creationId="{00000000-0000-0000-0000-000000000000}"/>
          </ac:spMkLst>
        </pc:spChg>
        <pc:picChg chg="add mod ord">
          <ac:chgData name="Chittaranjan Hens" userId="6fc03958433e8a43" providerId="LiveId" clId="{2791953A-569C-4581-A5F2-161E885C8B9E}" dt="2023-01-07T09:49:33.462" v="2007" actId="167"/>
          <ac:picMkLst>
            <pc:docMk/>
            <pc:sldMk cId="0" sldId="354"/>
            <ac:picMk id="2" creationId="{7CEFF12B-BE4E-CAAD-290E-3F7FE8946007}"/>
          </ac:picMkLst>
        </pc:picChg>
        <pc:picChg chg="mod">
          <ac:chgData name="Chittaranjan Hens" userId="6fc03958433e8a43" providerId="LiveId" clId="{2791953A-569C-4581-A5F2-161E885C8B9E}" dt="2023-01-07T09:50:02.164" v="2011" actId="1076"/>
          <ac:picMkLst>
            <pc:docMk/>
            <pc:sldMk cId="0" sldId="354"/>
            <ac:picMk id="5" creationId="{00000000-0000-0000-0000-000000000000}"/>
          </ac:picMkLst>
        </pc:picChg>
      </pc:sldChg>
      <pc:sldChg chg="addSp modSp add mod">
        <pc:chgData name="Chittaranjan Hens" userId="6fc03958433e8a43" providerId="LiveId" clId="{2791953A-569C-4581-A5F2-161E885C8B9E}" dt="2023-01-07T09:54:06.590" v="2015" actId="1076"/>
        <pc:sldMkLst>
          <pc:docMk/>
          <pc:sldMk cId="0" sldId="355"/>
        </pc:sldMkLst>
        <pc:spChg chg="mod">
          <ac:chgData name="Chittaranjan Hens" userId="6fc03958433e8a43" providerId="LiveId" clId="{2791953A-569C-4581-A5F2-161E885C8B9E}" dt="2023-01-07T09:49:11.262" v="2005" actId="1076"/>
          <ac:spMkLst>
            <pc:docMk/>
            <pc:sldMk cId="0" sldId="355"/>
            <ac:spMk id="4" creationId="{00000000-0000-0000-0000-000000000000}"/>
          </ac:spMkLst>
        </pc:spChg>
        <pc:picChg chg="add mod ord">
          <ac:chgData name="Chittaranjan Hens" userId="6fc03958433e8a43" providerId="LiveId" clId="{2791953A-569C-4581-A5F2-161E885C8B9E}" dt="2023-01-07T09:48:46.947" v="2002" actId="167"/>
          <ac:picMkLst>
            <pc:docMk/>
            <pc:sldMk cId="0" sldId="355"/>
            <ac:picMk id="2" creationId="{3BAA6C78-3344-C894-AA0D-021F19CC71F1}"/>
          </ac:picMkLst>
        </pc:picChg>
        <pc:picChg chg="mod">
          <ac:chgData name="Chittaranjan Hens" userId="6fc03958433e8a43" providerId="LiveId" clId="{2791953A-569C-4581-A5F2-161E885C8B9E}" dt="2023-01-07T09:54:06.590" v="2015" actId="1076"/>
          <ac:picMkLst>
            <pc:docMk/>
            <pc:sldMk cId="0" sldId="355"/>
            <ac:picMk id="5" creationId="{00000000-0000-0000-0000-000000000000}"/>
          </ac:picMkLst>
        </pc:picChg>
      </pc:sldChg>
      <pc:sldChg chg="addSp delSp modSp add mod">
        <pc:chgData name="Chittaranjan Hens" userId="6fc03958433e8a43" providerId="LiveId" clId="{2791953A-569C-4581-A5F2-161E885C8B9E}" dt="2023-01-07T09:47:29.372" v="1987" actId="1076"/>
        <pc:sldMkLst>
          <pc:docMk/>
          <pc:sldMk cId="0" sldId="356"/>
        </pc:sldMkLst>
        <pc:spChg chg="del">
          <ac:chgData name="Chittaranjan Hens" userId="6fc03958433e8a43" providerId="LiveId" clId="{2791953A-569C-4581-A5F2-161E885C8B9E}" dt="2023-01-07T09:46:21.543" v="1955" actId="478"/>
          <ac:spMkLst>
            <pc:docMk/>
            <pc:sldMk cId="0" sldId="356"/>
            <ac:spMk id="2" creationId="{00000000-0000-0000-0000-000000000000}"/>
          </ac:spMkLst>
        </pc:spChg>
        <pc:spChg chg="add mod">
          <ac:chgData name="Chittaranjan Hens" userId="6fc03958433e8a43" providerId="LiveId" clId="{2791953A-569C-4581-A5F2-161E885C8B9E}" dt="2023-01-07T09:46:53.692" v="1979" actId="6549"/>
          <ac:spMkLst>
            <pc:docMk/>
            <pc:sldMk cId="0" sldId="356"/>
            <ac:spMk id="25" creationId="{945034A2-4B1A-45C1-81F8-C12BFADE52F6}"/>
          </ac:spMkLst>
        </pc:spChg>
        <pc:spChg chg="mod">
          <ac:chgData name="Chittaranjan Hens" userId="6fc03958433e8a43" providerId="LiveId" clId="{2791953A-569C-4581-A5F2-161E885C8B9E}" dt="2023-01-07T09:45:54.829" v="1952" actId="20577"/>
          <ac:spMkLst>
            <pc:docMk/>
            <pc:sldMk cId="0" sldId="356"/>
            <ac:spMk id="33" creationId="{00000000-0000-0000-0000-000000000000}"/>
          </ac:spMkLst>
        </pc:spChg>
        <pc:picChg chg="add mod ord">
          <ac:chgData name="Chittaranjan Hens" userId="6fc03958433e8a43" providerId="LiveId" clId="{2791953A-569C-4581-A5F2-161E885C8B9E}" dt="2023-01-07T09:47:29.372" v="1987" actId="1076"/>
          <ac:picMkLst>
            <pc:docMk/>
            <pc:sldMk cId="0" sldId="356"/>
            <ac:picMk id="3" creationId="{BBF17F6B-9354-68F6-70AC-52027BBF9599}"/>
          </ac:picMkLst>
        </pc:picChg>
      </pc:sldChg>
      <pc:sldChg chg="addSp delSp modSp add mod">
        <pc:chgData name="Chittaranjan Hens" userId="6fc03958433e8a43" providerId="LiveId" clId="{2791953A-569C-4581-A5F2-161E885C8B9E}" dt="2023-01-07T11:05:04.363" v="2123" actId="478"/>
        <pc:sldMkLst>
          <pc:docMk/>
          <pc:sldMk cId="2316306481" sldId="357"/>
        </pc:sldMkLst>
        <pc:spChg chg="mod">
          <ac:chgData name="Chittaranjan Hens" userId="6fc03958433e8a43" providerId="LiveId" clId="{2791953A-569C-4581-A5F2-161E885C8B9E}" dt="2023-01-07T11:02:01.057" v="2104" actId="1076"/>
          <ac:spMkLst>
            <pc:docMk/>
            <pc:sldMk cId="2316306481" sldId="357"/>
            <ac:spMk id="3" creationId="{11B13B69-AD84-EF38-A278-672F5A03502C}"/>
          </ac:spMkLst>
        </pc:spChg>
        <pc:spChg chg="del">
          <ac:chgData name="Chittaranjan Hens" userId="6fc03958433e8a43" providerId="LiveId" clId="{2791953A-569C-4581-A5F2-161E885C8B9E}" dt="2023-01-07T11:05:04.363" v="2123" actId="478"/>
          <ac:spMkLst>
            <pc:docMk/>
            <pc:sldMk cId="2316306481" sldId="357"/>
            <ac:spMk id="4" creationId="{52D42444-A41A-69D9-C6F7-929EE2229805}"/>
          </ac:spMkLst>
        </pc:spChg>
        <pc:picChg chg="mod">
          <ac:chgData name="Chittaranjan Hens" userId="6fc03958433e8a43" providerId="LiveId" clId="{2791953A-569C-4581-A5F2-161E885C8B9E}" dt="2023-01-07T11:05:01.142" v="2122" actId="1076"/>
          <ac:picMkLst>
            <pc:docMk/>
            <pc:sldMk cId="2316306481" sldId="357"/>
            <ac:picMk id="2" creationId="{5959D435-A427-1D1F-B994-56978A5DC80E}"/>
          </ac:picMkLst>
        </pc:picChg>
        <pc:picChg chg="add del mod">
          <ac:chgData name="Chittaranjan Hens" userId="6fc03958433e8a43" providerId="LiveId" clId="{2791953A-569C-4581-A5F2-161E885C8B9E}" dt="2023-01-07T11:01:40.336" v="2101" actId="478"/>
          <ac:picMkLst>
            <pc:docMk/>
            <pc:sldMk cId="2316306481" sldId="357"/>
            <ac:picMk id="6" creationId="{7E769AF6-6856-AA3C-E5A7-926402A53188}"/>
          </ac:picMkLst>
        </pc:picChg>
      </pc:sldChg>
      <pc:sldChg chg="delSp modSp add del mod">
        <pc:chgData name="Chittaranjan Hens" userId="6fc03958433e8a43" providerId="LiveId" clId="{2791953A-569C-4581-A5F2-161E885C8B9E}" dt="2023-01-07T10:33:13.443" v="2089" actId="2696"/>
        <pc:sldMkLst>
          <pc:docMk/>
          <pc:sldMk cId="2994124650" sldId="357"/>
        </pc:sldMkLst>
        <pc:spChg chg="mod">
          <ac:chgData name="Chittaranjan Hens" userId="6fc03958433e8a43" providerId="LiveId" clId="{2791953A-569C-4581-A5F2-161E885C8B9E}" dt="2023-01-07T10:33:09.244" v="2088" actId="20577"/>
          <ac:spMkLst>
            <pc:docMk/>
            <pc:sldMk cId="2994124650" sldId="357"/>
            <ac:spMk id="3" creationId="{11B13B69-AD84-EF38-A278-672F5A03502C}"/>
          </ac:spMkLst>
        </pc:spChg>
        <pc:spChg chg="del">
          <ac:chgData name="Chittaranjan Hens" userId="6fc03958433e8a43" providerId="LiveId" clId="{2791953A-569C-4581-A5F2-161E885C8B9E}" dt="2023-01-07T10:32:54.267" v="2058" actId="478"/>
          <ac:spMkLst>
            <pc:docMk/>
            <pc:sldMk cId="2994124650" sldId="357"/>
            <ac:spMk id="5" creationId="{00000000-0000-0000-0000-000000000000}"/>
          </ac:spMkLst>
        </pc:spChg>
        <pc:picChg chg="del mod">
          <ac:chgData name="Chittaranjan Hens" userId="6fc03958433e8a43" providerId="LiveId" clId="{2791953A-569C-4581-A5F2-161E885C8B9E}" dt="2023-01-07T10:32:56.139" v="2060" actId="478"/>
          <ac:picMkLst>
            <pc:docMk/>
            <pc:sldMk cId="2994124650" sldId="357"/>
            <ac:picMk id="6" creationId="{00000000-0000-0000-0000-000000000000}"/>
          </ac:picMkLst>
        </pc:picChg>
      </pc:sldChg>
      <pc:sldChg chg="addSp delSp modSp add mod">
        <pc:chgData name="Chittaranjan Hens" userId="6fc03958433e8a43" providerId="LiveId" clId="{2791953A-569C-4581-A5F2-161E885C8B9E}" dt="2023-01-07T11:31:48.028" v="2435" actId="1076"/>
        <pc:sldMkLst>
          <pc:docMk/>
          <pc:sldMk cId="0" sldId="384"/>
        </pc:sldMkLst>
        <pc:spChg chg="add mod">
          <ac:chgData name="Chittaranjan Hens" userId="6fc03958433e8a43" providerId="LiveId" clId="{2791953A-569C-4581-A5F2-161E885C8B9E}" dt="2023-01-07T11:05:11.414" v="2125" actId="1076"/>
          <ac:spMkLst>
            <pc:docMk/>
            <pc:sldMk cId="0" sldId="384"/>
            <ac:spMk id="5" creationId="{4204EEE6-A3DF-3573-803A-A224226077BD}"/>
          </ac:spMkLst>
        </pc:spChg>
        <pc:spChg chg="add mod">
          <ac:chgData name="Chittaranjan Hens" userId="6fc03958433e8a43" providerId="LiveId" clId="{2791953A-569C-4581-A5F2-161E885C8B9E}" dt="2023-01-07T11:31:48.028" v="2435" actId="1076"/>
          <ac:spMkLst>
            <pc:docMk/>
            <pc:sldMk cId="0" sldId="384"/>
            <ac:spMk id="6" creationId="{A9A47CFE-66BC-8685-8F03-3341EC8D232B}"/>
          </ac:spMkLst>
        </pc:spChg>
        <pc:spChg chg="del mod">
          <ac:chgData name="Chittaranjan Hens" userId="6fc03958433e8a43" providerId="LiveId" clId="{2791953A-569C-4581-A5F2-161E885C8B9E}" dt="2023-01-07T11:31:42.268" v="2433" actId="478"/>
          <ac:spMkLst>
            <pc:docMk/>
            <pc:sldMk cId="0" sldId="384"/>
            <ac:spMk id="14" creationId="{00000000-0000-0000-0000-000000000000}"/>
          </ac:spMkLst>
        </pc:spChg>
        <pc:spChg chg="mod">
          <ac:chgData name="Chittaranjan Hens" userId="6fc03958433e8a43" providerId="LiveId" clId="{2791953A-569C-4581-A5F2-161E885C8B9E}" dt="2023-01-07T11:03:59.231" v="2117" actId="2711"/>
          <ac:spMkLst>
            <pc:docMk/>
            <pc:sldMk cId="0" sldId="384"/>
            <ac:spMk id="17" creationId="{00000000-0000-0000-0000-000000000000}"/>
          </ac:spMkLst>
        </pc:spChg>
        <pc:spChg chg="mod">
          <ac:chgData name="Chittaranjan Hens" userId="6fc03958433e8a43" providerId="LiveId" clId="{2791953A-569C-4581-A5F2-161E885C8B9E}" dt="2023-01-07T11:04:08.215" v="2118" actId="2711"/>
          <ac:spMkLst>
            <pc:docMk/>
            <pc:sldMk cId="0" sldId="384"/>
            <ac:spMk id="18" creationId="{00000000-0000-0000-0000-000000000000}"/>
          </ac:spMkLst>
        </pc:spChg>
        <pc:picChg chg="add mod ord">
          <ac:chgData name="Chittaranjan Hens" userId="6fc03958433e8a43" providerId="LiveId" clId="{2791953A-569C-4581-A5F2-161E885C8B9E}" dt="2023-01-07T11:02:32.856" v="2110"/>
          <ac:picMkLst>
            <pc:docMk/>
            <pc:sldMk cId="0" sldId="384"/>
            <ac:picMk id="4" creationId="{573B38AE-69F0-36B5-BC0F-0B495313B0D2}"/>
          </ac:picMkLst>
        </pc:picChg>
      </pc:sldChg>
      <pc:sldChg chg="addSp delSp modSp new del mod">
        <pc:chgData name="Chittaranjan Hens" userId="6fc03958433e8a43" providerId="LiveId" clId="{2791953A-569C-4581-A5F2-161E885C8B9E}" dt="2023-01-07T11:29:02.078" v="2391" actId="2696"/>
        <pc:sldMkLst>
          <pc:docMk/>
          <pc:sldMk cId="1033388018" sldId="385"/>
        </pc:sldMkLst>
        <pc:spChg chg="del">
          <ac:chgData name="Chittaranjan Hens" userId="6fc03958433e8a43" providerId="LiveId" clId="{2791953A-569C-4581-A5F2-161E885C8B9E}" dt="2023-01-07T11:24:52.834" v="2127" actId="478"/>
          <ac:spMkLst>
            <pc:docMk/>
            <pc:sldMk cId="1033388018" sldId="385"/>
            <ac:spMk id="2" creationId="{0E5C1625-3D22-C410-EE04-13DA5A0A3034}"/>
          </ac:spMkLst>
        </pc:spChg>
        <pc:spChg chg="mod">
          <ac:chgData name="Chittaranjan Hens" userId="6fc03958433e8a43" providerId="LiveId" clId="{2791953A-569C-4581-A5F2-161E885C8B9E}" dt="2023-01-07T11:28:34.360" v="2390" actId="207"/>
          <ac:spMkLst>
            <pc:docMk/>
            <pc:sldMk cId="1033388018" sldId="385"/>
            <ac:spMk id="3" creationId="{1B1B2271-8AEC-8F6F-A2A9-A1E42DF1168C}"/>
          </ac:spMkLst>
        </pc:spChg>
        <pc:spChg chg="add mod">
          <ac:chgData name="Chittaranjan Hens" userId="6fc03958433e8a43" providerId="LiveId" clId="{2791953A-569C-4581-A5F2-161E885C8B9E}" dt="2023-01-07T11:27:47.218" v="2380" actId="207"/>
          <ac:spMkLst>
            <pc:docMk/>
            <pc:sldMk cId="1033388018" sldId="385"/>
            <ac:spMk id="5" creationId="{92B54440-CCCF-94BD-B831-7C8745A90D61}"/>
          </ac:spMkLst>
        </pc:spChg>
        <pc:picChg chg="add mod ord">
          <ac:chgData name="Chittaranjan Hens" userId="6fc03958433e8a43" providerId="LiveId" clId="{2791953A-569C-4581-A5F2-161E885C8B9E}" dt="2023-01-07T11:28:31.515" v="2389" actId="207"/>
          <ac:picMkLst>
            <pc:docMk/>
            <pc:sldMk cId="1033388018" sldId="385"/>
            <ac:picMk id="6" creationId="{EA3058B0-74E5-A3DD-A7FD-20E7F6703170}"/>
          </ac:picMkLst>
        </pc:picChg>
      </pc:sldChg>
      <pc:sldChg chg="modSp add mod">
        <pc:chgData name="Chittaranjan Hens" userId="6fc03958433e8a43" providerId="LiveId" clId="{2791953A-569C-4581-A5F2-161E885C8B9E}" dt="2023-01-07T11:39:39.869" v="2693" actId="1076"/>
        <pc:sldMkLst>
          <pc:docMk/>
          <pc:sldMk cId="3469383633" sldId="385"/>
        </pc:sldMkLst>
        <pc:spChg chg="mod">
          <ac:chgData name="Chittaranjan Hens" userId="6fc03958433e8a43" providerId="LiveId" clId="{2791953A-569C-4581-A5F2-161E885C8B9E}" dt="2023-01-07T11:39:34.016" v="2692" actId="1076"/>
          <ac:spMkLst>
            <pc:docMk/>
            <pc:sldMk cId="3469383633" sldId="385"/>
            <ac:spMk id="3" creationId="{1B1B2271-8AEC-8F6F-A2A9-A1E42DF1168C}"/>
          </ac:spMkLst>
        </pc:spChg>
        <pc:spChg chg="mod">
          <ac:chgData name="Chittaranjan Hens" userId="6fc03958433e8a43" providerId="LiveId" clId="{2791953A-569C-4581-A5F2-161E885C8B9E}" dt="2023-01-07T11:39:39.869" v="2693" actId="1076"/>
          <ac:spMkLst>
            <pc:docMk/>
            <pc:sldMk cId="3469383633" sldId="385"/>
            <ac:spMk id="5" creationId="{92B54440-CCCF-94BD-B831-7C8745A90D61}"/>
          </ac:spMkLst>
        </pc:spChg>
      </pc:sldChg>
      <pc:sldChg chg="addSp delSp modSp add mod">
        <pc:chgData name="Chittaranjan Hens" userId="6fc03958433e8a43" providerId="LiveId" clId="{2791953A-569C-4581-A5F2-161E885C8B9E}" dt="2023-01-07T11:33:48.532" v="2455" actId="207"/>
        <pc:sldMkLst>
          <pc:docMk/>
          <pc:sldMk cId="2137677281" sldId="386"/>
        </pc:sldMkLst>
        <pc:spChg chg="del">
          <ac:chgData name="Chittaranjan Hens" userId="6fc03958433e8a43" providerId="LiveId" clId="{2791953A-569C-4581-A5F2-161E885C8B9E}" dt="2023-01-07T11:32:47.166" v="2445" actId="478"/>
          <ac:spMkLst>
            <pc:docMk/>
            <pc:sldMk cId="2137677281" sldId="386"/>
            <ac:spMk id="4" creationId="{CCCA8A31-A425-805B-7E82-14BF6F08B0E6}"/>
          </ac:spMkLst>
        </pc:spChg>
        <pc:spChg chg="del">
          <ac:chgData name="Chittaranjan Hens" userId="6fc03958433e8a43" providerId="LiveId" clId="{2791953A-569C-4581-A5F2-161E885C8B9E}" dt="2023-01-07T11:32:37.662" v="2442" actId="478"/>
          <ac:spMkLst>
            <pc:docMk/>
            <pc:sldMk cId="2137677281" sldId="386"/>
            <ac:spMk id="7" creationId="{00000000-0000-0000-0000-000000000000}"/>
          </ac:spMkLst>
        </pc:spChg>
        <pc:spChg chg="add mod">
          <ac:chgData name="Chittaranjan Hens" userId="6fc03958433e8a43" providerId="LiveId" clId="{2791953A-569C-4581-A5F2-161E885C8B9E}" dt="2023-01-07T11:33:48.532" v="2455" actId="207"/>
          <ac:spMkLst>
            <pc:docMk/>
            <pc:sldMk cId="2137677281" sldId="386"/>
            <ac:spMk id="8" creationId="{1B6D1CE5-93A7-8D8A-C5F6-669223E63BF1}"/>
          </ac:spMkLst>
        </pc:spChg>
        <pc:spChg chg="del">
          <ac:chgData name="Chittaranjan Hens" userId="6fc03958433e8a43" providerId="LiveId" clId="{2791953A-569C-4581-A5F2-161E885C8B9E}" dt="2023-01-07T11:32:43.109" v="2444" actId="478"/>
          <ac:spMkLst>
            <pc:docMk/>
            <pc:sldMk cId="2137677281" sldId="386"/>
            <ac:spMk id="12" creationId="{4C653E79-0A46-588F-60E6-A350327114CC}"/>
          </ac:spMkLst>
        </pc:spChg>
        <pc:picChg chg="mod">
          <ac:chgData name="Chittaranjan Hens" userId="6fc03958433e8a43" providerId="LiveId" clId="{2791953A-569C-4581-A5F2-161E885C8B9E}" dt="2023-01-07T11:33:42.797" v="2453" actId="1076"/>
          <ac:picMkLst>
            <pc:docMk/>
            <pc:sldMk cId="2137677281" sldId="386"/>
            <ac:picMk id="3" creationId="{9645F0C6-7614-4E94-CA73-EA70AF900FC6}"/>
          </ac:picMkLst>
        </pc:picChg>
        <pc:picChg chg="del">
          <ac:chgData name="Chittaranjan Hens" userId="6fc03958433e8a43" providerId="LiveId" clId="{2791953A-569C-4581-A5F2-161E885C8B9E}" dt="2023-01-07T11:32:39.661" v="2443" actId="478"/>
          <ac:picMkLst>
            <pc:docMk/>
            <pc:sldMk cId="2137677281" sldId="386"/>
            <ac:picMk id="5" creationId="{71171681-20A5-D7EB-CA30-71ADFCE220F6}"/>
          </ac:picMkLst>
        </pc:picChg>
      </pc:sldChg>
      <pc:sldChg chg="modSp add mod">
        <pc:chgData name="Chittaranjan Hens" userId="6fc03958433e8a43" providerId="LiveId" clId="{2791953A-569C-4581-A5F2-161E885C8B9E}" dt="2023-01-07T12:51:50.684" v="3029" actId="20577"/>
        <pc:sldMkLst>
          <pc:docMk/>
          <pc:sldMk cId="174701711" sldId="387"/>
        </pc:sldMkLst>
        <pc:spChg chg="mod">
          <ac:chgData name="Chittaranjan Hens" userId="6fc03958433e8a43" providerId="LiveId" clId="{2791953A-569C-4581-A5F2-161E885C8B9E}" dt="2023-01-07T12:51:50.684" v="3029" actId="20577"/>
          <ac:spMkLst>
            <pc:docMk/>
            <pc:sldMk cId="174701711" sldId="387"/>
            <ac:spMk id="3" creationId="{1B1B2271-8AEC-8F6F-A2A9-A1E42DF1168C}"/>
          </ac:spMkLst>
        </pc:spChg>
        <pc:spChg chg="mod">
          <ac:chgData name="Chittaranjan Hens" userId="6fc03958433e8a43" providerId="LiveId" clId="{2791953A-569C-4581-A5F2-161E885C8B9E}" dt="2023-01-07T12:29:50.984" v="2894" actId="1076"/>
          <ac:spMkLst>
            <pc:docMk/>
            <pc:sldMk cId="174701711" sldId="387"/>
            <ac:spMk id="5" creationId="{92B54440-CCCF-94BD-B831-7C8745A90D61}"/>
          </ac:spMkLst>
        </pc:spChg>
      </pc:sldChg>
      <pc:sldChg chg="add del">
        <pc:chgData name="Chittaranjan Hens" userId="6fc03958433e8a43" providerId="LiveId" clId="{2791953A-569C-4581-A5F2-161E885C8B9E}" dt="2023-01-07T11:32:50.328" v="2447"/>
        <pc:sldMkLst>
          <pc:docMk/>
          <pc:sldMk cId="3953666039" sldId="387"/>
        </pc:sldMkLst>
      </pc:sldChg>
      <pc:sldChg chg="addSp delSp modSp add mod">
        <pc:chgData name="Chittaranjan Hens" userId="6fc03958433e8a43" providerId="LiveId" clId="{2791953A-569C-4581-A5F2-161E885C8B9E}" dt="2023-01-07T12:03:16.930" v="2747" actId="22"/>
        <pc:sldMkLst>
          <pc:docMk/>
          <pc:sldMk cId="2733058180" sldId="388"/>
        </pc:sldMkLst>
        <pc:spChg chg="del">
          <ac:chgData name="Chittaranjan Hens" userId="6fc03958433e8a43" providerId="LiveId" clId="{2791953A-569C-4581-A5F2-161E885C8B9E}" dt="2023-01-07T12:02:33.971" v="2719" actId="478"/>
          <ac:spMkLst>
            <pc:docMk/>
            <pc:sldMk cId="2733058180" sldId="388"/>
            <ac:spMk id="3" creationId="{1B1B2271-8AEC-8F6F-A2A9-A1E42DF1168C}"/>
          </ac:spMkLst>
        </pc:spChg>
        <pc:spChg chg="mod">
          <ac:chgData name="Chittaranjan Hens" userId="6fc03958433e8a43" providerId="LiveId" clId="{2791953A-569C-4581-A5F2-161E885C8B9E}" dt="2023-01-07T12:03:01.899" v="2746" actId="1076"/>
          <ac:spMkLst>
            <pc:docMk/>
            <pc:sldMk cId="2733058180" sldId="388"/>
            <ac:spMk id="5" creationId="{92B54440-CCCF-94BD-B831-7C8745A90D61}"/>
          </ac:spMkLst>
        </pc:spChg>
        <pc:spChg chg="add del mod">
          <ac:chgData name="Chittaranjan Hens" userId="6fc03958433e8a43" providerId="LiveId" clId="{2791953A-569C-4581-A5F2-161E885C8B9E}" dt="2023-01-07T12:03:16.930" v="2747" actId="22"/>
          <ac:spMkLst>
            <pc:docMk/>
            <pc:sldMk cId="2733058180" sldId="388"/>
            <ac:spMk id="7" creationId="{44238E4C-81D0-0B0C-AEEA-72BF4D83A665}"/>
          </ac:spMkLst>
        </pc:spChg>
        <pc:picChg chg="add mod ord">
          <ac:chgData name="Chittaranjan Hens" userId="6fc03958433e8a43" providerId="LiveId" clId="{2791953A-569C-4581-A5F2-161E885C8B9E}" dt="2023-01-07T12:03:16.930" v="2747" actId="22"/>
          <ac:picMkLst>
            <pc:docMk/>
            <pc:sldMk cId="2733058180" sldId="388"/>
            <ac:picMk id="9" creationId="{6E886004-6D9F-9997-56BF-FAC90B3841F2}"/>
          </ac:picMkLst>
        </pc:picChg>
      </pc:sldChg>
      <pc:sldChg chg="add del">
        <pc:chgData name="Chittaranjan Hens" userId="6fc03958433e8a43" providerId="LiveId" clId="{2791953A-569C-4581-A5F2-161E885C8B9E}" dt="2023-01-07T12:02:36.877" v="2721"/>
        <pc:sldMkLst>
          <pc:docMk/>
          <pc:sldMk cId="771590466" sldId="389"/>
        </pc:sldMkLst>
      </pc:sldChg>
      <pc:sldChg chg="addSp delSp modSp add mod">
        <pc:chgData name="Chittaranjan Hens" userId="6fc03958433e8a43" providerId="LiveId" clId="{2791953A-569C-4581-A5F2-161E885C8B9E}" dt="2023-01-07T13:22:39.773" v="3138" actId="122"/>
        <pc:sldMkLst>
          <pc:docMk/>
          <pc:sldMk cId="773496104" sldId="389"/>
        </pc:sldMkLst>
        <pc:spChg chg="add mod">
          <ac:chgData name="Chittaranjan Hens" userId="6fc03958433e8a43" providerId="LiveId" clId="{2791953A-569C-4581-A5F2-161E885C8B9E}" dt="2023-01-07T12:03:48.631" v="2751" actId="478"/>
          <ac:spMkLst>
            <pc:docMk/>
            <pc:sldMk cId="773496104" sldId="389"/>
            <ac:spMk id="3" creationId="{63752CAF-50E7-E1B3-EC10-636D0E0941FE}"/>
          </ac:spMkLst>
        </pc:spChg>
        <pc:spChg chg="mod">
          <ac:chgData name="Chittaranjan Hens" userId="6fc03958433e8a43" providerId="LiveId" clId="{2791953A-569C-4581-A5F2-161E885C8B9E}" dt="2023-01-07T13:22:39.773" v="3138" actId="122"/>
          <ac:spMkLst>
            <pc:docMk/>
            <pc:sldMk cId="773496104" sldId="389"/>
            <ac:spMk id="5" creationId="{92B54440-CCCF-94BD-B831-7C8745A90D61}"/>
          </ac:spMkLst>
        </pc:spChg>
        <pc:picChg chg="add mod">
          <ac:chgData name="Chittaranjan Hens" userId="6fc03958433e8a43" providerId="LiveId" clId="{2791953A-569C-4581-A5F2-161E885C8B9E}" dt="2023-01-07T12:04:16.605" v="2754" actId="1076"/>
          <ac:picMkLst>
            <pc:docMk/>
            <pc:sldMk cId="773496104" sldId="389"/>
            <ac:picMk id="8" creationId="{CE204013-5F68-5BA2-9848-4238D84A39D8}"/>
          </ac:picMkLst>
        </pc:picChg>
        <pc:picChg chg="del">
          <ac:chgData name="Chittaranjan Hens" userId="6fc03958433e8a43" providerId="LiveId" clId="{2791953A-569C-4581-A5F2-161E885C8B9E}" dt="2023-01-07T12:03:48.631" v="2751" actId="478"/>
          <ac:picMkLst>
            <pc:docMk/>
            <pc:sldMk cId="773496104" sldId="389"/>
            <ac:picMk id="9" creationId="{6E886004-6D9F-9997-56BF-FAC90B3841F2}"/>
          </ac:picMkLst>
        </pc:picChg>
      </pc:sldChg>
      <pc:sldChg chg="add del">
        <pc:chgData name="Chittaranjan Hens" userId="6fc03958433e8a43" providerId="LiveId" clId="{2791953A-569C-4581-A5F2-161E885C8B9E}" dt="2023-01-07T12:03:39.355" v="2749" actId="47"/>
        <pc:sldMkLst>
          <pc:docMk/>
          <pc:sldMk cId="3053040007" sldId="389"/>
        </pc:sldMkLst>
      </pc:sldChg>
      <pc:sldChg chg="addSp delSp modSp add mod">
        <pc:chgData name="Chittaranjan Hens" userId="6fc03958433e8a43" providerId="LiveId" clId="{2791953A-569C-4581-A5F2-161E885C8B9E}" dt="2023-01-07T13:22:44.296" v="3139"/>
        <pc:sldMkLst>
          <pc:docMk/>
          <pc:sldMk cId="169313233" sldId="390"/>
        </pc:sldMkLst>
        <pc:spChg chg="add mod">
          <ac:chgData name="Chittaranjan Hens" userId="6fc03958433e8a43" providerId="LiveId" clId="{2791953A-569C-4581-A5F2-161E885C8B9E}" dt="2023-01-07T13:22:44.296" v="3139"/>
          <ac:spMkLst>
            <pc:docMk/>
            <pc:sldMk cId="169313233" sldId="390"/>
            <ac:spMk id="2" creationId="{EFCBF4DB-B0CF-EBDD-73B5-29750A2281EF}"/>
          </ac:spMkLst>
        </pc:spChg>
        <pc:spChg chg="del">
          <ac:chgData name="Chittaranjan Hens" userId="6fc03958433e8a43" providerId="LiveId" clId="{2791953A-569C-4581-A5F2-161E885C8B9E}" dt="2023-01-07T12:09:33.367" v="2761" actId="22"/>
          <ac:spMkLst>
            <pc:docMk/>
            <pc:sldMk cId="169313233" sldId="390"/>
            <ac:spMk id="3" creationId="{63752CAF-50E7-E1B3-EC10-636D0E0941FE}"/>
          </ac:spMkLst>
        </pc:spChg>
        <pc:spChg chg="del">
          <ac:chgData name="Chittaranjan Hens" userId="6fc03958433e8a43" providerId="LiveId" clId="{2791953A-569C-4581-A5F2-161E885C8B9E}" dt="2023-01-07T13:22:34.748" v="3137" actId="478"/>
          <ac:spMkLst>
            <pc:docMk/>
            <pc:sldMk cId="169313233" sldId="390"/>
            <ac:spMk id="5" creationId="{92B54440-CCCF-94BD-B831-7C8745A90D61}"/>
          </ac:spMkLst>
        </pc:spChg>
        <pc:picChg chg="add mod">
          <ac:chgData name="Chittaranjan Hens" userId="6fc03958433e8a43" providerId="LiveId" clId="{2791953A-569C-4581-A5F2-161E885C8B9E}" dt="2023-01-07T12:09:21.052" v="2760" actId="1076"/>
          <ac:picMkLst>
            <pc:docMk/>
            <pc:sldMk cId="169313233" sldId="390"/>
            <ac:picMk id="7" creationId="{406DE4F3-78EC-D337-291B-5F8BB3CB5FD2}"/>
          </ac:picMkLst>
        </pc:picChg>
        <pc:picChg chg="add mod ord">
          <ac:chgData name="Chittaranjan Hens" userId="6fc03958433e8a43" providerId="LiveId" clId="{2791953A-569C-4581-A5F2-161E885C8B9E}" dt="2023-01-07T12:09:40.413" v="2763" actId="1076"/>
          <ac:picMkLst>
            <pc:docMk/>
            <pc:sldMk cId="169313233" sldId="390"/>
            <ac:picMk id="10" creationId="{6FDE6B00-D520-597B-FA44-57748567DBCB}"/>
          </ac:picMkLst>
        </pc:picChg>
      </pc:sldChg>
      <pc:sldChg chg="addSp modSp add mod">
        <pc:chgData name="Chittaranjan Hens" userId="6fc03958433e8a43" providerId="LiveId" clId="{2791953A-569C-4581-A5F2-161E885C8B9E}" dt="2023-01-07T12:29:24.253" v="2890" actId="1076"/>
        <pc:sldMkLst>
          <pc:docMk/>
          <pc:sldMk cId="2874771891" sldId="391"/>
        </pc:sldMkLst>
        <pc:spChg chg="mod">
          <ac:chgData name="Chittaranjan Hens" userId="6fc03958433e8a43" providerId="LiveId" clId="{2791953A-569C-4581-A5F2-161E885C8B9E}" dt="2023-01-07T12:28:50.714" v="2884" actId="113"/>
          <ac:spMkLst>
            <pc:docMk/>
            <pc:sldMk cId="2874771891" sldId="391"/>
            <ac:spMk id="2" creationId="{8D4D5D8D-DFB2-5D6F-4DDD-21C521DCD67C}"/>
          </ac:spMkLst>
        </pc:spChg>
        <pc:spChg chg="mod">
          <ac:chgData name="Chittaranjan Hens" userId="6fc03958433e8a43" providerId="LiveId" clId="{2791953A-569C-4581-A5F2-161E885C8B9E}" dt="2023-01-07T12:13:50.340" v="2817" actId="403"/>
          <ac:spMkLst>
            <pc:docMk/>
            <pc:sldMk cId="2874771891" sldId="391"/>
            <ac:spMk id="5" creationId="{1D2675C9-0FF4-BFE8-F40F-C5F67DA65732}"/>
          </ac:spMkLst>
        </pc:spChg>
        <pc:spChg chg="add mod">
          <ac:chgData name="Chittaranjan Hens" userId="6fc03958433e8a43" providerId="LiveId" clId="{2791953A-569C-4581-A5F2-161E885C8B9E}" dt="2023-01-07T12:13:21.207" v="2801" actId="1076"/>
          <ac:spMkLst>
            <pc:docMk/>
            <pc:sldMk cId="2874771891" sldId="391"/>
            <ac:spMk id="6" creationId="{6D7D21F0-E82F-2FD0-9EEB-8906674613DC}"/>
          </ac:spMkLst>
        </pc:spChg>
        <pc:spChg chg="mod">
          <ac:chgData name="Chittaranjan Hens" userId="6fc03958433e8a43" providerId="LiveId" clId="{2791953A-569C-4581-A5F2-161E885C8B9E}" dt="2023-01-07T12:29:24.253" v="2890" actId="1076"/>
          <ac:spMkLst>
            <pc:docMk/>
            <pc:sldMk cId="2874771891" sldId="391"/>
            <ac:spMk id="10" creationId="{3A726EA7-EC3C-826D-1891-938A6C2A0FFB}"/>
          </ac:spMkLst>
        </pc:spChg>
      </pc:sldChg>
      <pc:sldChg chg="delSp modSp add mod ord">
        <pc:chgData name="Chittaranjan Hens" userId="6fc03958433e8a43" providerId="LiveId" clId="{2791953A-569C-4581-A5F2-161E885C8B9E}" dt="2023-01-07T12:28:39.317" v="2881" actId="113"/>
        <pc:sldMkLst>
          <pc:docMk/>
          <pc:sldMk cId="1113648389" sldId="392"/>
        </pc:sldMkLst>
        <pc:spChg chg="mod">
          <ac:chgData name="Chittaranjan Hens" userId="6fc03958433e8a43" providerId="LiveId" clId="{2791953A-569C-4581-A5F2-161E885C8B9E}" dt="2023-01-07T12:28:39.317" v="2881" actId="113"/>
          <ac:spMkLst>
            <pc:docMk/>
            <pc:sldMk cId="1113648389" sldId="392"/>
            <ac:spMk id="2" creationId="{8D4D5D8D-DFB2-5D6F-4DDD-21C521DCD67C}"/>
          </ac:spMkLst>
        </pc:spChg>
        <pc:spChg chg="del">
          <ac:chgData name="Chittaranjan Hens" userId="6fc03958433e8a43" providerId="LiveId" clId="{2791953A-569C-4581-A5F2-161E885C8B9E}" dt="2023-01-07T12:22:48.973" v="2831" actId="478"/>
          <ac:spMkLst>
            <pc:docMk/>
            <pc:sldMk cId="1113648389" sldId="392"/>
            <ac:spMk id="6" creationId="{6D7D21F0-E82F-2FD0-9EEB-8906674613DC}"/>
          </ac:spMkLst>
        </pc:spChg>
      </pc:sldChg>
      <pc:sldChg chg="addSp delSp modSp add del mod ord">
        <pc:chgData name="Chittaranjan Hens" userId="6fc03958433e8a43" providerId="LiveId" clId="{2791953A-569C-4581-A5F2-161E885C8B9E}" dt="2023-01-07T12:22:41.152" v="2829" actId="47"/>
        <pc:sldMkLst>
          <pc:docMk/>
          <pc:sldMk cId="3972156085" sldId="392"/>
        </pc:sldMkLst>
        <pc:spChg chg="del">
          <ac:chgData name="Chittaranjan Hens" userId="6fc03958433e8a43" providerId="LiveId" clId="{2791953A-569C-4581-A5F2-161E885C8B9E}" dt="2023-01-07T12:14:14.147" v="2820" actId="478"/>
          <ac:spMkLst>
            <pc:docMk/>
            <pc:sldMk cId="3972156085" sldId="392"/>
            <ac:spMk id="5" creationId="{1D2675C9-0FF4-BFE8-F40F-C5F67DA65732}"/>
          </ac:spMkLst>
        </pc:spChg>
        <pc:spChg chg="mod">
          <ac:chgData name="Chittaranjan Hens" userId="6fc03958433e8a43" providerId="LiveId" clId="{2791953A-569C-4581-A5F2-161E885C8B9E}" dt="2023-01-07T12:22:22.365" v="2827" actId="20577"/>
          <ac:spMkLst>
            <pc:docMk/>
            <pc:sldMk cId="3972156085" sldId="392"/>
            <ac:spMk id="6" creationId="{6D7D21F0-E82F-2FD0-9EEB-8906674613DC}"/>
          </ac:spMkLst>
        </pc:spChg>
        <pc:picChg chg="add del">
          <ac:chgData name="Chittaranjan Hens" userId="6fc03958433e8a43" providerId="LiveId" clId="{2791953A-569C-4581-A5F2-161E885C8B9E}" dt="2023-01-07T12:14:19.945" v="2822" actId="478"/>
          <ac:picMkLst>
            <pc:docMk/>
            <pc:sldMk cId="3972156085" sldId="392"/>
            <ac:picMk id="4" creationId="{96D3FBB0-D960-5A16-D10C-F9BA35E36E86}"/>
          </ac:picMkLst>
        </pc:picChg>
      </pc:sldChg>
      <pc:sldChg chg="addSp delSp modSp add mod">
        <pc:chgData name="Chittaranjan Hens" userId="6fc03958433e8a43" providerId="LiveId" clId="{2791953A-569C-4581-A5F2-161E885C8B9E}" dt="2023-01-07T13:04:46.128" v="3043" actId="1076"/>
        <pc:sldMkLst>
          <pc:docMk/>
          <pc:sldMk cId="1479585090" sldId="393"/>
        </pc:sldMkLst>
        <pc:spChg chg="del">
          <ac:chgData name="Chittaranjan Hens" userId="6fc03958433e8a43" providerId="LiveId" clId="{2791953A-569C-4581-A5F2-161E885C8B9E}" dt="2023-01-07T12:24:11.749" v="2835" actId="478"/>
          <ac:spMkLst>
            <pc:docMk/>
            <pc:sldMk cId="1479585090" sldId="393"/>
            <ac:spMk id="2" creationId="{8D4D5D8D-DFB2-5D6F-4DDD-21C521DCD67C}"/>
          </ac:spMkLst>
        </pc:spChg>
        <pc:spChg chg="del">
          <ac:chgData name="Chittaranjan Hens" userId="6fc03958433e8a43" providerId="LiveId" clId="{2791953A-569C-4581-A5F2-161E885C8B9E}" dt="2023-01-07T12:24:11.749" v="2835" actId="478"/>
          <ac:spMkLst>
            <pc:docMk/>
            <pc:sldMk cId="1479585090" sldId="393"/>
            <ac:spMk id="5" creationId="{1D2675C9-0FF4-BFE8-F40F-C5F67DA65732}"/>
          </ac:spMkLst>
        </pc:spChg>
        <pc:spChg chg="del">
          <ac:chgData name="Chittaranjan Hens" userId="6fc03958433e8a43" providerId="LiveId" clId="{2791953A-569C-4581-A5F2-161E885C8B9E}" dt="2023-01-07T12:24:11.749" v="2835" actId="478"/>
          <ac:spMkLst>
            <pc:docMk/>
            <pc:sldMk cId="1479585090" sldId="393"/>
            <ac:spMk id="6" creationId="{6D7D21F0-E82F-2FD0-9EEB-8906674613DC}"/>
          </ac:spMkLst>
        </pc:spChg>
        <pc:spChg chg="add mod">
          <ac:chgData name="Chittaranjan Hens" userId="6fc03958433e8a43" providerId="LiveId" clId="{2791953A-569C-4581-A5F2-161E885C8B9E}" dt="2023-01-07T12:28:14.805" v="2876" actId="1076"/>
          <ac:spMkLst>
            <pc:docMk/>
            <pc:sldMk cId="1479585090" sldId="393"/>
            <ac:spMk id="9" creationId="{59FFB87C-186F-FC63-ED2E-52A1A476F41D}"/>
          </ac:spMkLst>
        </pc:spChg>
        <pc:spChg chg="mod">
          <ac:chgData name="Chittaranjan Hens" userId="6fc03958433e8a43" providerId="LiveId" clId="{2791953A-569C-4581-A5F2-161E885C8B9E}" dt="2023-01-07T12:28:21.112" v="2877" actId="1076"/>
          <ac:spMkLst>
            <pc:docMk/>
            <pc:sldMk cId="1479585090" sldId="393"/>
            <ac:spMk id="10" creationId="{3A726EA7-EC3C-826D-1891-938A6C2A0FFB}"/>
          </ac:spMkLst>
        </pc:spChg>
        <pc:spChg chg="add mod">
          <ac:chgData name="Chittaranjan Hens" userId="6fc03958433e8a43" providerId="LiveId" clId="{2791953A-569C-4581-A5F2-161E885C8B9E}" dt="2023-01-07T12:29:10.012" v="2886" actId="207"/>
          <ac:spMkLst>
            <pc:docMk/>
            <pc:sldMk cId="1479585090" sldId="393"/>
            <ac:spMk id="11" creationId="{E8E5CBB9-641C-2A5C-F855-E7B8C040512B}"/>
          </ac:spMkLst>
        </pc:spChg>
        <pc:spChg chg="add mod">
          <ac:chgData name="Chittaranjan Hens" userId="6fc03958433e8a43" providerId="LiveId" clId="{2791953A-569C-4581-A5F2-161E885C8B9E}" dt="2023-01-07T13:04:46.128" v="3043" actId="1076"/>
          <ac:spMkLst>
            <pc:docMk/>
            <pc:sldMk cId="1479585090" sldId="393"/>
            <ac:spMk id="12" creationId="{D22A59B3-BB4B-14C3-F8A1-7CD3974503E5}"/>
          </ac:spMkLst>
        </pc:spChg>
        <pc:picChg chg="add mod">
          <ac:chgData name="Chittaranjan Hens" userId="6fc03958433e8a43" providerId="LiveId" clId="{2791953A-569C-4581-A5F2-161E885C8B9E}" dt="2023-01-07T12:28:24.679" v="2878" actId="1076"/>
          <ac:picMkLst>
            <pc:docMk/>
            <pc:sldMk cId="1479585090" sldId="393"/>
            <ac:picMk id="7" creationId="{C3DAEED0-248B-99AF-E9DC-8E8B43C3948F}"/>
          </ac:picMkLst>
        </pc:picChg>
      </pc:sldChg>
      <pc:sldChg chg="delSp add del mod">
        <pc:chgData name="Chittaranjan Hens" userId="6fc03958433e8a43" providerId="LiveId" clId="{2791953A-569C-4581-A5F2-161E885C8B9E}" dt="2023-01-07T12:36:14.524" v="2907" actId="47"/>
        <pc:sldMkLst>
          <pc:docMk/>
          <pc:sldMk cId="3723322799" sldId="394"/>
        </pc:sldMkLst>
        <pc:spChg chg="del">
          <ac:chgData name="Chittaranjan Hens" userId="6fc03958433e8a43" providerId="LiveId" clId="{2791953A-569C-4581-A5F2-161E885C8B9E}" dt="2023-01-07T12:34:50.244" v="2896" actId="478"/>
          <ac:spMkLst>
            <pc:docMk/>
            <pc:sldMk cId="3723322799" sldId="394"/>
            <ac:spMk id="9" creationId="{59FFB87C-186F-FC63-ED2E-52A1A476F41D}"/>
          </ac:spMkLst>
        </pc:spChg>
        <pc:picChg chg="del">
          <ac:chgData name="Chittaranjan Hens" userId="6fc03958433e8a43" providerId="LiveId" clId="{2791953A-569C-4581-A5F2-161E885C8B9E}" dt="2023-01-07T12:34:50.244" v="2896" actId="478"/>
          <ac:picMkLst>
            <pc:docMk/>
            <pc:sldMk cId="3723322799" sldId="394"/>
            <ac:picMk id="7" creationId="{C3DAEED0-248B-99AF-E9DC-8E8B43C3948F}"/>
          </ac:picMkLst>
        </pc:picChg>
      </pc:sldChg>
      <pc:sldChg chg="addSp modSp add mod">
        <pc:chgData name="Chittaranjan Hens" userId="6fc03958433e8a43" providerId="LiveId" clId="{2791953A-569C-4581-A5F2-161E885C8B9E}" dt="2023-01-07T12:36:00.480" v="2906" actId="207"/>
        <pc:sldMkLst>
          <pc:docMk/>
          <pc:sldMk cId="0" sldId="395"/>
        </pc:sldMkLst>
        <pc:spChg chg="mod">
          <ac:chgData name="Chittaranjan Hens" userId="6fc03958433e8a43" providerId="LiveId" clId="{2791953A-569C-4581-A5F2-161E885C8B9E}" dt="2023-01-07T12:36:00.480" v="2906" actId="207"/>
          <ac:spMkLst>
            <pc:docMk/>
            <pc:sldMk cId="0" sldId="395"/>
            <ac:spMk id="6" creationId="{00000000-0000-0000-0000-000000000000}"/>
          </ac:spMkLst>
        </pc:spChg>
        <pc:spChg chg="mod">
          <ac:chgData name="Chittaranjan Hens" userId="6fc03958433e8a43" providerId="LiveId" clId="{2791953A-569C-4581-A5F2-161E885C8B9E}" dt="2023-01-07T12:35:22.443" v="2900" actId="207"/>
          <ac:spMkLst>
            <pc:docMk/>
            <pc:sldMk cId="0" sldId="395"/>
            <ac:spMk id="28675" creationId="{00000000-0000-0000-0000-000000000000}"/>
          </ac:spMkLst>
        </pc:spChg>
        <pc:picChg chg="add mod ord">
          <ac:chgData name="Chittaranjan Hens" userId="6fc03958433e8a43" providerId="LiveId" clId="{2791953A-569C-4581-A5F2-161E885C8B9E}" dt="2023-01-07T12:35:36.141" v="2902"/>
          <ac:picMkLst>
            <pc:docMk/>
            <pc:sldMk cId="0" sldId="395"/>
            <ac:picMk id="2" creationId="{19CCB2C7-4808-BEB8-10F4-43FA2598B5E8}"/>
          </ac:picMkLst>
        </pc:picChg>
      </pc:sldChg>
      <pc:sldChg chg="addSp delSp modSp add mod ord">
        <pc:chgData name="Chittaranjan Hens" userId="6fc03958433e8a43" providerId="LiveId" clId="{2791953A-569C-4581-A5F2-161E885C8B9E}" dt="2023-01-07T12:39:27.324" v="2960" actId="1076"/>
        <pc:sldMkLst>
          <pc:docMk/>
          <pc:sldMk cId="56637519" sldId="396"/>
        </pc:sldMkLst>
        <pc:spChg chg="del">
          <ac:chgData name="Chittaranjan Hens" userId="6fc03958433e8a43" providerId="LiveId" clId="{2791953A-569C-4581-A5F2-161E885C8B9E}" dt="2023-01-07T12:37:08.794" v="2911" actId="478"/>
          <ac:spMkLst>
            <pc:docMk/>
            <pc:sldMk cId="56637519" sldId="396"/>
            <ac:spMk id="9" creationId="{59FFB87C-186F-FC63-ED2E-52A1A476F41D}"/>
          </ac:spMkLst>
        </pc:spChg>
        <pc:spChg chg="mod">
          <ac:chgData name="Chittaranjan Hens" userId="6fc03958433e8a43" providerId="LiveId" clId="{2791953A-569C-4581-A5F2-161E885C8B9E}" dt="2023-01-07T12:39:11.257" v="2953" actId="20577"/>
          <ac:spMkLst>
            <pc:docMk/>
            <pc:sldMk cId="56637519" sldId="396"/>
            <ac:spMk id="10" creationId="{3A726EA7-EC3C-826D-1891-938A6C2A0FFB}"/>
          </ac:spMkLst>
        </pc:spChg>
        <pc:picChg chg="add mod">
          <ac:chgData name="Chittaranjan Hens" userId="6fc03958433e8a43" providerId="LiveId" clId="{2791953A-569C-4581-A5F2-161E885C8B9E}" dt="2023-01-07T12:39:27.324" v="2960" actId="1076"/>
          <ac:picMkLst>
            <pc:docMk/>
            <pc:sldMk cId="56637519" sldId="396"/>
            <ac:picMk id="3" creationId="{90EA159C-644B-1BFC-C650-C30309D190EF}"/>
          </ac:picMkLst>
        </pc:picChg>
        <pc:picChg chg="del">
          <ac:chgData name="Chittaranjan Hens" userId="6fc03958433e8a43" providerId="LiveId" clId="{2791953A-569C-4581-A5F2-161E885C8B9E}" dt="2023-01-07T12:37:08.794" v="2911" actId="478"/>
          <ac:picMkLst>
            <pc:docMk/>
            <pc:sldMk cId="56637519" sldId="396"/>
            <ac:picMk id="7" creationId="{C3DAEED0-248B-99AF-E9DC-8E8B43C3948F}"/>
          </ac:picMkLst>
        </pc:picChg>
      </pc:sldChg>
      <pc:sldChg chg="addSp modSp add mod">
        <pc:chgData name="Chittaranjan Hens" userId="6fc03958433e8a43" providerId="LiveId" clId="{2791953A-569C-4581-A5F2-161E885C8B9E}" dt="2023-01-07T13:05:00.412" v="3047" actId="1076"/>
        <pc:sldMkLst>
          <pc:docMk/>
          <pc:sldMk cId="3291046670" sldId="397"/>
        </pc:sldMkLst>
        <pc:spChg chg="add mod">
          <ac:chgData name="Chittaranjan Hens" userId="6fc03958433e8a43" providerId="LiveId" clId="{2791953A-569C-4581-A5F2-161E885C8B9E}" dt="2023-01-07T13:05:00.412" v="3047" actId="1076"/>
          <ac:spMkLst>
            <pc:docMk/>
            <pc:sldMk cId="3291046670" sldId="397"/>
            <ac:spMk id="8" creationId="{67370266-60FC-84B7-2BD7-A0430DD3D611}"/>
          </ac:spMkLst>
        </pc:spChg>
        <pc:picChg chg="mod">
          <ac:chgData name="Chittaranjan Hens" userId="6fc03958433e8a43" providerId="LiveId" clId="{2791953A-569C-4581-A5F2-161E885C8B9E}" dt="2023-01-07T13:04:56.824" v="3046" actId="1076"/>
          <ac:picMkLst>
            <pc:docMk/>
            <pc:sldMk cId="3291046670" sldId="397"/>
            <ac:picMk id="4" creationId="{96D3FBB0-D960-5A16-D10C-F9BA35E36E86}"/>
          </ac:picMkLst>
        </pc:picChg>
        <pc:picChg chg="add mod">
          <ac:chgData name="Chittaranjan Hens" userId="6fc03958433e8a43" providerId="LiveId" clId="{2791953A-569C-4581-A5F2-161E885C8B9E}" dt="2023-01-07T12:39:59.423" v="2968" actId="1076"/>
          <ac:picMkLst>
            <pc:docMk/>
            <pc:sldMk cId="3291046670" sldId="397"/>
            <ac:picMk id="5" creationId="{A4BCB91C-5E11-764A-58F0-37CEABB6A7FE}"/>
          </ac:picMkLst>
        </pc:picChg>
        <pc:picChg chg="add mod modCrop">
          <ac:chgData name="Chittaranjan Hens" userId="6fc03958433e8a43" providerId="LiveId" clId="{2791953A-569C-4581-A5F2-161E885C8B9E}" dt="2023-01-07T12:58:31.228" v="3037" actId="1076"/>
          <ac:picMkLst>
            <pc:docMk/>
            <pc:sldMk cId="3291046670" sldId="397"/>
            <ac:picMk id="7" creationId="{D2ABA528-96B3-0D26-E8D9-61DEA90D1125}"/>
          </ac:picMkLst>
        </pc:picChg>
      </pc:sldChg>
      <pc:sldChg chg="addSp delSp modSp add mod">
        <pc:chgData name="Chittaranjan Hens" userId="6fc03958433e8a43" providerId="LiveId" clId="{2791953A-569C-4581-A5F2-161E885C8B9E}" dt="2023-01-07T12:50:55.220" v="3024" actId="14100"/>
        <pc:sldMkLst>
          <pc:docMk/>
          <pc:sldMk cId="2493392435" sldId="398"/>
        </pc:sldMkLst>
        <pc:spChg chg="mod">
          <ac:chgData name="Chittaranjan Hens" userId="6fc03958433e8a43" providerId="LiveId" clId="{2791953A-569C-4581-A5F2-161E885C8B9E}" dt="2023-01-07T12:50:55.220" v="3024" actId="14100"/>
          <ac:spMkLst>
            <pc:docMk/>
            <pc:sldMk cId="2493392435" sldId="398"/>
            <ac:spMk id="3" creationId="{BC0E6B84-663E-0AD0-2B4A-A6314DC8358F}"/>
          </ac:spMkLst>
        </pc:spChg>
        <pc:spChg chg="add del mod">
          <ac:chgData name="Chittaranjan Hens" userId="6fc03958433e8a43" providerId="LiveId" clId="{2791953A-569C-4581-A5F2-161E885C8B9E}" dt="2023-01-07T12:43:05.672" v="2972" actId="478"/>
          <ac:spMkLst>
            <pc:docMk/>
            <pc:sldMk cId="2493392435" sldId="398"/>
            <ac:spMk id="5" creationId="{9984CDC8-44F3-2032-C87A-5BED7195584F}"/>
          </ac:spMkLst>
        </pc:spChg>
        <pc:spChg chg="add mod">
          <ac:chgData name="Chittaranjan Hens" userId="6fc03958433e8a43" providerId="LiveId" clId="{2791953A-569C-4581-A5F2-161E885C8B9E}" dt="2023-01-07T12:44:32.430" v="2983" actId="164"/>
          <ac:spMkLst>
            <pc:docMk/>
            <pc:sldMk cId="2493392435" sldId="398"/>
            <ac:spMk id="8" creationId="{EE5ED929-C2BF-E46B-EB0E-0967F0F3057C}"/>
          </ac:spMkLst>
        </pc:spChg>
        <pc:grpChg chg="add mod">
          <ac:chgData name="Chittaranjan Hens" userId="6fc03958433e8a43" providerId="LiveId" clId="{2791953A-569C-4581-A5F2-161E885C8B9E}" dt="2023-01-07T12:50:32.873" v="2988" actId="14100"/>
          <ac:grpSpMkLst>
            <pc:docMk/>
            <pc:sldMk cId="2493392435" sldId="398"/>
            <ac:grpSpMk id="9" creationId="{1F7D4931-DCDA-E316-C74A-BCB32B8C8D87}"/>
          </ac:grpSpMkLst>
        </pc:grpChg>
        <pc:picChg chg="add mod modCrop">
          <ac:chgData name="Chittaranjan Hens" userId="6fc03958433e8a43" providerId="LiveId" clId="{2791953A-569C-4581-A5F2-161E885C8B9E}" dt="2023-01-07T12:44:32.430" v="2983" actId="164"/>
          <ac:picMkLst>
            <pc:docMk/>
            <pc:sldMk cId="2493392435" sldId="398"/>
            <ac:picMk id="7" creationId="{F37DFE53-8644-EC31-EEBD-1C4B45BBF4BF}"/>
          </ac:picMkLst>
        </pc:picChg>
        <pc:picChg chg="del mod">
          <ac:chgData name="Chittaranjan Hens" userId="6fc03958433e8a43" providerId="LiveId" clId="{2791953A-569C-4581-A5F2-161E885C8B9E}" dt="2023-01-07T12:43:01.895" v="2971" actId="478"/>
          <ac:picMkLst>
            <pc:docMk/>
            <pc:sldMk cId="2493392435" sldId="398"/>
            <ac:picMk id="4099" creationId="{00000000-0000-0000-0000-000000000000}"/>
          </ac:picMkLst>
        </pc:picChg>
        <pc:picChg chg="del mod">
          <ac:chgData name="Chittaranjan Hens" userId="6fc03958433e8a43" providerId="LiveId" clId="{2791953A-569C-4581-A5F2-161E885C8B9E}" dt="2023-01-07T12:43:01.895" v="2971" actId="478"/>
          <ac:picMkLst>
            <pc:docMk/>
            <pc:sldMk cId="2493392435" sldId="398"/>
            <ac:picMk id="4102" creationId="{00000000-0000-0000-0000-000000000000}"/>
          </ac:picMkLst>
        </pc:picChg>
        <pc:picChg chg="del mod">
          <ac:chgData name="Chittaranjan Hens" userId="6fc03958433e8a43" providerId="LiveId" clId="{2791953A-569C-4581-A5F2-161E885C8B9E}" dt="2023-01-07T12:43:01.895" v="2971" actId="478"/>
          <ac:picMkLst>
            <pc:docMk/>
            <pc:sldMk cId="2493392435" sldId="398"/>
            <ac:picMk id="4103" creationId="{00000000-0000-0000-0000-000000000000}"/>
          </ac:picMkLst>
        </pc:picChg>
      </pc:sldChg>
      <pc:sldChg chg="addSp delSp add mod">
        <pc:chgData name="Chittaranjan Hens" userId="6fc03958433e8a43" providerId="LiveId" clId="{2791953A-569C-4581-A5F2-161E885C8B9E}" dt="2023-01-07T13:07:36.091" v="3064" actId="9405"/>
        <pc:sldMkLst>
          <pc:docMk/>
          <pc:sldMk cId="401259638" sldId="399"/>
        </pc:sldMkLst>
        <pc:inkChg chg="add">
          <ac:chgData name="Chittaranjan Hens" userId="6fc03958433e8a43" providerId="LiveId" clId="{2791953A-569C-4581-A5F2-161E885C8B9E}" dt="2023-01-07T13:05:44.177" v="3055" actId="9405"/>
          <ac:inkMkLst>
            <pc:docMk/>
            <pc:sldMk cId="401259638" sldId="399"/>
            <ac:inkMk id="5" creationId="{E3D35AE6-18EF-1E9E-9415-8789195CA29B}"/>
          </ac:inkMkLst>
        </pc:inkChg>
        <pc:inkChg chg="add">
          <ac:chgData name="Chittaranjan Hens" userId="6fc03958433e8a43" providerId="LiveId" clId="{2791953A-569C-4581-A5F2-161E885C8B9E}" dt="2023-01-07T13:06:11.675" v="3056" actId="9405"/>
          <ac:inkMkLst>
            <pc:docMk/>
            <pc:sldMk cId="401259638" sldId="399"/>
            <ac:inkMk id="6" creationId="{867A2790-AE00-1763-5D91-C7A1A78C0C76}"/>
          </ac:inkMkLst>
        </pc:inkChg>
        <pc:inkChg chg="add">
          <ac:chgData name="Chittaranjan Hens" userId="6fc03958433e8a43" providerId="LiveId" clId="{2791953A-569C-4581-A5F2-161E885C8B9E}" dt="2023-01-07T13:06:22.971" v="3057" actId="9405"/>
          <ac:inkMkLst>
            <pc:docMk/>
            <pc:sldMk cId="401259638" sldId="399"/>
            <ac:inkMk id="7" creationId="{D227996E-5712-2EEA-B9F8-CAA10582B814}"/>
          </ac:inkMkLst>
        </pc:inkChg>
        <pc:inkChg chg="add">
          <ac:chgData name="Chittaranjan Hens" userId="6fc03958433e8a43" providerId="LiveId" clId="{2791953A-569C-4581-A5F2-161E885C8B9E}" dt="2023-01-07T13:06:26.951" v="3058" actId="9405"/>
          <ac:inkMkLst>
            <pc:docMk/>
            <pc:sldMk cId="401259638" sldId="399"/>
            <ac:inkMk id="8" creationId="{7BB15FC6-E63D-FBAB-8184-6247A05838FC}"/>
          </ac:inkMkLst>
        </pc:inkChg>
        <pc:inkChg chg="add">
          <ac:chgData name="Chittaranjan Hens" userId="6fc03958433e8a43" providerId="LiveId" clId="{2791953A-569C-4581-A5F2-161E885C8B9E}" dt="2023-01-07T13:06:49.615" v="3059" actId="9405"/>
          <ac:inkMkLst>
            <pc:docMk/>
            <pc:sldMk cId="401259638" sldId="399"/>
            <ac:inkMk id="9" creationId="{FD080A49-AB39-0B52-5D47-9C791F54864E}"/>
          </ac:inkMkLst>
        </pc:inkChg>
        <pc:inkChg chg="add del">
          <ac:chgData name="Chittaranjan Hens" userId="6fc03958433e8a43" providerId="LiveId" clId="{2791953A-569C-4581-A5F2-161E885C8B9E}" dt="2023-01-07T13:07:14.176" v="3061" actId="9405"/>
          <ac:inkMkLst>
            <pc:docMk/>
            <pc:sldMk cId="401259638" sldId="399"/>
            <ac:inkMk id="11" creationId="{085AF82E-6991-C60A-07AA-7CEF8C3526E5}"/>
          </ac:inkMkLst>
        </pc:inkChg>
        <pc:inkChg chg="add">
          <ac:chgData name="Chittaranjan Hens" userId="6fc03958433e8a43" providerId="LiveId" clId="{2791953A-569C-4581-A5F2-161E885C8B9E}" dt="2023-01-07T13:07:19.391" v="3062" actId="9405"/>
          <ac:inkMkLst>
            <pc:docMk/>
            <pc:sldMk cId="401259638" sldId="399"/>
            <ac:inkMk id="12" creationId="{651C84B8-5E7B-213D-61FD-4ECA93DA9D34}"/>
          </ac:inkMkLst>
        </pc:inkChg>
        <pc:inkChg chg="add">
          <ac:chgData name="Chittaranjan Hens" userId="6fc03958433e8a43" providerId="LiveId" clId="{2791953A-569C-4581-A5F2-161E885C8B9E}" dt="2023-01-07T13:07:33.364" v="3063" actId="9405"/>
          <ac:inkMkLst>
            <pc:docMk/>
            <pc:sldMk cId="401259638" sldId="399"/>
            <ac:inkMk id="13" creationId="{14C67E92-FD8E-5671-5E68-857A71855D84}"/>
          </ac:inkMkLst>
        </pc:inkChg>
        <pc:inkChg chg="add">
          <ac:chgData name="Chittaranjan Hens" userId="6fc03958433e8a43" providerId="LiveId" clId="{2791953A-569C-4581-A5F2-161E885C8B9E}" dt="2023-01-07T13:07:36.091" v="3064" actId="9405"/>
          <ac:inkMkLst>
            <pc:docMk/>
            <pc:sldMk cId="401259638" sldId="399"/>
            <ac:inkMk id="14" creationId="{E5F152BA-E397-675C-F734-90914CD8FABC}"/>
          </ac:inkMkLst>
        </pc:inkChg>
      </pc:sldChg>
      <pc:sldChg chg="addSp add mod">
        <pc:chgData name="Chittaranjan Hens" userId="6fc03958433e8a43" providerId="LiveId" clId="{2791953A-569C-4581-A5F2-161E885C8B9E}" dt="2023-01-07T13:08:49.326" v="3071" actId="9405"/>
        <pc:sldMkLst>
          <pc:docMk/>
          <pc:sldMk cId="2050049821" sldId="400"/>
        </pc:sldMkLst>
        <pc:inkChg chg="add">
          <ac:chgData name="Chittaranjan Hens" userId="6fc03958433e8a43" providerId="LiveId" clId="{2791953A-569C-4581-A5F2-161E885C8B9E}" dt="2023-01-07T13:08:04.034" v="3066" actId="9405"/>
          <ac:inkMkLst>
            <pc:docMk/>
            <pc:sldMk cId="2050049821" sldId="400"/>
            <ac:inkMk id="5" creationId="{0E10E037-D378-F553-CCC4-F4593E4DCF33}"/>
          </ac:inkMkLst>
        </pc:inkChg>
        <pc:inkChg chg="add">
          <ac:chgData name="Chittaranjan Hens" userId="6fc03958433e8a43" providerId="LiveId" clId="{2791953A-569C-4581-A5F2-161E885C8B9E}" dt="2023-01-07T13:08:30.346" v="3067" actId="9405"/>
          <ac:inkMkLst>
            <pc:docMk/>
            <pc:sldMk cId="2050049821" sldId="400"/>
            <ac:inkMk id="6" creationId="{54CA28F9-F918-2926-311A-2DBA1451D8C8}"/>
          </ac:inkMkLst>
        </pc:inkChg>
        <pc:inkChg chg="add">
          <ac:chgData name="Chittaranjan Hens" userId="6fc03958433e8a43" providerId="LiveId" clId="{2791953A-569C-4581-A5F2-161E885C8B9E}" dt="2023-01-07T13:08:32.896" v="3068" actId="9405"/>
          <ac:inkMkLst>
            <pc:docMk/>
            <pc:sldMk cId="2050049821" sldId="400"/>
            <ac:inkMk id="7" creationId="{12922A95-36C6-7CF9-71A9-176F51A30C84}"/>
          </ac:inkMkLst>
        </pc:inkChg>
        <pc:inkChg chg="add">
          <ac:chgData name="Chittaranjan Hens" userId="6fc03958433e8a43" providerId="LiveId" clId="{2791953A-569C-4581-A5F2-161E885C8B9E}" dt="2023-01-07T13:08:40.830" v="3069" actId="9405"/>
          <ac:inkMkLst>
            <pc:docMk/>
            <pc:sldMk cId="2050049821" sldId="400"/>
            <ac:inkMk id="8" creationId="{A86BBDC8-7B02-B449-48C8-7BB1C8BDD0C5}"/>
          </ac:inkMkLst>
        </pc:inkChg>
        <pc:inkChg chg="add">
          <ac:chgData name="Chittaranjan Hens" userId="6fc03958433e8a43" providerId="LiveId" clId="{2791953A-569C-4581-A5F2-161E885C8B9E}" dt="2023-01-07T13:08:44.161" v="3070" actId="9405"/>
          <ac:inkMkLst>
            <pc:docMk/>
            <pc:sldMk cId="2050049821" sldId="400"/>
            <ac:inkMk id="9" creationId="{C38658CB-9E4B-6927-C090-32B2A434093D}"/>
          </ac:inkMkLst>
        </pc:inkChg>
        <pc:inkChg chg="add">
          <ac:chgData name="Chittaranjan Hens" userId="6fc03958433e8a43" providerId="LiveId" clId="{2791953A-569C-4581-A5F2-161E885C8B9E}" dt="2023-01-07T13:08:49.326" v="3071" actId="9405"/>
          <ac:inkMkLst>
            <pc:docMk/>
            <pc:sldMk cId="2050049821" sldId="400"/>
            <ac:inkMk id="11" creationId="{1834438E-A038-4F6F-3A05-C6F4BFACACE8}"/>
          </ac:inkMkLst>
        </pc:inkChg>
      </pc:sldChg>
      <pc:sldChg chg="addSp delSp modSp add del mod">
        <pc:chgData name="Chittaranjan Hens" userId="6fc03958433e8a43" providerId="LiveId" clId="{2791953A-569C-4581-A5F2-161E885C8B9E}" dt="2023-01-07T13:17:40.379" v="3083" actId="47"/>
        <pc:sldMkLst>
          <pc:docMk/>
          <pc:sldMk cId="3238240034" sldId="401"/>
        </pc:sldMkLst>
        <pc:spChg chg="del">
          <ac:chgData name="Chittaranjan Hens" userId="6fc03958433e8a43" providerId="LiveId" clId="{2791953A-569C-4581-A5F2-161E885C8B9E}" dt="2023-01-07T13:12:10.115" v="3076" actId="478"/>
          <ac:spMkLst>
            <pc:docMk/>
            <pc:sldMk cId="3238240034" sldId="401"/>
            <ac:spMk id="4" creationId="{E521A9FB-8CB1-21AA-D8A5-CE062A65F319}"/>
          </ac:spMkLst>
        </pc:spChg>
        <pc:spChg chg="add mod">
          <ac:chgData name="Chittaranjan Hens" userId="6fc03958433e8a43" providerId="LiveId" clId="{2791953A-569C-4581-A5F2-161E885C8B9E}" dt="2023-01-07T13:12:10.115" v="3076" actId="478"/>
          <ac:spMkLst>
            <pc:docMk/>
            <pc:sldMk cId="3238240034" sldId="401"/>
            <ac:spMk id="13" creationId="{5EA7C99A-1288-38CE-496E-D42816BFF0AD}"/>
          </ac:spMkLst>
        </pc:spChg>
        <pc:picChg chg="add del mod">
          <ac:chgData name="Chittaranjan Hens" userId="6fc03958433e8a43" providerId="LiveId" clId="{2791953A-569C-4581-A5F2-161E885C8B9E}" dt="2023-01-07T13:17:33.187" v="3082" actId="1076"/>
          <ac:picMkLst>
            <pc:docMk/>
            <pc:sldMk cId="3238240034" sldId="401"/>
            <ac:picMk id="2" creationId="{3DB26314-56F3-829C-0995-91357DCDF889}"/>
          </ac:picMkLst>
        </pc:picChg>
        <pc:picChg chg="del">
          <ac:chgData name="Chittaranjan Hens" userId="6fc03958433e8a43" providerId="LiveId" clId="{2791953A-569C-4581-A5F2-161E885C8B9E}" dt="2023-01-07T13:12:10.115" v="3076" actId="478"/>
          <ac:picMkLst>
            <pc:docMk/>
            <pc:sldMk cId="3238240034" sldId="401"/>
            <ac:picMk id="4099" creationId="{00000000-0000-0000-0000-000000000000}"/>
          </ac:picMkLst>
        </pc:picChg>
        <pc:picChg chg="del">
          <ac:chgData name="Chittaranjan Hens" userId="6fc03958433e8a43" providerId="LiveId" clId="{2791953A-569C-4581-A5F2-161E885C8B9E}" dt="2023-01-07T13:12:10.115" v="3076" actId="478"/>
          <ac:picMkLst>
            <pc:docMk/>
            <pc:sldMk cId="3238240034" sldId="401"/>
            <ac:picMk id="4103" creationId="{00000000-0000-0000-0000-000000000000}"/>
          </ac:picMkLst>
        </pc:picChg>
      </pc:sldChg>
      <pc:sldChg chg="addSp delSp modSp add mod">
        <pc:chgData name="Chittaranjan Hens" userId="6fc03958433e8a43" providerId="LiveId" clId="{2791953A-569C-4581-A5F2-161E885C8B9E}" dt="2023-01-07T13:22:06.899" v="3133" actId="403"/>
        <pc:sldMkLst>
          <pc:docMk/>
          <pc:sldMk cId="4006771346" sldId="401"/>
        </pc:sldMkLst>
        <pc:spChg chg="mod">
          <ac:chgData name="Chittaranjan Hens" userId="6fc03958433e8a43" providerId="LiveId" clId="{2791953A-569C-4581-A5F2-161E885C8B9E}" dt="2023-01-07T13:22:06.899" v="3133" actId="403"/>
          <ac:spMkLst>
            <pc:docMk/>
            <pc:sldMk cId="4006771346" sldId="401"/>
            <ac:spMk id="3" creationId="{BC0E6B84-663E-0AD0-2B4A-A6314DC8358F}"/>
          </ac:spMkLst>
        </pc:spChg>
        <pc:spChg chg="add del mod">
          <ac:chgData name="Chittaranjan Hens" userId="6fc03958433e8a43" providerId="LiveId" clId="{2791953A-569C-4581-A5F2-161E885C8B9E}" dt="2023-01-07T13:19:05.317" v="3094" actId="22"/>
          <ac:spMkLst>
            <pc:docMk/>
            <pc:sldMk cId="4006771346" sldId="401"/>
            <ac:spMk id="6" creationId="{5CDE8501-82F6-1CC4-1758-C2E2FFB4A9F3}"/>
          </ac:spMkLst>
        </pc:spChg>
        <pc:picChg chg="add del">
          <ac:chgData name="Chittaranjan Hens" userId="6fc03958433e8a43" providerId="LiveId" clId="{2791953A-569C-4581-A5F2-161E885C8B9E}" dt="2023-01-07T13:18:30.074" v="3087" actId="478"/>
          <ac:picMkLst>
            <pc:docMk/>
            <pc:sldMk cId="4006771346" sldId="401"/>
            <ac:picMk id="2" creationId="{3DB26314-56F3-829C-0995-91357DCDF889}"/>
          </ac:picMkLst>
        </pc:picChg>
        <pc:picChg chg="add mod">
          <ac:chgData name="Chittaranjan Hens" userId="6fc03958433e8a43" providerId="LiveId" clId="{2791953A-569C-4581-A5F2-161E885C8B9E}" dt="2023-01-07T13:18:46.239" v="3093" actId="14100"/>
          <ac:picMkLst>
            <pc:docMk/>
            <pc:sldMk cId="4006771346" sldId="401"/>
            <ac:picMk id="8" creationId="{2155E7E6-1E94-9C91-4DAD-706578300FD3}"/>
          </ac:picMkLst>
        </pc:picChg>
        <pc:picChg chg="add mod ord">
          <ac:chgData name="Chittaranjan Hens" userId="6fc03958433e8a43" providerId="LiveId" clId="{2791953A-569C-4581-A5F2-161E885C8B9E}" dt="2023-01-07T13:19:13.905" v="3097" actId="14100"/>
          <ac:picMkLst>
            <pc:docMk/>
            <pc:sldMk cId="4006771346" sldId="401"/>
            <ac:picMk id="11" creationId="{62EB49D0-C94A-9ABC-C05C-CA8D52DBBFE5}"/>
          </ac:picMkLst>
        </pc:picChg>
        <pc:picChg chg="del">
          <ac:chgData name="Chittaranjan Hens" userId="6fc03958433e8a43" providerId="LiveId" clId="{2791953A-569C-4581-A5F2-161E885C8B9E}" dt="2023-01-07T13:18:17.665" v="3085" actId="478"/>
          <ac:picMkLst>
            <pc:docMk/>
            <pc:sldMk cId="4006771346" sldId="401"/>
            <ac:picMk id="4099" creationId="{00000000-0000-0000-0000-000000000000}"/>
          </ac:picMkLst>
        </pc:picChg>
        <pc:picChg chg="del">
          <ac:chgData name="Chittaranjan Hens" userId="6fc03958433e8a43" providerId="LiveId" clId="{2791953A-569C-4581-A5F2-161E885C8B9E}" dt="2023-01-07T13:18:17.665" v="3085" actId="478"/>
          <ac:picMkLst>
            <pc:docMk/>
            <pc:sldMk cId="4006771346" sldId="401"/>
            <ac:picMk id="4103" creationId="{00000000-0000-0000-0000-000000000000}"/>
          </ac:picMkLst>
        </pc:picChg>
      </pc:sldChg>
      <pc:sldChg chg="addSp delSp modSp add mod">
        <pc:chgData name="Chittaranjan Hens" userId="6fc03958433e8a43" providerId="LiveId" clId="{2791953A-569C-4581-A5F2-161E885C8B9E}" dt="2023-01-07T13:22:18.871" v="3135"/>
        <pc:sldMkLst>
          <pc:docMk/>
          <pc:sldMk cId="1987469646" sldId="402"/>
        </pc:sldMkLst>
        <pc:spChg chg="del">
          <ac:chgData name="Chittaranjan Hens" userId="6fc03958433e8a43" providerId="LiveId" clId="{2791953A-569C-4581-A5F2-161E885C8B9E}" dt="2023-01-07T13:22:17.977" v="3134" actId="478"/>
          <ac:spMkLst>
            <pc:docMk/>
            <pc:sldMk cId="1987469646" sldId="402"/>
            <ac:spMk id="3" creationId="{BC0E6B84-663E-0AD0-2B4A-A6314DC8358F}"/>
          </ac:spMkLst>
        </pc:spChg>
        <pc:spChg chg="del">
          <ac:chgData name="Chittaranjan Hens" userId="6fc03958433e8a43" providerId="LiveId" clId="{2791953A-569C-4581-A5F2-161E885C8B9E}" dt="2023-01-07T13:20:58.647" v="3110" actId="478"/>
          <ac:spMkLst>
            <pc:docMk/>
            <pc:sldMk cId="1987469646" sldId="402"/>
            <ac:spMk id="4" creationId="{E521A9FB-8CB1-21AA-D8A5-CE062A65F319}"/>
          </ac:spMkLst>
        </pc:spChg>
        <pc:spChg chg="add mod">
          <ac:chgData name="Chittaranjan Hens" userId="6fc03958433e8a43" providerId="LiveId" clId="{2791953A-569C-4581-A5F2-161E885C8B9E}" dt="2023-01-07T13:22:18.871" v="3135"/>
          <ac:spMkLst>
            <pc:docMk/>
            <pc:sldMk cId="1987469646" sldId="402"/>
            <ac:spMk id="12" creationId="{A7AB8662-4651-CF54-E410-BC18A5C54E12}"/>
          </ac:spMkLst>
        </pc:spChg>
        <pc:picChg chg="mod">
          <ac:chgData name="Chittaranjan Hens" userId="6fc03958433e8a43" providerId="LiveId" clId="{2791953A-569C-4581-A5F2-161E885C8B9E}" dt="2023-01-07T13:21:06.352" v="3113" actId="1076"/>
          <ac:picMkLst>
            <pc:docMk/>
            <pc:sldMk cId="1987469646" sldId="402"/>
            <ac:picMk id="2" creationId="{3DB26314-56F3-829C-0995-91357DCDF889}"/>
          </ac:picMkLst>
        </pc:picChg>
        <pc:picChg chg="add mod">
          <ac:chgData name="Chittaranjan Hens" userId="6fc03958433e8a43" providerId="LiveId" clId="{2791953A-569C-4581-A5F2-161E885C8B9E}" dt="2023-01-07T13:21:17.590" v="3115" actId="14100"/>
          <ac:picMkLst>
            <pc:docMk/>
            <pc:sldMk cId="1987469646" sldId="402"/>
            <ac:picMk id="6" creationId="{079F3045-AF0B-98BF-CD17-CD365DBE62BE}"/>
          </ac:picMkLst>
        </pc:picChg>
        <pc:picChg chg="add mod">
          <ac:chgData name="Chittaranjan Hens" userId="6fc03958433e8a43" providerId="LiveId" clId="{2791953A-569C-4581-A5F2-161E885C8B9E}" dt="2023-01-07T13:20:55.569" v="3109" actId="14100"/>
          <ac:picMkLst>
            <pc:docMk/>
            <pc:sldMk cId="1987469646" sldId="402"/>
            <ac:picMk id="9" creationId="{406AC908-BD12-7978-C518-0F87721F5F37}"/>
          </ac:picMkLst>
        </pc:picChg>
        <pc:picChg chg="mod">
          <ac:chgData name="Chittaranjan Hens" userId="6fc03958433e8a43" providerId="LiveId" clId="{2791953A-569C-4581-A5F2-161E885C8B9E}" dt="2023-01-07T13:21:24.610" v="3117" actId="1038"/>
          <ac:picMkLst>
            <pc:docMk/>
            <pc:sldMk cId="1987469646" sldId="402"/>
            <ac:picMk id="11" creationId="{62EB49D0-C94A-9ABC-C05C-CA8D52DBBFE5}"/>
          </ac:picMkLst>
        </pc:picChg>
      </pc:sldChg>
      <pc:sldChg chg="addSp modSp add mod">
        <pc:chgData name="Chittaranjan Hens" userId="6fc03958433e8a43" providerId="LiveId" clId="{2791953A-569C-4581-A5F2-161E885C8B9E}" dt="2023-01-07T13:29:47.618" v="3149" actId="1076"/>
        <pc:sldMkLst>
          <pc:docMk/>
          <pc:sldMk cId="3861801887" sldId="403"/>
        </pc:sldMkLst>
        <pc:picChg chg="add mod">
          <ac:chgData name="Chittaranjan Hens" userId="6fc03958433e8a43" providerId="LiveId" clId="{2791953A-569C-4581-A5F2-161E885C8B9E}" dt="2023-01-07T13:29:47.618" v="3149" actId="1076"/>
          <ac:picMkLst>
            <pc:docMk/>
            <pc:sldMk cId="3861801887" sldId="403"/>
            <ac:picMk id="13" creationId="{57E29345-0669-2D46-8517-B38406D638D5}"/>
          </ac:picMkLst>
        </pc:picChg>
      </pc:sldChg>
      <pc:sldChg chg="addSp delSp modSp add mod modAnim">
        <pc:chgData name="Chittaranjan Hens" userId="6fc03958433e8a43" providerId="LiveId" clId="{2791953A-569C-4581-A5F2-161E885C8B9E}" dt="2023-01-09T05:18:11.135" v="3214" actId="14100"/>
        <pc:sldMkLst>
          <pc:docMk/>
          <pc:sldMk cId="2266500490" sldId="404"/>
        </pc:sldMkLst>
        <pc:spChg chg="add del mod">
          <ac:chgData name="Chittaranjan Hens" userId="6fc03958433e8a43" providerId="LiveId" clId="{2791953A-569C-4581-A5F2-161E885C8B9E}" dt="2023-01-09T05:16:32.825" v="3194" actId="478"/>
          <ac:spMkLst>
            <pc:docMk/>
            <pc:sldMk cId="2266500490" sldId="404"/>
            <ac:spMk id="4" creationId="{53409926-12E4-906F-6C59-5231E9CCDC02}"/>
          </ac:spMkLst>
        </pc:spChg>
        <pc:spChg chg="mod">
          <ac:chgData name="Chittaranjan Hens" userId="6fc03958433e8a43" providerId="LiveId" clId="{2791953A-569C-4581-A5F2-161E885C8B9E}" dt="2023-01-09T05:16:29.531" v="3193" actId="403"/>
          <ac:spMkLst>
            <pc:docMk/>
            <pc:sldMk cId="2266500490" sldId="404"/>
            <ac:spMk id="12" creationId="{A7AB8662-4651-CF54-E410-BC18A5C54E12}"/>
          </ac:spMkLst>
        </pc:spChg>
        <pc:picChg chg="del">
          <ac:chgData name="Chittaranjan Hens" userId="6fc03958433e8a43" providerId="LiveId" clId="{2791953A-569C-4581-A5F2-161E885C8B9E}" dt="2023-01-09T05:16:12.323" v="3153" actId="478"/>
          <ac:picMkLst>
            <pc:docMk/>
            <pc:sldMk cId="2266500490" sldId="404"/>
            <ac:picMk id="6" creationId="{079F3045-AF0B-98BF-CD17-CD365DBE62BE}"/>
          </ac:picMkLst>
        </pc:picChg>
        <pc:picChg chg="add mod">
          <ac:chgData name="Chittaranjan Hens" userId="6fc03958433e8a43" providerId="LiveId" clId="{2791953A-569C-4581-A5F2-161E885C8B9E}" dt="2023-01-09T05:17:04.289" v="3201" actId="1076"/>
          <ac:picMkLst>
            <pc:docMk/>
            <pc:sldMk cId="2266500490" sldId="404"/>
            <ac:picMk id="7" creationId="{ECD01B99-B933-43F5-2095-4E9F5E644442}"/>
          </ac:picMkLst>
        </pc:picChg>
        <pc:picChg chg="del">
          <ac:chgData name="Chittaranjan Hens" userId="6fc03958433e8a43" providerId="LiveId" clId="{2791953A-569C-4581-A5F2-161E885C8B9E}" dt="2023-01-09T05:16:12.323" v="3153" actId="478"/>
          <ac:picMkLst>
            <pc:docMk/>
            <pc:sldMk cId="2266500490" sldId="404"/>
            <ac:picMk id="8" creationId="{2155E7E6-1E94-9C91-4DAD-706578300FD3}"/>
          </ac:picMkLst>
        </pc:picChg>
        <pc:picChg chg="del">
          <ac:chgData name="Chittaranjan Hens" userId="6fc03958433e8a43" providerId="LiveId" clId="{2791953A-569C-4581-A5F2-161E885C8B9E}" dt="2023-01-09T05:16:12.323" v="3153" actId="478"/>
          <ac:picMkLst>
            <pc:docMk/>
            <pc:sldMk cId="2266500490" sldId="404"/>
            <ac:picMk id="9" creationId="{406AC908-BD12-7978-C518-0F87721F5F37}"/>
          </ac:picMkLst>
        </pc:picChg>
        <pc:picChg chg="del">
          <ac:chgData name="Chittaranjan Hens" userId="6fc03958433e8a43" providerId="LiveId" clId="{2791953A-569C-4581-A5F2-161E885C8B9E}" dt="2023-01-09T05:16:12.323" v="3153" actId="478"/>
          <ac:picMkLst>
            <pc:docMk/>
            <pc:sldMk cId="2266500490" sldId="404"/>
            <ac:picMk id="11" creationId="{62EB49D0-C94A-9ABC-C05C-CA8D52DBBFE5}"/>
          </ac:picMkLst>
        </pc:picChg>
        <pc:picChg chg="add mod">
          <ac:chgData name="Chittaranjan Hens" userId="6fc03958433e8a43" providerId="LiveId" clId="{2791953A-569C-4581-A5F2-161E885C8B9E}" dt="2023-01-09T05:17:23.806" v="3204" actId="1076"/>
          <ac:picMkLst>
            <pc:docMk/>
            <pc:sldMk cId="2266500490" sldId="404"/>
            <ac:picMk id="14" creationId="{65F4ED4F-6A1C-BE1F-18E8-FF8154C8E178}"/>
          </ac:picMkLst>
        </pc:picChg>
        <pc:picChg chg="add mod">
          <ac:chgData name="Chittaranjan Hens" userId="6fc03958433e8a43" providerId="LiveId" clId="{2791953A-569C-4581-A5F2-161E885C8B9E}" dt="2023-01-09T05:17:48.267" v="3209" actId="14100"/>
          <ac:picMkLst>
            <pc:docMk/>
            <pc:sldMk cId="2266500490" sldId="404"/>
            <ac:picMk id="16" creationId="{38BC75F2-0C86-3AEF-27CE-FB15051C282F}"/>
          </ac:picMkLst>
        </pc:picChg>
        <pc:picChg chg="add mod">
          <ac:chgData name="Chittaranjan Hens" userId="6fc03958433e8a43" providerId="LiveId" clId="{2791953A-569C-4581-A5F2-161E885C8B9E}" dt="2023-01-09T05:18:11.135" v="3214" actId="14100"/>
          <ac:picMkLst>
            <pc:docMk/>
            <pc:sldMk cId="2266500490" sldId="404"/>
            <ac:picMk id="18" creationId="{8C523924-5A0A-09FE-4C7E-906CB3CD1069}"/>
          </ac:picMkLst>
        </pc:picChg>
      </pc:sldChg>
      <pc:sldChg chg="add del">
        <pc:chgData name="Chittaranjan Hens" userId="6fc03958433e8a43" providerId="LiveId" clId="{2791953A-569C-4581-A5F2-161E885C8B9E}" dt="2023-01-09T05:16:03.079" v="3151" actId="2890"/>
        <pc:sldMkLst>
          <pc:docMk/>
          <pc:sldMk cId="3847796548" sldId="404"/>
        </pc:sldMkLst>
      </pc:sldChg>
      <pc:sldChg chg="delSp modSp add del mod">
        <pc:chgData name="Chittaranjan Hens" userId="6fc03958433e8a43" providerId="LiveId" clId="{2791953A-569C-4581-A5F2-161E885C8B9E}" dt="2023-01-06T11:50:53.774" v="874" actId="47"/>
        <pc:sldMkLst>
          <pc:docMk/>
          <pc:sldMk cId="0" sldId="405"/>
        </pc:sldMkLst>
        <pc:spChg chg="mod">
          <ac:chgData name="Chittaranjan Hens" userId="6fc03958433e8a43" providerId="LiveId" clId="{2791953A-569C-4581-A5F2-161E885C8B9E}" dt="2023-01-06T11:50:03.346" v="869" actId="1076"/>
          <ac:spMkLst>
            <pc:docMk/>
            <pc:sldMk cId="0" sldId="405"/>
            <ac:spMk id="34" creationId="{00000000-0000-0000-0000-000000000000}"/>
          </ac:spMkLst>
        </pc:spChg>
        <pc:spChg chg="mod">
          <ac:chgData name="Chittaranjan Hens" userId="6fc03958433e8a43" providerId="LiveId" clId="{2791953A-569C-4581-A5F2-161E885C8B9E}" dt="2023-01-06T11:49:59.973" v="868" actId="255"/>
          <ac:spMkLst>
            <pc:docMk/>
            <pc:sldMk cId="0" sldId="405"/>
            <ac:spMk id="35" creationId="{00000000-0000-0000-0000-000000000000}"/>
          </ac:spMkLst>
        </pc:spChg>
        <pc:spChg chg="del">
          <ac:chgData name="Chittaranjan Hens" userId="6fc03958433e8a43" providerId="LiveId" clId="{2791953A-569C-4581-A5F2-161E885C8B9E}" dt="2023-01-06T11:50:06.236" v="870" actId="478"/>
          <ac:spMkLst>
            <pc:docMk/>
            <pc:sldMk cId="0" sldId="405"/>
            <ac:spMk id="45" creationId="{00000000-0000-0000-0000-000000000000}"/>
          </ac:spMkLst>
        </pc:spChg>
      </pc:sldChg>
      <pc:sldChg chg="add del">
        <pc:chgData name="Chittaranjan Hens" userId="6fc03958433e8a43" providerId="LiveId" clId="{2791953A-569C-4581-A5F2-161E885C8B9E}" dt="2023-01-09T05:16:34.890" v="3196"/>
        <pc:sldMkLst>
          <pc:docMk/>
          <pc:sldMk cId="3877173816" sldId="405"/>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07T13:05:44.169"/>
    </inkml:context>
    <inkml:brush xml:id="br0">
      <inkml:brushProperty name="width" value="0.05" units="cm"/>
      <inkml:brushProperty name="height" value="0.05" units="cm"/>
      <inkml:brushProperty name="color" value="#5B2D90"/>
    </inkml:brush>
  </inkml:definitions>
  <inkml:trace contextRef="#ctx0" brushRef="#br0">667 0 24575,'-4'1'0,"1"0"0,-1 0 0,1 0 0,-1 0 0,1 0 0,0 1 0,0 0 0,-1-1 0,-3 5 0,-15 6 0,-261 112 0,258-114 0,-49 14 0,51-19 0,1 2 0,-41 19 0,58-23 0,0 0 0,-1 1 0,2 0 0,-1 0 0,0 0 0,1 1 0,0-1 0,0 1 0,0 0 0,0 0 0,1 0 0,0 1 0,0-1 0,0 1 0,-2 10 0,-2 7 0,2-1 0,-5 46 0,3-13 0,-5 46 0,4 0 0,8 161 0,3-102 0,-3-153 0,0 1 0,0 0 0,1 0 0,0 0 0,0-1 0,1 1 0,5 14 0,-5-19 0,-1 0 0,1 0 0,1 0 0,-1 0 0,0 0 0,1 0 0,0-1 0,-1 1 0,1-1 0,0 0 0,0 0 0,1 0 0,-1 0 0,0-1 0,0 1 0,1-1 0,-1 1 0,1-1 0,5 0 0,373 92 0,-334-79 0,2-2 0,0-3 0,67 5 0,-77-12 0,-2 1 0,-1-2 0,1-2 0,-1-1 0,39-8 0,-72 9 0,0 0 0,1 0 0,-1 0 0,0-1 0,-1 1 0,1-1 0,0 0 0,0-1 0,-1 1 0,1 0 0,-1-1 0,0 0 0,0 0 0,0 0 0,5-6 0,-3-1 0,1 0 0,-2 0 0,1-1 0,4-19 0,25-69 0,-19 59 0,-1 0 0,-3-1 0,-1-1 0,7-58 0,-16-202 0,-5 147 0,4 120 0,-8-60 0,5 79 0,0 1 0,-2-1 0,1 1 0,-2 0 0,-14-29 0,5 17 0,8 13 0,0 1 0,-1-1 0,-16-19 0,20 29 0,0 0 0,0 0 0,0 1 0,0 0 0,-1-1 0,1 2 0,-1-1 0,0 0 0,1 1 0,-1 0 0,-1 0 0,1 0 0,0 1 0,-8-2 0,-23 0 9,-1 1 0,-69 6 0,30 0-1401,45-3-5434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1-07T13:06:11.675"/>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1153 0,'-67'152,"23"-48,-72 206,50-121,32-90,-28 65,-20 41,61-148,-4 28,19-58,-17 45,10-32,2 0,1 0,2 1,-4 59,-1 3,-49 160,55-230,1 1,-4 64,6-42,2-42,-1 0,0 0,-1-1,-1 0,0 1,-1-1,-12 21,-62 81,62-91,-196 268,141-182,54-78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1-07T13:06:22.971"/>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1 1,'15'1,"-1"1,1 0,-1 1,1 1,-1 0,27 12,-9-3,-27-12,438 142,-292-107,305 75,-11 31,39 30,-335-126,166 75,-284-106,224 110,-245-119,0 0,0 1,-1 0,0 0,-1 1,0 1,0-1,0 1,-1 1,-1-1,0 1,0 0,-1 1,5 11,5 9,2-1,1-1,1 0,1-1,30 30,132 118,-137-135,548 472,13 12,-216-187,-279-245,38 40,53 44,-9-19,-185-151,1-1,0 0,0-1,1 0,-1 0,1-1,0 0,0-1,16 4,2-3,0-1,34-1,33 2,477 110,-387-71,377 95,-402-91,221 99,227 179,-535-283,-14-11,116 42,-108-43,-1 4,99 66,-82-48,342 196,-118-71,-205-124,-63-38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1-07T13:06:26.951"/>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1 1982,'20'-11,"0"0,0 2,1 0,32-9,-4 2,52-26,128-74,-94 45,-49 24,98-74,-26-8,-73 57,-57 46,53-37,-56 45,30-28,-3 2,47-38,49-36,-139 111,0-1,0 0,-1 0,0-1,-1 1,12-20,2-2,-9 17,1 1,0 0,0 1,31-19,-26 17,28-18,22-16,68-60,16-18,-75 66,-54 44,-1-1,-1-2,20-20,-13 10,2 2,45-32,-37 30,42-39,-72 59,0 1,1-1,16-9,-1 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07T13:06:49.615"/>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1 0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07T13:07:19.391"/>
    </inkml:context>
    <inkml:brush xml:id="br0">
      <inkml:brushProperty name="width" value="0.05" units="cm"/>
      <inkml:brushProperty name="height" value="0.05" units="cm"/>
    </inkml:brush>
  </inkml:definitions>
  <inkml:trace contextRef="#ctx0" brushRef="#br0">93 42 24575,'1'20'0,"1"-1"0,1 1 0,7 23 0,3 23 0,-8-34 0,2-1 0,18 51 0,5 16 0,-24-64 0,-2 0 0,-1 1 0,-2 46 0,1 25 0,-1-100 0,0 0 0,0 0 0,0 0 0,1-1 0,0 1 0,0-1 0,0 1 0,0-1 0,1 1 0,0-1 0,0 0 0,1-1 0,-1 1 0,1 0 0,0-1 0,0 0 0,1 0 0,-1 0 0,1 0 0,8 4 0,6 2 0,2 0 0,-1-1 0,1-1 0,25 6 0,14 5 0,141 46 0,-191-62 0,1-1 0,0 0 0,-1 0 0,1-1 0,0 0 0,0-1 0,17-2 0,-24 2 0,-1-1 0,0 0 0,0 0 0,1 0 0,-1 0 0,0-1 0,0 1 0,0-1 0,0 0 0,-1 0 0,1 0 0,0 0 0,-1 0 0,0-1 0,1 1 0,-1-1 0,0 1 0,0-1 0,0 0 0,-1 0 0,1 0 0,-1 0 0,1 0 0,-1 0 0,0 0 0,0-1 0,-1 1 0,1-4 0,4-32 0,-2-1 0,-2 1 0,-6-59 0,0 1 0,7-30 0,-5-100 0,2 222 0,1 1 0,-1-1 0,0 1 0,0 0 0,0-1 0,-1 1 0,0 0 0,0 0 0,0 0 0,0 0 0,0 0 0,-1 0 0,0 1 0,0-1 0,0 1 0,0-1 0,0 1 0,-1 0 0,1 1 0,-1-1 0,-8-4 0,-4 0 0,0 1 0,-1 0 0,1 1 0,-28-4 0,26 5 0,1 0 0,-1-1 0,-20-8 0,-6-9 0,17 7 0,0 2 0,-1 0 0,0 2 0,-1 1 0,0 2 0,-52-9 0,30 13 0,0 3 0,-69 6 0,90 1-1365,6 2-5461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1-07T13:07:33.36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3387 1840,'-34'-2,"0"-2,-63-15,46 9,7 1,0-3,1 0,0-3,-80-41,-80-61,61 35,-65-43,164 96,-4-5,-2 2,-1 3,-100-43,124 60,0-1,0-1,2-2,0 0,-43-39,-32-21,16 17,44 30,-47-26,5 8,-48-25,33 17,66 36,-44-20,-287-155,238 122,-71-53,131 81,-1 2,-138-64,167 94,4 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1-07T13:07:36.09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0 472,'935'0,"-897"-3,1 0,53-14,-34 6,11-3,-22 5,56-5,163 9,89-7,-276 3,-1-4,128-37,-181 43,0 2,34-4,-40 7,-1 0,1-1,-1-1,0-1,32-13,-7-5,-20 10,1 1,40-14,19-7,-64 24,0 0,1 2,0 0,32-5,-35 9,0-1,-1-1,1 0,-1-1,0-1,0-1,26-16,23-9,-35 22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07T13:08:04.024"/>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733 38 24575,'0'0'0,"-13"0"0,-19 0 0,-5 0 0,-6 0 0,-1 0 0,1 0 0,1 0 0,1 0 0,2 0 0,1 0 0,1 0 0,0 0 0,1 7 0,-1 1 0,8 7 0,0 6 0,0 5 0,-2 6 0,7 3 0,5 1 0,6 2 0,-2-7 0,4-1 0,3 0 0,2 2 0,10 0 0,9 3 0,9-7 0,-1 0 0,-2 1 0,2-5 0,3-7 0,-3 2 0,-5 3 0,3-3 0,3-5 0,-3 4 0,3-4 0,-3 4 0,2-3 0,-4 4 0,4-3 0,3-3 0,-4 3 0,4-3 0,2-3 0,-3 5 0,2-3 0,2-3 0,2-2 0,4-2 0,-7 5 0,3-1 0,0-1 0,2-2 0,2-2 0,2-2 0,0-1 0,2 0 0,0-1 0,0-8 0,0-8 0,0 0 0,-7-5 0,-1 2 0,-7-3 0,1-3 0,2-4 0,3-4 0,3-1 0,-5-2 0,1 6 0,-6 0 0,3 7 0,-7 0 0,-3-2 0,-6-3 0,-3-3 0,-2-3 0,-3-1 0,0-1 0,-8-1 0,-1-1 0,1 1 0,-6 7 0,1 0 0,-4 1 0,1-2 0,-4 6 0,-3 6 0,-6 6 0,-3 6 0,-2 3 0,5-4 0,-1 1 0,0 1 0,-1 1 0,-2 1 0,-2 2 0,0 1 0,-2 1 0,1 0 0,-1 1 0,-1-1 0,1 0 0,0 0 0,7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1-07T13:08:30.346"/>
    </inkml:context>
    <inkml:brush xml:id="br0">
      <inkml:brushProperty name="width" value="0.3" units="cm"/>
      <inkml:brushProperty name="height" value="0.6" units="cm"/>
      <inkml:brushProperty name="color" value="#0069AF"/>
      <inkml:brushProperty name="tip" value="rectangle"/>
      <inkml:brushProperty name="rasterOp" value="maskPen"/>
      <inkml:brushProperty name="ignorePressure" value="1"/>
    </inkml:brush>
  </inkml:definitions>
  <inkml:trace contextRef="#ctx0" brushRef="#br0">1 1,'87'-1,"199"8,-244-3,0 2,-1 2,0 2,72 26,11 11,80 36,-148-60,70 20,-13-4,-68-23,19 7,81 42,-95-38,2-2,84 27,-16-6,9 3,-84-32,-1 2,-1 2,-1 2,68 48,43 25,-108-68,-1 1,45 40,34 24,43 1,-109-64,91 62,-80-41,235 169,-36-49,-128-84,34 15,30 19,-35-12,167 120,-308-211,-1-1,42 20,-17-11,309 148,13-23,-25-9,444 242,-47-21,-600-300,261 122,-241-110,-15-6,-95-43,-31-16,-1 1,0 2,32 22,-50-31,86 67,105 63,-40-31,52 2,-90-50,-28-17,-59-25,0 0,36 22,52 31,-24-15,200 149,-234-158,-41-30,0 2,24 21,105 88,-71-58,-52-41,35 24,-55-44,0 0,-1 1,1 0,-1 0,9 11,-1 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1-07T13:08:32.895"/>
    </inkml:context>
    <inkml:brush xml:id="br0">
      <inkml:brushProperty name="width" value="0.3" units="cm"/>
      <inkml:brushProperty name="height" value="0.6" units="cm"/>
      <inkml:brushProperty name="color" value="#0069AF"/>
      <inkml:brushProperty name="tip" value="rectangle"/>
      <inkml:brushProperty name="rasterOp" value="maskPen"/>
      <inkml:brushProperty name="ignorePressure" value="1"/>
    </inkml:brush>
  </inkml:definitions>
  <inkml:trace contextRef="#ctx0" brushRef="#br0">2342 0,'-1'21,"-1"0,0-1,-2 1,0-1,-2 0,-10 28,-60 112,30-70,21-41,-2-1,-58 79,-24 28,26-34,29-41,24-35,-63 73,-129 141,132-124,-49 61,-22 16,84-107,46-68,-1-1,-39 32,34-34,-55 66,77-80,-1-2,0 0,-2 0,0-2,-25 18,-16 8,2 3,-76 78,82-67,28-30,-43 38,23-27,27-21,-1-1,0-1,-1-1,-1-1,-28 15,28-23,4-4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1-07T13:08:40.830"/>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1 1709,'8'-1,"0"0,1 0,-1 0,0-1,0-1,0 1,0-1,10-6,61-38,-49 28,140-99,-94 63,118-65,-44 27,-74 42,-31 18,-1-1,46-48,49-39,-36 38,62-43,-135 104,44-41,-48 40,55-39,-43 35,-1-1,-2-2,40-43,-54 53,12-10,59-39,-51 39,11-4,-37 25,0-1,-1 0,0-1,21-21,-23 20,0-1,1 2,0 0,0 1,1 0,1 1,17-9,-9 5,-5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1-07T13:08:44.161"/>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0 0,'10'349,"-2"-264,3-1,24 90,9-23,7-2,102 211,149 351,-194-445,-18-42,153 344,-80-208,-123-267,82 162,38 95,162 437,-300-738,180 410,-36 11,-147-409,-12-41,0 0,-2 0,0 0,-1 1,1 27,-5-46,0 0,0 0,0 0,0 1,-1-1,1 0,-1 0,1 0,-1 0,0 0,0 0,0-1,0 1,0 0,0 0,-1-1,1 1,-1 0,1-1,-1 1,1-1,-3 1,-17 22,18-18,0 0,1 0,0 0,0 0,0 1,1-1,0 1,0-1,0 1,1 0,1 10,2 12,10 38,-12-61,35 131,79 192,-55-169,4 19,240 691,-54 16,-77-195,57-19,-227-664,7 13,-1 1,-2 0,0 0,-1 1,3 24,-2 5,3 0,2-1,3-1,1 0,28 55,135 233,-70-142,-42-80,84 112,-121-190,1-2,44 40,-43-45,11 20,-34-39,0-1,1 1,0-2,17 14,34 17,-32-25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1-07T13:08:49.326"/>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924 1,'-667'0,"654"0,-1 0,1 1,0 1,0 0,-22 6,30-6,0 0,0 1,-1-1,2 1,-1 0,0 0,0 1,1-1,0 1,0 0,0 0,0 1,1-1,-1 1,-3 7,-6 11,2 1,0 0,2 0,0 1,2 0,1 1,1 0,1 0,-1 43,4-60,1 27,6 58,-5-83,1 0,1 0,0 0,1-1,-1 1,2-1,0 0,0 0,11 14,167 183,-172-196,0 0,1 0,0-2,19 13,-23-17,0-2,1 1,-1-1,1 0,0 0,0-1,0-1,18 2,27-1,-38-3,0 1,0 1,0 0,0 1,0 1,0 1,0 0,26 11,-25-7,1-1,-1-1,2-1,-1 0,1-1,33 2,-10-4,0-2,42-5,-68 3,0 0,0-1,-1 0,1-1,17-8,-24 8,0-1,-1 0,1 0,-1-1,0 0,0 0,-1-1,1 0,7-11,-7 9,-2 0,1 0,-1-1,-1 0,0 0,0 0,5-19,-5 15,1 1,15-26,-17 31,1 0,-1 1,0-2,0 1,-1 0,0-1,0 1,-1-1,0 0,-1 0,1-14,-5 2,-1 0,-1 0,-1 1,-1 0,0 0,-2 0,-20-34,19 34,6 13,0 0,-1 1,0-1,0 1,0 0,-1 0,0 1,0 0,0 0,-1 0,-7-3,-9-5,-51-18,50 22,3 2,1 2,-1 0,1 1,-1 1,-1 1,1 1,0 1,0 1,0 1,-34 6,40-2,0 0,0 1,1 1,0 0,0 1,1 0,0 1,0 1,-16 18,21-21,0 1,1 0,0 1,0 0,1 0,0 0,1 1,0 0,-6 21,6-17,-1 0,-1-1,-8 15,-8 15,13-19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4A8C504-D22C-4042-8045-95341BFAF0D4}" type="datetimeFigureOut">
              <a:rPr lang="en-US" smtClean="0"/>
              <a:pPr/>
              <a:t>8/5/2026</a:t>
            </a:fld>
            <a:endParaRPr lang="en-US"/>
          </a:p>
        </p:txBody>
      </p:sp>
      <p:sp>
        <p:nvSpPr>
          <p:cNvPr id="4" name="Slide Image Placeholder 3"/>
          <p:cNvSpPr>
            <a:spLocks noGrp="1" noRot="1" noChangeAspect="1"/>
          </p:cNvSpPr>
          <p:nvPr>
            <p:ph type="sldImg" idx="2"/>
          </p:nvPr>
        </p:nvSpPr>
        <p:spPr>
          <a:xfrm>
            <a:off x="1085850" y="685800"/>
            <a:ext cx="46863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D38222-294C-4ACD-9C8C-A1D91C2D0E0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2468514" rtl="0" eaLnBrk="1" latinLnBrk="0" hangingPunct="1">
      <a:defRPr sz="3240" kern="1200">
        <a:solidFill>
          <a:schemeClr val="tx1"/>
        </a:solidFill>
        <a:latin typeface="+mn-lt"/>
        <a:ea typeface="+mn-ea"/>
        <a:cs typeface="+mn-cs"/>
      </a:defRPr>
    </a:lvl1pPr>
    <a:lvl2pPr marL="1234257" algn="l" defTabSz="2468514" rtl="0" eaLnBrk="1" latinLnBrk="0" hangingPunct="1">
      <a:defRPr sz="3240" kern="1200">
        <a:solidFill>
          <a:schemeClr val="tx1"/>
        </a:solidFill>
        <a:latin typeface="+mn-lt"/>
        <a:ea typeface="+mn-ea"/>
        <a:cs typeface="+mn-cs"/>
      </a:defRPr>
    </a:lvl2pPr>
    <a:lvl3pPr marL="2468514" algn="l" defTabSz="2468514" rtl="0" eaLnBrk="1" latinLnBrk="0" hangingPunct="1">
      <a:defRPr sz="3240" kern="1200">
        <a:solidFill>
          <a:schemeClr val="tx1"/>
        </a:solidFill>
        <a:latin typeface="+mn-lt"/>
        <a:ea typeface="+mn-ea"/>
        <a:cs typeface="+mn-cs"/>
      </a:defRPr>
    </a:lvl3pPr>
    <a:lvl4pPr marL="3702771" algn="l" defTabSz="2468514" rtl="0" eaLnBrk="1" latinLnBrk="0" hangingPunct="1">
      <a:defRPr sz="3240" kern="1200">
        <a:solidFill>
          <a:schemeClr val="tx1"/>
        </a:solidFill>
        <a:latin typeface="+mn-lt"/>
        <a:ea typeface="+mn-ea"/>
        <a:cs typeface="+mn-cs"/>
      </a:defRPr>
    </a:lvl4pPr>
    <a:lvl5pPr marL="4937028" algn="l" defTabSz="2468514" rtl="0" eaLnBrk="1" latinLnBrk="0" hangingPunct="1">
      <a:defRPr sz="3240" kern="1200">
        <a:solidFill>
          <a:schemeClr val="tx1"/>
        </a:solidFill>
        <a:latin typeface="+mn-lt"/>
        <a:ea typeface="+mn-ea"/>
        <a:cs typeface="+mn-cs"/>
      </a:defRPr>
    </a:lvl5pPr>
    <a:lvl6pPr marL="6171286" algn="l" defTabSz="2468514" rtl="0" eaLnBrk="1" latinLnBrk="0" hangingPunct="1">
      <a:defRPr sz="3240" kern="1200">
        <a:solidFill>
          <a:schemeClr val="tx1"/>
        </a:solidFill>
        <a:latin typeface="+mn-lt"/>
        <a:ea typeface="+mn-ea"/>
        <a:cs typeface="+mn-cs"/>
      </a:defRPr>
    </a:lvl6pPr>
    <a:lvl7pPr marL="7405543" algn="l" defTabSz="2468514" rtl="0" eaLnBrk="1" latinLnBrk="0" hangingPunct="1">
      <a:defRPr sz="3240" kern="1200">
        <a:solidFill>
          <a:schemeClr val="tx1"/>
        </a:solidFill>
        <a:latin typeface="+mn-lt"/>
        <a:ea typeface="+mn-ea"/>
        <a:cs typeface="+mn-cs"/>
      </a:defRPr>
    </a:lvl7pPr>
    <a:lvl8pPr marL="8639800" algn="l" defTabSz="2468514" rtl="0" eaLnBrk="1" latinLnBrk="0" hangingPunct="1">
      <a:defRPr sz="3240" kern="1200">
        <a:solidFill>
          <a:schemeClr val="tx1"/>
        </a:solidFill>
        <a:latin typeface="+mn-lt"/>
        <a:ea typeface="+mn-ea"/>
        <a:cs typeface="+mn-cs"/>
      </a:defRPr>
    </a:lvl8pPr>
    <a:lvl9pPr marL="9874057" algn="l" defTabSz="2468514" rtl="0" eaLnBrk="1" latinLnBrk="0" hangingPunct="1">
      <a:defRPr sz="324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5850" y="685800"/>
            <a:ext cx="4686300" cy="3429000"/>
          </a:xfrm>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E3D38222-294C-4ACD-9C8C-A1D91C2D0E05}" type="slidenum">
              <a:rPr lang="en-US" smtClean="0"/>
              <a:pPr/>
              <a:t>10</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F5E339-A84F-4768-884E-E19227003B3E}" type="slidenum">
              <a:rPr lang="en-US"/>
              <a:pPr/>
              <a:t>20</a:t>
            </a:fld>
            <a:endParaRPr lang="en-US"/>
          </a:p>
        </p:txBody>
      </p:sp>
      <p:sp>
        <p:nvSpPr>
          <p:cNvPr id="61442" name="Rectangle 2"/>
          <p:cNvSpPr>
            <a:spLocks noGrp="1" noRot="1" noChangeAspect="1" noChangeArrowheads="1" noTextEdit="1"/>
          </p:cNvSpPr>
          <p:nvPr>
            <p:ph type="sldImg"/>
          </p:nvPr>
        </p:nvSpPr>
        <p:spPr>
          <a:xfrm>
            <a:off x="1085850" y="685800"/>
            <a:ext cx="4686300" cy="3429000"/>
          </a:xfrm>
          <a:ln/>
        </p:spPr>
      </p:sp>
      <p:sp>
        <p:nvSpPr>
          <p:cNvPr id="614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60476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F5E339-A84F-4768-884E-E19227003B3E}" type="slidenum">
              <a:rPr lang="en-US"/>
              <a:pPr/>
              <a:t>21</a:t>
            </a:fld>
            <a:endParaRPr lang="en-US"/>
          </a:p>
        </p:txBody>
      </p:sp>
      <p:sp>
        <p:nvSpPr>
          <p:cNvPr id="61442" name="Rectangle 2"/>
          <p:cNvSpPr>
            <a:spLocks noGrp="1" noRot="1" noChangeAspect="1" noChangeArrowheads="1" noTextEdit="1"/>
          </p:cNvSpPr>
          <p:nvPr>
            <p:ph type="sldImg"/>
          </p:nvPr>
        </p:nvSpPr>
        <p:spPr>
          <a:xfrm>
            <a:off x="1085850" y="685800"/>
            <a:ext cx="4686300" cy="3429000"/>
          </a:xfrm>
          <a:ln/>
        </p:spPr>
      </p:sp>
      <p:sp>
        <p:nvSpPr>
          <p:cNvPr id="614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67321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632EA-B670-0D0A-0BB5-A692A65936BE}"/>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470D0B91-FD75-FE06-F6E5-C6A65F80C39C}"/>
              </a:ext>
            </a:extLst>
          </p:cNvPr>
          <p:cNvSpPr>
            <a:spLocks noGrp="1" noChangeArrowheads="1"/>
          </p:cNvSpPr>
          <p:nvPr>
            <p:ph type="sldNum" sz="quarter" idx="5"/>
          </p:nvPr>
        </p:nvSpPr>
        <p:spPr>
          <a:ln/>
        </p:spPr>
        <p:txBody>
          <a:bodyPr/>
          <a:lstStyle/>
          <a:p>
            <a:fld id="{BB8CDA39-49A5-4D2C-93EA-9107595BDA8F}" type="slidenum">
              <a:rPr lang="en-US"/>
              <a:pPr/>
              <a:t>22</a:t>
            </a:fld>
            <a:endParaRPr lang="en-US"/>
          </a:p>
        </p:txBody>
      </p:sp>
      <p:sp>
        <p:nvSpPr>
          <p:cNvPr id="62466" name="Rectangle 2">
            <a:extLst>
              <a:ext uri="{FF2B5EF4-FFF2-40B4-BE49-F238E27FC236}">
                <a16:creationId xmlns:a16="http://schemas.microsoft.com/office/drawing/2014/main" id="{844D9AA6-ACB4-1AF7-82E3-D4726D02C099}"/>
              </a:ext>
            </a:extLst>
          </p:cNvPr>
          <p:cNvSpPr>
            <a:spLocks noGrp="1" noRot="1" noChangeAspect="1" noChangeArrowheads="1" noTextEdit="1"/>
          </p:cNvSpPr>
          <p:nvPr>
            <p:ph type="sldImg"/>
          </p:nvPr>
        </p:nvSpPr>
        <p:spPr>
          <a:xfrm>
            <a:off x="1085850" y="685800"/>
            <a:ext cx="4686300" cy="3429000"/>
          </a:xfrm>
          <a:ln/>
        </p:spPr>
      </p:sp>
      <p:sp>
        <p:nvSpPr>
          <p:cNvPr id="62467" name="Rectangle 3">
            <a:extLst>
              <a:ext uri="{FF2B5EF4-FFF2-40B4-BE49-F238E27FC236}">
                <a16:creationId xmlns:a16="http://schemas.microsoft.com/office/drawing/2014/main" id="{B36A4ECE-E2F3-9F6B-11EE-165FE31A2562}"/>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32820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8CDA39-49A5-4D2C-93EA-9107595BDA8F}" type="slidenum">
              <a:rPr lang="en-US"/>
              <a:pPr/>
              <a:t>23</a:t>
            </a:fld>
            <a:endParaRPr lang="en-US"/>
          </a:p>
        </p:txBody>
      </p:sp>
      <p:sp>
        <p:nvSpPr>
          <p:cNvPr id="62466" name="Rectangle 2"/>
          <p:cNvSpPr>
            <a:spLocks noGrp="1" noRot="1" noChangeAspect="1" noChangeArrowheads="1" noTextEdit="1"/>
          </p:cNvSpPr>
          <p:nvPr>
            <p:ph type="sldImg"/>
          </p:nvPr>
        </p:nvSpPr>
        <p:spPr>
          <a:xfrm>
            <a:off x="1085850" y="685800"/>
            <a:ext cx="4686300" cy="3429000"/>
          </a:xfrm>
          <a:ln/>
        </p:spPr>
      </p:sp>
      <p:sp>
        <p:nvSpPr>
          <p:cNvPr id="624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949983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8CDA39-49A5-4D2C-93EA-9107595BDA8F}" type="slidenum">
              <a:rPr lang="en-US"/>
              <a:pPr/>
              <a:t>24</a:t>
            </a:fld>
            <a:endParaRPr lang="en-US"/>
          </a:p>
        </p:txBody>
      </p:sp>
      <p:sp>
        <p:nvSpPr>
          <p:cNvPr id="62466" name="Rectangle 2"/>
          <p:cNvSpPr>
            <a:spLocks noGrp="1" noRot="1" noChangeAspect="1" noChangeArrowheads="1" noTextEdit="1"/>
          </p:cNvSpPr>
          <p:nvPr>
            <p:ph type="sldImg"/>
          </p:nvPr>
        </p:nvSpPr>
        <p:spPr>
          <a:xfrm>
            <a:off x="1085850" y="685800"/>
            <a:ext cx="4686300" cy="3429000"/>
          </a:xfrm>
          <a:ln/>
        </p:spPr>
      </p:sp>
      <p:sp>
        <p:nvSpPr>
          <p:cNvPr id="624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15700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2FBA54-77DC-4517-9803-FD627852E6CA}" type="slidenum">
              <a:rPr lang="en-US"/>
              <a:pPr/>
              <a:t>25</a:t>
            </a:fld>
            <a:endParaRPr lang="en-US"/>
          </a:p>
        </p:txBody>
      </p:sp>
      <p:sp>
        <p:nvSpPr>
          <p:cNvPr id="63490" name="Rectangle 2"/>
          <p:cNvSpPr>
            <a:spLocks noGrp="1" noRot="1" noChangeAspect="1" noChangeArrowheads="1" noTextEdit="1"/>
          </p:cNvSpPr>
          <p:nvPr>
            <p:ph type="sldImg"/>
          </p:nvPr>
        </p:nvSpPr>
        <p:spPr>
          <a:xfrm>
            <a:off x="1085850" y="685800"/>
            <a:ext cx="4686300" cy="3429000"/>
          </a:xfrm>
          <a:ln/>
        </p:spPr>
      </p:sp>
      <p:sp>
        <p:nvSpPr>
          <p:cNvPr id="634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784257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BEA32-4BCE-C997-10E6-DB9865638CB4}"/>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2438EC14-4E7E-0AAE-207C-F518287FC1D7}"/>
              </a:ext>
            </a:extLst>
          </p:cNvPr>
          <p:cNvSpPr>
            <a:spLocks noGrp="1" noChangeArrowheads="1"/>
          </p:cNvSpPr>
          <p:nvPr>
            <p:ph type="sldNum" sz="quarter" idx="5"/>
          </p:nvPr>
        </p:nvSpPr>
        <p:spPr>
          <a:ln/>
        </p:spPr>
        <p:txBody>
          <a:bodyPr/>
          <a:lstStyle/>
          <a:p>
            <a:fld id="{BA2FBA54-77DC-4517-9803-FD627852E6CA}" type="slidenum">
              <a:rPr lang="en-US"/>
              <a:pPr/>
              <a:t>26</a:t>
            </a:fld>
            <a:endParaRPr lang="en-US"/>
          </a:p>
        </p:txBody>
      </p:sp>
      <p:sp>
        <p:nvSpPr>
          <p:cNvPr id="63490" name="Rectangle 2">
            <a:extLst>
              <a:ext uri="{FF2B5EF4-FFF2-40B4-BE49-F238E27FC236}">
                <a16:creationId xmlns:a16="http://schemas.microsoft.com/office/drawing/2014/main" id="{EADCB555-1300-5BCF-72FD-CD0A8F9CBB2F}"/>
              </a:ext>
            </a:extLst>
          </p:cNvPr>
          <p:cNvSpPr>
            <a:spLocks noGrp="1" noRot="1" noChangeAspect="1" noChangeArrowheads="1" noTextEdit="1"/>
          </p:cNvSpPr>
          <p:nvPr>
            <p:ph type="sldImg"/>
          </p:nvPr>
        </p:nvSpPr>
        <p:spPr>
          <a:xfrm>
            <a:off x="1085850" y="685800"/>
            <a:ext cx="4686300" cy="3429000"/>
          </a:xfrm>
          <a:ln/>
        </p:spPr>
      </p:sp>
      <p:sp>
        <p:nvSpPr>
          <p:cNvPr id="63491" name="Rectangle 3">
            <a:extLst>
              <a:ext uri="{FF2B5EF4-FFF2-40B4-BE49-F238E27FC236}">
                <a16:creationId xmlns:a16="http://schemas.microsoft.com/office/drawing/2014/main" id="{1B59B33A-110D-90CA-2A80-FBB6624D1647}"/>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98500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78C71-6201-8AAF-664B-2F281D33E5AD}"/>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624E4441-C560-7826-1FE8-D8E81252C0E8}"/>
              </a:ext>
            </a:extLst>
          </p:cNvPr>
          <p:cNvSpPr>
            <a:spLocks noGrp="1" noChangeArrowheads="1"/>
          </p:cNvSpPr>
          <p:nvPr>
            <p:ph type="sldNum" sz="quarter" idx="5"/>
          </p:nvPr>
        </p:nvSpPr>
        <p:spPr>
          <a:ln/>
        </p:spPr>
        <p:txBody>
          <a:bodyPr/>
          <a:lstStyle/>
          <a:p>
            <a:fld id="{7507F36F-4651-4B1B-99F3-A0B523E42970}" type="slidenum">
              <a:rPr lang="en-US"/>
              <a:pPr/>
              <a:t>27</a:t>
            </a:fld>
            <a:endParaRPr lang="en-US"/>
          </a:p>
        </p:txBody>
      </p:sp>
      <p:sp>
        <p:nvSpPr>
          <p:cNvPr id="64514" name="Rectangle 2">
            <a:extLst>
              <a:ext uri="{FF2B5EF4-FFF2-40B4-BE49-F238E27FC236}">
                <a16:creationId xmlns:a16="http://schemas.microsoft.com/office/drawing/2014/main" id="{86822496-4DBB-7A23-0C6B-63DE7D3EF7E6}"/>
              </a:ext>
            </a:extLst>
          </p:cNvPr>
          <p:cNvSpPr>
            <a:spLocks noGrp="1" noRot="1" noChangeAspect="1" noChangeArrowheads="1" noTextEdit="1"/>
          </p:cNvSpPr>
          <p:nvPr>
            <p:ph type="sldImg"/>
          </p:nvPr>
        </p:nvSpPr>
        <p:spPr>
          <a:xfrm>
            <a:off x="1085850" y="685800"/>
            <a:ext cx="4686300" cy="3429000"/>
          </a:xfrm>
          <a:ln/>
        </p:spPr>
      </p:sp>
      <p:sp>
        <p:nvSpPr>
          <p:cNvPr id="64515" name="Rectangle 3">
            <a:extLst>
              <a:ext uri="{FF2B5EF4-FFF2-40B4-BE49-F238E27FC236}">
                <a16:creationId xmlns:a16="http://schemas.microsoft.com/office/drawing/2014/main" id="{8ECA7202-0CD0-0D0A-B23F-2906DFCAD265}"/>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586344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B6D1E-F92B-7555-D0A6-8FAED7B8F33C}"/>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BD04ADD9-4E63-7C7D-6481-37B8C706017B}"/>
              </a:ext>
            </a:extLst>
          </p:cNvPr>
          <p:cNvSpPr>
            <a:spLocks noGrp="1" noChangeArrowheads="1"/>
          </p:cNvSpPr>
          <p:nvPr>
            <p:ph type="sldNum" sz="quarter" idx="5"/>
          </p:nvPr>
        </p:nvSpPr>
        <p:spPr>
          <a:ln/>
        </p:spPr>
        <p:txBody>
          <a:bodyPr/>
          <a:lstStyle/>
          <a:p>
            <a:fld id="{7507F36F-4651-4B1B-99F3-A0B523E42970}" type="slidenum">
              <a:rPr lang="en-US"/>
              <a:pPr/>
              <a:t>28</a:t>
            </a:fld>
            <a:endParaRPr lang="en-US"/>
          </a:p>
        </p:txBody>
      </p:sp>
      <p:sp>
        <p:nvSpPr>
          <p:cNvPr id="64514" name="Rectangle 2">
            <a:extLst>
              <a:ext uri="{FF2B5EF4-FFF2-40B4-BE49-F238E27FC236}">
                <a16:creationId xmlns:a16="http://schemas.microsoft.com/office/drawing/2014/main" id="{B761AAC8-3630-6BA8-258C-2A1721C1A83E}"/>
              </a:ext>
            </a:extLst>
          </p:cNvPr>
          <p:cNvSpPr>
            <a:spLocks noGrp="1" noRot="1" noChangeAspect="1" noChangeArrowheads="1" noTextEdit="1"/>
          </p:cNvSpPr>
          <p:nvPr>
            <p:ph type="sldImg"/>
          </p:nvPr>
        </p:nvSpPr>
        <p:spPr>
          <a:xfrm>
            <a:off x="1085850" y="685800"/>
            <a:ext cx="4686300" cy="3429000"/>
          </a:xfrm>
          <a:ln/>
        </p:spPr>
      </p:sp>
      <p:sp>
        <p:nvSpPr>
          <p:cNvPr id="64515" name="Rectangle 3">
            <a:extLst>
              <a:ext uri="{FF2B5EF4-FFF2-40B4-BE49-F238E27FC236}">
                <a16:creationId xmlns:a16="http://schemas.microsoft.com/office/drawing/2014/main" id="{998C3D7D-3EB3-FD78-7862-45B1B5A99929}"/>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26119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5850" y="685800"/>
            <a:ext cx="4686300" cy="3429000"/>
          </a:xfrm>
        </p:spPr>
      </p:sp>
      <p:sp>
        <p:nvSpPr>
          <p:cNvPr id="3" name="Notes Placeholder 2"/>
          <p:cNvSpPr>
            <a:spLocks noGrp="1"/>
          </p:cNvSpPr>
          <p:nvPr>
            <p:ph type="body" idx="1"/>
          </p:nvPr>
        </p:nvSpPr>
        <p:spPr/>
        <p:txBody>
          <a:bodyPr>
            <a:normAutofit/>
          </a:bodyPr>
          <a:lstStyle/>
          <a:p>
            <a:r>
              <a:rPr lang="en-US" dirty="0"/>
              <a:t>If the several people shake hands to each other then the total number of shaking hands will be even. </a:t>
            </a:r>
          </a:p>
        </p:txBody>
      </p:sp>
      <p:sp>
        <p:nvSpPr>
          <p:cNvPr id="4" name="Slide Number Placeholder 3"/>
          <p:cNvSpPr>
            <a:spLocks noGrp="1"/>
          </p:cNvSpPr>
          <p:nvPr>
            <p:ph type="sldNum" sz="quarter" idx="10"/>
          </p:nvPr>
        </p:nvSpPr>
        <p:spPr/>
        <p:txBody>
          <a:bodyPr/>
          <a:lstStyle/>
          <a:p>
            <a:fld id="{E3D38222-294C-4ACD-9C8C-A1D91C2D0E05}" type="slidenum">
              <a:rPr lang="en-US" smtClean="0"/>
              <a:pPr/>
              <a:t>31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5850" y="685800"/>
            <a:ext cx="4686300" cy="3429000"/>
          </a:xfrm>
        </p:spPr>
      </p:sp>
      <p:sp>
        <p:nvSpPr>
          <p:cNvPr id="3" name="Notes Placeholder 2"/>
          <p:cNvSpPr>
            <a:spLocks noGrp="1"/>
          </p:cNvSpPr>
          <p:nvPr>
            <p:ph type="body" idx="1"/>
          </p:nvPr>
        </p:nvSpPr>
        <p:spPr/>
        <p:txBody>
          <a:bodyPr>
            <a:normAutofit/>
          </a:bodyPr>
          <a:lstStyle/>
          <a:p>
            <a:r>
              <a:rPr lang="en-US" dirty="0"/>
              <a:t>If the several people shake hands to each other then the total number of shaking hands will be even. </a:t>
            </a:r>
          </a:p>
        </p:txBody>
      </p:sp>
      <p:sp>
        <p:nvSpPr>
          <p:cNvPr id="4" name="Slide Number Placeholder 3"/>
          <p:cNvSpPr>
            <a:spLocks noGrp="1"/>
          </p:cNvSpPr>
          <p:nvPr>
            <p:ph type="sldNum" sz="quarter" idx="10"/>
          </p:nvPr>
        </p:nvSpPr>
        <p:spPr/>
        <p:txBody>
          <a:bodyPr/>
          <a:lstStyle/>
          <a:p>
            <a:fld id="{E3D38222-294C-4ACD-9C8C-A1D91C2D0E05}" type="slidenum">
              <a:rPr lang="en-US" smtClean="0"/>
              <a:pPr/>
              <a:t>32</a:t>
            </a:fld>
            <a:endParaRPr lang="en-US"/>
          </a:p>
        </p:txBody>
      </p:sp>
    </p:spTree>
    <p:extLst>
      <p:ext uri="{BB962C8B-B14F-4D97-AF65-F5344CB8AC3E}">
        <p14:creationId xmlns:p14="http://schemas.microsoft.com/office/powerpoint/2010/main" val="12483196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11F49-4776-6C8B-D8FA-A039F586EF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24AEED-2927-EA05-3A9D-61EDE63F3044}"/>
              </a:ext>
            </a:extLst>
          </p:cNvPr>
          <p:cNvSpPr>
            <a:spLocks noGrp="1" noRot="1" noChangeAspect="1"/>
          </p:cNvSpPr>
          <p:nvPr>
            <p:ph type="sldImg"/>
          </p:nvPr>
        </p:nvSpPr>
        <p:spPr>
          <a:xfrm>
            <a:off x="1085850" y="685800"/>
            <a:ext cx="4686300" cy="3429000"/>
          </a:xfrm>
        </p:spPr>
      </p:sp>
      <p:sp>
        <p:nvSpPr>
          <p:cNvPr id="3" name="Notes Placeholder 2">
            <a:extLst>
              <a:ext uri="{FF2B5EF4-FFF2-40B4-BE49-F238E27FC236}">
                <a16:creationId xmlns:a16="http://schemas.microsoft.com/office/drawing/2014/main" id="{5EAD1C7C-F9E8-4EC3-6600-170470A1C0F0}"/>
              </a:ext>
            </a:extLst>
          </p:cNvPr>
          <p:cNvSpPr>
            <a:spLocks noGrp="1"/>
          </p:cNvSpPr>
          <p:nvPr>
            <p:ph type="body" idx="1"/>
          </p:nvPr>
        </p:nvSpPr>
        <p:spPr/>
        <p:txBody>
          <a:bodyPr>
            <a:normAutofit/>
          </a:bodyPr>
          <a:lstStyle/>
          <a:p>
            <a:r>
              <a:rPr lang="en-US" dirty="0"/>
              <a:t>If the several people shake hands to each other then the total number of shaking hands will be even. </a:t>
            </a:r>
          </a:p>
        </p:txBody>
      </p:sp>
      <p:sp>
        <p:nvSpPr>
          <p:cNvPr id="4" name="Slide Number Placeholder 3">
            <a:extLst>
              <a:ext uri="{FF2B5EF4-FFF2-40B4-BE49-F238E27FC236}">
                <a16:creationId xmlns:a16="http://schemas.microsoft.com/office/drawing/2014/main" id="{983986E9-5808-FD62-FA56-6F235933879C}"/>
              </a:ext>
            </a:extLst>
          </p:cNvPr>
          <p:cNvSpPr>
            <a:spLocks noGrp="1"/>
          </p:cNvSpPr>
          <p:nvPr>
            <p:ph type="sldNum" sz="quarter" idx="10"/>
          </p:nvPr>
        </p:nvSpPr>
        <p:spPr/>
        <p:txBody>
          <a:bodyPr/>
          <a:lstStyle/>
          <a:p>
            <a:fld id="{E3D38222-294C-4ACD-9C8C-A1D91C2D0E05}" type="slidenum">
              <a:rPr lang="en-US" smtClean="0"/>
              <a:pPr/>
              <a:t>33</a:t>
            </a:fld>
            <a:endParaRPr lang="en-US"/>
          </a:p>
        </p:txBody>
      </p:sp>
    </p:spTree>
    <p:extLst>
      <p:ext uri="{BB962C8B-B14F-4D97-AF65-F5344CB8AC3E}">
        <p14:creationId xmlns:p14="http://schemas.microsoft.com/office/powerpoint/2010/main" val="25236214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5850" y="685800"/>
            <a:ext cx="4686300" cy="3429000"/>
          </a:xfrm>
        </p:spPr>
      </p:sp>
      <p:sp>
        <p:nvSpPr>
          <p:cNvPr id="3" name="Notes Placeholder 2"/>
          <p:cNvSpPr>
            <a:spLocks noGrp="1"/>
          </p:cNvSpPr>
          <p:nvPr>
            <p:ph type="body" idx="1"/>
          </p:nvPr>
        </p:nvSpPr>
        <p:spPr/>
        <p:txBody>
          <a:bodyPr>
            <a:normAutofit/>
          </a:bodyPr>
          <a:lstStyle/>
          <a:p>
            <a:r>
              <a:rPr lang="en-US" dirty="0"/>
              <a:t> </a:t>
            </a:r>
            <a:r>
              <a:rPr lang="en-US" sz="1200" i="1" dirty="0"/>
              <a:t>Any two consecutive edges are either adjacent or   identical.</a:t>
            </a:r>
            <a:r>
              <a:rPr lang="en-US" sz="1200" i="1" baseline="-25000" dirty="0"/>
              <a:t>  </a:t>
            </a:r>
            <a:r>
              <a:rPr lang="en-US" sz="1200" i="1" dirty="0"/>
              <a:t> The number of edges in a walk is called its length.</a:t>
            </a:r>
            <a:r>
              <a:rPr lang="en-US" sz="1200" i="1" baseline="-25000" dirty="0"/>
              <a:t> </a:t>
            </a:r>
            <a:endParaRPr lang="en-US" dirty="0"/>
          </a:p>
        </p:txBody>
      </p:sp>
      <p:sp>
        <p:nvSpPr>
          <p:cNvPr id="4" name="Slide Number Placeholder 3"/>
          <p:cNvSpPr>
            <a:spLocks noGrp="1"/>
          </p:cNvSpPr>
          <p:nvPr>
            <p:ph type="sldNum" sz="quarter" idx="10"/>
          </p:nvPr>
        </p:nvSpPr>
        <p:spPr/>
        <p:txBody>
          <a:bodyPr/>
          <a:lstStyle/>
          <a:p>
            <a:fld id="{E3D38222-294C-4ACD-9C8C-A1D91C2D0E05}" type="slidenum">
              <a:rPr lang="en-US" smtClean="0"/>
              <a:pPr/>
              <a:t>36</a:t>
            </a:fld>
            <a:endParaRPr lang="en-US"/>
          </a:p>
        </p:txBody>
      </p:sp>
    </p:spTree>
    <p:extLst>
      <p:ext uri="{BB962C8B-B14F-4D97-AF65-F5344CB8AC3E}">
        <p14:creationId xmlns:p14="http://schemas.microsoft.com/office/powerpoint/2010/main" val="15826561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5850" y="685800"/>
            <a:ext cx="4686300" cy="3429000"/>
          </a:xfrm>
        </p:spPr>
      </p:sp>
      <p:sp>
        <p:nvSpPr>
          <p:cNvPr id="3" name="Notes Placeholder 2"/>
          <p:cNvSpPr>
            <a:spLocks noGrp="1"/>
          </p:cNvSpPr>
          <p:nvPr>
            <p:ph type="body" idx="1"/>
          </p:nvPr>
        </p:nvSpPr>
        <p:spPr/>
        <p:txBody>
          <a:bodyPr>
            <a:normAutofit/>
          </a:bodyPr>
          <a:lstStyle/>
          <a:p>
            <a:r>
              <a:rPr lang="en-US" dirty="0"/>
              <a:t> </a:t>
            </a:r>
            <a:r>
              <a:rPr lang="en-US" sz="1200" i="1" dirty="0"/>
              <a:t>Any two consecutive edges are either adjacent or   identical.</a:t>
            </a:r>
            <a:r>
              <a:rPr lang="en-US" sz="1200" i="1" baseline="-25000" dirty="0"/>
              <a:t>  </a:t>
            </a:r>
            <a:r>
              <a:rPr lang="en-US" sz="1200" i="1" dirty="0"/>
              <a:t> The number of edges in a walk is called its length.</a:t>
            </a:r>
            <a:r>
              <a:rPr lang="en-US" sz="1200" i="1" baseline="-25000" dirty="0"/>
              <a:t> </a:t>
            </a:r>
            <a:endParaRPr lang="en-US" dirty="0"/>
          </a:p>
        </p:txBody>
      </p:sp>
      <p:sp>
        <p:nvSpPr>
          <p:cNvPr id="4" name="Slide Number Placeholder 3"/>
          <p:cNvSpPr>
            <a:spLocks noGrp="1"/>
          </p:cNvSpPr>
          <p:nvPr>
            <p:ph type="sldNum" sz="quarter" idx="10"/>
          </p:nvPr>
        </p:nvSpPr>
        <p:spPr/>
        <p:txBody>
          <a:bodyPr/>
          <a:lstStyle/>
          <a:p>
            <a:fld id="{E3D38222-294C-4ACD-9C8C-A1D91C2D0E05}" type="slidenum">
              <a:rPr lang="en-US" smtClean="0"/>
              <a:pPr/>
              <a:t>37</a:t>
            </a:fld>
            <a:endParaRPr lang="en-US"/>
          </a:p>
        </p:txBody>
      </p:sp>
    </p:spTree>
    <p:extLst>
      <p:ext uri="{BB962C8B-B14F-4D97-AF65-F5344CB8AC3E}">
        <p14:creationId xmlns:p14="http://schemas.microsoft.com/office/powerpoint/2010/main" val="15361463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5850" y="685800"/>
            <a:ext cx="4686300" cy="3429000"/>
          </a:xfrm>
        </p:spPr>
      </p:sp>
      <p:sp>
        <p:nvSpPr>
          <p:cNvPr id="3" name="Notes Placeholder 2"/>
          <p:cNvSpPr>
            <a:spLocks noGrp="1"/>
          </p:cNvSpPr>
          <p:nvPr>
            <p:ph type="body" idx="1"/>
          </p:nvPr>
        </p:nvSpPr>
        <p:spPr/>
        <p:txBody>
          <a:bodyPr>
            <a:normAutofit/>
          </a:bodyPr>
          <a:lstStyle/>
          <a:p>
            <a:r>
              <a:rPr lang="en-US" dirty="0"/>
              <a:t> </a:t>
            </a:r>
            <a:r>
              <a:rPr lang="en-US" sz="1200" i="1" dirty="0"/>
              <a:t>Any two consecutive edges are either adjacent or   identical.</a:t>
            </a:r>
            <a:r>
              <a:rPr lang="en-US" sz="1200" i="1" baseline="-25000" dirty="0"/>
              <a:t>  </a:t>
            </a:r>
            <a:r>
              <a:rPr lang="en-US" sz="1200" i="1" dirty="0"/>
              <a:t> The number of edges in a walk is called its length.</a:t>
            </a:r>
            <a:r>
              <a:rPr lang="en-US" sz="1200" i="1" baseline="-25000" dirty="0"/>
              <a:t> </a:t>
            </a:r>
            <a:endParaRPr lang="en-US" dirty="0"/>
          </a:p>
        </p:txBody>
      </p:sp>
      <p:sp>
        <p:nvSpPr>
          <p:cNvPr id="4" name="Slide Number Placeholder 3"/>
          <p:cNvSpPr>
            <a:spLocks noGrp="1"/>
          </p:cNvSpPr>
          <p:nvPr>
            <p:ph type="sldNum" sz="quarter" idx="10"/>
          </p:nvPr>
        </p:nvSpPr>
        <p:spPr/>
        <p:txBody>
          <a:bodyPr/>
          <a:lstStyle/>
          <a:p>
            <a:fld id="{E3D38222-294C-4ACD-9C8C-A1D91C2D0E05}" type="slidenum">
              <a:rPr lang="en-US" smtClean="0"/>
              <a:pPr/>
              <a:t>38</a:t>
            </a:fld>
            <a:endParaRPr lang="en-US"/>
          </a:p>
        </p:txBody>
      </p:sp>
    </p:spTree>
    <p:extLst>
      <p:ext uri="{BB962C8B-B14F-4D97-AF65-F5344CB8AC3E}">
        <p14:creationId xmlns:p14="http://schemas.microsoft.com/office/powerpoint/2010/main" val="15748306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5850" y="685800"/>
            <a:ext cx="4686300" cy="3429000"/>
          </a:xfrm>
        </p:spPr>
      </p:sp>
      <p:sp>
        <p:nvSpPr>
          <p:cNvPr id="3" name="Notes Placeholder 2"/>
          <p:cNvSpPr>
            <a:spLocks noGrp="1"/>
          </p:cNvSpPr>
          <p:nvPr>
            <p:ph type="body" idx="1"/>
          </p:nvPr>
        </p:nvSpPr>
        <p:spPr/>
        <p:txBody>
          <a:bodyPr>
            <a:normAutofit/>
          </a:bodyPr>
          <a:lstStyle/>
          <a:p>
            <a:r>
              <a:rPr lang="en-US" dirty="0"/>
              <a:t> </a:t>
            </a:r>
            <a:r>
              <a:rPr lang="en-US" sz="1200" i="1" dirty="0"/>
              <a:t>Any two consecutive edges are either adjacent or   identical.</a:t>
            </a:r>
            <a:r>
              <a:rPr lang="en-US" sz="1200" i="1" baseline="-25000" dirty="0"/>
              <a:t>  </a:t>
            </a:r>
            <a:r>
              <a:rPr lang="en-US" sz="1200" i="1" dirty="0"/>
              <a:t> The number of edges in a walk is called its length.</a:t>
            </a:r>
            <a:r>
              <a:rPr lang="en-US" sz="1200" i="1" baseline="-25000" dirty="0"/>
              <a:t> </a:t>
            </a:r>
            <a:endParaRPr lang="en-US" dirty="0"/>
          </a:p>
        </p:txBody>
      </p:sp>
      <p:sp>
        <p:nvSpPr>
          <p:cNvPr id="4" name="Slide Number Placeholder 3"/>
          <p:cNvSpPr>
            <a:spLocks noGrp="1"/>
          </p:cNvSpPr>
          <p:nvPr>
            <p:ph type="sldNum" sz="quarter" idx="10"/>
          </p:nvPr>
        </p:nvSpPr>
        <p:spPr/>
        <p:txBody>
          <a:bodyPr/>
          <a:lstStyle/>
          <a:p>
            <a:fld id="{E3D38222-294C-4ACD-9C8C-A1D91C2D0E05}" type="slidenum">
              <a:rPr lang="en-US" smtClean="0"/>
              <a:pPr/>
              <a:t>39</a:t>
            </a:fld>
            <a:endParaRPr lang="en-US"/>
          </a:p>
        </p:txBody>
      </p:sp>
    </p:spTree>
    <p:extLst>
      <p:ext uri="{BB962C8B-B14F-4D97-AF65-F5344CB8AC3E}">
        <p14:creationId xmlns:p14="http://schemas.microsoft.com/office/powerpoint/2010/main" val="109278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06924" y="3354928"/>
            <a:ext cx="12545140" cy="2314949"/>
          </a:xfrm>
        </p:spPr>
        <p:txBody>
          <a:bodyPr/>
          <a:lstStyle/>
          <a:p>
            <a:r>
              <a:rPr lang="en-US"/>
              <a:t>Click to edit Master title style</a:t>
            </a:r>
            <a:endParaRPr lang="en-IN"/>
          </a:p>
        </p:txBody>
      </p:sp>
      <p:sp>
        <p:nvSpPr>
          <p:cNvPr id="3" name="Subtitle 2"/>
          <p:cNvSpPr>
            <a:spLocks noGrp="1"/>
          </p:cNvSpPr>
          <p:nvPr>
            <p:ph type="subTitle" idx="1"/>
          </p:nvPr>
        </p:nvSpPr>
        <p:spPr>
          <a:xfrm>
            <a:off x="2213848" y="6119866"/>
            <a:ext cx="10331292" cy="2759940"/>
          </a:xfrm>
        </p:spPr>
        <p:txBody>
          <a:bodyPr/>
          <a:lstStyle>
            <a:lvl1pPr marL="0" indent="0" algn="ctr">
              <a:buNone/>
              <a:defRPr>
                <a:solidFill>
                  <a:schemeClr val="tx1">
                    <a:tint val="75000"/>
                  </a:schemeClr>
                </a:solidFill>
              </a:defRPr>
            </a:lvl1pPr>
            <a:lvl2pPr marL="737963" indent="0" algn="ctr">
              <a:buNone/>
              <a:defRPr>
                <a:solidFill>
                  <a:schemeClr val="tx1">
                    <a:tint val="75000"/>
                  </a:schemeClr>
                </a:solidFill>
              </a:defRPr>
            </a:lvl2pPr>
            <a:lvl3pPr marL="1475925" indent="0" algn="ctr">
              <a:buNone/>
              <a:defRPr>
                <a:solidFill>
                  <a:schemeClr val="tx1">
                    <a:tint val="75000"/>
                  </a:schemeClr>
                </a:solidFill>
              </a:defRPr>
            </a:lvl3pPr>
            <a:lvl4pPr marL="2213888" indent="0" algn="ctr">
              <a:buNone/>
              <a:defRPr>
                <a:solidFill>
                  <a:schemeClr val="tx1">
                    <a:tint val="75000"/>
                  </a:schemeClr>
                </a:solidFill>
              </a:defRPr>
            </a:lvl4pPr>
            <a:lvl5pPr marL="2951850" indent="0" algn="ctr">
              <a:buNone/>
              <a:defRPr>
                <a:solidFill>
                  <a:schemeClr val="tx1">
                    <a:tint val="75000"/>
                  </a:schemeClr>
                </a:solidFill>
              </a:defRPr>
            </a:lvl5pPr>
            <a:lvl6pPr marL="3689812" indent="0" algn="ctr">
              <a:buNone/>
              <a:defRPr>
                <a:solidFill>
                  <a:schemeClr val="tx1">
                    <a:tint val="75000"/>
                  </a:schemeClr>
                </a:solidFill>
              </a:defRPr>
            </a:lvl6pPr>
            <a:lvl7pPr marL="4427775" indent="0" algn="ctr">
              <a:buNone/>
              <a:defRPr>
                <a:solidFill>
                  <a:schemeClr val="tx1">
                    <a:tint val="75000"/>
                  </a:schemeClr>
                </a:solidFill>
              </a:defRPr>
            </a:lvl7pPr>
            <a:lvl8pPr marL="5165738" indent="0" algn="ctr">
              <a:buNone/>
              <a:defRPr>
                <a:solidFill>
                  <a:schemeClr val="tx1">
                    <a:tint val="75000"/>
                  </a:schemeClr>
                </a:solidFill>
              </a:defRPr>
            </a:lvl8pPr>
            <a:lvl9pPr marL="59037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B42B5C5-B2E9-4DB3-BE61-23575B57FBD4}" type="datetime1">
              <a:rPr lang="en-US" smtClean="0"/>
              <a:pPr/>
              <a:t>8/5/2026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8D2D6F-4E8B-4497-805D-8D21CEAF67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27A9E18-5371-4FC2-8521-7ECB04290999}" type="datetime1">
              <a:rPr lang="en-US" smtClean="0"/>
              <a:pPr/>
              <a:t>8/5/2026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8D2D6F-4E8B-4497-805D-8D21CEAF67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65858" y="6939849"/>
            <a:ext cx="12545140" cy="2144953"/>
          </a:xfrm>
        </p:spPr>
        <p:txBody>
          <a:bodyPr anchor="t"/>
          <a:lstStyle>
            <a:lvl1pPr algn="l">
              <a:defRPr sz="6457" b="1" cap="all"/>
            </a:lvl1pPr>
          </a:lstStyle>
          <a:p>
            <a:r>
              <a:rPr lang="en-US"/>
              <a:t>Click to edit Master title style</a:t>
            </a:r>
            <a:endParaRPr lang="en-IN"/>
          </a:p>
        </p:txBody>
      </p:sp>
      <p:sp>
        <p:nvSpPr>
          <p:cNvPr id="3" name="Text Placeholder 2"/>
          <p:cNvSpPr>
            <a:spLocks noGrp="1"/>
          </p:cNvSpPr>
          <p:nvPr>
            <p:ph type="body" idx="1"/>
          </p:nvPr>
        </p:nvSpPr>
        <p:spPr>
          <a:xfrm>
            <a:off x="1165858" y="4577401"/>
            <a:ext cx="12545140" cy="2362448"/>
          </a:xfrm>
        </p:spPr>
        <p:txBody>
          <a:bodyPr anchor="b"/>
          <a:lstStyle>
            <a:lvl1pPr marL="0" indent="0">
              <a:buNone/>
              <a:defRPr sz="3228">
                <a:solidFill>
                  <a:schemeClr val="tx1">
                    <a:tint val="75000"/>
                  </a:schemeClr>
                </a:solidFill>
              </a:defRPr>
            </a:lvl1pPr>
            <a:lvl2pPr marL="737963" indent="0">
              <a:buNone/>
              <a:defRPr sz="2905">
                <a:solidFill>
                  <a:schemeClr val="tx1">
                    <a:tint val="75000"/>
                  </a:schemeClr>
                </a:solidFill>
              </a:defRPr>
            </a:lvl2pPr>
            <a:lvl3pPr marL="1475925" indent="0">
              <a:buNone/>
              <a:defRPr sz="2583">
                <a:solidFill>
                  <a:schemeClr val="tx1">
                    <a:tint val="75000"/>
                  </a:schemeClr>
                </a:solidFill>
              </a:defRPr>
            </a:lvl3pPr>
            <a:lvl4pPr marL="2213888" indent="0">
              <a:buNone/>
              <a:defRPr sz="2260">
                <a:solidFill>
                  <a:schemeClr val="tx1">
                    <a:tint val="75000"/>
                  </a:schemeClr>
                </a:solidFill>
              </a:defRPr>
            </a:lvl4pPr>
            <a:lvl5pPr marL="2951850" indent="0">
              <a:buNone/>
              <a:defRPr sz="2260">
                <a:solidFill>
                  <a:schemeClr val="tx1">
                    <a:tint val="75000"/>
                  </a:schemeClr>
                </a:solidFill>
              </a:defRPr>
            </a:lvl5pPr>
            <a:lvl6pPr marL="3689812" indent="0">
              <a:buNone/>
              <a:defRPr sz="2260">
                <a:solidFill>
                  <a:schemeClr val="tx1">
                    <a:tint val="75000"/>
                  </a:schemeClr>
                </a:solidFill>
              </a:defRPr>
            </a:lvl6pPr>
            <a:lvl7pPr marL="4427775" indent="0">
              <a:buNone/>
              <a:defRPr sz="2260">
                <a:solidFill>
                  <a:schemeClr val="tx1">
                    <a:tint val="75000"/>
                  </a:schemeClr>
                </a:solidFill>
              </a:defRPr>
            </a:lvl7pPr>
            <a:lvl8pPr marL="5165738" indent="0">
              <a:buNone/>
              <a:defRPr sz="2260">
                <a:solidFill>
                  <a:schemeClr val="tx1">
                    <a:tint val="75000"/>
                  </a:schemeClr>
                </a:solidFill>
              </a:defRPr>
            </a:lvl8pPr>
            <a:lvl9pPr marL="5903700" indent="0">
              <a:buNone/>
              <a:defRPr sz="22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C5CB3B-FB74-4F69-AFC4-59873000A8A5}" type="datetime1">
              <a:rPr lang="en-US" smtClean="0"/>
              <a:pPr/>
              <a:t>8/5/2026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8D2D6F-4E8B-4497-805D-8D21CEAF67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737949" y="2519946"/>
            <a:ext cx="6518553" cy="7127344"/>
          </a:xfrm>
        </p:spPr>
        <p:txBody>
          <a:bodyPr/>
          <a:lstStyle>
            <a:lvl1pPr>
              <a:defRPr sz="4519"/>
            </a:lvl1pPr>
            <a:lvl2pPr>
              <a:defRPr sz="3874"/>
            </a:lvl2pPr>
            <a:lvl3pPr>
              <a:defRPr sz="3228"/>
            </a:lvl3pPr>
            <a:lvl4pPr>
              <a:defRPr sz="2905"/>
            </a:lvl4pPr>
            <a:lvl5pPr>
              <a:defRPr sz="2905"/>
            </a:lvl5pPr>
            <a:lvl6pPr>
              <a:defRPr sz="2905"/>
            </a:lvl6pPr>
            <a:lvl7pPr>
              <a:defRPr sz="2905"/>
            </a:lvl7pPr>
            <a:lvl8pPr>
              <a:defRPr sz="2905"/>
            </a:lvl8pPr>
            <a:lvl9pPr>
              <a:defRPr sz="290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7502486" y="2519946"/>
            <a:ext cx="6518553" cy="7127344"/>
          </a:xfrm>
        </p:spPr>
        <p:txBody>
          <a:bodyPr/>
          <a:lstStyle>
            <a:lvl1pPr>
              <a:defRPr sz="4519"/>
            </a:lvl1pPr>
            <a:lvl2pPr>
              <a:defRPr sz="3874"/>
            </a:lvl2pPr>
            <a:lvl3pPr>
              <a:defRPr sz="3228"/>
            </a:lvl3pPr>
            <a:lvl4pPr>
              <a:defRPr sz="2905"/>
            </a:lvl4pPr>
            <a:lvl5pPr>
              <a:defRPr sz="2905"/>
            </a:lvl5pPr>
            <a:lvl6pPr>
              <a:defRPr sz="2905"/>
            </a:lvl6pPr>
            <a:lvl7pPr>
              <a:defRPr sz="2905"/>
            </a:lvl7pPr>
            <a:lvl8pPr>
              <a:defRPr sz="2905"/>
            </a:lvl8pPr>
            <a:lvl9pPr>
              <a:defRPr sz="290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2BFFCF7-B551-4D50-89EB-7AB401F37E16}" type="datetime1">
              <a:rPr lang="en-US" smtClean="0"/>
              <a:pPr/>
              <a:t>8/5/2026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8D2D6F-4E8B-4497-805D-8D21CEAF67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737950" y="2417449"/>
            <a:ext cx="6521116" cy="1007477"/>
          </a:xfrm>
        </p:spPr>
        <p:txBody>
          <a:bodyPr anchor="b"/>
          <a:lstStyle>
            <a:lvl1pPr marL="0" indent="0">
              <a:buNone/>
              <a:defRPr sz="3874" b="1"/>
            </a:lvl1pPr>
            <a:lvl2pPr marL="737963" indent="0">
              <a:buNone/>
              <a:defRPr sz="3228" b="1"/>
            </a:lvl2pPr>
            <a:lvl3pPr marL="1475925" indent="0">
              <a:buNone/>
              <a:defRPr sz="2905" b="1"/>
            </a:lvl3pPr>
            <a:lvl4pPr marL="2213888" indent="0">
              <a:buNone/>
              <a:defRPr sz="2583" b="1"/>
            </a:lvl4pPr>
            <a:lvl5pPr marL="2951850" indent="0">
              <a:buNone/>
              <a:defRPr sz="2583" b="1"/>
            </a:lvl5pPr>
            <a:lvl6pPr marL="3689812" indent="0">
              <a:buNone/>
              <a:defRPr sz="2583" b="1"/>
            </a:lvl6pPr>
            <a:lvl7pPr marL="4427775" indent="0">
              <a:buNone/>
              <a:defRPr sz="2583" b="1"/>
            </a:lvl7pPr>
            <a:lvl8pPr marL="5165738" indent="0">
              <a:buNone/>
              <a:defRPr sz="2583" b="1"/>
            </a:lvl8pPr>
            <a:lvl9pPr marL="5903700" indent="0">
              <a:buNone/>
              <a:defRPr sz="2583" b="1"/>
            </a:lvl9pPr>
          </a:lstStyle>
          <a:p>
            <a:pPr lvl="0"/>
            <a:r>
              <a:rPr lang="en-US"/>
              <a:t>Click to edit Master text styles</a:t>
            </a:r>
          </a:p>
        </p:txBody>
      </p:sp>
      <p:sp>
        <p:nvSpPr>
          <p:cNvPr id="4" name="Content Placeholder 3"/>
          <p:cNvSpPr>
            <a:spLocks noGrp="1"/>
          </p:cNvSpPr>
          <p:nvPr>
            <p:ph sz="half" idx="2"/>
          </p:nvPr>
        </p:nvSpPr>
        <p:spPr>
          <a:xfrm>
            <a:off x="737950" y="3424925"/>
            <a:ext cx="6521116" cy="6222364"/>
          </a:xfrm>
        </p:spPr>
        <p:txBody>
          <a:bodyPr/>
          <a:lstStyle>
            <a:lvl1pPr>
              <a:defRPr sz="3874"/>
            </a:lvl1pPr>
            <a:lvl2pPr>
              <a:defRPr sz="3228"/>
            </a:lvl2pPr>
            <a:lvl3pPr>
              <a:defRPr sz="2905"/>
            </a:lvl3pPr>
            <a:lvl4pPr>
              <a:defRPr sz="2583"/>
            </a:lvl4pPr>
            <a:lvl5pPr>
              <a:defRPr sz="2583"/>
            </a:lvl5pPr>
            <a:lvl6pPr>
              <a:defRPr sz="2583"/>
            </a:lvl6pPr>
            <a:lvl7pPr>
              <a:defRPr sz="2583"/>
            </a:lvl7pPr>
            <a:lvl8pPr>
              <a:defRPr sz="2583"/>
            </a:lvl8pPr>
            <a:lvl9pPr>
              <a:defRPr sz="258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7497362" y="2417449"/>
            <a:ext cx="6523678" cy="1007477"/>
          </a:xfrm>
        </p:spPr>
        <p:txBody>
          <a:bodyPr anchor="b"/>
          <a:lstStyle>
            <a:lvl1pPr marL="0" indent="0">
              <a:buNone/>
              <a:defRPr sz="3874" b="1"/>
            </a:lvl1pPr>
            <a:lvl2pPr marL="737963" indent="0">
              <a:buNone/>
              <a:defRPr sz="3228" b="1"/>
            </a:lvl2pPr>
            <a:lvl3pPr marL="1475925" indent="0">
              <a:buNone/>
              <a:defRPr sz="2905" b="1"/>
            </a:lvl3pPr>
            <a:lvl4pPr marL="2213888" indent="0">
              <a:buNone/>
              <a:defRPr sz="2583" b="1"/>
            </a:lvl4pPr>
            <a:lvl5pPr marL="2951850" indent="0">
              <a:buNone/>
              <a:defRPr sz="2583" b="1"/>
            </a:lvl5pPr>
            <a:lvl6pPr marL="3689812" indent="0">
              <a:buNone/>
              <a:defRPr sz="2583" b="1"/>
            </a:lvl6pPr>
            <a:lvl7pPr marL="4427775" indent="0">
              <a:buNone/>
              <a:defRPr sz="2583" b="1"/>
            </a:lvl7pPr>
            <a:lvl8pPr marL="5165738" indent="0">
              <a:buNone/>
              <a:defRPr sz="2583" b="1"/>
            </a:lvl8pPr>
            <a:lvl9pPr marL="5903700" indent="0">
              <a:buNone/>
              <a:defRPr sz="2583" b="1"/>
            </a:lvl9pPr>
          </a:lstStyle>
          <a:p>
            <a:pPr lvl="0"/>
            <a:r>
              <a:rPr lang="en-US"/>
              <a:t>Click to edit Master text styles</a:t>
            </a:r>
          </a:p>
        </p:txBody>
      </p:sp>
      <p:sp>
        <p:nvSpPr>
          <p:cNvPr id="6" name="Content Placeholder 5"/>
          <p:cNvSpPr>
            <a:spLocks noGrp="1"/>
          </p:cNvSpPr>
          <p:nvPr>
            <p:ph sz="quarter" idx="4"/>
          </p:nvPr>
        </p:nvSpPr>
        <p:spPr>
          <a:xfrm>
            <a:off x="7497362" y="3424925"/>
            <a:ext cx="6523678" cy="6222364"/>
          </a:xfrm>
        </p:spPr>
        <p:txBody>
          <a:bodyPr/>
          <a:lstStyle>
            <a:lvl1pPr>
              <a:defRPr sz="3874"/>
            </a:lvl1pPr>
            <a:lvl2pPr>
              <a:defRPr sz="3228"/>
            </a:lvl2pPr>
            <a:lvl3pPr>
              <a:defRPr sz="2905"/>
            </a:lvl3pPr>
            <a:lvl4pPr>
              <a:defRPr sz="2583"/>
            </a:lvl4pPr>
            <a:lvl5pPr>
              <a:defRPr sz="2583"/>
            </a:lvl5pPr>
            <a:lvl6pPr>
              <a:defRPr sz="2583"/>
            </a:lvl6pPr>
            <a:lvl7pPr>
              <a:defRPr sz="2583"/>
            </a:lvl7pPr>
            <a:lvl8pPr>
              <a:defRPr sz="2583"/>
            </a:lvl8pPr>
            <a:lvl9pPr>
              <a:defRPr sz="258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A88E37C-8865-4559-8D5E-6C9C36B8122B}" type="datetime1">
              <a:rPr lang="en-US" smtClean="0"/>
              <a:pPr/>
              <a:t>8/5/2026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F8D2D6F-4E8B-4497-805D-8D21CEAF67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3F78269-E6A5-4A0F-8374-97716B3B4E2A}" type="datetime1">
              <a:rPr lang="en-US" smtClean="0"/>
              <a:pPr/>
              <a:t>8/5/2026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F8D2D6F-4E8B-4497-805D-8D21CEAF67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6773A7-B80F-4DE1-9930-6D13B66E6BF2}" type="datetime1">
              <a:rPr lang="en-US" smtClean="0"/>
              <a:pPr/>
              <a:t>8/5/2026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F8D2D6F-4E8B-4497-805D-8D21CEAF67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7951" y="429991"/>
            <a:ext cx="4855605" cy="1829960"/>
          </a:xfrm>
        </p:spPr>
        <p:txBody>
          <a:bodyPr anchor="b"/>
          <a:lstStyle>
            <a:lvl1pPr algn="l">
              <a:defRPr sz="3228" b="1"/>
            </a:lvl1pPr>
          </a:lstStyle>
          <a:p>
            <a:r>
              <a:rPr lang="en-US"/>
              <a:t>Click to edit Master title style</a:t>
            </a:r>
            <a:endParaRPr lang="en-IN"/>
          </a:p>
        </p:txBody>
      </p:sp>
      <p:sp>
        <p:nvSpPr>
          <p:cNvPr id="3" name="Content Placeholder 2"/>
          <p:cNvSpPr>
            <a:spLocks noGrp="1"/>
          </p:cNvSpPr>
          <p:nvPr>
            <p:ph idx="1"/>
          </p:nvPr>
        </p:nvSpPr>
        <p:spPr>
          <a:xfrm>
            <a:off x="5770355" y="429992"/>
            <a:ext cx="8250684" cy="9217298"/>
          </a:xfrm>
        </p:spPr>
        <p:txBody>
          <a:bodyPr/>
          <a:lstStyle>
            <a:lvl1pPr>
              <a:defRPr sz="5165"/>
            </a:lvl1pPr>
            <a:lvl2pPr>
              <a:defRPr sz="4519"/>
            </a:lvl2pPr>
            <a:lvl3pPr>
              <a:defRPr sz="3874"/>
            </a:lvl3pPr>
            <a:lvl4pPr>
              <a:defRPr sz="3228"/>
            </a:lvl4pPr>
            <a:lvl5pPr>
              <a:defRPr sz="3228"/>
            </a:lvl5pPr>
            <a:lvl6pPr>
              <a:defRPr sz="3228"/>
            </a:lvl6pPr>
            <a:lvl7pPr>
              <a:defRPr sz="3228"/>
            </a:lvl7pPr>
            <a:lvl8pPr>
              <a:defRPr sz="3228"/>
            </a:lvl8pPr>
            <a:lvl9pPr>
              <a:defRPr sz="322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737951" y="2259952"/>
            <a:ext cx="4855605" cy="7387339"/>
          </a:xfrm>
        </p:spPr>
        <p:txBody>
          <a:bodyPr/>
          <a:lstStyle>
            <a:lvl1pPr marL="0" indent="0">
              <a:buNone/>
              <a:defRPr sz="2260"/>
            </a:lvl1pPr>
            <a:lvl2pPr marL="737963" indent="0">
              <a:buNone/>
              <a:defRPr sz="1937"/>
            </a:lvl2pPr>
            <a:lvl3pPr marL="1475925" indent="0">
              <a:buNone/>
              <a:defRPr sz="1614"/>
            </a:lvl3pPr>
            <a:lvl4pPr marL="2213888" indent="0">
              <a:buNone/>
              <a:defRPr sz="1453"/>
            </a:lvl4pPr>
            <a:lvl5pPr marL="2951850" indent="0">
              <a:buNone/>
              <a:defRPr sz="1453"/>
            </a:lvl5pPr>
            <a:lvl6pPr marL="3689812" indent="0">
              <a:buNone/>
              <a:defRPr sz="1453"/>
            </a:lvl6pPr>
            <a:lvl7pPr marL="4427775" indent="0">
              <a:buNone/>
              <a:defRPr sz="1453"/>
            </a:lvl7pPr>
            <a:lvl8pPr marL="5165738" indent="0">
              <a:buNone/>
              <a:defRPr sz="1453"/>
            </a:lvl8pPr>
            <a:lvl9pPr marL="5903700" indent="0">
              <a:buNone/>
              <a:defRPr sz="1453"/>
            </a:lvl9pPr>
          </a:lstStyle>
          <a:p>
            <a:pPr lvl="0"/>
            <a:r>
              <a:rPr lang="en-US"/>
              <a:t>Click to edit Master text styles</a:t>
            </a:r>
          </a:p>
        </p:txBody>
      </p:sp>
      <p:sp>
        <p:nvSpPr>
          <p:cNvPr id="5" name="Date Placeholder 4"/>
          <p:cNvSpPr>
            <a:spLocks noGrp="1"/>
          </p:cNvSpPr>
          <p:nvPr>
            <p:ph type="dt" sz="half" idx="10"/>
          </p:nvPr>
        </p:nvSpPr>
        <p:spPr/>
        <p:txBody>
          <a:bodyPr/>
          <a:lstStyle/>
          <a:p>
            <a:fld id="{38BC0CA5-A632-427C-B440-E264AFD16E01}" type="datetime1">
              <a:rPr lang="en-US" smtClean="0"/>
              <a:pPr/>
              <a:t>8/5/2026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8D2D6F-4E8B-4497-805D-8D21CEAF67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92866" y="7559834"/>
            <a:ext cx="8855393" cy="892481"/>
          </a:xfrm>
        </p:spPr>
        <p:txBody>
          <a:bodyPr anchor="b"/>
          <a:lstStyle>
            <a:lvl1pPr algn="l">
              <a:defRPr sz="3228" b="1"/>
            </a:lvl1pPr>
          </a:lstStyle>
          <a:p>
            <a:r>
              <a:rPr lang="en-US"/>
              <a:t>Click to edit Master title style</a:t>
            </a:r>
            <a:endParaRPr lang="en-IN"/>
          </a:p>
        </p:txBody>
      </p:sp>
      <p:sp>
        <p:nvSpPr>
          <p:cNvPr id="3" name="Picture Placeholder 2"/>
          <p:cNvSpPr>
            <a:spLocks noGrp="1"/>
          </p:cNvSpPr>
          <p:nvPr>
            <p:ph type="pic" idx="1"/>
          </p:nvPr>
        </p:nvSpPr>
        <p:spPr>
          <a:xfrm>
            <a:off x="2892866" y="964979"/>
            <a:ext cx="8855393" cy="6479858"/>
          </a:xfrm>
        </p:spPr>
        <p:txBody>
          <a:bodyPr/>
          <a:lstStyle>
            <a:lvl1pPr marL="0" indent="0">
              <a:buNone/>
              <a:defRPr sz="5165"/>
            </a:lvl1pPr>
            <a:lvl2pPr marL="737963" indent="0">
              <a:buNone/>
              <a:defRPr sz="4519"/>
            </a:lvl2pPr>
            <a:lvl3pPr marL="1475925" indent="0">
              <a:buNone/>
              <a:defRPr sz="3874"/>
            </a:lvl3pPr>
            <a:lvl4pPr marL="2213888" indent="0">
              <a:buNone/>
              <a:defRPr sz="3228"/>
            </a:lvl4pPr>
            <a:lvl5pPr marL="2951850" indent="0">
              <a:buNone/>
              <a:defRPr sz="3228"/>
            </a:lvl5pPr>
            <a:lvl6pPr marL="3689812" indent="0">
              <a:buNone/>
              <a:defRPr sz="3228"/>
            </a:lvl6pPr>
            <a:lvl7pPr marL="4427775" indent="0">
              <a:buNone/>
              <a:defRPr sz="3228"/>
            </a:lvl7pPr>
            <a:lvl8pPr marL="5165738" indent="0">
              <a:buNone/>
              <a:defRPr sz="3228"/>
            </a:lvl8pPr>
            <a:lvl9pPr marL="5903700" indent="0">
              <a:buNone/>
              <a:defRPr sz="3228"/>
            </a:lvl9pPr>
          </a:lstStyle>
          <a:p>
            <a:endParaRPr lang="en-IN"/>
          </a:p>
        </p:txBody>
      </p:sp>
      <p:sp>
        <p:nvSpPr>
          <p:cNvPr id="4" name="Text Placeholder 3"/>
          <p:cNvSpPr>
            <a:spLocks noGrp="1"/>
          </p:cNvSpPr>
          <p:nvPr>
            <p:ph type="body" sz="half" idx="2"/>
          </p:nvPr>
        </p:nvSpPr>
        <p:spPr>
          <a:xfrm>
            <a:off x="2892866" y="8452315"/>
            <a:ext cx="8855393" cy="1267472"/>
          </a:xfrm>
        </p:spPr>
        <p:txBody>
          <a:bodyPr/>
          <a:lstStyle>
            <a:lvl1pPr marL="0" indent="0">
              <a:buNone/>
              <a:defRPr sz="2260"/>
            </a:lvl1pPr>
            <a:lvl2pPr marL="737963" indent="0">
              <a:buNone/>
              <a:defRPr sz="1937"/>
            </a:lvl2pPr>
            <a:lvl3pPr marL="1475925" indent="0">
              <a:buNone/>
              <a:defRPr sz="1614"/>
            </a:lvl3pPr>
            <a:lvl4pPr marL="2213888" indent="0">
              <a:buNone/>
              <a:defRPr sz="1453"/>
            </a:lvl4pPr>
            <a:lvl5pPr marL="2951850" indent="0">
              <a:buNone/>
              <a:defRPr sz="1453"/>
            </a:lvl5pPr>
            <a:lvl6pPr marL="3689812" indent="0">
              <a:buNone/>
              <a:defRPr sz="1453"/>
            </a:lvl6pPr>
            <a:lvl7pPr marL="4427775" indent="0">
              <a:buNone/>
              <a:defRPr sz="1453"/>
            </a:lvl7pPr>
            <a:lvl8pPr marL="5165738" indent="0">
              <a:buNone/>
              <a:defRPr sz="1453"/>
            </a:lvl8pPr>
            <a:lvl9pPr marL="5903700" indent="0">
              <a:buNone/>
              <a:defRPr sz="1453"/>
            </a:lvl9pPr>
          </a:lstStyle>
          <a:p>
            <a:pPr lvl="0"/>
            <a:r>
              <a:rPr lang="en-US"/>
              <a:t>Click to edit Master text styles</a:t>
            </a:r>
          </a:p>
        </p:txBody>
      </p:sp>
      <p:sp>
        <p:nvSpPr>
          <p:cNvPr id="5" name="Date Placeholder 4"/>
          <p:cNvSpPr>
            <a:spLocks noGrp="1"/>
          </p:cNvSpPr>
          <p:nvPr>
            <p:ph type="dt" sz="half" idx="10"/>
          </p:nvPr>
        </p:nvSpPr>
        <p:spPr/>
        <p:txBody>
          <a:bodyPr/>
          <a:lstStyle/>
          <a:p>
            <a:fld id="{F9BBB09C-061D-4FDA-B621-04845D25B8F4}" type="datetime1">
              <a:rPr lang="en-US" smtClean="0"/>
              <a:pPr/>
              <a:t>8/5/2026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8D2D6F-4E8B-4497-805D-8D21CEAF67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5B123B-6BBA-4E75-AA42-2E02C61C2BEF}" type="datetime1">
              <a:rPr lang="en-US" smtClean="0"/>
              <a:pPr/>
              <a:t>8/5/2026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8D2D6F-4E8B-4497-805D-8D21CEAF67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700268" y="432492"/>
            <a:ext cx="3320772" cy="921479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737950" y="432492"/>
            <a:ext cx="9716334" cy="921479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A6F1ABA-6C40-40FF-98A6-908FAFFB2E4C}" type="datetime1">
              <a:rPr lang="en-US" smtClean="0"/>
              <a:pPr/>
              <a:t>8/5/2026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8D2D6F-4E8B-4497-805D-8D21CEAF67A2}"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44874" y="1767462"/>
            <a:ext cx="11069241" cy="3759917"/>
          </a:xfrm>
        </p:spPr>
        <p:txBody>
          <a:bodyPr anchor="b"/>
          <a:lstStyle>
            <a:lvl1pPr algn="ctr">
              <a:defRPr sz="7263"/>
            </a:lvl1pPr>
          </a:lstStyle>
          <a:p>
            <a:r>
              <a:rPr lang="en-US"/>
              <a:t>Click to edit Master title style</a:t>
            </a:r>
            <a:endParaRPr lang="en-US" dirty="0"/>
          </a:p>
        </p:txBody>
      </p:sp>
      <p:sp>
        <p:nvSpPr>
          <p:cNvPr id="3" name="Subtitle 2"/>
          <p:cNvSpPr>
            <a:spLocks noGrp="1"/>
          </p:cNvSpPr>
          <p:nvPr>
            <p:ph type="subTitle" idx="1"/>
          </p:nvPr>
        </p:nvSpPr>
        <p:spPr>
          <a:xfrm>
            <a:off x="1844874" y="5672376"/>
            <a:ext cx="11069241" cy="2607442"/>
          </a:xfrm>
        </p:spPr>
        <p:txBody>
          <a:bodyPr/>
          <a:lstStyle>
            <a:lvl1pPr marL="0" indent="0" algn="ctr">
              <a:buNone/>
              <a:defRPr sz="2905"/>
            </a:lvl1pPr>
            <a:lvl2pPr marL="553441" indent="0" algn="ctr">
              <a:buNone/>
              <a:defRPr sz="2421"/>
            </a:lvl2pPr>
            <a:lvl3pPr marL="1106881" indent="0" algn="ctr">
              <a:buNone/>
              <a:defRPr sz="2179"/>
            </a:lvl3pPr>
            <a:lvl4pPr marL="1660322" indent="0" algn="ctr">
              <a:buNone/>
              <a:defRPr sz="1937"/>
            </a:lvl4pPr>
            <a:lvl5pPr marL="2213762" indent="0" algn="ctr">
              <a:buNone/>
              <a:defRPr sz="1937"/>
            </a:lvl5pPr>
            <a:lvl6pPr marL="2767203" indent="0" algn="ctr">
              <a:buNone/>
              <a:defRPr sz="1937"/>
            </a:lvl6pPr>
            <a:lvl7pPr marL="3320644" indent="0" algn="ctr">
              <a:buNone/>
              <a:defRPr sz="1937"/>
            </a:lvl7pPr>
            <a:lvl8pPr marL="3874084" indent="0" algn="ctr">
              <a:buNone/>
              <a:defRPr sz="1937"/>
            </a:lvl8pPr>
            <a:lvl9pPr marL="4427525" indent="0" algn="ctr">
              <a:buNone/>
              <a:defRPr sz="193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DAF61AA-5A98-4049-A93E-477E5505141A}" type="datetimeFigureOut">
              <a:rPr lang="en-US" smtClean="0"/>
              <a:t>8/5/2026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4572448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AF61AA-5A98-4049-A93E-477E5505141A}"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8080044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06994" y="2692442"/>
            <a:ext cx="12729627" cy="4492401"/>
          </a:xfrm>
        </p:spPr>
        <p:txBody>
          <a:bodyPr anchor="b"/>
          <a:lstStyle>
            <a:lvl1pPr>
              <a:defRPr sz="7263"/>
            </a:lvl1pPr>
          </a:lstStyle>
          <a:p>
            <a:r>
              <a:rPr lang="en-US"/>
              <a:t>Click to edit Master title style</a:t>
            </a:r>
            <a:endParaRPr lang="en-US" dirty="0"/>
          </a:p>
        </p:txBody>
      </p:sp>
      <p:sp>
        <p:nvSpPr>
          <p:cNvPr id="3" name="Text Placeholder 2"/>
          <p:cNvSpPr>
            <a:spLocks noGrp="1"/>
          </p:cNvSpPr>
          <p:nvPr>
            <p:ph type="body" idx="1"/>
          </p:nvPr>
        </p:nvSpPr>
        <p:spPr>
          <a:xfrm>
            <a:off x="1006994" y="7227343"/>
            <a:ext cx="12729627" cy="2362447"/>
          </a:xfrm>
        </p:spPr>
        <p:txBody>
          <a:bodyPr/>
          <a:lstStyle>
            <a:lvl1pPr marL="0" indent="0">
              <a:buNone/>
              <a:defRPr sz="2905">
                <a:solidFill>
                  <a:schemeClr val="tx1">
                    <a:tint val="75000"/>
                  </a:schemeClr>
                </a:solidFill>
              </a:defRPr>
            </a:lvl1pPr>
            <a:lvl2pPr marL="553441" indent="0">
              <a:buNone/>
              <a:defRPr sz="2421">
                <a:solidFill>
                  <a:schemeClr val="tx1">
                    <a:tint val="75000"/>
                  </a:schemeClr>
                </a:solidFill>
              </a:defRPr>
            </a:lvl2pPr>
            <a:lvl3pPr marL="1106881" indent="0">
              <a:buNone/>
              <a:defRPr sz="2179">
                <a:solidFill>
                  <a:schemeClr val="tx1">
                    <a:tint val="75000"/>
                  </a:schemeClr>
                </a:solidFill>
              </a:defRPr>
            </a:lvl3pPr>
            <a:lvl4pPr marL="1660322" indent="0">
              <a:buNone/>
              <a:defRPr sz="1937">
                <a:solidFill>
                  <a:schemeClr val="tx1">
                    <a:tint val="75000"/>
                  </a:schemeClr>
                </a:solidFill>
              </a:defRPr>
            </a:lvl4pPr>
            <a:lvl5pPr marL="2213762" indent="0">
              <a:buNone/>
              <a:defRPr sz="1937">
                <a:solidFill>
                  <a:schemeClr val="tx1">
                    <a:tint val="75000"/>
                  </a:schemeClr>
                </a:solidFill>
              </a:defRPr>
            </a:lvl5pPr>
            <a:lvl6pPr marL="2767203" indent="0">
              <a:buNone/>
              <a:defRPr sz="1937">
                <a:solidFill>
                  <a:schemeClr val="tx1">
                    <a:tint val="75000"/>
                  </a:schemeClr>
                </a:solidFill>
              </a:defRPr>
            </a:lvl6pPr>
            <a:lvl7pPr marL="3320644" indent="0">
              <a:buNone/>
              <a:defRPr sz="1937">
                <a:solidFill>
                  <a:schemeClr val="tx1">
                    <a:tint val="75000"/>
                  </a:schemeClr>
                </a:solidFill>
              </a:defRPr>
            </a:lvl7pPr>
            <a:lvl8pPr marL="3874084" indent="0">
              <a:buNone/>
              <a:defRPr sz="1937">
                <a:solidFill>
                  <a:schemeClr val="tx1">
                    <a:tint val="75000"/>
                  </a:schemeClr>
                </a:solidFill>
              </a:defRPr>
            </a:lvl8pPr>
            <a:lvl9pPr marL="4427525" indent="0">
              <a:buNone/>
              <a:defRPr sz="193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AF61AA-5A98-4049-A93E-477E5505141A}"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405810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14680" y="2874937"/>
            <a:ext cx="6272570" cy="6852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71738" y="2874937"/>
            <a:ext cx="6272570" cy="6852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DAF61AA-5A98-4049-A93E-477E5505141A}"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0922689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16603" y="574988"/>
            <a:ext cx="12729627" cy="208745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16603" y="2647443"/>
            <a:ext cx="6243743" cy="1297471"/>
          </a:xfrm>
        </p:spPr>
        <p:txBody>
          <a:bodyPr anchor="b"/>
          <a:lstStyle>
            <a:lvl1pPr marL="0" indent="0">
              <a:buNone/>
              <a:defRPr sz="2905" b="1"/>
            </a:lvl1pPr>
            <a:lvl2pPr marL="553441" indent="0">
              <a:buNone/>
              <a:defRPr sz="2421" b="1"/>
            </a:lvl2pPr>
            <a:lvl3pPr marL="1106881" indent="0">
              <a:buNone/>
              <a:defRPr sz="2179" b="1"/>
            </a:lvl3pPr>
            <a:lvl4pPr marL="1660322" indent="0">
              <a:buNone/>
              <a:defRPr sz="1937" b="1"/>
            </a:lvl4pPr>
            <a:lvl5pPr marL="2213762" indent="0">
              <a:buNone/>
              <a:defRPr sz="1937" b="1"/>
            </a:lvl5pPr>
            <a:lvl6pPr marL="2767203" indent="0">
              <a:buNone/>
              <a:defRPr sz="1937" b="1"/>
            </a:lvl6pPr>
            <a:lvl7pPr marL="3320644" indent="0">
              <a:buNone/>
              <a:defRPr sz="1937" b="1"/>
            </a:lvl7pPr>
            <a:lvl8pPr marL="3874084" indent="0">
              <a:buNone/>
              <a:defRPr sz="1937" b="1"/>
            </a:lvl8pPr>
            <a:lvl9pPr marL="4427525" indent="0">
              <a:buNone/>
              <a:defRPr sz="1937" b="1"/>
            </a:lvl9pPr>
          </a:lstStyle>
          <a:p>
            <a:pPr lvl="0"/>
            <a:r>
              <a:rPr lang="en-US"/>
              <a:t>Click to edit Master text styles</a:t>
            </a:r>
          </a:p>
        </p:txBody>
      </p:sp>
      <p:sp>
        <p:nvSpPr>
          <p:cNvPr id="4" name="Content Placeholder 3"/>
          <p:cNvSpPr>
            <a:spLocks noGrp="1"/>
          </p:cNvSpPr>
          <p:nvPr>
            <p:ph sz="half" idx="2"/>
          </p:nvPr>
        </p:nvSpPr>
        <p:spPr>
          <a:xfrm>
            <a:off x="1016603" y="3944914"/>
            <a:ext cx="6243743" cy="58023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71738" y="2647443"/>
            <a:ext cx="6274492" cy="1297471"/>
          </a:xfrm>
        </p:spPr>
        <p:txBody>
          <a:bodyPr anchor="b"/>
          <a:lstStyle>
            <a:lvl1pPr marL="0" indent="0">
              <a:buNone/>
              <a:defRPr sz="2905" b="1"/>
            </a:lvl1pPr>
            <a:lvl2pPr marL="553441" indent="0">
              <a:buNone/>
              <a:defRPr sz="2421" b="1"/>
            </a:lvl2pPr>
            <a:lvl3pPr marL="1106881" indent="0">
              <a:buNone/>
              <a:defRPr sz="2179" b="1"/>
            </a:lvl3pPr>
            <a:lvl4pPr marL="1660322" indent="0">
              <a:buNone/>
              <a:defRPr sz="1937" b="1"/>
            </a:lvl4pPr>
            <a:lvl5pPr marL="2213762" indent="0">
              <a:buNone/>
              <a:defRPr sz="1937" b="1"/>
            </a:lvl5pPr>
            <a:lvl6pPr marL="2767203" indent="0">
              <a:buNone/>
              <a:defRPr sz="1937" b="1"/>
            </a:lvl6pPr>
            <a:lvl7pPr marL="3320644" indent="0">
              <a:buNone/>
              <a:defRPr sz="1937" b="1"/>
            </a:lvl7pPr>
            <a:lvl8pPr marL="3874084" indent="0">
              <a:buNone/>
              <a:defRPr sz="1937" b="1"/>
            </a:lvl8pPr>
            <a:lvl9pPr marL="4427525" indent="0">
              <a:buNone/>
              <a:defRPr sz="1937" b="1"/>
            </a:lvl9pPr>
          </a:lstStyle>
          <a:p>
            <a:pPr lvl="0"/>
            <a:r>
              <a:rPr lang="en-US"/>
              <a:t>Click to edit Master text styles</a:t>
            </a:r>
          </a:p>
        </p:txBody>
      </p:sp>
      <p:sp>
        <p:nvSpPr>
          <p:cNvPr id="6" name="Content Placeholder 5"/>
          <p:cNvSpPr>
            <a:spLocks noGrp="1"/>
          </p:cNvSpPr>
          <p:nvPr>
            <p:ph sz="quarter" idx="4"/>
          </p:nvPr>
        </p:nvSpPr>
        <p:spPr>
          <a:xfrm>
            <a:off x="7471738" y="3944914"/>
            <a:ext cx="6274492" cy="58023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AF61AA-5A98-4049-A93E-477E5505141A}" type="datetimeFigureOut">
              <a:rPr lang="en-US" smtClean="0"/>
              <a:t>8/5/2026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5107795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DAF61AA-5A98-4049-A93E-477E5505141A}" type="datetimeFigureOut">
              <a:rPr lang="en-US" smtClean="0"/>
              <a:t>8/5/2026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0158490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AF61AA-5A98-4049-A93E-477E5505141A}" type="datetimeFigureOut">
              <a:rPr lang="en-US" smtClean="0"/>
              <a:t>8/5/2026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6491630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604" y="719984"/>
            <a:ext cx="4760157" cy="2519945"/>
          </a:xfrm>
        </p:spPr>
        <p:txBody>
          <a:bodyPr anchor="b"/>
          <a:lstStyle>
            <a:lvl1pPr>
              <a:defRPr sz="3874"/>
            </a:lvl1pPr>
          </a:lstStyle>
          <a:p>
            <a:r>
              <a:rPr lang="en-US"/>
              <a:t>Click to edit Master title style</a:t>
            </a:r>
            <a:endParaRPr lang="en-US" dirty="0"/>
          </a:p>
        </p:txBody>
      </p:sp>
      <p:sp>
        <p:nvSpPr>
          <p:cNvPr id="3" name="Content Placeholder 2"/>
          <p:cNvSpPr>
            <a:spLocks noGrp="1"/>
          </p:cNvSpPr>
          <p:nvPr>
            <p:ph idx="1"/>
          </p:nvPr>
        </p:nvSpPr>
        <p:spPr>
          <a:xfrm>
            <a:off x="6274492" y="1554966"/>
            <a:ext cx="7471738" cy="7674832"/>
          </a:xfrm>
        </p:spPr>
        <p:txBody>
          <a:bodyPr/>
          <a:lstStyle>
            <a:lvl1pPr>
              <a:defRPr sz="3874"/>
            </a:lvl1pPr>
            <a:lvl2pPr>
              <a:defRPr sz="3389"/>
            </a:lvl2pPr>
            <a:lvl3pPr>
              <a:defRPr sz="2905"/>
            </a:lvl3pPr>
            <a:lvl4pPr>
              <a:defRPr sz="2421"/>
            </a:lvl4pPr>
            <a:lvl5pPr>
              <a:defRPr sz="2421"/>
            </a:lvl5pPr>
            <a:lvl6pPr>
              <a:defRPr sz="2421"/>
            </a:lvl6pPr>
            <a:lvl7pPr>
              <a:defRPr sz="2421"/>
            </a:lvl7pPr>
            <a:lvl8pPr>
              <a:defRPr sz="2421"/>
            </a:lvl8pPr>
            <a:lvl9pPr>
              <a:defRPr sz="242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16604" y="3239929"/>
            <a:ext cx="4760157" cy="6002369"/>
          </a:xfrm>
        </p:spPr>
        <p:txBody>
          <a:bodyPr/>
          <a:lstStyle>
            <a:lvl1pPr marL="0" indent="0">
              <a:buNone/>
              <a:defRPr sz="1937"/>
            </a:lvl1pPr>
            <a:lvl2pPr marL="553441" indent="0">
              <a:buNone/>
              <a:defRPr sz="1695"/>
            </a:lvl2pPr>
            <a:lvl3pPr marL="1106881" indent="0">
              <a:buNone/>
              <a:defRPr sz="1453"/>
            </a:lvl3pPr>
            <a:lvl4pPr marL="1660322" indent="0">
              <a:buNone/>
              <a:defRPr sz="1211"/>
            </a:lvl4pPr>
            <a:lvl5pPr marL="2213762" indent="0">
              <a:buNone/>
              <a:defRPr sz="1211"/>
            </a:lvl5pPr>
            <a:lvl6pPr marL="2767203" indent="0">
              <a:buNone/>
              <a:defRPr sz="1211"/>
            </a:lvl6pPr>
            <a:lvl7pPr marL="3320644" indent="0">
              <a:buNone/>
              <a:defRPr sz="1211"/>
            </a:lvl7pPr>
            <a:lvl8pPr marL="3874084" indent="0">
              <a:buNone/>
              <a:defRPr sz="1211"/>
            </a:lvl8pPr>
            <a:lvl9pPr marL="4427525" indent="0">
              <a:buNone/>
              <a:defRPr sz="1211"/>
            </a:lvl9pPr>
          </a:lstStyle>
          <a:p>
            <a:pPr lvl="0"/>
            <a:r>
              <a:rPr lang="en-US"/>
              <a:t>Click to edit Master text styles</a:t>
            </a:r>
          </a:p>
        </p:txBody>
      </p:sp>
      <p:sp>
        <p:nvSpPr>
          <p:cNvPr id="5" name="Date Placeholder 4"/>
          <p:cNvSpPr>
            <a:spLocks noGrp="1"/>
          </p:cNvSpPr>
          <p:nvPr>
            <p:ph type="dt" sz="half" idx="10"/>
          </p:nvPr>
        </p:nvSpPr>
        <p:spPr/>
        <p:txBody>
          <a:bodyPr/>
          <a:lstStyle/>
          <a:p>
            <a:fld id="{0DAF61AA-5A98-4049-A93E-477E5505141A}"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2066489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604" y="719984"/>
            <a:ext cx="4760157" cy="2519945"/>
          </a:xfrm>
        </p:spPr>
        <p:txBody>
          <a:bodyPr anchor="b"/>
          <a:lstStyle>
            <a:lvl1pPr>
              <a:defRPr sz="3874"/>
            </a:lvl1pPr>
          </a:lstStyle>
          <a:p>
            <a:r>
              <a:rPr lang="en-US"/>
              <a:t>Click to edit Master title style</a:t>
            </a:r>
            <a:endParaRPr lang="en-US" dirty="0"/>
          </a:p>
        </p:txBody>
      </p:sp>
      <p:sp>
        <p:nvSpPr>
          <p:cNvPr id="3" name="Picture Placeholder 2"/>
          <p:cNvSpPr>
            <a:spLocks noGrp="1" noChangeAspect="1"/>
          </p:cNvSpPr>
          <p:nvPr>
            <p:ph type="pic" idx="1"/>
          </p:nvPr>
        </p:nvSpPr>
        <p:spPr>
          <a:xfrm>
            <a:off x="6274492" y="1554966"/>
            <a:ext cx="7471738" cy="7674832"/>
          </a:xfrm>
        </p:spPr>
        <p:txBody>
          <a:bodyPr anchor="t"/>
          <a:lstStyle>
            <a:lvl1pPr marL="0" indent="0">
              <a:buNone/>
              <a:defRPr sz="3874"/>
            </a:lvl1pPr>
            <a:lvl2pPr marL="553441" indent="0">
              <a:buNone/>
              <a:defRPr sz="3389"/>
            </a:lvl2pPr>
            <a:lvl3pPr marL="1106881" indent="0">
              <a:buNone/>
              <a:defRPr sz="2905"/>
            </a:lvl3pPr>
            <a:lvl4pPr marL="1660322" indent="0">
              <a:buNone/>
              <a:defRPr sz="2421"/>
            </a:lvl4pPr>
            <a:lvl5pPr marL="2213762" indent="0">
              <a:buNone/>
              <a:defRPr sz="2421"/>
            </a:lvl5pPr>
            <a:lvl6pPr marL="2767203" indent="0">
              <a:buNone/>
              <a:defRPr sz="2421"/>
            </a:lvl6pPr>
            <a:lvl7pPr marL="3320644" indent="0">
              <a:buNone/>
              <a:defRPr sz="2421"/>
            </a:lvl7pPr>
            <a:lvl8pPr marL="3874084" indent="0">
              <a:buNone/>
              <a:defRPr sz="2421"/>
            </a:lvl8pPr>
            <a:lvl9pPr marL="4427525" indent="0">
              <a:buNone/>
              <a:defRPr sz="2421"/>
            </a:lvl9pPr>
          </a:lstStyle>
          <a:p>
            <a:r>
              <a:rPr lang="en-US"/>
              <a:t>Click icon to add picture</a:t>
            </a:r>
            <a:endParaRPr lang="en-US" dirty="0"/>
          </a:p>
        </p:txBody>
      </p:sp>
      <p:sp>
        <p:nvSpPr>
          <p:cNvPr id="4" name="Text Placeholder 3"/>
          <p:cNvSpPr>
            <a:spLocks noGrp="1"/>
          </p:cNvSpPr>
          <p:nvPr>
            <p:ph type="body" sz="half" idx="2"/>
          </p:nvPr>
        </p:nvSpPr>
        <p:spPr>
          <a:xfrm>
            <a:off x="1016604" y="3239929"/>
            <a:ext cx="4760157" cy="6002369"/>
          </a:xfrm>
        </p:spPr>
        <p:txBody>
          <a:bodyPr/>
          <a:lstStyle>
            <a:lvl1pPr marL="0" indent="0">
              <a:buNone/>
              <a:defRPr sz="1937"/>
            </a:lvl1pPr>
            <a:lvl2pPr marL="553441" indent="0">
              <a:buNone/>
              <a:defRPr sz="1695"/>
            </a:lvl2pPr>
            <a:lvl3pPr marL="1106881" indent="0">
              <a:buNone/>
              <a:defRPr sz="1453"/>
            </a:lvl3pPr>
            <a:lvl4pPr marL="1660322" indent="0">
              <a:buNone/>
              <a:defRPr sz="1211"/>
            </a:lvl4pPr>
            <a:lvl5pPr marL="2213762" indent="0">
              <a:buNone/>
              <a:defRPr sz="1211"/>
            </a:lvl5pPr>
            <a:lvl6pPr marL="2767203" indent="0">
              <a:buNone/>
              <a:defRPr sz="1211"/>
            </a:lvl6pPr>
            <a:lvl7pPr marL="3320644" indent="0">
              <a:buNone/>
              <a:defRPr sz="1211"/>
            </a:lvl7pPr>
            <a:lvl8pPr marL="3874084" indent="0">
              <a:buNone/>
              <a:defRPr sz="1211"/>
            </a:lvl8pPr>
            <a:lvl9pPr marL="4427525" indent="0">
              <a:buNone/>
              <a:defRPr sz="1211"/>
            </a:lvl9pPr>
          </a:lstStyle>
          <a:p>
            <a:pPr lvl="0"/>
            <a:r>
              <a:rPr lang="en-US"/>
              <a:t>Click to edit Master text styles</a:t>
            </a:r>
          </a:p>
        </p:txBody>
      </p:sp>
      <p:sp>
        <p:nvSpPr>
          <p:cNvPr id="5" name="Date Placeholder 4"/>
          <p:cNvSpPr>
            <a:spLocks noGrp="1"/>
          </p:cNvSpPr>
          <p:nvPr>
            <p:ph type="dt" sz="half" idx="10"/>
          </p:nvPr>
        </p:nvSpPr>
        <p:spPr/>
        <p:txBody>
          <a:bodyPr/>
          <a:lstStyle/>
          <a:p>
            <a:fld id="{0DAF61AA-5A98-4049-A93E-477E5505141A}"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0782380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AF61AA-5A98-4049-A93E-477E5505141A}"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2041046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561901" y="574987"/>
            <a:ext cx="3182407" cy="91523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14680" y="574987"/>
            <a:ext cx="9362733" cy="9152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AF61AA-5A98-4049-A93E-477E5505141A}"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689017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7950" y="432492"/>
            <a:ext cx="13283090" cy="1799961"/>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737950" y="2519946"/>
            <a:ext cx="13283090" cy="71273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737950" y="10009781"/>
            <a:ext cx="3443764" cy="574988"/>
          </a:xfrm>
          <a:prstGeom prst="rect">
            <a:avLst/>
          </a:prstGeom>
        </p:spPr>
        <p:txBody>
          <a:bodyPr vert="horz" lIns="91440" tIns="45720" rIns="91440" bIns="45720" rtlCol="0" anchor="ctr"/>
          <a:lstStyle>
            <a:lvl1pPr algn="l">
              <a:defRPr sz="1937">
                <a:solidFill>
                  <a:schemeClr val="tx1">
                    <a:tint val="75000"/>
                  </a:schemeClr>
                </a:solidFill>
              </a:defRPr>
            </a:lvl1pPr>
          </a:lstStyle>
          <a:p>
            <a:fld id="{6E459D03-FEF2-4DD2-82AE-976DB3222F33}" type="datetime1">
              <a:rPr lang="en-US" smtClean="0"/>
              <a:pPr/>
              <a:t>8/5/2026</a:t>
            </a:fld>
            <a:endParaRPr lang="en-IN"/>
          </a:p>
        </p:txBody>
      </p:sp>
      <p:sp>
        <p:nvSpPr>
          <p:cNvPr id="5" name="Footer Placeholder 4"/>
          <p:cNvSpPr>
            <a:spLocks noGrp="1"/>
          </p:cNvSpPr>
          <p:nvPr>
            <p:ph type="ftr" sz="quarter" idx="3"/>
          </p:nvPr>
        </p:nvSpPr>
        <p:spPr>
          <a:xfrm>
            <a:off x="5042654" y="10009781"/>
            <a:ext cx="4673680" cy="574988"/>
          </a:xfrm>
          <a:prstGeom prst="rect">
            <a:avLst/>
          </a:prstGeom>
        </p:spPr>
        <p:txBody>
          <a:bodyPr vert="horz" lIns="91440" tIns="45720" rIns="91440" bIns="45720" rtlCol="0" anchor="ctr"/>
          <a:lstStyle>
            <a:lvl1pPr algn="ctr">
              <a:defRPr sz="1937">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77276" y="10009781"/>
            <a:ext cx="3443764" cy="574988"/>
          </a:xfrm>
          <a:prstGeom prst="rect">
            <a:avLst/>
          </a:prstGeom>
        </p:spPr>
        <p:txBody>
          <a:bodyPr vert="horz" lIns="91440" tIns="45720" rIns="91440" bIns="45720" rtlCol="0" anchor="ctr"/>
          <a:lstStyle>
            <a:lvl1pPr algn="r">
              <a:defRPr sz="1937">
                <a:solidFill>
                  <a:schemeClr val="tx1">
                    <a:tint val="75000"/>
                  </a:schemeClr>
                </a:solidFill>
              </a:defRPr>
            </a:lvl1pPr>
          </a:lstStyle>
          <a:p>
            <a:fld id="{5F8D2D6F-4E8B-4497-805D-8D21CEAF67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ctr" defTabSz="1475925" rtl="0" eaLnBrk="1" latinLnBrk="0" hangingPunct="1">
        <a:spcBef>
          <a:spcPct val="0"/>
        </a:spcBef>
        <a:buNone/>
        <a:defRPr sz="7102" kern="1200">
          <a:solidFill>
            <a:schemeClr val="tx1"/>
          </a:solidFill>
          <a:latin typeface="+mj-lt"/>
          <a:ea typeface="+mj-ea"/>
          <a:cs typeface="+mj-cs"/>
        </a:defRPr>
      </a:lvl1pPr>
    </p:titleStyle>
    <p:bodyStyle>
      <a:lvl1pPr marL="553472" indent="-553472" algn="l" defTabSz="1475925" rtl="0" eaLnBrk="1" latinLnBrk="0" hangingPunct="1">
        <a:spcBef>
          <a:spcPct val="20000"/>
        </a:spcBef>
        <a:buFont typeface="Arial" pitchFamily="34" charset="0"/>
        <a:buChar char="•"/>
        <a:defRPr sz="5165" kern="1200">
          <a:solidFill>
            <a:schemeClr val="tx1"/>
          </a:solidFill>
          <a:latin typeface="+mn-lt"/>
          <a:ea typeface="+mn-ea"/>
          <a:cs typeface="+mn-cs"/>
        </a:defRPr>
      </a:lvl1pPr>
      <a:lvl2pPr marL="1199189" indent="-461227" algn="l" defTabSz="1475925" rtl="0" eaLnBrk="1" latinLnBrk="0" hangingPunct="1">
        <a:spcBef>
          <a:spcPct val="20000"/>
        </a:spcBef>
        <a:buFont typeface="Arial" pitchFamily="34" charset="0"/>
        <a:buChar char="–"/>
        <a:defRPr sz="4519" kern="1200">
          <a:solidFill>
            <a:schemeClr val="tx1"/>
          </a:solidFill>
          <a:latin typeface="+mn-lt"/>
          <a:ea typeface="+mn-ea"/>
          <a:cs typeface="+mn-cs"/>
        </a:defRPr>
      </a:lvl2pPr>
      <a:lvl3pPr marL="1844907" indent="-368981" algn="l" defTabSz="1475925" rtl="0" eaLnBrk="1" latinLnBrk="0" hangingPunct="1">
        <a:spcBef>
          <a:spcPct val="20000"/>
        </a:spcBef>
        <a:buFont typeface="Arial" pitchFamily="34" charset="0"/>
        <a:buChar char="•"/>
        <a:defRPr sz="3874" kern="1200">
          <a:solidFill>
            <a:schemeClr val="tx1"/>
          </a:solidFill>
          <a:latin typeface="+mn-lt"/>
          <a:ea typeface="+mn-ea"/>
          <a:cs typeface="+mn-cs"/>
        </a:defRPr>
      </a:lvl3pPr>
      <a:lvl4pPr marL="2582869" indent="-368981" algn="l" defTabSz="1475925" rtl="0" eaLnBrk="1" latinLnBrk="0" hangingPunct="1">
        <a:spcBef>
          <a:spcPct val="20000"/>
        </a:spcBef>
        <a:buFont typeface="Arial" pitchFamily="34" charset="0"/>
        <a:buChar char="–"/>
        <a:defRPr sz="3228" kern="1200">
          <a:solidFill>
            <a:schemeClr val="tx1"/>
          </a:solidFill>
          <a:latin typeface="+mn-lt"/>
          <a:ea typeface="+mn-ea"/>
          <a:cs typeface="+mn-cs"/>
        </a:defRPr>
      </a:lvl4pPr>
      <a:lvl5pPr marL="3320831" indent="-368981" algn="l" defTabSz="1475925" rtl="0" eaLnBrk="1" latinLnBrk="0" hangingPunct="1">
        <a:spcBef>
          <a:spcPct val="20000"/>
        </a:spcBef>
        <a:buFont typeface="Arial" pitchFamily="34" charset="0"/>
        <a:buChar char="»"/>
        <a:defRPr sz="3228" kern="1200">
          <a:solidFill>
            <a:schemeClr val="tx1"/>
          </a:solidFill>
          <a:latin typeface="+mn-lt"/>
          <a:ea typeface="+mn-ea"/>
          <a:cs typeface="+mn-cs"/>
        </a:defRPr>
      </a:lvl5pPr>
      <a:lvl6pPr marL="4058794" indent="-368981" algn="l" defTabSz="1475925" rtl="0" eaLnBrk="1" latinLnBrk="0" hangingPunct="1">
        <a:spcBef>
          <a:spcPct val="20000"/>
        </a:spcBef>
        <a:buFont typeface="Arial" pitchFamily="34" charset="0"/>
        <a:buChar char="•"/>
        <a:defRPr sz="3228" kern="1200">
          <a:solidFill>
            <a:schemeClr val="tx1"/>
          </a:solidFill>
          <a:latin typeface="+mn-lt"/>
          <a:ea typeface="+mn-ea"/>
          <a:cs typeface="+mn-cs"/>
        </a:defRPr>
      </a:lvl6pPr>
      <a:lvl7pPr marL="4796756" indent="-368981" algn="l" defTabSz="1475925" rtl="0" eaLnBrk="1" latinLnBrk="0" hangingPunct="1">
        <a:spcBef>
          <a:spcPct val="20000"/>
        </a:spcBef>
        <a:buFont typeface="Arial" pitchFamily="34" charset="0"/>
        <a:buChar char="•"/>
        <a:defRPr sz="3228" kern="1200">
          <a:solidFill>
            <a:schemeClr val="tx1"/>
          </a:solidFill>
          <a:latin typeface="+mn-lt"/>
          <a:ea typeface="+mn-ea"/>
          <a:cs typeface="+mn-cs"/>
        </a:defRPr>
      </a:lvl7pPr>
      <a:lvl8pPr marL="5534719" indent="-368981" algn="l" defTabSz="1475925" rtl="0" eaLnBrk="1" latinLnBrk="0" hangingPunct="1">
        <a:spcBef>
          <a:spcPct val="20000"/>
        </a:spcBef>
        <a:buFont typeface="Arial" pitchFamily="34" charset="0"/>
        <a:buChar char="•"/>
        <a:defRPr sz="3228" kern="1200">
          <a:solidFill>
            <a:schemeClr val="tx1"/>
          </a:solidFill>
          <a:latin typeface="+mn-lt"/>
          <a:ea typeface="+mn-ea"/>
          <a:cs typeface="+mn-cs"/>
        </a:defRPr>
      </a:lvl8pPr>
      <a:lvl9pPr marL="6272682" indent="-368981" algn="l" defTabSz="1475925" rtl="0" eaLnBrk="1" latinLnBrk="0" hangingPunct="1">
        <a:spcBef>
          <a:spcPct val="20000"/>
        </a:spcBef>
        <a:buFont typeface="Arial" pitchFamily="34" charset="0"/>
        <a:buChar char="•"/>
        <a:defRPr sz="3228" kern="1200">
          <a:solidFill>
            <a:schemeClr val="tx1"/>
          </a:solidFill>
          <a:latin typeface="+mn-lt"/>
          <a:ea typeface="+mn-ea"/>
          <a:cs typeface="+mn-cs"/>
        </a:defRPr>
      </a:lvl9pPr>
    </p:bodyStyle>
    <p:otherStyle>
      <a:defPPr>
        <a:defRPr lang="en-US"/>
      </a:defPPr>
      <a:lvl1pPr marL="0" algn="l" defTabSz="1475925" rtl="0" eaLnBrk="1" latinLnBrk="0" hangingPunct="1">
        <a:defRPr sz="2905" kern="1200">
          <a:solidFill>
            <a:schemeClr val="tx1"/>
          </a:solidFill>
          <a:latin typeface="+mn-lt"/>
          <a:ea typeface="+mn-ea"/>
          <a:cs typeface="+mn-cs"/>
        </a:defRPr>
      </a:lvl1pPr>
      <a:lvl2pPr marL="737963" algn="l" defTabSz="1475925" rtl="0" eaLnBrk="1" latinLnBrk="0" hangingPunct="1">
        <a:defRPr sz="2905" kern="1200">
          <a:solidFill>
            <a:schemeClr val="tx1"/>
          </a:solidFill>
          <a:latin typeface="+mn-lt"/>
          <a:ea typeface="+mn-ea"/>
          <a:cs typeface="+mn-cs"/>
        </a:defRPr>
      </a:lvl2pPr>
      <a:lvl3pPr marL="1475925" algn="l" defTabSz="1475925" rtl="0" eaLnBrk="1" latinLnBrk="0" hangingPunct="1">
        <a:defRPr sz="2905" kern="1200">
          <a:solidFill>
            <a:schemeClr val="tx1"/>
          </a:solidFill>
          <a:latin typeface="+mn-lt"/>
          <a:ea typeface="+mn-ea"/>
          <a:cs typeface="+mn-cs"/>
        </a:defRPr>
      </a:lvl3pPr>
      <a:lvl4pPr marL="2213888" algn="l" defTabSz="1475925" rtl="0" eaLnBrk="1" latinLnBrk="0" hangingPunct="1">
        <a:defRPr sz="2905" kern="1200">
          <a:solidFill>
            <a:schemeClr val="tx1"/>
          </a:solidFill>
          <a:latin typeface="+mn-lt"/>
          <a:ea typeface="+mn-ea"/>
          <a:cs typeface="+mn-cs"/>
        </a:defRPr>
      </a:lvl4pPr>
      <a:lvl5pPr marL="2951850" algn="l" defTabSz="1475925" rtl="0" eaLnBrk="1" latinLnBrk="0" hangingPunct="1">
        <a:defRPr sz="2905" kern="1200">
          <a:solidFill>
            <a:schemeClr val="tx1"/>
          </a:solidFill>
          <a:latin typeface="+mn-lt"/>
          <a:ea typeface="+mn-ea"/>
          <a:cs typeface="+mn-cs"/>
        </a:defRPr>
      </a:lvl5pPr>
      <a:lvl6pPr marL="3689812" algn="l" defTabSz="1475925" rtl="0" eaLnBrk="1" latinLnBrk="0" hangingPunct="1">
        <a:defRPr sz="2905" kern="1200">
          <a:solidFill>
            <a:schemeClr val="tx1"/>
          </a:solidFill>
          <a:latin typeface="+mn-lt"/>
          <a:ea typeface="+mn-ea"/>
          <a:cs typeface="+mn-cs"/>
        </a:defRPr>
      </a:lvl6pPr>
      <a:lvl7pPr marL="4427775" algn="l" defTabSz="1475925" rtl="0" eaLnBrk="1" latinLnBrk="0" hangingPunct="1">
        <a:defRPr sz="2905" kern="1200">
          <a:solidFill>
            <a:schemeClr val="tx1"/>
          </a:solidFill>
          <a:latin typeface="+mn-lt"/>
          <a:ea typeface="+mn-ea"/>
          <a:cs typeface="+mn-cs"/>
        </a:defRPr>
      </a:lvl7pPr>
      <a:lvl8pPr marL="5165738" algn="l" defTabSz="1475925" rtl="0" eaLnBrk="1" latinLnBrk="0" hangingPunct="1">
        <a:defRPr sz="2905" kern="1200">
          <a:solidFill>
            <a:schemeClr val="tx1"/>
          </a:solidFill>
          <a:latin typeface="+mn-lt"/>
          <a:ea typeface="+mn-ea"/>
          <a:cs typeface="+mn-cs"/>
        </a:defRPr>
      </a:lvl8pPr>
      <a:lvl9pPr marL="5903700" algn="l" defTabSz="1475925" rtl="0" eaLnBrk="1" latinLnBrk="0" hangingPunct="1">
        <a:defRPr sz="290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14681" y="574988"/>
            <a:ext cx="12729627" cy="208745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14681" y="2874937"/>
            <a:ext cx="12729627" cy="68523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14681" y="10009781"/>
            <a:ext cx="3320772" cy="574987"/>
          </a:xfrm>
          <a:prstGeom prst="rect">
            <a:avLst/>
          </a:prstGeom>
        </p:spPr>
        <p:txBody>
          <a:bodyPr vert="horz" lIns="91440" tIns="45720" rIns="91440" bIns="45720" rtlCol="0" anchor="ctr"/>
          <a:lstStyle>
            <a:lvl1pPr algn="l">
              <a:defRPr sz="1453">
                <a:solidFill>
                  <a:schemeClr val="tx1">
                    <a:tint val="75000"/>
                  </a:schemeClr>
                </a:solidFill>
              </a:defRPr>
            </a:lvl1pPr>
          </a:lstStyle>
          <a:p>
            <a:fld id="{0DAF61AA-5A98-4049-A93E-477E5505141A}" type="datetimeFigureOut">
              <a:rPr lang="en-US" smtClean="0"/>
              <a:pPr/>
              <a:t>8/5/2026</a:t>
            </a:fld>
            <a:endParaRPr lang="en-US" dirty="0"/>
          </a:p>
        </p:txBody>
      </p:sp>
      <p:sp>
        <p:nvSpPr>
          <p:cNvPr id="5" name="Footer Placeholder 4"/>
          <p:cNvSpPr>
            <a:spLocks noGrp="1"/>
          </p:cNvSpPr>
          <p:nvPr>
            <p:ph type="ftr" sz="quarter" idx="3"/>
          </p:nvPr>
        </p:nvSpPr>
        <p:spPr>
          <a:xfrm>
            <a:off x="4888915" y="10009781"/>
            <a:ext cx="4981158" cy="574987"/>
          </a:xfrm>
          <a:prstGeom prst="rect">
            <a:avLst/>
          </a:prstGeom>
        </p:spPr>
        <p:txBody>
          <a:bodyPr vert="horz" lIns="91440" tIns="45720" rIns="91440" bIns="45720" rtlCol="0" anchor="ctr"/>
          <a:lstStyle>
            <a:lvl1pPr algn="ctr">
              <a:defRPr sz="1453">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423535" y="10009781"/>
            <a:ext cx="3320772" cy="574987"/>
          </a:xfrm>
          <a:prstGeom prst="rect">
            <a:avLst/>
          </a:prstGeom>
        </p:spPr>
        <p:txBody>
          <a:bodyPr vert="horz" lIns="91440" tIns="45720" rIns="91440" bIns="45720" rtlCol="0" anchor="ctr"/>
          <a:lstStyle>
            <a:lvl1pPr algn="r">
              <a:defRPr sz="1453">
                <a:solidFill>
                  <a:schemeClr val="tx1">
                    <a:tint val="75000"/>
                  </a:schemeClr>
                </a:solidFill>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34258090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106881" rtl="0" eaLnBrk="1" latinLnBrk="0" hangingPunct="1">
        <a:lnSpc>
          <a:spcPct val="90000"/>
        </a:lnSpc>
        <a:spcBef>
          <a:spcPct val="0"/>
        </a:spcBef>
        <a:buNone/>
        <a:defRPr sz="5326" kern="1200">
          <a:solidFill>
            <a:schemeClr val="tx1"/>
          </a:solidFill>
          <a:latin typeface="+mj-lt"/>
          <a:ea typeface="+mj-ea"/>
          <a:cs typeface="+mj-cs"/>
        </a:defRPr>
      </a:lvl1pPr>
    </p:titleStyle>
    <p:bodyStyle>
      <a:lvl1pPr marL="276720" indent="-276720" algn="l" defTabSz="1106881" rtl="0" eaLnBrk="1" latinLnBrk="0" hangingPunct="1">
        <a:lnSpc>
          <a:spcPct val="90000"/>
        </a:lnSpc>
        <a:spcBef>
          <a:spcPts val="1211"/>
        </a:spcBef>
        <a:buFont typeface="Arial" panose="020B0604020202020204" pitchFamily="34" charset="0"/>
        <a:buChar char="•"/>
        <a:defRPr sz="3389" kern="1200">
          <a:solidFill>
            <a:schemeClr val="tx1"/>
          </a:solidFill>
          <a:latin typeface="+mn-lt"/>
          <a:ea typeface="+mn-ea"/>
          <a:cs typeface="+mn-cs"/>
        </a:defRPr>
      </a:lvl1pPr>
      <a:lvl2pPr marL="830161" indent="-276720" algn="l" defTabSz="1106881" rtl="0" eaLnBrk="1" latinLnBrk="0" hangingPunct="1">
        <a:lnSpc>
          <a:spcPct val="90000"/>
        </a:lnSpc>
        <a:spcBef>
          <a:spcPts val="605"/>
        </a:spcBef>
        <a:buFont typeface="Arial" panose="020B0604020202020204" pitchFamily="34" charset="0"/>
        <a:buChar char="•"/>
        <a:defRPr sz="2905" kern="1200">
          <a:solidFill>
            <a:schemeClr val="tx1"/>
          </a:solidFill>
          <a:latin typeface="+mn-lt"/>
          <a:ea typeface="+mn-ea"/>
          <a:cs typeface="+mn-cs"/>
        </a:defRPr>
      </a:lvl2pPr>
      <a:lvl3pPr marL="1383602" indent="-276720" algn="l" defTabSz="1106881" rtl="0" eaLnBrk="1" latinLnBrk="0" hangingPunct="1">
        <a:lnSpc>
          <a:spcPct val="90000"/>
        </a:lnSpc>
        <a:spcBef>
          <a:spcPts val="605"/>
        </a:spcBef>
        <a:buFont typeface="Arial" panose="020B0604020202020204" pitchFamily="34" charset="0"/>
        <a:buChar char="•"/>
        <a:defRPr sz="2421" kern="1200">
          <a:solidFill>
            <a:schemeClr val="tx1"/>
          </a:solidFill>
          <a:latin typeface="+mn-lt"/>
          <a:ea typeface="+mn-ea"/>
          <a:cs typeface="+mn-cs"/>
        </a:defRPr>
      </a:lvl3pPr>
      <a:lvl4pPr marL="1937042" indent="-276720" algn="l" defTabSz="1106881" rtl="0" eaLnBrk="1" latinLnBrk="0" hangingPunct="1">
        <a:lnSpc>
          <a:spcPct val="90000"/>
        </a:lnSpc>
        <a:spcBef>
          <a:spcPts val="605"/>
        </a:spcBef>
        <a:buFont typeface="Arial" panose="020B0604020202020204" pitchFamily="34" charset="0"/>
        <a:buChar char="•"/>
        <a:defRPr sz="2179" kern="1200">
          <a:solidFill>
            <a:schemeClr val="tx1"/>
          </a:solidFill>
          <a:latin typeface="+mn-lt"/>
          <a:ea typeface="+mn-ea"/>
          <a:cs typeface="+mn-cs"/>
        </a:defRPr>
      </a:lvl4pPr>
      <a:lvl5pPr marL="2490483" indent="-276720" algn="l" defTabSz="1106881" rtl="0" eaLnBrk="1" latinLnBrk="0" hangingPunct="1">
        <a:lnSpc>
          <a:spcPct val="90000"/>
        </a:lnSpc>
        <a:spcBef>
          <a:spcPts val="605"/>
        </a:spcBef>
        <a:buFont typeface="Arial" panose="020B0604020202020204" pitchFamily="34" charset="0"/>
        <a:buChar char="•"/>
        <a:defRPr sz="2179" kern="1200">
          <a:solidFill>
            <a:schemeClr val="tx1"/>
          </a:solidFill>
          <a:latin typeface="+mn-lt"/>
          <a:ea typeface="+mn-ea"/>
          <a:cs typeface="+mn-cs"/>
        </a:defRPr>
      </a:lvl5pPr>
      <a:lvl6pPr marL="3043923" indent="-276720" algn="l" defTabSz="1106881" rtl="0" eaLnBrk="1" latinLnBrk="0" hangingPunct="1">
        <a:lnSpc>
          <a:spcPct val="90000"/>
        </a:lnSpc>
        <a:spcBef>
          <a:spcPts val="605"/>
        </a:spcBef>
        <a:buFont typeface="Arial" panose="020B0604020202020204" pitchFamily="34" charset="0"/>
        <a:buChar char="•"/>
        <a:defRPr sz="2179" kern="1200">
          <a:solidFill>
            <a:schemeClr val="tx1"/>
          </a:solidFill>
          <a:latin typeface="+mn-lt"/>
          <a:ea typeface="+mn-ea"/>
          <a:cs typeface="+mn-cs"/>
        </a:defRPr>
      </a:lvl6pPr>
      <a:lvl7pPr marL="3597364" indent="-276720" algn="l" defTabSz="1106881" rtl="0" eaLnBrk="1" latinLnBrk="0" hangingPunct="1">
        <a:lnSpc>
          <a:spcPct val="90000"/>
        </a:lnSpc>
        <a:spcBef>
          <a:spcPts val="605"/>
        </a:spcBef>
        <a:buFont typeface="Arial" panose="020B0604020202020204" pitchFamily="34" charset="0"/>
        <a:buChar char="•"/>
        <a:defRPr sz="2179" kern="1200">
          <a:solidFill>
            <a:schemeClr val="tx1"/>
          </a:solidFill>
          <a:latin typeface="+mn-lt"/>
          <a:ea typeface="+mn-ea"/>
          <a:cs typeface="+mn-cs"/>
        </a:defRPr>
      </a:lvl7pPr>
      <a:lvl8pPr marL="4150805" indent="-276720" algn="l" defTabSz="1106881" rtl="0" eaLnBrk="1" latinLnBrk="0" hangingPunct="1">
        <a:lnSpc>
          <a:spcPct val="90000"/>
        </a:lnSpc>
        <a:spcBef>
          <a:spcPts val="605"/>
        </a:spcBef>
        <a:buFont typeface="Arial" panose="020B0604020202020204" pitchFamily="34" charset="0"/>
        <a:buChar char="•"/>
        <a:defRPr sz="2179" kern="1200">
          <a:solidFill>
            <a:schemeClr val="tx1"/>
          </a:solidFill>
          <a:latin typeface="+mn-lt"/>
          <a:ea typeface="+mn-ea"/>
          <a:cs typeface="+mn-cs"/>
        </a:defRPr>
      </a:lvl8pPr>
      <a:lvl9pPr marL="4704245" indent="-276720" algn="l" defTabSz="1106881" rtl="0" eaLnBrk="1" latinLnBrk="0" hangingPunct="1">
        <a:lnSpc>
          <a:spcPct val="90000"/>
        </a:lnSpc>
        <a:spcBef>
          <a:spcPts val="605"/>
        </a:spcBef>
        <a:buFont typeface="Arial" panose="020B0604020202020204" pitchFamily="34" charset="0"/>
        <a:buChar char="•"/>
        <a:defRPr sz="2179" kern="1200">
          <a:solidFill>
            <a:schemeClr val="tx1"/>
          </a:solidFill>
          <a:latin typeface="+mn-lt"/>
          <a:ea typeface="+mn-ea"/>
          <a:cs typeface="+mn-cs"/>
        </a:defRPr>
      </a:lvl9pPr>
    </p:bodyStyle>
    <p:otherStyle>
      <a:defPPr>
        <a:defRPr lang="en-US"/>
      </a:defPPr>
      <a:lvl1pPr marL="0" algn="l" defTabSz="1106881" rtl="0" eaLnBrk="1" latinLnBrk="0" hangingPunct="1">
        <a:defRPr sz="2179" kern="1200">
          <a:solidFill>
            <a:schemeClr val="tx1"/>
          </a:solidFill>
          <a:latin typeface="+mn-lt"/>
          <a:ea typeface="+mn-ea"/>
          <a:cs typeface="+mn-cs"/>
        </a:defRPr>
      </a:lvl1pPr>
      <a:lvl2pPr marL="553441" algn="l" defTabSz="1106881" rtl="0" eaLnBrk="1" latinLnBrk="0" hangingPunct="1">
        <a:defRPr sz="2179" kern="1200">
          <a:solidFill>
            <a:schemeClr val="tx1"/>
          </a:solidFill>
          <a:latin typeface="+mn-lt"/>
          <a:ea typeface="+mn-ea"/>
          <a:cs typeface="+mn-cs"/>
        </a:defRPr>
      </a:lvl2pPr>
      <a:lvl3pPr marL="1106881" algn="l" defTabSz="1106881" rtl="0" eaLnBrk="1" latinLnBrk="0" hangingPunct="1">
        <a:defRPr sz="2179" kern="1200">
          <a:solidFill>
            <a:schemeClr val="tx1"/>
          </a:solidFill>
          <a:latin typeface="+mn-lt"/>
          <a:ea typeface="+mn-ea"/>
          <a:cs typeface="+mn-cs"/>
        </a:defRPr>
      </a:lvl3pPr>
      <a:lvl4pPr marL="1660322" algn="l" defTabSz="1106881" rtl="0" eaLnBrk="1" latinLnBrk="0" hangingPunct="1">
        <a:defRPr sz="2179" kern="1200">
          <a:solidFill>
            <a:schemeClr val="tx1"/>
          </a:solidFill>
          <a:latin typeface="+mn-lt"/>
          <a:ea typeface="+mn-ea"/>
          <a:cs typeface="+mn-cs"/>
        </a:defRPr>
      </a:lvl4pPr>
      <a:lvl5pPr marL="2213762" algn="l" defTabSz="1106881" rtl="0" eaLnBrk="1" latinLnBrk="0" hangingPunct="1">
        <a:defRPr sz="2179" kern="1200">
          <a:solidFill>
            <a:schemeClr val="tx1"/>
          </a:solidFill>
          <a:latin typeface="+mn-lt"/>
          <a:ea typeface="+mn-ea"/>
          <a:cs typeface="+mn-cs"/>
        </a:defRPr>
      </a:lvl5pPr>
      <a:lvl6pPr marL="2767203" algn="l" defTabSz="1106881" rtl="0" eaLnBrk="1" latinLnBrk="0" hangingPunct="1">
        <a:defRPr sz="2179" kern="1200">
          <a:solidFill>
            <a:schemeClr val="tx1"/>
          </a:solidFill>
          <a:latin typeface="+mn-lt"/>
          <a:ea typeface="+mn-ea"/>
          <a:cs typeface="+mn-cs"/>
        </a:defRPr>
      </a:lvl6pPr>
      <a:lvl7pPr marL="3320644" algn="l" defTabSz="1106881" rtl="0" eaLnBrk="1" latinLnBrk="0" hangingPunct="1">
        <a:defRPr sz="2179" kern="1200">
          <a:solidFill>
            <a:schemeClr val="tx1"/>
          </a:solidFill>
          <a:latin typeface="+mn-lt"/>
          <a:ea typeface="+mn-ea"/>
          <a:cs typeface="+mn-cs"/>
        </a:defRPr>
      </a:lvl7pPr>
      <a:lvl8pPr marL="3874084" algn="l" defTabSz="1106881" rtl="0" eaLnBrk="1" latinLnBrk="0" hangingPunct="1">
        <a:defRPr sz="2179" kern="1200">
          <a:solidFill>
            <a:schemeClr val="tx1"/>
          </a:solidFill>
          <a:latin typeface="+mn-lt"/>
          <a:ea typeface="+mn-ea"/>
          <a:cs typeface="+mn-cs"/>
        </a:defRPr>
      </a:lvl8pPr>
      <a:lvl9pPr marL="4427525" algn="l" defTabSz="1106881" rtl="0" eaLnBrk="1" latinLnBrk="0" hangingPunct="1">
        <a:defRPr sz="217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8.emf"/></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0.png"/><Relationship Id="rId5" Type="http://schemas.microsoft.com/office/2007/relationships/hdphoto" Target="../media/hdphoto2.wdp"/><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microsoft.com/office/2007/relationships/hdphoto" Target="../media/hdphoto4.wdp"/><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microsoft.com/office/2007/relationships/hdphoto" Target="../media/hdphoto4.wdp"/><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2.xml"/><Relationship Id="rId4" Type="http://schemas.microsoft.com/office/2007/relationships/hdphoto" Target="../media/hdphoto5.wdp"/></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2.xml"/><Relationship Id="rId4" Type="http://schemas.microsoft.com/office/2007/relationships/hdphoto" Target="../media/hdphoto5.wdp"/></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image" Target="../media/image1.jpeg"/><Relationship Id="rId1" Type="http://schemas.openxmlformats.org/officeDocument/2006/relationships/slideLayout" Target="../slideLayouts/slideLayout6.xml"/><Relationship Id="rId6" Type="http://schemas.openxmlformats.org/officeDocument/2006/relationships/image" Target="../media/image26.wmf"/><Relationship Id="rId5" Type="http://schemas.openxmlformats.org/officeDocument/2006/relationships/oleObject" Target="../embeddings/oleObject2.bin"/><Relationship Id="rId10" Type="http://schemas.openxmlformats.org/officeDocument/2006/relationships/image" Target="../media/image28.emf"/><Relationship Id="rId4" Type="http://schemas.openxmlformats.org/officeDocument/2006/relationships/image" Target="../media/image25.wmf"/><Relationship Id="rId9" Type="http://schemas.openxmlformats.org/officeDocument/2006/relationships/oleObject" Target="../embeddings/oleObject4.bin"/></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5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 Id="rId5" Type="http://schemas.openxmlformats.org/officeDocument/2006/relationships/image" Target="../media/image36.emf"/><Relationship Id="rId4" Type="http://schemas.openxmlformats.org/officeDocument/2006/relationships/image" Target="../media/image35.emf"/></Relationships>
</file>

<file path=ppt/slides/_rels/slide51.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slideLayout" Target="../slideLayouts/slideLayout2.xml"/><Relationship Id="rId4" Type="http://schemas.openxmlformats.org/officeDocument/2006/relationships/image" Target="../media/image39.emf"/></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57.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70.png"/></Relationships>
</file>

<file path=ppt/slides/_rels/slide6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53.emf"/><Relationship Id="rId4" Type="http://schemas.openxmlformats.org/officeDocument/2006/relationships/image" Target="../media/image52.emf"/></Relationships>
</file>

<file path=ppt/slides/_rels/slide72.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6.jpeg"/></Relationships>
</file>

<file path=ppt/slides/_rels/slide74.xml.rels><?xml version="1.0" encoding="UTF-8" standalone="yes"?>
<Relationships xmlns="http://schemas.openxmlformats.org/package/2006/relationships"><Relationship Id="rId8" Type="http://schemas.openxmlformats.org/officeDocument/2006/relationships/image" Target="../media/image450.png"/><Relationship Id="rId13" Type="http://schemas.openxmlformats.org/officeDocument/2006/relationships/customXml" Target="../ink/ink5.xml"/><Relationship Id="rId18" Type="http://schemas.openxmlformats.org/officeDocument/2006/relationships/image" Target="../media/image50.png"/><Relationship Id="rId3" Type="http://schemas.openxmlformats.org/officeDocument/2006/relationships/image" Target="../media/image55.jpeg"/><Relationship Id="rId7" Type="http://schemas.openxmlformats.org/officeDocument/2006/relationships/customXml" Target="../ink/ink2.xml"/><Relationship Id="rId12" Type="http://schemas.openxmlformats.org/officeDocument/2006/relationships/image" Target="../media/image470.png"/><Relationship Id="rId17" Type="http://schemas.openxmlformats.org/officeDocument/2006/relationships/customXml" Target="../ink/ink7.xml"/><Relationship Id="rId2" Type="http://schemas.openxmlformats.org/officeDocument/2006/relationships/image" Target="../media/image1.jpeg"/><Relationship Id="rId16" Type="http://schemas.openxmlformats.org/officeDocument/2006/relationships/image" Target="../media/image490.png"/><Relationship Id="rId20"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customXml" Target="../ink/ink4.xml"/><Relationship Id="rId5" Type="http://schemas.openxmlformats.org/officeDocument/2006/relationships/customXml" Target="../ink/ink1.xml"/><Relationship Id="rId15" Type="http://schemas.openxmlformats.org/officeDocument/2006/relationships/customXml" Target="../ink/ink6.xml"/><Relationship Id="rId10" Type="http://schemas.openxmlformats.org/officeDocument/2006/relationships/image" Target="../media/image460.png"/><Relationship Id="rId19" Type="http://schemas.openxmlformats.org/officeDocument/2006/relationships/customXml" Target="../ink/ink8.xml"/><Relationship Id="rId4" Type="http://schemas.openxmlformats.org/officeDocument/2006/relationships/image" Target="../media/image56.jpeg"/><Relationship Id="rId9" Type="http://schemas.openxmlformats.org/officeDocument/2006/relationships/customXml" Target="../ink/ink3.xml"/><Relationship Id="rId14" Type="http://schemas.openxmlformats.org/officeDocument/2006/relationships/image" Target="../media/image48.png"/></Relationships>
</file>

<file path=ppt/slides/_rels/slide75.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customXml" Target="../ink/ink13.xml"/><Relationship Id="rId3" Type="http://schemas.openxmlformats.org/officeDocument/2006/relationships/image" Target="../media/image55.jpeg"/><Relationship Id="rId7" Type="http://schemas.openxmlformats.org/officeDocument/2006/relationships/customXml" Target="../ink/ink10.xml"/><Relationship Id="rId12" Type="http://schemas.openxmlformats.org/officeDocument/2006/relationships/image" Target="../media/image55.png"/><Relationship Id="rId2" Type="http://schemas.openxmlformats.org/officeDocument/2006/relationships/image" Target="../media/image1.jpeg"/><Relationship Id="rId16"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customXml" Target="../ink/ink12.xml"/><Relationship Id="rId5" Type="http://schemas.openxmlformats.org/officeDocument/2006/relationships/customXml" Target="../ink/ink9.xml"/><Relationship Id="rId15" Type="http://schemas.openxmlformats.org/officeDocument/2006/relationships/customXml" Target="../ink/ink14.xml"/><Relationship Id="rId10" Type="http://schemas.openxmlformats.org/officeDocument/2006/relationships/image" Target="../media/image54.png"/><Relationship Id="rId4" Type="http://schemas.openxmlformats.org/officeDocument/2006/relationships/image" Target="../media/image56.jpeg"/><Relationship Id="rId9" Type="http://schemas.openxmlformats.org/officeDocument/2006/relationships/customXml" Target="../ink/ink11.xml"/><Relationship Id="rId14" Type="http://schemas.openxmlformats.org/officeDocument/2006/relationships/image" Target="../media/image56.png"/></Relationships>
</file>

<file path=ppt/slides/_rels/slide76.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8.emf"/></Relationships>
</file>

<file path=ppt/slides/_rels/slide77.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60.emf"/><Relationship Id="rId5" Type="http://schemas.openxmlformats.org/officeDocument/2006/relationships/image" Target="../media/image59.emf"/><Relationship Id="rId4" Type="http://schemas.openxmlformats.org/officeDocument/2006/relationships/image" Target="../media/image58.emf"/></Relationships>
</file>

<file path=ppt/slides/_rels/slide78.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64.emf"/><Relationship Id="rId5" Type="http://schemas.openxmlformats.org/officeDocument/2006/relationships/image" Target="../media/image63.emf"/><Relationship Id="rId4" Type="http://schemas.openxmlformats.org/officeDocument/2006/relationships/image" Target="../media/image62.emf"/></Relationships>
</file>

<file path=ppt/slides/_rels/slide7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68.emf"/><Relationship Id="rId4" Type="http://schemas.openxmlformats.org/officeDocument/2006/relationships/image" Target="../media/image66.emf"/></Relationships>
</file>

<file path=ppt/slides/_rels/slide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Network Technology Background">
            <a:extLst>
              <a:ext uri="{FF2B5EF4-FFF2-40B4-BE49-F238E27FC236}">
                <a16:creationId xmlns:a16="http://schemas.microsoft.com/office/drawing/2014/main" id="{4CED25B2-E3B4-057C-A82B-7A94B234189F}"/>
              </a:ext>
            </a:extLst>
          </p:cNvPr>
          <p:cNvPicPr>
            <a:picLocks noChangeAspect="1"/>
          </p:cNvPicPr>
          <p:nvPr/>
        </p:nvPicPr>
        <p:blipFill rotWithShape="1">
          <a:blip r:embed="rId2">
            <a:alphaModFix amt="60000"/>
          </a:blip>
          <a:srcRect r="-1" b="3428"/>
          <a:stretch/>
        </p:blipFill>
        <p:spPr>
          <a:xfrm>
            <a:off x="898774" y="791369"/>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4" name="Title 1">
            <a:extLst>
              <a:ext uri="{FF2B5EF4-FFF2-40B4-BE49-F238E27FC236}">
                <a16:creationId xmlns:a16="http://schemas.microsoft.com/office/drawing/2014/main" id="{7C5F0D91-F484-67FF-9BC3-F2A658D32838}"/>
              </a:ext>
            </a:extLst>
          </p:cNvPr>
          <p:cNvSpPr>
            <a:spLocks noGrp="1"/>
          </p:cNvSpPr>
          <p:nvPr>
            <p:ph type="title"/>
          </p:nvPr>
        </p:nvSpPr>
        <p:spPr>
          <a:xfrm>
            <a:off x="931281" y="795945"/>
            <a:ext cx="13283089" cy="1844874"/>
          </a:xfrm>
          <a:solidFill>
            <a:schemeClr val="bg1"/>
          </a:solidFill>
        </p:spPr>
        <p:txBody>
          <a:bodyPr>
            <a:noAutofit/>
          </a:bodyPr>
          <a:lstStyle/>
          <a:p>
            <a:br>
              <a:rPr lang="en-US" sz="8716" b="1" i="1" dirty="0">
                <a:solidFill>
                  <a:srgbClr val="0000FF"/>
                </a:solidFill>
              </a:rPr>
            </a:br>
            <a:r>
              <a:rPr lang="en-US" sz="5811" b="1" dirty="0">
                <a:solidFill>
                  <a:srgbClr val="0000FF"/>
                </a:solidFill>
                <a:latin typeface="Cambria" panose="02040503050406030204" pitchFamily="18" charset="0"/>
                <a:ea typeface="Cambria" panose="02040503050406030204" pitchFamily="18" charset="0"/>
              </a:rPr>
              <a:t>Complex networks: Basics</a:t>
            </a:r>
            <a:br>
              <a:rPr lang="en-US" sz="8716" b="1" i="1" dirty="0">
                <a:solidFill>
                  <a:srgbClr val="0000FF"/>
                </a:solidFill>
              </a:rPr>
            </a:br>
            <a:endParaRPr lang="en-IN" sz="8716" b="1" i="1" dirty="0">
              <a:solidFill>
                <a:srgbClr val="0000FF"/>
              </a:solidFill>
            </a:endParaRPr>
          </a:p>
        </p:txBody>
      </p:sp>
      <p:pic>
        <p:nvPicPr>
          <p:cNvPr id="6" name="Picture 5">
            <a:extLst>
              <a:ext uri="{FF2B5EF4-FFF2-40B4-BE49-F238E27FC236}">
                <a16:creationId xmlns:a16="http://schemas.microsoft.com/office/drawing/2014/main" id="{9F4EC22D-4EA5-1F42-D2A4-377FFEB43CAB}"/>
              </a:ext>
            </a:extLst>
          </p:cNvPr>
          <p:cNvPicPr>
            <a:picLocks noChangeAspect="1" noChangeArrowheads="1"/>
          </p:cNvPicPr>
          <p:nvPr/>
        </p:nvPicPr>
        <p:blipFill>
          <a:blip r:embed="rId3" cstate="print"/>
          <a:srcRect/>
          <a:stretch>
            <a:fillRect/>
          </a:stretch>
        </p:blipFill>
        <p:spPr bwMode="auto">
          <a:xfrm>
            <a:off x="8889" y="6330604"/>
            <a:ext cx="4496859" cy="3574468"/>
          </a:xfrm>
          <a:prstGeom prst="rect">
            <a:avLst/>
          </a:prstGeom>
          <a:noFill/>
          <a:ln w="9525">
            <a:noFill/>
            <a:miter lim="800000"/>
            <a:headEnd/>
            <a:tailEnd/>
          </a:ln>
          <a:effectLst/>
        </p:spPr>
      </p:pic>
      <p:pic>
        <p:nvPicPr>
          <p:cNvPr id="7" name="Picture 5">
            <a:extLst>
              <a:ext uri="{FF2B5EF4-FFF2-40B4-BE49-F238E27FC236}">
                <a16:creationId xmlns:a16="http://schemas.microsoft.com/office/drawing/2014/main" id="{3CA558C9-F988-D1C3-D2C9-940F555ED430}"/>
              </a:ext>
            </a:extLst>
          </p:cNvPr>
          <p:cNvPicPr>
            <a:picLocks noChangeAspect="1" noChangeArrowheads="1"/>
          </p:cNvPicPr>
          <p:nvPr/>
        </p:nvPicPr>
        <p:blipFill>
          <a:blip r:embed="rId4"/>
          <a:srcRect/>
          <a:stretch>
            <a:fillRect/>
          </a:stretch>
        </p:blipFill>
        <p:spPr bwMode="auto">
          <a:xfrm>
            <a:off x="4505747" y="6445911"/>
            <a:ext cx="3574468" cy="3459123"/>
          </a:xfrm>
          <a:prstGeom prst="rect">
            <a:avLst/>
          </a:prstGeom>
          <a:noFill/>
          <a:ln w="9525">
            <a:noFill/>
            <a:miter lim="800000"/>
            <a:headEnd/>
            <a:tailEnd/>
          </a:ln>
          <a:effectLst/>
        </p:spPr>
      </p:pic>
      <p:pic>
        <p:nvPicPr>
          <p:cNvPr id="8" name="Picture 6">
            <a:extLst>
              <a:ext uri="{FF2B5EF4-FFF2-40B4-BE49-F238E27FC236}">
                <a16:creationId xmlns:a16="http://schemas.microsoft.com/office/drawing/2014/main" id="{C6B9171F-C170-1D2C-4F97-A40B590E243F}"/>
              </a:ext>
            </a:extLst>
          </p:cNvPr>
          <p:cNvPicPr>
            <a:picLocks noChangeAspect="1" noChangeArrowheads="1"/>
          </p:cNvPicPr>
          <p:nvPr/>
        </p:nvPicPr>
        <p:blipFill>
          <a:blip r:embed="rId5"/>
          <a:srcRect/>
          <a:stretch>
            <a:fillRect/>
          </a:stretch>
        </p:blipFill>
        <p:spPr bwMode="auto">
          <a:xfrm>
            <a:off x="10787594" y="6330604"/>
            <a:ext cx="3980283" cy="3574430"/>
          </a:xfrm>
          <a:prstGeom prst="rect">
            <a:avLst/>
          </a:prstGeom>
          <a:noFill/>
          <a:ln w="9525">
            <a:noFill/>
            <a:miter lim="800000"/>
            <a:headEnd/>
            <a:tailEnd/>
          </a:ln>
          <a:effectLst/>
        </p:spPr>
      </p:pic>
      <p:pic>
        <p:nvPicPr>
          <p:cNvPr id="9" name="Picture 3" descr="C:\Users\Dr S K Dana\Desktop\gg.eps">
            <a:extLst>
              <a:ext uri="{FF2B5EF4-FFF2-40B4-BE49-F238E27FC236}">
                <a16:creationId xmlns:a16="http://schemas.microsoft.com/office/drawing/2014/main" id="{FBD688D2-A23B-449C-5AAC-59E8E9CF7113}"/>
              </a:ext>
            </a:extLst>
          </p:cNvPr>
          <p:cNvPicPr>
            <a:picLocks noChangeAspect="1" noChangeArrowheads="1"/>
          </p:cNvPicPr>
          <p:nvPr/>
        </p:nvPicPr>
        <p:blipFill>
          <a:blip r:embed="rId6"/>
          <a:srcRect/>
          <a:stretch>
            <a:fillRect/>
          </a:stretch>
        </p:blipFill>
        <p:spPr bwMode="auto">
          <a:xfrm>
            <a:off x="7964910" y="6099956"/>
            <a:ext cx="3805078" cy="3805078"/>
          </a:xfrm>
          <a:prstGeom prst="rect">
            <a:avLst/>
          </a:prstGeom>
          <a:noFill/>
        </p:spPr>
      </p:pic>
    </p:spTree>
    <p:extLst>
      <p:ext uri="{BB962C8B-B14F-4D97-AF65-F5344CB8AC3E}">
        <p14:creationId xmlns:p14="http://schemas.microsoft.com/office/powerpoint/2010/main" val="2818536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7A203178-FCD0-FE85-57F7-D010564135A5}"/>
              </a:ext>
            </a:extLst>
          </p:cNvPr>
          <p:cNvPicPr>
            <a:picLocks noChangeAspect="1"/>
          </p:cNvPicPr>
          <p:nvPr/>
        </p:nvPicPr>
        <p:blipFill rotWithShape="1">
          <a:blip r:embed="rId2">
            <a:alphaModFix amt="60000"/>
          </a:blip>
          <a:srcRect r="-1" b="3428"/>
          <a:stretch/>
        </p:blipFill>
        <p:spPr>
          <a:xfrm>
            <a:off x="850749" y="1367433"/>
            <a:ext cx="13312820" cy="7488832"/>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9" name="TextBox 8">
            <a:extLst>
              <a:ext uri="{FF2B5EF4-FFF2-40B4-BE49-F238E27FC236}">
                <a16:creationId xmlns:a16="http://schemas.microsoft.com/office/drawing/2014/main" id="{392C5059-EB68-AD60-8B1D-D540BD55A8FF}"/>
              </a:ext>
            </a:extLst>
          </p:cNvPr>
          <p:cNvSpPr txBox="1"/>
          <p:nvPr/>
        </p:nvSpPr>
        <p:spPr>
          <a:xfrm>
            <a:off x="5707678" y="4437773"/>
            <a:ext cx="6352336" cy="1394155"/>
          </a:xfrm>
          <a:prstGeom prst="rect">
            <a:avLst/>
          </a:prstGeom>
          <a:solidFill>
            <a:schemeClr val="bg1"/>
          </a:solidFill>
        </p:spPr>
        <p:txBody>
          <a:bodyPr vert="horz" lIns="110692" tIns="55346" rIns="110692" bIns="55346" rtlCol="0" anchor="ctr">
            <a:normAutofit fontScale="92500"/>
          </a:bodyPr>
          <a:lstStyle/>
          <a:p>
            <a:pPr fontAlgn="base">
              <a:lnSpc>
                <a:spcPct val="110000"/>
              </a:lnSpc>
              <a:spcAft>
                <a:spcPts val="726"/>
              </a:spcAft>
              <a:buClr>
                <a:schemeClr val="accent5"/>
              </a:buClr>
            </a:pPr>
            <a:r>
              <a:rPr lang="en-US" sz="4400" b="1" dirty="0">
                <a:solidFill>
                  <a:srgbClr val="FF0000"/>
                </a:solidFill>
                <a:latin typeface="Cambria" panose="02040503050406030204" pitchFamily="18" charset="0"/>
                <a:ea typeface="Cambria" panose="02040503050406030204" pitchFamily="18" charset="0"/>
              </a:rPr>
              <a:t>History of Graph Theory</a:t>
            </a:r>
          </a:p>
        </p:txBody>
      </p:sp>
    </p:spTree>
    <p:extLst>
      <p:ext uri="{BB962C8B-B14F-4D97-AF65-F5344CB8AC3E}">
        <p14:creationId xmlns:p14="http://schemas.microsoft.com/office/powerpoint/2010/main" val="618779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Network Technology Background">
            <a:extLst>
              <a:ext uri="{FF2B5EF4-FFF2-40B4-BE49-F238E27FC236}">
                <a16:creationId xmlns:a16="http://schemas.microsoft.com/office/drawing/2014/main" id="{D43A9245-829F-6FDA-91EA-E1A72101B034}"/>
              </a:ext>
            </a:extLst>
          </p:cNvPr>
          <p:cNvPicPr>
            <a:picLocks noChangeAspect="1"/>
          </p:cNvPicPr>
          <p:nvPr/>
        </p:nvPicPr>
        <p:blipFill rotWithShape="1">
          <a:blip r:embed="rId2">
            <a:alphaModFix amt="60000"/>
          </a:blip>
          <a:srcRect r="-1" b="3428"/>
          <a:stretch/>
        </p:blipFill>
        <p:spPr>
          <a:xfrm>
            <a:off x="24" y="1248928"/>
            <a:ext cx="14755274" cy="8300253"/>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Title 1"/>
          <p:cNvSpPr>
            <a:spLocks noGrp="1"/>
          </p:cNvSpPr>
          <p:nvPr>
            <p:ph type="title"/>
          </p:nvPr>
        </p:nvSpPr>
        <p:spPr>
          <a:xfrm>
            <a:off x="932978" y="1696425"/>
            <a:ext cx="12360652" cy="1604656"/>
          </a:xfrm>
          <a:solidFill>
            <a:schemeClr val="bg1"/>
          </a:solidFill>
        </p:spPr>
        <p:txBody>
          <a:bodyPr/>
          <a:lstStyle/>
          <a:p>
            <a:pPr algn="ctr"/>
            <a:r>
              <a:rPr lang="en-US" b="1" dirty="0">
                <a:solidFill>
                  <a:srgbClr val="FF0000"/>
                </a:solidFill>
                <a:latin typeface="Cambria" panose="02040503050406030204" pitchFamily="18" charset="0"/>
                <a:ea typeface="Cambria" panose="02040503050406030204" pitchFamily="18" charset="0"/>
              </a:rPr>
              <a:t>Origins</a:t>
            </a:r>
          </a:p>
        </p:txBody>
      </p:sp>
      <p:sp>
        <p:nvSpPr>
          <p:cNvPr id="3" name="Content Placeholder 2"/>
          <p:cNvSpPr>
            <a:spLocks noGrp="1"/>
          </p:cNvSpPr>
          <p:nvPr>
            <p:ph idx="1"/>
          </p:nvPr>
        </p:nvSpPr>
        <p:spPr>
          <a:xfrm>
            <a:off x="932978" y="3464686"/>
            <a:ext cx="12360652" cy="5478890"/>
          </a:xfrm>
          <a:solidFill>
            <a:schemeClr val="bg1"/>
          </a:solidFill>
        </p:spPr>
        <p:txBody>
          <a:bodyPr>
            <a:normAutofit fontScale="70000" lnSpcReduction="20000"/>
          </a:bodyPr>
          <a:lstStyle/>
          <a:p>
            <a:r>
              <a:rPr lang="en-US" dirty="0">
                <a:latin typeface="Cambria" panose="02040503050406030204" pitchFamily="18" charset="0"/>
                <a:ea typeface="Cambria" panose="02040503050406030204" pitchFamily="18" charset="0"/>
              </a:rPr>
              <a:t>1735: Euler was puzzled by solving the bridges of </a:t>
            </a:r>
            <a:r>
              <a:rPr lang="en-US" altLang="en-US" dirty="0" err="1">
                <a:latin typeface="Cambria" panose="02040503050406030204" pitchFamily="18" charset="0"/>
                <a:ea typeface="Cambria" panose="02040503050406030204" pitchFamily="18" charset="0"/>
              </a:rPr>
              <a:t>Königsberg</a:t>
            </a:r>
            <a:r>
              <a:rPr lang="en-US" altLang="en-US" dirty="0">
                <a:latin typeface="Cambria" panose="02040503050406030204" pitchFamily="18" charset="0"/>
                <a:ea typeface="Cambria" panose="02040503050406030204" pitchFamily="18" charset="0"/>
              </a:rPr>
              <a:t> (origins of graph theory)</a:t>
            </a:r>
          </a:p>
          <a:p>
            <a:r>
              <a:rPr lang="en-US" dirty="0">
                <a:latin typeface="Cambria" panose="02040503050406030204" pitchFamily="18" charset="0"/>
                <a:ea typeface="Cambria" panose="02040503050406030204" pitchFamily="18" charset="0"/>
              </a:rPr>
              <a:t>1950: </a:t>
            </a:r>
            <a:r>
              <a:rPr lang="en-US" dirty="0" err="1">
                <a:latin typeface="Cambria" panose="02040503050406030204" pitchFamily="18" charset="0"/>
                <a:ea typeface="Cambria" panose="02040503050406030204" pitchFamily="18" charset="0"/>
              </a:rPr>
              <a:t>Erdős</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Rényi</a:t>
            </a:r>
            <a:r>
              <a:rPr lang="en-US" dirty="0">
                <a:latin typeface="Cambria" panose="02040503050406030204" pitchFamily="18" charset="0"/>
                <a:ea typeface="Cambria" panose="02040503050406030204" pitchFamily="18" charset="0"/>
              </a:rPr>
              <a:t> was puzzled by the social networks structure</a:t>
            </a:r>
          </a:p>
          <a:p>
            <a:r>
              <a:rPr lang="en-US" dirty="0">
                <a:latin typeface="Cambria" panose="02040503050406030204" pitchFamily="18" charset="0"/>
                <a:ea typeface="Cambria" panose="02040503050406030204" pitchFamily="18" charset="0"/>
              </a:rPr>
              <a:t>1969: Social Experiment: Milgram</a:t>
            </a:r>
          </a:p>
          <a:p>
            <a:r>
              <a:rPr lang="en-US" dirty="0">
                <a:solidFill>
                  <a:srgbClr val="FF0000"/>
                </a:solidFill>
                <a:latin typeface="Cambria" panose="02040503050406030204" pitchFamily="18" charset="0"/>
                <a:ea typeface="Cambria" panose="02040503050406030204" pitchFamily="18" charset="0"/>
              </a:rPr>
              <a:t>1998: </a:t>
            </a:r>
            <a:r>
              <a:rPr lang="en-US" dirty="0" err="1">
                <a:solidFill>
                  <a:srgbClr val="FF0000"/>
                </a:solidFill>
                <a:latin typeface="Cambria" panose="02040503050406030204" pitchFamily="18" charset="0"/>
                <a:ea typeface="Cambria" panose="02040503050406030204" pitchFamily="18" charset="0"/>
              </a:rPr>
              <a:t>Stogratz</a:t>
            </a:r>
            <a:r>
              <a:rPr lang="en-US" dirty="0">
                <a:solidFill>
                  <a:srgbClr val="FF0000"/>
                </a:solidFill>
                <a:latin typeface="Cambria" panose="02040503050406030204" pitchFamily="18" charset="0"/>
                <a:ea typeface="Cambria" panose="02040503050406030204" pitchFamily="18" charset="0"/>
              </a:rPr>
              <a:t>, Watts: Small world network</a:t>
            </a:r>
          </a:p>
          <a:p>
            <a:r>
              <a:rPr lang="en-US" dirty="0">
                <a:solidFill>
                  <a:srgbClr val="FF0000"/>
                </a:solidFill>
                <a:latin typeface="Cambria" panose="02040503050406030204" pitchFamily="18" charset="0"/>
                <a:ea typeface="Cambria" panose="02040503050406030204" pitchFamily="18" charset="0"/>
              </a:rPr>
              <a:t>1999: </a:t>
            </a:r>
            <a:r>
              <a:rPr lang="en-US" dirty="0" err="1">
                <a:solidFill>
                  <a:srgbClr val="FF0000"/>
                </a:solidFill>
                <a:latin typeface="Cambria" panose="02040503050406030204" pitchFamily="18" charset="0"/>
                <a:ea typeface="Cambria" panose="02040503050406030204" pitchFamily="18" charset="0"/>
              </a:rPr>
              <a:t>Barabási</a:t>
            </a:r>
            <a:r>
              <a:rPr lang="en-US" dirty="0">
                <a:solidFill>
                  <a:srgbClr val="FF0000"/>
                </a:solidFill>
                <a:latin typeface="Cambria" panose="02040503050406030204" pitchFamily="18" charset="0"/>
                <a:ea typeface="Cambria" panose="02040503050406030204" pitchFamily="18" charset="0"/>
              </a:rPr>
              <a:t>, Albert: puzzled by the Internet</a:t>
            </a:r>
          </a:p>
          <a:p>
            <a:r>
              <a:rPr lang="en-US" dirty="0">
                <a:solidFill>
                  <a:srgbClr val="FF0000"/>
                </a:solidFill>
                <a:latin typeface="Cambria" panose="02040503050406030204" pitchFamily="18" charset="0"/>
                <a:ea typeface="Cambria" panose="02040503050406030204" pitchFamily="18" charset="0"/>
              </a:rPr>
              <a:t>Now: we are puzzled by all of them (brain, social networks, communication and transportation networks, </a:t>
            </a:r>
            <a:r>
              <a:rPr lang="en-US" dirty="0" err="1">
                <a:solidFill>
                  <a:srgbClr val="FF0000"/>
                </a:solidFill>
                <a:latin typeface="Cambria" panose="02040503050406030204" pitchFamily="18" charset="0"/>
                <a:ea typeface="Cambria" panose="02040503050406030204" pitchFamily="18" charset="0"/>
              </a:rPr>
              <a:t>etc</a:t>
            </a:r>
            <a:r>
              <a:rPr lang="en-US" dirty="0">
                <a:solidFill>
                  <a:srgbClr val="FF0000"/>
                </a:solidFill>
                <a:latin typeface="Cambria" panose="02040503050406030204" pitchFamily="18" charset="0"/>
                <a:ea typeface="Cambria" panose="02040503050406030204" pitchFamily="18" charset="0"/>
              </a:rPr>
              <a:t>)</a:t>
            </a:r>
          </a:p>
        </p:txBody>
      </p:sp>
      <p:sp>
        <p:nvSpPr>
          <p:cNvPr id="4" name="Slide Number Placeholder 3"/>
          <p:cNvSpPr>
            <a:spLocks noGrp="1"/>
          </p:cNvSpPr>
          <p:nvPr>
            <p:ph type="sldNum" sz="quarter" idx="12"/>
          </p:nvPr>
        </p:nvSpPr>
        <p:spPr/>
        <p:txBody>
          <a:bodyPr/>
          <a:lstStyle/>
          <a:p>
            <a:pPr>
              <a:defRPr/>
            </a:pPr>
            <a:fld id="{640B6591-407E-4742-9513-3BA6198A5F88}" type="slidenum">
              <a:rPr lang="en-US" smtClean="0"/>
              <a:pPr>
                <a:defRPr/>
              </a:pPr>
              <a:t>3</a:t>
            </a:fld>
            <a:endParaRPr lang="en-US" dirty="0"/>
          </a:p>
        </p:txBody>
      </p:sp>
    </p:spTree>
    <p:extLst>
      <p:ext uri="{BB962C8B-B14F-4D97-AF65-F5344CB8AC3E}">
        <p14:creationId xmlns:p14="http://schemas.microsoft.com/office/powerpoint/2010/main" val="1509878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8C95169C-D376-E2F9-3A36-CA1A06FB5B9B}"/>
              </a:ext>
            </a:extLst>
          </p:cNvPr>
          <p:cNvPicPr>
            <a:picLocks noChangeAspect="1"/>
          </p:cNvPicPr>
          <p:nvPr/>
        </p:nvPicPr>
        <p:blipFill rotWithShape="1">
          <a:blip r:embed="rId2">
            <a:alphaModFix amt="60000"/>
          </a:blip>
          <a:srcRect r="-1" b="3428"/>
          <a:stretch/>
        </p:blipFill>
        <p:spPr>
          <a:xfrm>
            <a:off x="978736" y="1799481"/>
            <a:ext cx="12672780" cy="7128792"/>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4" name="Picture 5"/>
          <p:cNvPicPr>
            <a:picLocks noChangeAspect="1" noChangeArrowheads="1"/>
          </p:cNvPicPr>
          <p:nvPr/>
        </p:nvPicPr>
        <p:blipFill>
          <a:blip r:embed="rId3" cstate="print"/>
          <a:srcRect/>
          <a:stretch>
            <a:fillRect/>
          </a:stretch>
        </p:blipFill>
        <p:spPr bwMode="auto">
          <a:xfrm>
            <a:off x="2692648" y="2213850"/>
            <a:ext cx="6260448" cy="4931871"/>
          </a:xfrm>
          <a:prstGeom prst="rect">
            <a:avLst/>
          </a:prstGeom>
          <a:noFill/>
          <a:ln w="9525">
            <a:noFill/>
            <a:miter lim="800000"/>
            <a:headEnd/>
            <a:tailEnd/>
          </a:ln>
          <a:effectLst/>
        </p:spPr>
      </p:pic>
      <p:sp>
        <p:nvSpPr>
          <p:cNvPr id="5" name="Text Box 7"/>
          <p:cNvSpPr txBox="1">
            <a:spLocks noChangeArrowheads="1"/>
          </p:cNvSpPr>
          <p:nvPr/>
        </p:nvSpPr>
        <p:spPr bwMode="auto">
          <a:xfrm>
            <a:off x="3491062" y="1431466"/>
            <a:ext cx="7396365" cy="782384"/>
          </a:xfrm>
          <a:prstGeom prst="rect">
            <a:avLst/>
          </a:prstGeom>
          <a:solidFill>
            <a:schemeClr val="bg1"/>
          </a:solidFill>
          <a:ln w="9525">
            <a:noFill/>
            <a:miter lim="800000"/>
            <a:headEnd/>
            <a:tailEnd/>
          </a:ln>
          <a:effectLst/>
        </p:spPr>
        <p:txBody>
          <a:bodyPr wrap="none" lIns="110671" tIns="55335" rIns="110671" bIns="55335">
            <a:spAutoFit/>
          </a:bodyPr>
          <a:lstStyle/>
          <a:p>
            <a:r>
              <a:rPr lang="en-US" sz="4358" b="1" dirty="0">
                <a:solidFill>
                  <a:srgbClr val="FF0000"/>
                </a:solidFill>
                <a:latin typeface="Cambria" panose="02040503050406030204" pitchFamily="18" charset="0"/>
                <a:ea typeface="Cambria" panose="02040503050406030204" pitchFamily="18" charset="0"/>
              </a:rPr>
              <a:t>The 7 bridges of </a:t>
            </a:r>
            <a:r>
              <a:rPr lang="en-US" sz="4358" b="1" dirty="0" err="1">
                <a:solidFill>
                  <a:srgbClr val="FF0000"/>
                </a:solidFill>
                <a:latin typeface="Cambria" panose="02040503050406030204" pitchFamily="18" charset="0"/>
                <a:ea typeface="Cambria" panose="02040503050406030204" pitchFamily="18" charset="0"/>
              </a:rPr>
              <a:t>Königsberg</a:t>
            </a:r>
            <a:endParaRPr lang="en-US" sz="4358" b="1" dirty="0">
              <a:solidFill>
                <a:srgbClr val="FF0000"/>
              </a:solidFill>
              <a:latin typeface="Cambria" panose="02040503050406030204" pitchFamily="18" charset="0"/>
              <a:ea typeface="Cambria" panose="02040503050406030204" pitchFamily="18" charset="0"/>
            </a:endParaRPr>
          </a:p>
        </p:txBody>
      </p:sp>
      <p:sp>
        <p:nvSpPr>
          <p:cNvPr id="8" name="Rectangle 7"/>
          <p:cNvSpPr/>
          <p:nvPr/>
        </p:nvSpPr>
        <p:spPr>
          <a:xfrm>
            <a:off x="694541" y="7143263"/>
            <a:ext cx="11740759" cy="986424"/>
          </a:xfrm>
          <a:prstGeom prst="rect">
            <a:avLst/>
          </a:prstGeom>
          <a:solidFill>
            <a:schemeClr val="bg1"/>
          </a:solidFill>
        </p:spPr>
        <p:txBody>
          <a:bodyPr wrap="square">
            <a:spAutoFit/>
          </a:bodyPr>
          <a:lstStyle/>
          <a:p>
            <a:pPr algn="just"/>
            <a:r>
              <a:rPr lang="en-US" sz="2905" i="1" dirty="0">
                <a:latin typeface="Cambria" panose="02040503050406030204" pitchFamily="18" charset="0"/>
                <a:ea typeface="Cambria" panose="02040503050406030204" pitchFamily="18" charset="0"/>
              </a:rPr>
              <a:t>The city of </a:t>
            </a:r>
            <a:r>
              <a:rPr lang="en-US" sz="2905" i="1" dirty="0" err="1">
                <a:latin typeface="Cambria" panose="02040503050406030204" pitchFamily="18" charset="0"/>
                <a:ea typeface="Cambria" panose="02040503050406030204" pitchFamily="18" charset="0"/>
              </a:rPr>
              <a:t>Königsberg</a:t>
            </a:r>
            <a:r>
              <a:rPr lang="en-US" sz="2905" i="1" dirty="0">
                <a:latin typeface="Cambria" panose="02040503050406030204" pitchFamily="18" charset="0"/>
                <a:ea typeface="Cambria" panose="02040503050406030204" pitchFamily="18" charset="0"/>
              </a:rPr>
              <a:t>, Germany, is divided by the </a:t>
            </a:r>
            <a:r>
              <a:rPr lang="en-US" sz="2905" i="1" dirty="0" err="1">
                <a:latin typeface="Cambria" panose="02040503050406030204" pitchFamily="18" charset="0"/>
                <a:ea typeface="Cambria" panose="02040503050406030204" pitchFamily="18" charset="0"/>
              </a:rPr>
              <a:t>Pregal</a:t>
            </a:r>
            <a:r>
              <a:rPr lang="en-US" sz="2905" i="1" dirty="0">
                <a:latin typeface="Cambria" panose="02040503050406030204" pitchFamily="18" charset="0"/>
                <a:ea typeface="Cambria" panose="02040503050406030204" pitchFamily="18" charset="0"/>
              </a:rPr>
              <a:t> River. The river forks and rejoins itself before forking off again.</a:t>
            </a:r>
          </a:p>
        </p:txBody>
      </p:sp>
      <p:sp>
        <p:nvSpPr>
          <p:cNvPr id="6" name="TextBox 5"/>
          <p:cNvSpPr txBox="1"/>
          <p:nvPr/>
        </p:nvSpPr>
        <p:spPr>
          <a:xfrm>
            <a:off x="7377661" y="8290335"/>
            <a:ext cx="3785588" cy="464871"/>
          </a:xfrm>
          <a:prstGeom prst="rect">
            <a:avLst/>
          </a:prstGeom>
          <a:solidFill>
            <a:schemeClr val="bg1"/>
          </a:solidFill>
        </p:spPr>
        <p:txBody>
          <a:bodyPr wrap="none" rtlCol="0">
            <a:spAutoFit/>
          </a:bodyPr>
          <a:lstStyle/>
          <a:p>
            <a:r>
              <a:rPr lang="en-US" sz="2421" i="1" dirty="0">
                <a:latin typeface="Cambria" panose="02040503050406030204" pitchFamily="18" charset="0"/>
                <a:ea typeface="Cambria" panose="02040503050406030204" pitchFamily="18" charset="0"/>
              </a:rPr>
              <a:t>4 land masses and 7 bridges</a:t>
            </a:r>
          </a:p>
        </p:txBody>
      </p:sp>
      <p:sp>
        <p:nvSpPr>
          <p:cNvPr id="7" name="TextBox 6"/>
          <p:cNvSpPr txBox="1"/>
          <p:nvPr/>
        </p:nvSpPr>
        <p:spPr>
          <a:xfrm>
            <a:off x="5390476" y="3410864"/>
            <a:ext cx="432395" cy="46487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21" b="1" dirty="0">
                <a:ln w="18000">
                  <a:solidFill>
                    <a:schemeClr val="accent2">
                      <a:satMod val="140000"/>
                    </a:schemeClr>
                  </a:solidFill>
                  <a:prstDash val="solid"/>
                  <a:miter lim="800000"/>
                </a:ln>
                <a:noFill/>
                <a:effectLst>
                  <a:outerShdw blurRad="25500" dist="23000" dir="7020000" algn="tl">
                    <a:srgbClr val="000000">
                      <a:alpha val="50000"/>
                    </a:srgbClr>
                  </a:outerShdw>
                </a:effectLst>
              </a:rPr>
              <a:t>C</a:t>
            </a:r>
            <a:endParaRPr lang="en-IN" sz="2421"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9" name="TextBox 8"/>
          <p:cNvSpPr txBox="1"/>
          <p:nvPr/>
        </p:nvSpPr>
        <p:spPr>
          <a:xfrm>
            <a:off x="5904168" y="4430696"/>
            <a:ext cx="610789" cy="66018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rPr>
              <a:t>A</a:t>
            </a:r>
            <a:endParaRPr lang="en-IN"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10" name="TextBox 9"/>
          <p:cNvSpPr txBox="1"/>
          <p:nvPr/>
        </p:nvSpPr>
        <p:spPr>
          <a:xfrm>
            <a:off x="5390476" y="5736101"/>
            <a:ext cx="610789" cy="66018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rPr>
              <a:t>B</a:t>
            </a:r>
            <a:endParaRPr lang="en-IN"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11" name="TextBox 10"/>
          <p:cNvSpPr txBox="1"/>
          <p:nvPr/>
        </p:nvSpPr>
        <p:spPr>
          <a:xfrm>
            <a:off x="7878844" y="4939575"/>
            <a:ext cx="610789" cy="66018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rPr>
              <a:t>D</a:t>
            </a:r>
            <a:endParaRPr lang="en-IN"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Network Technology Background">
            <a:extLst>
              <a:ext uri="{FF2B5EF4-FFF2-40B4-BE49-F238E27FC236}">
                <a16:creationId xmlns:a16="http://schemas.microsoft.com/office/drawing/2014/main" id="{993527E6-1AAC-F72E-45C2-066BE0079D96}"/>
              </a:ext>
            </a:extLst>
          </p:cNvPr>
          <p:cNvPicPr>
            <a:picLocks noChangeAspect="1"/>
          </p:cNvPicPr>
          <p:nvPr/>
        </p:nvPicPr>
        <p:blipFill rotWithShape="1">
          <a:blip r:embed="rId2">
            <a:alphaModFix amt="60000"/>
          </a:blip>
          <a:srcRect r="-1" b="3428"/>
          <a:stretch/>
        </p:blipFill>
        <p:spPr>
          <a:xfrm>
            <a:off x="394718" y="1248928"/>
            <a:ext cx="13896838" cy="7817359"/>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1026" name="Picture 2"/>
          <p:cNvPicPr>
            <a:picLocks noGrp="1" noChangeAspect="1" noChangeArrowheads="1"/>
          </p:cNvPicPr>
          <p:nvPr>
            <p:ph idx="1"/>
          </p:nvPr>
        </p:nvPicPr>
        <p:blipFill rotWithShape="1">
          <a:blip r:embed="rId3" cstate="print"/>
          <a:srcRect b="38163"/>
          <a:stretch/>
        </p:blipFill>
        <p:spPr bwMode="auto">
          <a:xfrm>
            <a:off x="6750067" y="3001706"/>
            <a:ext cx="7298505" cy="3217516"/>
          </a:xfrm>
          <a:prstGeom prst="rect">
            <a:avLst/>
          </a:prstGeom>
          <a:noFill/>
          <a:ln w="9525">
            <a:noFill/>
            <a:miter lim="800000"/>
            <a:headEnd/>
            <a:tailEnd/>
          </a:ln>
        </p:spPr>
      </p:pic>
      <p:grpSp>
        <p:nvGrpSpPr>
          <p:cNvPr id="9" name="Group 8">
            <a:extLst>
              <a:ext uri="{FF2B5EF4-FFF2-40B4-BE49-F238E27FC236}">
                <a16:creationId xmlns:a16="http://schemas.microsoft.com/office/drawing/2014/main" id="{69710B18-8467-ABC9-E443-A61CA9A6141B}"/>
              </a:ext>
            </a:extLst>
          </p:cNvPr>
          <p:cNvGrpSpPr/>
          <p:nvPr/>
        </p:nvGrpSpPr>
        <p:grpSpPr>
          <a:xfrm>
            <a:off x="710418" y="2701586"/>
            <a:ext cx="5459566" cy="6429661"/>
            <a:chOff x="1506071" y="1200011"/>
            <a:chExt cx="3590785" cy="5311369"/>
          </a:xfrm>
        </p:grpSpPr>
        <p:pic>
          <p:nvPicPr>
            <p:cNvPr id="6" name="Picture 5"/>
            <p:cNvPicPr>
              <a:picLocks noChangeAspect="1" noChangeArrowheads="1"/>
            </p:cNvPicPr>
            <p:nvPr/>
          </p:nvPicPr>
          <p:blipFill>
            <a:blip r:embed="rId4" cstate="print"/>
            <a:srcRect/>
            <a:stretch>
              <a:fillRect/>
            </a:stretch>
          </p:blipFill>
          <p:spPr bwMode="auto">
            <a:xfrm>
              <a:off x="1506071" y="1200011"/>
              <a:ext cx="3590785" cy="5311369"/>
            </a:xfrm>
            <a:prstGeom prst="rect">
              <a:avLst/>
            </a:prstGeom>
            <a:noFill/>
            <a:ln w="9525">
              <a:noFill/>
              <a:miter lim="800000"/>
              <a:headEnd/>
              <a:tailEnd/>
            </a:ln>
            <a:effectLst/>
          </p:spPr>
        </p:pic>
        <p:sp>
          <p:nvSpPr>
            <p:cNvPr id="2" name="TextBox 1">
              <a:extLst>
                <a:ext uri="{FF2B5EF4-FFF2-40B4-BE49-F238E27FC236}">
                  <a16:creationId xmlns:a16="http://schemas.microsoft.com/office/drawing/2014/main" id="{600C91D9-14E3-144B-E2A0-B90F23E51558}"/>
                </a:ext>
              </a:extLst>
            </p:cNvPr>
            <p:cNvSpPr txBox="1"/>
            <p:nvPr/>
          </p:nvSpPr>
          <p:spPr>
            <a:xfrm>
              <a:off x="3741549" y="2497978"/>
              <a:ext cx="357190" cy="38401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21" b="1" dirty="0">
                  <a:ln w="18000">
                    <a:solidFill>
                      <a:schemeClr val="accent2">
                        <a:satMod val="140000"/>
                      </a:schemeClr>
                    </a:solidFill>
                    <a:prstDash val="solid"/>
                    <a:miter lim="800000"/>
                  </a:ln>
                  <a:noFill/>
                  <a:effectLst>
                    <a:outerShdw blurRad="25500" dist="23000" dir="7020000" algn="tl">
                      <a:srgbClr val="000000">
                        <a:alpha val="50000"/>
                      </a:srgbClr>
                    </a:outerShdw>
                  </a:effectLst>
                </a:rPr>
                <a:t>C</a:t>
              </a:r>
              <a:endParaRPr lang="en-IN" sz="2421"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3" name="TextBox 2">
              <a:extLst>
                <a:ext uri="{FF2B5EF4-FFF2-40B4-BE49-F238E27FC236}">
                  <a16:creationId xmlns:a16="http://schemas.microsoft.com/office/drawing/2014/main" id="{D2123853-5993-28B6-9E52-4CE8634C4F0C}"/>
                </a:ext>
              </a:extLst>
            </p:cNvPr>
            <p:cNvSpPr txBox="1"/>
            <p:nvPr/>
          </p:nvSpPr>
          <p:spPr>
            <a:xfrm>
              <a:off x="3245104" y="3646692"/>
              <a:ext cx="375891" cy="54535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rPr>
                <a:t>A</a:t>
              </a:r>
              <a:endParaRPr lang="en-IN"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4" name="TextBox 3">
              <a:extLst>
                <a:ext uri="{FF2B5EF4-FFF2-40B4-BE49-F238E27FC236}">
                  <a16:creationId xmlns:a16="http://schemas.microsoft.com/office/drawing/2014/main" id="{36D734CC-4DE0-EE0B-8347-D06304FF7367}"/>
                </a:ext>
              </a:extLst>
            </p:cNvPr>
            <p:cNvSpPr txBox="1"/>
            <p:nvPr/>
          </p:nvSpPr>
          <p:spPr>
            <a:xfrm>
              <a:off x="2677048" y="4938381"/>
              <a:ext cx="357190" cy="54535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rPr>
                <a:t>B</a:t>
              </a:r>
              <a:endParaRPr lang="en-IN"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11" name="TextBox 10">
              <a:extLst>
                <a:ext uri="{FF2B5EF4-FFF2-40B4-BE49-F238E27FC236}">
                  <a16:creationId xmlns:a16="http://schemas.microsoft.com/office/drawing/2014/main" id="{342FA93D-5833-07C3-B8F4-8727AFC016ED}"/>
                </a:ext>
              </a:extLst>
            </p:cNvPr>
            <p:cNvSpPr txBox="1"/>
            <p:nvPr/>
          </p:nvSpPr>
          <p:spPr>
            <a:xfrm>
              <a:off x="4444235" y="3927378"/>
              <a:ext cx="365881" cy="54535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rPr>
                <a:t>D</a:t>
              </a:r>
              <a:endParaRPr lang="en-IN"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grpSp>
      <p:sp>
        <p:nvSpPr>
          <p:cNvPr id="5" name="Text Box 7">
            <a:extLst>
              <a:ext uri="{FF2B5EF4-FFF2-40B4-BE49-F238E27FC236}">
                <a16:creationId xmlns:a16="http://schemas.microsoft.com/office/drawing/2014/main" id="{21A29669-6B5E-FFF4-D40F-EF3EF66AC543}"/>
              </a:ext>
            </a:extLst>
          </p:cNvPr>
          <p:cNvSpPr txBox="1">
            <a:spLocks noChangeArrowheads="1"/>
          </p:cNvSpPr>
          <p:nvPr/>
        </p:nvSpPr>
        <p:spPr bwMode="auto">
          <a:xfrm>
            <a:off x="3456890" y="1248918"/>
            <a:ext cx="7396365" cy="782384"/>
          </a:xfrm>
          <a:prstGeom prst="rect">
            <a:avLst/>
          </a:prstGeom>
          <a:solidFill>
            <a:schemeClr val="bg1"/>
          </a:solidFill>
          <a:ln w="9525">
            <a:noFill/>
            <a:miter lim="800000"/>
            <a:headEnd/>
            <a:tailEnd/>
          </a:ln>
          <a:effectLst/>
        </p:spPr>
        <p:txBody>
          <a:bodyPr wrap="none" lIns="110671" tIns="55335" rIns="110671" bIns="55335">
            <a:spAutoFit/>
          </a:bodyPr>
          <a:lstStyle/>
          <a:p>
            <a:r>
              <a:rPr lang="en-US" sz="4358" b="1" dirty="0">
                <a:solidFill>
                  <a:srgbClr val="FF0000"/>
                </a:solidFill>
                <a:latin typeface="Cambria" panose="02040503050406030204" pitchFamily="18" charset="0"/>
                <a:ea typeface="Cambria" panose="02040503050406030204" pitchFamily="18" charset="0"/>
              </a:rPr>
              <a:t>The 7 bridges of </a:t>
            </a:r>
            <a:r>
              <a:rPr lang="en-US" sz="4358" b="1" dirty="0" err="1">
                <a:solidFill>
                  <a:srgbClr val="FF0000"/>
                </a:solidFill>
                <a:latin typeface="Cambria" panose="02040503050406030204" pitchFamily="18" charset="0"/>
                <a:ea typeface="Cambria" panose="02040503050406030204" pitchFamily="18" charset="0"/>
              </a:rPr>
              <a:t>Königsberg</a:t>
            </a:r>
            <a:endParaRPr lang="en-US" sz="4358" b="1" dirty="0">
              <a:solidFill>
                <a:srgbClr val="FF0000"/>
              </a:solidFill>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Network Technology Background">
            <a:extLst>
              <a:ext uri="{FF2B5EF4-FFF2-40B4-BE49-F238E27FC236}">
                <a16:creationId xmlns:a16="http://schemas.microsoft.com/office/drawing/2014/main" id="{993527E6-1AAC-F72E-45C2-066BE0079D96}"/>
              </a:ext>
            </a:extLst>
          </p:cNvPr>
          <p:cNvPicPr>
            <a:picLocks noChangeAspect="1"/>
          </p:cNvPicPr>
          <p:nvPr/>
        </p:nvPicPr>
        <p:blipFill rotWithShape="1">
          <a:blip r:embed="rId2">
            <a:alphaModFix amt="60000"/>
          </a:blip>
          <a:srcRect r="-1" b="3428"/>
          <a:stretch/>
        </p:blipFill>
        <p:spPr>
          <a:xfrm>
            <a:off x="24" y="1248928"/>
            <a:ext cx="14755274" cy="8300253"/>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1026" name="Picture 2"/>
          <p:cNvPicPr>
            <a:picLocks noGrp="1" noChangeAspect="1" noChangeArrowheads="1"/>
          </p:cNvPicPr>
          <p:nvPr>
            <p:ph idx="1"/>
          </p:nvPr>
        </p:nvPicPr>
        <p:blipFill>
          <a:blip r:embed="rId3" cstate="print"/>
          <a:srcRect/>
          <a:stretch>
            <a:fillRect/>
          </a:stretch>
        </p:blipFill>
        <p:spPr bwMode="auto">
          <a:xfrm>
            <a:off x="6750067" y="3001705"/>
            <a:ext cx="7298505" cy="5203228"/>
          </a:xfrm>
          <a:prstGeom prst="rect">
            <a:avLst/>
          </a:prstGeom>
          <a:noFill/>
          <a:ln w="9525">
            <a:noFill/>
            <a:miter lim="800000"/>
            <a:headEnd/>
            <a:tailEnd/>
          </a:ln>
        </p:spPr>
      </p:pic>
      <p:grpSp>
        <p:nvGrpSpPr>
          <p:cNvPr id="9" name="Group 8">
            <a:extLst>
              <a:ext uri="{FF2B5EF4-FFF2-40B4-BE49-F238E27FC236}">
                <a16:creationId xmlns:a16="http://schemas.microsoft.com/office/drawing/2014/main" id="{69710B18-8467-ABC9-E443-A61CA9A6141B}"/>
              </a:ext>
            </a:extLst>
          </p:cNvPr>
          <p:cNvGrpSpPr/>
          <p:nvPr/>
        </p:nvGrpSpPr>
        <p:grpSpPr>
          <a:xfrm>
            <a:off x="710418" y="2701586"/>
            <a:ext cx="5459566" cy="6429661"/>
            <a:chOff x="1506071" y="1200011"/>
            <a:chExt cx="3590785" cy="5311369"/>
          </a:xfrm>
        </p:grpSpPr>
        <p:pic>
          <p:nvPicPr>
            <p:cNvPr id="6" name="Picture 5"/>
            <p:cNvPicPr>
              <a:picLocks noChangeAspect="1" noChangeArrowheads="1"/>
            </p:cNvPicPr>
            <p:nvPr/>
          </p:nvPicPr>
          <p:blipFill>
            <a:blip r:embed="rId4" cstate="print"/>
            <a:srcRect/>
            <a:stretch>
              <a:fillRect/>
            </a:stretch>
          </p:blipFill>
          <p:spPr bwMode="auto">
            <a:xfrm>
              <a:off x="1506071" y="1200011"/>
              <a:ext cx="3590785" cy="5311369"/>
            </a:xfrm>
            <a:prstGeom prst="rect">
              <a:avLst/>
            </a:prstGeom>
            <a:noFill/>
            <a:ln w="9525">
              <a:noFill/>
              <a:miter lim="800000"/>
              <a:headEnd/>
              <a:tailEnd/>
            </a:ln>
            <a:effectLst/>
          </p:spPr>
        </p:pic>
        <p:sp>
          <p:nvSpPr>
            <p:cNvPr id="2" name="TextBox 1">
              <a:extLst>
                <a:ext uri="{FF2B5EF4-FFF2-40B4-BE49-F238E27FC236}">
                  <a16:creationId xmlns:a16="http://schemas.microsoft.com/office/drawing/2014/main" id="{600C91D9-14E3-144B-E2A0-B90F23E51558}"/>
                </a:ext>
              </a:extLst>
            </p:cNvPr>
            <p:cNvSpPr txBox="1"/>
            <p:nvPr/>
          </p:nvSpPr>
          <p:spPr>
            <a:xfrm>
              <a:off x="3741549" y="2497978"/>
              <a:ext cx="357190" cy="38401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21" b="1" dirty="0">
                  <a:ln w="18000">
                    <a:solidFill>
                      <a:schemeClr val="accent2">
                        <a:satMod val="140000"/>
                      </a:schemeClr>
                    </a:solidFill>
                    <a:prstDash val="solid"/>
                    <a:miter lim="800000"/>
                  </a:ln>
                  <a:noFill/>
                  <a:effectLst>
                    <a:outerShdw blurRad="25500" dist="23000" dir="7020000" algn="tl">
                      <a:srgbClr val="000000">
                        <a:alpha val="50000"/>
                      </a:srgbClr>
                    </a:outerShdw>
                  </a:effectLst>
                </a:rPr>
                <a:t>C</a:t>
              </a:r>
              <a:endParaRPr lang="en-IN" sz="2421"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3" name="TextBox 2">
              <a:extLst>
                <a:ext uri="{FF2B5EF4-FFF2-40B4-BE49-F238E27FC236}">
                  <a16:creationId xmlns:a16="http://schemas.microsoft.com/office/drawing/2014/main" id="{D2123853-5993-28B6-9E52-4CE8634C4F0C}"/>
                </a:ext>
              </a:extLst>
            </p:cNvPr>
            <p:cNvSpPr txBox="1"/>
            <p:nvPr/>
          </p:nvSpPr>
          <p:spPr>
            <a:xfrm>
              <a:off x="3245104" y="3646692"/>
              <a:ext cx="375891" cy="54535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rPr>
                <a:t>A</a:t>
              </a:r>
              <a:endParaRPr lang="en-IN"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4" name="TextBox 3">
              <a:extLst>
                <a:ext uri="{FF2B5EF4-FFF2-40B4-BE49-F238E27FC236}">
                  <a16:creationId xmlns:a16="http://schemas.microsoft.com/office/drawing/2014/main" id="{36D734CC-4DE0-EE0B-8347-D06304FF7367}"/>
                </a:ext>
              </a:extLst>
            </p:cNvPr>
            <p:cNvSpPr txBox="1"/>
            <p:nvPr/>
          </p:nvSpPr>
          <p:spPr>
            <a:xfrm>
              <a:off x="2677048" y="4938381"/>
              <a:ext cx="357190" cy="54535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rPr>
                <a:t>B</a:t>
              </a:r>
              <a:endParaRPr lang="en-IN"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11" name="TextBox 10">
              <a:extLst>
                <a:ext uri="{FF2B5EF4-FFF2-40B4-BE49-F238E27FC236}">
                  <a16:creationId xmlns:a16="http://schemas.microsoft.com/office/drawing/2014/main" id="{342FA93D-5833-07C3-B8F4-8727AFC016ED}"/>
                </a:ext>
              </a:extLst>
            </p:cNvPr>
            <p:cNvSpPr txBox="1"/>
            <p:nvPr/>
          </p:nvSpPr>
          <p:spPr>
            <a:xfrm>
              <a:off x="4444235" y="3927378"/>
              <a:ext cx="365881" cy="54535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rPr>
                <a:t>D</a:t>
              </a:r>
              <a:endParaRPr lang="en-IN"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grpSp>
      <p:sp>
        <p:nvSpPr>
          <p:cNvPr id="5" name="Text Box 7">
            <a:extLst>
              <a:ext uri="{FF2B5EF4-FFF2-40B4-BE49-F238E27FC236}">
                <a16:creationId xmlns:a16="http://schemas.microsoft.com/office/drawing/2014/main" id="{CF25D234-AEFC-427C-165C-0B22EE028C6A}"/>
              </a:ext>
            </a:extLst>
          </p:cNvPr>
          <p:cNvSpPr txBox="1">
            <a:spLocks noChangeArrowheads="1"/>
          </p:cNvSpPr>
          <p:nvPr/>
        </p:nvSpPr>
        <p:spPr bwMode="auto">
          <a:xfrm>
            <a:off x="3456890" y="1248918"/>
            <a:ext cx="7396365" cy="782384"/>
          </a:xfrm>
          <a:prstGeom prst="rect">
            <a:avLst/>
          </a:prstGeom>
          <a:solidFill>
            <a:schemeClr val="bg1"/>
          </a:solidFill>
          <a:ln w="9525">
            <a:noFill/>
            <a:miter lim="800000"/>
            <a:headEnd/>
            <a:tailEnd/>
          </a:ln>
          <a:effectLst/>
        </p:spPr>
        <p:txBody>
          <a:bodyPr wrap="none" lIns="110671" tIns="55335" rIns="110671" bIns="55335">
            <a:spAutoFit/>
          </a:bodyPr>
          <a:lstStyle/>
          <a:p>
            <a:r>
              <a:rPr lang="en-US" sz="4358" b="1" dirty="0">
                <a:solidFill>
                  <a:srgbClr val="FF0000"/>
                </a:solidFill>
                <a:latin typeface="Cambria" panose="02040503050406030204" pitchFamily="18" charset="0"/>
                <a:ea typeface="Cambria" panose="02040503050406030204" pitchFamily="18" charset="0"/>
              </a:rPr>
              <a:t>The 7 bridges of </a:t>
            </a:r>
            <a:r>
              <a:rPr lang="en-US" sz="4358" b="1" dirty="0" err="1">
                <a:solidFill>
                  <a:srgbClr val="FF0000"/>
                </a:solidFill>
                <a:latin typeface="Cambria" panose="02040503050406030204" pitchFamily="18" charset="0"/>
                <a:ea typeface="Cambria" panose="02040503050406030204" pitchFamily="18" charset="0"/>
              </a:rPr>
              <a:t>Königsberg</a:t>
            </a:r>
            <a:endParaRPr lang="en-US" sz="4358" b="1"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41864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68629E23-1B39-4B35-C8D2-8B55280C2A55}"/>
              </a:ext>
            </a:extLst>
          </p:cNvPr>
          <p:cNvPicPr>
            <a:picLocks noChangeAspect="1"/>
          </p:cNvPicPr>
          <p:nvPr/>
        </p:nvPicPr>
        <p:blipFill rotWithShape="1">
          <a:blip r:embed="rId2">
            <a:alphaModFix amt="60000"/>
          </a:blip>
          <a:srcRect r="-1" b="3428"/>
          <a:stretch/>
        </p:blipFill>
        <p:spPr>
          <a:xfrm>
            <a:off x="709758" y="1248929"/>
            <a:ext cx="13651490" cy="767934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6" name="Rectangle 9"/>
          <p:cNvSpPr>
            <a:spLocks noChangeArrowheads="1"/>
          </p:cNvSpPr>
          <p:nvPr/>
        </p:nvSpPr>
        <p:spPr bwMode="auto">
          <a:xfrm>
            <a:off x="2323388" y="8163512"/>
            <a:ext cx="9937333" cy="986424"/>
          </a:xfrm>
          <a:prstGeom prst="rect">
            <a:avLst/>
          </a:prstGeom>
          <a:solidFill>
            <a:schemeClr val="bg1"/>
          </a:solidFill>
          <a:ln w="9525">
            <a:noFill/>
            <a:miter lim="800000"/>
            <a:headEnd/>
            <a:tailEnd/>
          </a:ln>
          <a:effectLst/>
        </p:spPr>
        <p:txBody>
          <a:bodyPr anchor="ctr">
            <a:spAutoFit/>
          </a:bodyPr>
          <a:lstStyle/>
          <a:p>
            <a:pPr algn="ctr"/>
            <a:r>
              <a:rPr lang="en-GB" sz="2905" b="1" i="1" dirty="0">
                <a:latin typeface="Times New Roman" pitchFamily="18" charset="0"/>
                <a:cs typeface="Times New Roman" pitchFamily="18" charset="0"/>
              </a:rPr>
              <a:t>The question is whether it is possible to walk with a route that crosses each bridge exactly once? </a:t>
            </a:r>
          </a:p>
        </p:txBody>
      </p:sp>
      <p:pic>
        <p:nvPicPr>
          <p:cNvPr id="1026" name="Picture 2" descr="C:\Users\Dr S K Dana\Desktop\konnisberg.jpg"/>
          <p:cNvPicPr>
            <a:picLocks noChangeAspect="1" noChangeArrowheads="1"/>
          </p:cNvPicPr>
          <p:nvPr/>
        </p:nvPicPr>
        <p:blipFill>
          <a:blip r:embed="rId3" cstate="print"/>
          <a:srcRect/>
          <a:stretch>
            <a:fillRect/>
          </a:stretch>
        </p:blipFill>
        <p:spPr bwMode="auto">
          <a:xfrm>
            <a:off x="2536671" y="2286635"/>
            <a:ext cx="6722258" cy="5304011"/>
          </a:xfrm>
          <a:prstGeom prst="rect">
            <a:avLst/>
          </a:prstGeom>
          <a:noFill/>
        </p:spPr>
      </p:pic>
      <p:sp>
        <p:nvSpPr>
          <p:cNvPr id="14" name="TextBox 13"/>
          <p:cNvSpPr txBox="1"/>
          <p:nvPr/>
        </p:nvSpPr>
        <p:spPr>
          <a:xfrm>
            <a:off x="5390476" y="3410864"/>
            <a:ext cx="432395" cy="46487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21" b="1" dirty="0">
                <a:ln w="18000">
                  <a:solidFill>
                    <a:schemeClr val="accent2">
                      <a:satMod val="140000"/>
                    </a:schemeClr>
                  </a:solidFill>
                  <a:prstDash val="solid"/>
                  <a:miter lim="800000"/>
                </a:ln>
                <a:noFill/>
                <a:effectLst>
                  <a:outerShdw blurRad="25500" dist="23000" dir="7020000" algn="tl">
                    <a:srgbClr val="000000">
                      <a:alpha val="50000"/>
                    </a:srgbClr>
                  </a:outerShdw>
                </a:effectLst>
              </a:rPr>
              <a:t>C</a:t>
            </a:r>
            <a:endParaRPr lang="en-IN" sz="2421"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16" name="TextBox 15"/>
          <p:cNvSpPr txBox="1"/>
          <p:nvPr/>
        </p:nvSpPr>
        <p:spPr>
          <a:xfrm>
            <a:off x="6082308" y="4881007"/>
            <a:ext cx="432395" cy="51815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767" b="1" dirty="0">
                <a:ln w="18000">
                  <a:solidFill>
                    <a:schemeClr val="accent2">
                      <a:satMod val="140000"/>
                    </a:schemeClr>
                  </a:solidFill>
                  <a:prstDash val="solid"/>
                  <a:miter lim="800000"/>
                </a:ln>
                <a:noFill/>
                <a:effectLst>
                  <a:outerShdw blurRad="25500" dist="23000" dir="7020000" algn="tl">
                    <a:srgbClr val="000000">
                      <a:alpha val="50000"/>
                    </a:srgbClr>
                  </a:outerShdw>
                </a:effectLst>
              </a:rPr>
              <a:t>A</a:t>
            </a:r>
            <a:endParaRPr lang="en-IN" sz="2767"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17" name="TextBox 16"/>
          <p:cNvSpPr txBox="1"/>
          <p:nvPr/>
        </p:nvSpPr>
        <p:spPr>
          <a:xfrm>
            <a:off x="4612165" y="6091714"/>
            <a:ext cx="432395" cy="56553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3075" b="1" dirty="0">
                <a:ln w="18000">
                  <a:solidFill>
                    <a:schemeClr val="accent2">
                      <a:satMod val="140000"/>
                    </a:schemeClr>
                  </a:solidFill>
                  <a:prstDash val="solid"/>
                  <a:miter lim="800000"/>
                </a:ln>
                <a:noFill/>
                <a:effectLst>
                  <a:outerShdw blurRad="25500" dist="23000" dir="7020000" algn="tl">
                    <a:srgbClr val="000000">
                      <a:alpha val="50000"/>
                    </a:srgbClr>
                  </a:outerShdw>
                </a:effectLst>
              </a:rPr>
              <a:t>B</a:t>
            </a:r>
            <a:endParaRPr lang="en-IN" sz="3075"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19" name="TextBox 18"/>
          <p:cNvSpPr txBox="1"/>
          <p:nvPr/>
        </p:nvSpPr>
        <p:spPr>
          <a:xfrm>
            <a:off x="8071327" y="5399882"/>
            <a:ext cx="432395" cy="66018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rPr>
              <a:t>D</a:t>
            </a:r>
            <a:endParaRPr lang="en-IN" sz="3690"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20" name="TextBox 19"/>
          <p:cNvSpPr txBox="1"/>
          <p:nvPr/>
        </p:nvSpPr>
        <p:spPr>
          <a:xfrm>
            <a:off x="9368512" y="4102697"/>
            <a:ext cx="4237430" cy="140525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4266" dirty="0"/>
              <a:t>C-&gt;A-&gt;B-&gt;A-&gt;C-&gt;D-&gt;A???</a:t>
            </a:r>
            <a:endParaRPr lang="en-IN" sz="4266" dirty="0"/>
          </a:p>
        </p:txBody>
      </p:sp>
      <p:sp>
        <p:nvSpPr>
          <p:cNvPr id="3" name="TextBox 2">
            <a:extLst>
              <a:ext uri="{FF2B5EF4-FFF2-40B4-BE49-F238E27FC236}">
                <a16:creationId xmlns:a16="http://schemas.microsoft.com/office/drawing/2014/main" id="{29C32193-95D2-24C0-E494-1EA0B3ED16E3}"/>
              </a:ext>
            </a:extLst>
          </p:cNvPr>
          <p:cNvSpPr txBox="1"/>
          <p:nvPr/>
        </p:nvSpPr>
        <p:spPr>
          <a:xfrm>
            <a:off x="9576600" y="7387844"/>
            <a:ext cx="3785588" cy="464871"/>
          </a:xfrm>
          <a:prstGeom prst="rect">
            <a:avLst/>
          </a:prstGeom>
          <a:noFill/>
        </p:spPr>
        <p:txBody>
          <a:bodyPr wrap="none" rtlCol="0">
            <a:spAutoFit/>
          </a:bodyPr>
          <a:lstStyle/>
          <a:p>
            <a:r>
              <a:rPr lang="en-US" sz="2421" i="1" dirty="0">
                <a:solidFill>
                  <a:schemeClr val="bg1"/>
                </a:solidFill>
                <a:latin typeface="Cambria" panose="02040503050406030204" pitchFamily="18" charset="0"/>
                <a:ea typeface="Cambria" panose="02040503050406030204" pitchFamily="18" charset="0"/>
              </a:rPr>
              <a:t>4 land masses and 7 bridges</a:t>
            </a:r>
          </a:p>
        </p:txBody>
      </p:sp>
      <p:sp>
        <p:nvSpPr>
          <p:cNvPr id="5" name="Text Box 7">
            <a:extLst>
              <a:ext uri="{FF2B5EF4-FFF2-40B4-BE49-F238E27FC236}">
                <a16:creationId xmlns:a16="http://schemas.microsoft.com/office/drawing/2014/main" id="{18AD750F-D999-0AC6-E05D-980FA49CEEA7}"/>
              </a:ext>
            </a:extLst>
          </p:cNvPr>
          <p:cNvSpPr txBox="1">
            <a:spLocks noChangeArrowheads="1"/>
          </p:cNvSpPr>
          <p:nvPr/>
        </p:nvSpPr>
        <p:spPr bwMode="auto">
          <a:xfrm>
            <a:off x="3456890" y="1248918"/>
            <a:ext cx="7396365" cy="782384"/>
          </a:xfrm>
          <a:prstGeom prst="rect">
            <a:avLst/>
          </a:prstGeom>
          <a:solidFill>
            <a:schemeClr val="bg1"/>
          </a:solidFill>
          <a:ln w="9525">
            <a:noFill/>
            <a:miter lim="800000"/>
            <a:headEnd/>
            <a:tailEnd/>
          </a:ln>
          <a:effectLst/>
        </p:spPr>
        <p:txBody>
          <a:bodyPr wrap="none" lIns="110671" tIns="55335" rIns="110671" bIns="55335">
            <a:spAutoFit/>
          </a:bodyPr>
          <a:lstStyle/>
          <a:p>
            <a:r>
              <a:rPr lang="en-US" sz="4358" b="1" dirty="0">
                <a:solidFill>
                  <a:srgbClr val="FF0000"/>
                </a:solidFill>
                <a:latin typeface="Cambria" panose="02040503050406030204" pitchFamily="18" charset="0"/>
                <a:ea typeface="Cambria" panose="02040503050406030204" pitchFamily="18" charset="0"/>
              </a:rPr>
              <a:t>The 7 bridges of </a:t>
            </a:r>
            <a:r>
              <a:rPr lang="en-US" sz="4358" b="1" dirty="0" err="1">
                <a:solidFill>
                  <a:srgbClr val="FF0000"/>
                </a:solidFill>
                <a:latin typeface="Cambria" panose="02040503050406030204" pitchFamily="18" charset="0"/>
                <a:ea typeface="Cambria" panose="02040503050406030204" pitchFamily="18" charset="0"/>
              </a:rPr>
              <a:t>Königsberg</a:t>
            </a:r>
            <a:endParaRPr lang="en-US" sz="4358" b="1" dirty="0">
              <a:solidFill>
                <a:srgbClr val="FF0000"/>
              </a:solidFill>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ppt_x"/>
                                          </p:val>
                                        </p:tav>
                                        <p:tav tm="100000">
                                          <p:val>
                                            <p:strVal val="#ppt_x"/>
                                          </p:val>
                                        </p:tav>
                                      </p:tavLst>
                                    </p:anim>
                                    <p:anim calcmode="lin" valueType="num">
                                      <p:cBhvr additive="base">
                                        <p:cTn id="2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0B3E2E61-D2DD-7EC0-B4E3-1E792473A5DC}"/>
              </a:ext>
            </a:extLst>
          </p:cNvPr>
          <p:cNvPicPr>
            <a:picLocks noChangeAspect="1"/>
          </p:cNvPicPr>
          <p:nvPr/>
        </p:nvPicPr>
        <p:blipFill rotWithShape="1">
          <a:blip r:embed="rId2">
            <a:alphaModFix amt="60000"/>
          </a:blip>
          <a:srcRect r="-1" b="3428"/>
          <a:stretch/>
        </p:blipFill>
        <p:spPr>
          <a:xfrm>
            <a:off x="712928" y="1248929"/>
            <a:ext cx="13651491" cy="767934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2050" name="Picture 2"/>
          <p:cNvPicPr>
            <a:picLocks noGrp="1" noChangeAspect="1" noChangeArrowheads="1"/>
          </p:cNvPicPr>
          <p:nvPr>
            <p:ph idx="1"/>
          </p:nvPr>
        </p:nvPicPr>
        <p:blipFill>
          <a:blip r:embed="rId3" cstate="print"/>
          <a:srcRect/>
          <a:stretch>
            <a:fillRect/>
          </a:stretch>
        </p:blipFill>
        <p:spPr bwMode="auto">
          <a:xfrm>
            <a:off x="6803430" y="4121518"/>
            <a:ext cx="5869004" cy="3067102"/>
          </a:xfrm>
          <a:prstGeom prst="rect">
            <a:avLst/>
          </a:prstGeom>
          <a:noFill/>
          <a:ln w="9525">
            <a:noFill/>
            <a:miter lim="800000"/>
            <a:headEnd/>
            <a:tailEnd/>
          </a:ln>
        </p:spPr>
      </p:pic>
      <p:sp>
        <p:nvSpPr>
          <p:cNvPr id="4" name="Smiley Face 3"/>
          <p:cNvSpPr/>
          <p:nvPr/>
        </p:nvSpPr>
        <p:spPr>
          <a:xfrm>
            <a:off x="9899774" y="5437146"/>
            <a:ext cx="523014" cy="435845"/>
          </a:xfrm>
          <a:prstGeom prst="smileyFac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7353"/>
          </a:p>
        </p:txBody>
      </p:sp>
      <p:sp>
        <p:nvSpPr>
          <p:cNvPr id="6" name="TextBox 5"/>
          <p:cNvSpPr txBox="1"/>
          <p:nvPr/>
        </p:nvSpPr>
        <p:spPr>
          <a:xfrm>
            <a:off x="2320905" y="2448180"/>
            <a:ext cx="4650482" cy="113325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3382" i="1" dirty="0"/>
              <a:t>A-4 Edges; B-3 Edges</a:t>
            </a:r>
          </a:p>
          <a:p>
            <a:r>
              <a:rPr lang="en-US" sz="3382" i="1" dirty="0"/>
              <a:t>C-3 Edges; D-2 Edges</a:t>
            </a:r>
          </a:p>
        </p:txBody>
      </p:sp>
      <p:sp>
        <p:nvSpPr>
          <p:cNvPr id="7" name="Down Arrow 6"/>
          <p:cNvSpPr/>
          <p:nvPr/>
        </p:nvSpPr>
        <p:spPr>
          <a:xfrm>
            <a:off x="4384637" y="4066908"/>
            <a:ext cx="261507" cy="78452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353"/>
          </a:p>
        </p:txBody>
      </p:sp>
      <p:sp>
        <p:nvSpPr>
          <p:cNvPr id="3" name="Text Box 7">
            <a:extLst>
              <a:ext uri="{FF2B5EF4-FFF2-40B4-BE49-F238E27FC236}">
                <a16:creationId xmlns:a16="http://schemas.microsoft.com/office/drawing/2014/main" id="{4E446FFA-A926-03F2-E0CC-D4789F85BB87}"/>
              </a:ext>
            </a:extLst>
          </p:cNvPr>
          <p:cNvSpPr txBox="1">
            <a:spLocks noChangeArrowheads="1"/>
          </p:cNvSpPr>
          <p:nvPr/>
        </p:nvSpPr>
        <p:spPr bwMode="auto">
          <a:xfrm>
            <a:off x="394569" y="885894"/>
            <a:ext cx="7396365" cy="782384"/>
          </a:xfrm>
          <a:prstGeom prst="rect">
            <a:avLst/>
          </a:prstGeom>
          <a:solidFill>
            <a:schemeClr val="bg1"/>
          </a:solidFill>
          <a:ln w="9525">
            <a:noFill/>
            <a:miter lim="800000"/>
            <a:headEnd/>
            <a:tailEnd/>
          </a:ln>
          <a:effectLst/>
        </p:spPr>
        <p:txBody>
          <a:bodyPr wrap="none" lIns="110671" tIns="55335" rIns="110671" bIns="55335">
            <a:spAutoFit/>
          </a:bodyPr>
          <a:lstStyle/>
          <a:p>
            <a:r>
              <a:rPr lang="en-US" sz="4358" b="1" dirty="0">
                <a:solidFill>
                  <a:srgbClr val="FF0000"/>
                </a:solidFill>
                <a:latin typeface="Cambria" panose="02040503050406030204" pitchFamily="18" charset="0"/>
                <a:ea typeface="Cambria" panose="02040503050406030204" pitchFamily="18" charset="0"/>
              </a:rPr>
              <a:t>The 7 bridges of </a:t>
            </a:r>
            <a:r>
              <a:rPr lang="en-US" sz="4358" b="1" dirty="0" err="1">
                <a:solidFill>
                  <a:srgbClr val="FF0000"/>
                </a:solidFill>
                <a:latin typeface="Cambria" panose="02040503050406030204" pitchFamily="18" charset="0"/>
                <a:ea typeface="Cambria" panose="02040503050406030204" pitchFamily="18" charset="0"/>
              </a:rPr>
              <a:t>Königsberg</a:t>
            </a:r>
            <a:endParaRPr lang="en-US" sz="4358" b="1" dirty="0">
              <a:solidFill>
                <a:srgbClr val="FF0000"/>
              </a:solidFill>
              <a:latin typeface="Cambria" panose="02040503050406030204" pitchFamily="18" charset="0"/>
              <a:ea typeface="Cambria" panose="02040503050406030204" pitchFamily="18" charset="0"/>
            </a:endParaRPr>
          </a:p>
        </p:txBody>
      </p:sp>
      <p:sp>
        <p:nvSpPr>
          <p:cNvPr id="5" name="AutoShape 2" descr="KoenigsbergBridges">
            <a:extLst>
              <a:ext uri="{FF2B5EF4-FFF2-40B4-BE49-F238E27FC236}">
                <a16:creationId xmlns:a16="http://schemas.microsoft.com/office/drawing/2014/main" id="{F3F8E369-8CA4-450E-38DF-4936483B0DAA}"/>
              </a:ext>
            </a:extLst>
          </p:cNvPr>
          <p:cNvSpPr>
            <a:spLocks noChangeAspect="1" noChangeArrowheads="1"/>
          </p:cNvSpPr>
          <p:nvPr/>
        </p:nvSpPr>
        <p:spPr bwMode="auto">
          <a:xfrm>
            <a:off x="7226300" y="524668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3000"/>
                                        <p:tgtEl>
                                          <p:spTgt spid="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checkerboard(across)">
                                      <p:cBhvr>
                                        <p:cTn id="10" dur="30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2050"/>
                                        </p:tgtEl>
                                        <p:attrNameLst>
                                          <p:attrName>style.visibility</p:attrName>
                                        </p:attrNameLst>
                                      </p:cBhvr>
                                      <p:to>
                                        <p:strVal val="visible"/>
                                      </p:to>
                                    </p:set>
                                    <p:animEffect transition="in" filter="fade">
                                      <p:cBhvr>
                                        <p:cTn id="13" dur="500"/>
                                        <p:tgtEl>
                                          <p:spTgt spid="2050"/>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anim calcmode="lin" valueType="num">
                                      <p:cBhvr>
                                        <p:cTn id="19" dur="1000" fill="hold"/>
                                        <p:tgtEl>
                                          <p:spTgt spid="4"/>
                                        </p:tgtEl>
                                        <p:attrNameLst>
                                          <p:attrName>ppt_x</p:attrName>
                                        </p:attrNameLst>
                                      </p:cBhvr>
                                      <p:tavLst>
                                        <p:tav tm="0">
                                          <p:val>
                                            <p:strVal val="#ppt_x"/>
                                          </p:val>
                                        </p:tav>
                                        <p:tav tm="100000">
                                          <p:val>
                                            <p:strVal val="#ppt_x"/>
                                          </p:val>
                                        </p:tav>
                                      </p:tavLst>
                                    </p:anim>
                                    <p:anim calcmode="lin" valueType="num">
                                      <p:cBhvr>
                                        <p:cTn id="2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Network Technology Background">
            <a:extLst>
              <a:ext uri="{FF2B5EF4-FFF2-40B4-BE49-F238E27FC236}">
                <a16:creationId xmlns:a16="http://schemas.microsoft.com/office/drawing/2014/main" id="{4CED25B2-E3B4-057C-A82B-7A94B234189F}"/>
              </a:ext>
            </a:extLst>
          </p:cNvPr>
          <p:cNvPicPr>
            <a:picLocks noChangeAspect="1"/>
          </p:cNvPicPr>
          <p:nvPr/>
        </p:nvPicPr>
        <p:blipFill rotWithShape="1">
          <a:blip r:embed="rId2">
            <a:alphaModFix amt="60000"/>
          </a:blip>
          <a:srcRect r="-1" b="3428"/>
          <a:stretch/>
        </p:blipFill>
        <p:spPr>
          <a:xfrm>
            <a:off x="898774" y="791369"/>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4" name="Title 1">
            <a:extLst>
              <a:ext uri="{FF2B5EF4-FFF2-40B4-BE49-F238E27FC236}">
                <a16:creationId xmlns:a16="http://schemas.microsoft.com/office/drawing/2014/main" id="{7C5F0D91-F484-67FF-9BC3-F2A658D32838}"/>
              </a:ext>
            </a:extLst>
          </p:cNvPr>
          <p:cNvSpPr>
            <a:spLocks noGrp="1"/>
          </p:cNvSpPr>
          <p:nvPr>
            <p:ph type="title"/>
          </p:nvPr>
        </p:nvSpPr>
        <p:spPr>
          <a:xfrm>
            <a:off x="931281" y="795945"/>
            <a:ext cx="13283089" cy="1363576"/>
          </a:xfrm>
          <a:solidFill>
            <a:schemeClr val="bg1"/>
          </a:solidFill>
        </p:spPr>
        <p:txBody>
          <a:bodyPr>
            <a:noAutofit/>
          </a:bodyPr>
          <a:lstStyle/>
          <a:p>
            <a:br>
              <a:rPr lang="en-US" sz="7200" b="1" i="1" dirty="0">
                <a:solidFill>
                  <a:srgbClr val="0000FF"/>
                </a:solidFill>
              </a:rPr>
            </a:br>
            <a:r>
              <a:rPr lang="en-US" sz="4800" b="1" dirty="0">
                <a:solidFill>
                  <a:srgbClr val="0000FF"/>
                </a:solidFill>
                <a:latin typeface="Cambria" panose="02040503050406030204" pitchFamily="18" charset="0"/>
                <a:ea typeface="Cambria" panose="02040503050406030204" pitchFamily="18" charset="0"/>
              </a:rPr>
              <a:t>Complex networks: Outline</a:t>
            </a:r>
            <a:br>
              <a:rPr lang="en-US" sz="7200" b="1" i="1" dirty="0">
                <a:solidFill>
                  <a:srgbClr val="0000FF"/>
                </a:solidFill>
              </a:rPr>
            </a:br>
            <a:endParaRPr lang="en-IN" sz="7200" b="1" i="1" dirty="0">
              <a:solidFill>
                <a:srgbClr val="0000FF"/>
              </a:solidFill>
            </a:endParaRPr>
          </a:p>
        </p:txBody>
      </p:sp>
      <p:sp>
        <p:nvSpPr>
          <p:cNvPr id="2" name="Content Placeholder 2">
            <a:extLst>
              <a:ext uri="{FF2B5EF4-FFF2-40B4-BE49-F238E27FC236}">
                <a16:creationId xmlns:a16="http://schemas.microsoft.com/office/drawing/2014/main" id="{06E5254E-5A67-18BA-B0ED-93A02B3FA997}"/>
              </a:ext>
            </a:extLst>
          </p:cNvPr>
          <p:cNvSpPr>
            <a:spLocks noGrp="1"/>
          </p:cNvSpPr>
          <p:nvPr>
            <p:ph idx="1"/>
          </p:nvPr>
        </p:nvSpPr>
        <p:spPr>
          <a:xfrm>
            <a:off x="931280" y="3023617"/>
            <a:ext cx="13649013" cy="6120680"/>
          </a:xfrm>
          <a:solidFill>
            <a:schemeClr val="bg1"/>
          </a:solidFill>
        </p:spPr>
        <p:txBody>
          <a:bodyPr>
            <a:normAutofit lnSpcReduction="10000"/>
          </a:bodyPr>
          <a:lstStyle/>
          <a:p>
            <a:pPr algn="just"/>
            <a:endParaRPr lang="en-US" sz="4000" dirty="0">
              <a:latin typeface="Cambria" panose="02040503050406030204" pitchFamily="18" charset="0"/>
              <a:ea typeface="Cambria" panose="02040503050406030204" pitchFamily="18" charset="0"/>
            </a:endParaRPr>
          </a:p>
          <a:p>
            <a:pPr algn="just"/>
            <a:r>
              <a:rPr lang="en-IN" sz="3600" dirty="0">
                <a:solidFill>
                  <a:srgbClr val="FF0000"/>
                </a:solidFill>
                <a:latin typeface="Cambria" panose="02040503050406030204" pitchFamily="18" charset="0"/>
                <a:ea typeface="Cambria" panose="02040503050406030204" pitchFamily="18" charset="0"/>
              </a:rPr>
              <a:t>Mathematical representation of  Networks: Adjacency matrix.</a:t>
            </a:r>
          </a:p>
          <a:p>
            <a:pPr algn="just"/>
            <a:r>
              <a:rPr lang="en-IN" sz="3600" dirty="0">
                <a:solidFill>
                  <a:srgbClr val="FF0000"/>
                </a:solidFill>
                <a:latin typeface="Cambria" panose="02040503050406030204" pitchFamily="18" charset="0"/>
                <a:ea typeface="Cambria" panose="02040503050406030204" pitchFamily="18" charset="0"/>
              </a:rPr>
              <a:t> Types of Networks: Directed/Undirected/Weighted/Regular</a:t>
            </a:r>
          </a:p>
          <a:p>
            <a:pPr algn="just">
              <a:buFont typeface="Wingdings" panose="05000000000000000000" pitchFamily="2" charset="2"/>
              <a:buChar char="q"/>
            </a:pPr>
            <a:r>
              <a:rPr lang="en-IN" sz="2800" dirty="0">
                <a:latin typeface="Cambria" panose="02040503050406030204" pitchFamily="18" charset="0"/>
                <a:ea typeface="Cambria" panose="02040503050406030204" pitchFamily="18" charset="0"/>
              </a:rPr>
              <a:t>Structural Characterization:  Degree (in, out)</a:t>
            </a:r>
          </a:p>
          <a:p>
            <a:pPr algn="just">
              <a:buFont typeface="Wingdings" panose="05000000000000000000" pitchFamily="2" charset="2"/>
              <a:buChar char="q"/>
            </a:pPr>
            <a:r>
              <a:rPr lang="en-IN" sz="2800" dirty="0">
                <a:latin typeface="Cambria" panose="02040503050406030204" pitchFamily="18" charset="0"/>
                <a:ea typeface="Cambria" panose="02040503050406030204" pitchFamily="18" charset="0"/>
              </a:rPr>
              <a:t>In-degree, Out-degree, application</a:t>
            </a:r>
          </a:p>
          <a:p>
            <a:pPr algn="just">
              <a:buFont typeface="Wingdings" panose="05000000000000000000" pitchFamily="2" charset="2"/>
              <a:buChar char="q"/>
            </a:pPr>
            <a:r>
              <a:rPr lang="en-IN" sz="2800" dirty="0">
                <a:latin typeface="Cambria" panose="02040503050406030204" pitchFamily="18" charset="0"/>
                <a:ea typeface="Cambria" panose="02040503050406030204" pitchFamily="18" charset="0"/>
              </a:rPr>
              <a:t>Handshaking Lemma</a:t>
            </a:r>
          </a:p>
          <a:p>
            <a:pPr algn="just">
              <a:buFont typeface="Wingdings" panose="05000000000000000000" pitchFamily="2" charset="2"/>
              <a:buChar char="q"/>
            </a:pPr>
            <a:r>
              <a:rPr lang="en-IN" sz="2800" dirty="0">
                <a:latin typeface="Cambria" panose="02040503050406030204" pitchFamily="18" charset="0"/>
                <a:ea typeface="Cambria" panose="02040503050406030204" pitchFamily="18" charset="0"/>
              </a:rPr>
              <a:t>Average Degree, Link Density</a:t>
            </a:r>
          </a:p>
          <a:p>
            <a:pPr algn="just"/>
            <a:r>
              <a:rPr lang="en-IN" sz="3200" dirty="0">
                <a:solidFill>
                  <a:srgbClr val="FF0000"/>
                </a:solidFill>
                <a:latin typeface="Cambria" panose="02040503050406030204" pitchFamily="18" charset="0"/>
                <a:ea typeface="Cambria" panose="02040503050406030204" pitchFamily="18" charset="0"/>
              </a:rPr>
              <a:t>Walk, Trail, Path, Cycle, Shortest Path</a:t>
            </a:r>
          </a:p>
          <a:p>
            <a:pPr algn="just">
              <a:buFont typeface="Wingdings" panose="05000000000000000000" pitchFamily="2" charset="2"/>
              <a:buChar char="q"/>
            </a:pPr>
            <a:r>
              <a:rPr lang="en-IN" sz="2800" dirty="0">
                <a:latin typeface="Cambria" panose="02040503050406030204" pitchFamily="18" charset="0"/>
                <a:ea typeface="Cambria" panose="02040503050406030204" pitchFamily="18" charset="0"/>
              </a:rPr>
              <a:t>Eulerian and Hamiltonian Graphs</a:t>
            </a:r>
          </a:p>
          <a:p>
            <a:pPr algn="just">
              <a:buFont typeface="Wingdings" panose="05000000000000000000" pitchFamily="2" charset="2"/>
              <a:buChar char="q"/>
            </a:pPr>
            <a:r>
              <a:rPr lang="en-IN" sz="2800" dirty="0">
                <a:latin typeface="Cambria" panose="02040503050406030204" pitchFamily="18" charset="0"/>
                <a:ea typeface="Cambria" panose="02040503050406030204" pitchFamily="18" charset="0"/>
              </a:rPr>
              <a:t>Shortest Path, Diameter</a:t>
            </a:r>
          </a:p>
          <a:p>
            <a:pPr algn="just">
              <a:buFont typeface="Wingdings" panose="05000000000000000000" pitchFamily="2" charset="2"/>
              <a:buChar char="q"/>
            </a:pPr>
            <a:r>
              <a:rPr lang="en-IN" sz="2800" dirty="0">
                <a:latin typeface="Cambria" panose="02040503050406030204" pitchFamily="18" charset="0"/>
                <a:ea typeface="Cambria" panose="02040503050406030204" pitchFamily="18" charset="0"/>
              </a:rPr>
              <a:t>BFS search</a:t>
            </a:r>
          </a:p>
          <a:p>
            <a:pPr algn="just">
              <a:buFont typeface="Wingdings" panose="05000000000000000000" pitchFamily="2" charset="2"/>
              <a:buChar char="q"/>
            </a:pPr>
            <a:endParaRPr lang="en-IN" sz="3200" dirty="0">
              <a:latin typeface="Cambria" panose="02040503050406030204" pitchFamily="18" charset="0"/>
              <a:ea typeface="Cambria" panose="02040503050406030204" pitchFamily="18" charset="0"/>
            </a:endParaRPr>
          </a:p>
          <a:p>
            <a:pPr algn="just"/>
            <a:endParaRPr lang="en-IN" sz="3874"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2867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EDA815FD-3F9A-A99B-E55C-582D711CCE7A}"/>
              </a:ext>
            </a:extLst>
          </p:cNvPr>
          <p:cNvPicPr>
            <a:picLocks noChangeAspect="1"/>
          </p:cNvPicPr>
          <p:nvPr/>
        </p:nvPicPr>
        <p:blipFill rotWithShape="1">
          <a:blip r:embed="rId3">
            <a:alphaModFix amt="60000"/>
          </a:blip>
          <a:srcRect r="-1" b="3428"/>
          <a:stretch/>
        </p:blipFill>
        <p:spPr>
          <a:xfrm>
            <a:off x="898774" y="791369"/>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3" name="Content Placeholder 2"/>
          <p:cNvSpPr>
            <a:spLocks noGrp="1"/>
          </p:cNvSpPr>
          <p:nvPr>
            <p:ph idx="1"/>
          </p:nvPr>
        </p:nvSpPr>
        <p:spPr>
          <a:xfrm>
            <a:off x="691781" y="2171331"/>
            <a:ext cx="14067207" cy="7305187"/>
          </a:xfrm>
          <a:solidFill>
            <a:schemeClr val="bg1"/>
          </a:solidFill>
        </p:spPr>
        <p:txBody>
          <a:bodyPr>
            <a:normAutofit/>
          </a:bodyPr>
          <a:lstStyle/>
          <a:p>
            <a:pPr algn="just"/>
            <a:r>
              <a:rPr lang="en-IN" sz="3874" dirty="0">
                <a:latin typeface="Cambria" panose="02040503050406030204" pitchFamily="18" charset="0"/>
                <a:ea typeface="Cambria" panose="02040503050406030204" pitchFamily="18" charset="0"/>
              </a:rPr>
              <a:t>A </a:t>
            </a:r>
            <a:r>
              <a:rPr lang="en-IN" sz="3874" b="1" i="1" dirty="0">
                <a:solidFill>
                  <a:srgbClr val="FF0000"/>
                </a:solidFill>
                <a:latin typeface="Cambria" panose="02040503050406030204" pitchFamily="18" charset="0"/>
                <a:ea typeface="Cambria" panose="02040503050406030204" pitchFamily="18" charset="0"/>
              </a:rPr>
              <a:t>complex network</a:t>
            </a:r>
            <a:r>
              <a:rPr lang="en-IN" sz="3874" dirty="0">
                <a:latin typeface="Cambria" panose="02040503050406030204" pitchFamily="18" charset="0"/>
                <a:ea typeface="Cambria" panose="02040503050406030204" pitchFamily="18" charset="0"/>
              </a:rPr>
              <a:t> is a graph (network) with non-trivial topological features—features that do not occur in simple networks such as lattices or random graphs. Observed in various real field connected with the elements of that field.</a:t>
            </a:r>
          </a:p>
          <a:p>
            <a:pPr algn="just"/>
            <a:endParaRPr lang="en-IN" sz="3874" dirty="0">
              <a:latin typeface="Cambria" panose="02040503050406030204" pitchFamily="18" charset="0"/>
              <a:ea typeface="Cambria" panose="02040503050406030204" pitchFamily="18" charset="0"/>
            </a:endParaRPr>
          </a:p>
          <a:p>
            <a:r>
              <a:rPr lang="en-IN" sz="3874" dirty="0">
                <a:latin typeface="Cambria" panose="02040503050406030204" pitchFamily="18" charset="0"/>
                <a:ea typeface="Cambria" panose="02040503050406030204" pitchFamily="18" charset="0"/>
              </a:rPr>
              <a:t>Three main tools have been used for the quantitative study of networks:</a:t>
            </a:r>
          </a:p>
          <a:p>
            <a:pPr algn="ctr"/>
            <a:r>
              <a:rPr lang="en-IN" sz="3874" i="1" dirty="0">
                <a:solidFill>
                  <a:srgbClr val="0000FF"/>
                </a:solidFill>
                <a:latin typeface="Cambria" panose="02040503050406030204" pitchFamily="18" charset="0"/>
                <a:ea typeface="Cambria" panose="02040503050406030204" pitchFamily="18" charset="0"/>
              </a:rPr>
              <a:t>graph theory;</a:t>
            </a:r>
          </a:p>
          <a:p>
            <a:pPr algn="ctr"/>
            <a:r>
              <a:rPr lang="en-IN" sz="3874" i="1" dirty="0">
                <a:solidFill>
                  <a:srgbClr val="0000FF"/>
                </a:solidFill>
                <a:latin typeface="Cambria" panose="02040503050406030204" pitchFamily="18" charset="0"/>
                <a:ea typeface="Cambria" panose="02040503050406030204" pitchFamily="18" charset="0"/>
              </a:rPr>
              <a:t>statistical and probability theory;</a:t>
            </a:r>
          </a:p>
          <a:p>
            <a:pPr algn="ctr"/>
            <a:r>
              <a:rPr lang="en-IN" sz="3874" i="1" dirty="0">
                <a:solidFill>
                  <a:srgbClr val="0000FF"/>
                </a:solidFill>
                <a:latin typeface="Cambria" panose="02040503050406030204" pitchFamily="18" charset="0"/>
                <a:ea typeface="Cambria" panose="02040503050406030204" pitchFamily="18" charset="0"/>
              </a:rPr>
              <a:t> algebraic models.</a:t>
            </a:r>
          </a:p>
          <a:p>
            <a:pPr algn="just"/>
            <a:endParaRPr lang="en-US" sz="3874" dirty="0">
              <a:latin typeface="Cambria" panose="02040503050406030204" pitchFamily="18" charset="0"/>
              <a:ea typeface="Cambria" panose="02040503050406030204" pitchFamily="18" charset="0"/>
            </a:endParaRPr>
          </a:p>
          <a:p>
            <a:pPr algn="just"/>
            <a:endParaRPr lang="en-IN" sz="3874" dirty="0">
              <a:latin typeface="Cambria" panose="02040503050406030204" pitchFamily="18" charset="0"/>
              <a:ea typeface="Cambria" panose="02040503050406030204" pitchFamily="18" charset="0"/>
            </a:endParaRPr>
          </a:p>
        </p:txBody>
      </p:sp>
      <p:sp>
        <p:nvSpPr>
          <p:cNvPr id="4" name="Text Box 7"/>
          <p:cNvSpPr txBox="1">
            <a:spLocks noChangeArrowheads="1"/>
          </p:cNvSpPr>
          <p:nvPr/>
        </p:nvSpPr>
        <p:spPr bwMode="auto">
          <a:xfrm>
            <a:off x="466726" y="636266"/>
            <a:ext cx="14292262" cy="887665"/>
          </a:xfrm>
          <a:prstGeom prst="rect">
            <a:avLst/>
          </a:prstGeom>
          <a:solidFill>
            <a:schemeClr val="bg1"/>
          </a:solidFill>
          <a:ln w="9525">
            <a:noFill/>
            <a:miter lim="800000"/>
            <a:headEnd/>
            <a:tailEnd/>
          </a:ln>
          <a:effectLst/>
        </p:spPr>
        <p:txBody>
          <a:bodyPr wrap="square" lIns="147561" tIns="73780" rIns="147561" bIns="73780">
            <a:spAutoFit/>
          </a:bodyPr>
          <a:lstStyle/>
          <a:p>
            <a:r>
              <a:rPr lang="en-US" sz="4800" b="1" dirty="0">
                <a:solidFill>
                  <a:srgbClr val="0000FF"/>
                </a:solidFill>
                <a:latin typeface="Cambria" panose="02040503050406030204" pitchFamily="18" charset="0"/>
                <a:ea typeface="Cambria" panose="02040503050406030204" pitchFamily="18" charset="0"/>
              </a:rPr>
              <a:t>What is complex network?</a:t>
            </a:r>
          </a:p>
        </p:txBody>
      </p:sp>
      <p:sp>
        <p:nvSpPr>
          <p:cNvPr id="5" name="Date Placeholder 4"/>
          <p:cNvSpPr>
            <a:spLocks noGrp="1"/>
          </p:cNvSpPr>
          <p:nvPr>
            <p:ph type="dt" sz="half" idx="10"/>
          </p:nvPr>
        </p:nvSpPr>
        <p:spPr/>
        <p:txBody>
          <a:bodyPr/>
          <a:lstStyle/>
          <a:p>
            <a:fld id="{CFD19D4B-2E7B-4A98-A49E-D2ACB946927F}" type="datetime1">
              <a:rPr lang="en-US" smtClean="0"/>
              <a:pPr/>
              <a:t>8/5/2026</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ox(in)">
                                      <p:cBhvr>
                                        <p:cTn id="7" dur="2000"/>
                                        <p:tgtEl>
                                          <p:spTgt spid="3">
                                            <p:txEl>
                                              <p:pRg st="3" end="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ox(in)">
                                      <p:cBhvr>
                                        <p:cTn id="10" dur="2000"/>
                                        <p:tgtEl>
                                          <p:spTgt spid="3">
                                            <p:txEl>
                                              <p:pRg st="4" end="4"/>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ox(in)">
                                      <p:cBhvr>
                                        <p:cTn id="13"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BBF17F6B-9354-68F6-70AC-52027BBF9599}"/>
              </a:ext>
            </a:extLst>
          </p:cNvPr>
          <p:cNvPicPr>
            <a:picLocks noChangeAspect="1"/>
          </p:cNvPicPr>
          <p:nvPr/>
        </p:nvPicPr>
        <p:blipFill rotWithShape="1">
          <a:blip r:embed="rId2">
            <a:alphaModFix amt="60000"/>
          </a:blip>
          <a:srcRect r="-1" b="3428"/>
          <a:stretch/>
        </p:blipFill>
        <p:spPr>
          <a:xfrm>
            <a:off x="914218" y="787699"/>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10" name="Picture 9" descr="2_5.jpg"/>
          <p:cNvPicPr>
            <a:picLocks noChangeAspect="1"/>
          </p:cNvPicPr>
          <p:nvPr/>
        </p:nvPicPr>
        <p:blipFill>
          <a:blip r:embed="rId3"/>
          <a:stretch>
            <a:fillRect/>
          </a:stretch>
        </p:blipFill>
        <p:spPr>
          <a:xfrm>
            <a:off x="0" y="1710134"/>
            <a:ext cx="14758988" cy="8301930"/>
          </a:xfrm>
          <a:prstGeom prst="rect">
            <a:avLst/>
          </a:prstGeom>
          <a:noFill/>
          <a:ln w="12700">
            <a:noFill/>
            <a:miter lim="800000"/>
            <a:headEnd/>
            <a:tailEnd/>
          </a:ln>
        </p:spPr>
      </p:pic>
      <p:pic>
        <p:nvPicPr>
          <p:cNvPr id="12" name="Picture 11" descr="2_4.png"/>
          <p:cNvPicPr>
            <a:picLocks noChangeAspect="1"/>
          </p:cNvPicPr>
          <p:nvPr/>
        </p:nvPicPr>
        <p:blipFill>
          <a:blip r:embed="rId4"/>
          <a:stretch>
            <a:fillRect/>
          </a:stretch>
        </p:blipFill>
        <p:spPr>
          <a:xfrm>
            <a:off x="7994452" y="6481810"/>
            <a:ext cx="5534620" cy="2774998"/>
          </a:xfrm>
          <a:prstGeom prst="rect">
            <a:avLst/>
          </a:prstGeom>
        </p:spPr>
      </p:pic>
      <p:grpSp>
        <p:nvGrpSpPr>
          <p:cNvPr id="4" name="Group 33"/>
          <p:cNvGrpSpPr/>
          <p:nvPr/>
        </p:nvGrpSpPr>
        <p:grpSpPr>
          <a:xfrm>
            <a:off x="-122991" y="1833127"/>
            <a:ext cx="6764536" cy="3648244"/>
            <a:chOff x="-76200" y="647700"/>
            <a:chExt cx="4191000" cy="2260287"/>
          </a:xfrm>
        </p:grpSpPr>
        <p:pic>
          <p:nvPicPr>
            <p:cNvPr id="13" name="Picture 12" descr="2-1.png"/>
            <p:cNvPicPr>
              <a:picLocks noChangeAspect="1"/>
            </p:cNvPicPr>
            <p:nvPr/>
          </p:nvPicPr>
          <p:blipFill>
            <a:blip r:embed="rId5"/>
            <a:stretch>
              <a:fillRect/>
            </a:stretch>
          </p:blipFill>
          <p:spPr>
            <a:xfrm>
              <a:off x="381000" y="647700"/>
              <a:ext cx="3460750" cy="2260287"/>
            </a:xfrm>
            <a:prstGeom prst="rect">
              <a:avLst/>
            </a:prstGeom>
          </p:spPr>
        </p:pic>
        <p:sp>
          <p:nvSpPr>
            <p:cNvPr id="6" name="Rectangle 2"/>
            <p:cNvSpPr>
              <a:spLocks/>
            </p:cNvSpPr>
            <p:nvPr/>
          </p:nvSpPr>
          <p:spPr bwMode="auto">
            <a:xfrm>
              <a:off x="-76200" y="1485900"/>
              <a:ext cx="822281" cy="246261"/>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2583" b="1" dirty="0">
                  <a:solidFill>
                    <a:srgbClr val="800000"/>
                  </a:solidFill>
                  <a:latin typeface="Helvetica"/>
                  <a:ea typeface="Trebuchet MS" pitchFamily="-112" charset="0"/>
                  <a:cs typeface="Helvetica"/>
                  <a:sym typeface="Trebuchet MS" pitchFamily="-112" charset="0"/>
                </a:rPr>
                <a:t>Peter</a:t>
              </a:r>
              <a:endParaRPr lang="en-US" sz="3551" b="1" dirty="0">
                <a:solidFill>
                  <a:srgbClr val="800000"/>
                </a:solidFill>
                <a:latin typeface="Helvetica"/>
                <a:ea typeface="Trebuchet MS" pitchFamily="-112" charset="0"/>
                <a:cs typeface="Helvetica"/>
                <a:sym typeface="Trebuchet MS" pitchFamily="-112" charset="0"/>
              </a:endParaRPr>
            </a:p>
          </p:txBody>
        </p:sp>
        <p:sp>
          <p:nvSpPr>
            <p:cNvPr id="7" name="Rectangle 2"/>
            <p:cNvSpPr>
              <a:spLocks/>
            </p:cNvSpPr>
            <p:nvPr/>
          </p:nvSpPr>
          <p:spPr bwMode="auto">
            <a:xfrm>
              <a:off x="1920919" y="1409700"/>
              <a:ext cx="822281" cy="246261"/>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2583" b="1" dirty="0">
                  <a:solidFill>
                    <a:srgbClr val="800000"/>
                  </a:solidFill>
                  <a:latin typeface="Helvetica"/>
                  <a:ea typeface="Trebuchet MS" pitchFamily="-112" charset="0"/>
                  <a:cs typeface="Helvetica"/>
                  <a:sym typeface="Trebuchet MS" pitchFamily="-112" charset="0"/>
                </a:rPr>
                <a:t>Mary</a:t>
              </a:r>
              <a:endParaRPr lang="en-US" sz="3551" b="1" dirty="0">
                <a:solidFill>
                  <a:srgbClr val="800000"/>
                </a:solidFill>
                <a:latin typeface="Helvetica"/>
                <a:ea typeface="Trebuchet MS" pitchFamily="-112" charset="0"/>
                <a:cs typeface="Helvetica"/>
                <a:sym typeface="Trebuchet MS" pitchFamily="-112" charset="0"/>
              </a:endParaRPr>
            </a:p>
          </p:txBody>
        </p:sp>
        <p:sp>
          <p:nvSpPr>
            <p:cNvPr id="8" name="Rectangle 2"/>
            <p:cNvSpPr>
              <a:spLocks/>
            </p:cNvSpPr>
            <p:nvPr/>
          </p:nvSpPr>
          <p:spPr bwMode="auto">
            <a:xfrm>
              <a:off x="609600" y="2628900"/>
              <a:ext cx="822281" cy="246261"/>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2583" b="1" dirty="0">
                  <a:solidFill>
                    <a:srgbClr val="800000"/>
                  </a:solidFill>
                  <a:latin typeface="Helvetica"/>
                  <a:ea typeface="Trebuchet MS" pitchFamily="-112" charset="0"/>
                  <a:cs typeface="Helvetica"/>
                  <a:sym typeface="Trebuchet MS" pitchFamily="-112" charset="0"/>
                </a:rPr>
                <a:t>Albert</a:t>
              </a:r>
              <a:endParaRPr lang="en-US" sz="3551" b="1" dirty="0">
                <a:solidFill>
                  <a:srgbClr val="800000"/>
                </a:solidFill>
                <a:latin typeface="Helvetica"/>
                <a:ea typeface="Trebuchet MS" pitchFamily="-112" charset="0"/>
                <a:cs typeface="Helvetica"/>
                <a:sym typeface="Trebuchet MS" pitchFamily="-112" charset="0"/>
              </a:endParaRPr>
            </a:p>
          </p:txBody>
        </p:sp>
        <p:sp>
          <p:nvSpPr>
            <p:cNvPr id="9" name="Rectangle 2"/>
            <p:cNvSpPr>
              <a:spLocks/>
            </p:cNvSpPr>
            <p:nvPr/>
          </p:nvSpPr>
          <p:spPr bwMode="auto">
            <a:xfrm>
              <a:off x="3292519" y="1849279"/>
              <a:ext cx="822281" cy="246261"/>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2583" b="1" dirty="0">
                  <a:solidFill>
                    <a:srgbClr val="800000"/>
                  </a:solidFill>
                  <a:latin typeface="Helvetica"/>
                  <a:ea typeface="Trebuchet MS" pitchFamily="-112" charset="0"/>
                  <a:cs typeface="Helvetica"/>
                  <a:sym typeface="Trebuchet MS" pitchFamily="-112" charset="0"/>
                </a:rPr>
                <a:t>Albert</a:t>
              </a:r>
              <a:endParaRPr lang="en-US" sz="3551" b="1" dirty="0">
                <a:solidFill>
                  <a:srgbClr val="800000"/>
                </a:solidFill>
                <a:latin typeface="Helvetica"/>
                <a:ea typeface="Trebuchet MS" pitchFamily="-112" charset="0"/>
                <a:cs typeface="Helvetica"/>
                <a:sym typeface="Trebuchet MS" pitchFamily="-112" charset="0"/>
              </a:endParaRPr>
            </a:p>
          </p:txBody>
        </p:sp>
        <p:sp>
          <p:nvSpPr>
            <p:cNvPr id="15" name="Rectangle 2"/>
            <p:cNvSpPr>
              <a:spLocks/>
            </p:cNvSpPr>
            <p:nvPr/>
          </p:nvSpPr>
          <p:spPr bwMode="auto">
            <a:xfrm>
              <a:off x="2667000" y="1301234"/>
              <a:ext cx="822281" cy="184686"/>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i="1" dirty="0">
                  <a:solidFill>
                    <a:srgbClr val="000000"/>
                  </a:solidFill>
                  <a:latin typeface="Helvetica"/>
                  <a:ea typeface="Trebuchet MS" pitchFamily="-112" charset="0"/>
                  <a:cs typeface="Helvetica"/>
                  <a:sym typeface="Trebuchet MS" pitchFamily="-112" charset="0"/>
                </a:rPr>
                <a:t>co-worker</a:t>
              </a:r>
            </a:p>
          </p:txBody>
        </p:sp>
        <p:sp>
          <p:nvSpPr>
            <p:cNvPr id="16" name="Rectangle 2"/>
            <p:cNvSpPr>
              <a:spLocks/>
            </p:cNvSpPr>
            <p:nvPr/>
          </p:nvSpPr>
          <p:spPr bwMode="auto">
            <a:xfrm>
              <a:off x="1692319" y="1987034"/>
              <a:ext cx="822281" cy="184686"/>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i="1" dirty="0">
                  <a:solidFill>
                    <a:srgbClr val="000000"/>
                  </a:solidFill>
                  <a:latin typeface="Helvetica"/>
                  <a:ea typeface="Trebuchet MS" pitchFamily="-112" charset="0"/>
                  <a:cs typeface="Helvetica"/>
                  <a:sym typeface="Trebuchet MS" pitchFamily="-112" charset="0"/>
                </a:rPr>
                <a:t>friend</a:t>
              </a:r>
            </a:p>
          </p:txBody>
        </p:sp>
        <p:sp>
          <p:nvSpPr>
            <p:cNvPr id="17" name="Rectangle 2"/>
            <p:cNvSpPr>
              <a:spLocks/>
            </p:cNvSpPr>
            <p:nvPr/>
          </p:nvSpPr>
          <p:spPr bwMode="auto">
            <a:xfrm>
              <a:off x="244519" y="2003167"/>
              <a:ext cx="822281" cy="184686"/>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i="1" dirty="0">
                  <a:solidFill>
                    <a:srgbClr val="000000"/>
                  </a:solidFill>
                  <a:latin typeface="Helvetica"/>
                  <a:ea typeface="Trebuchet MS" pitchFamily="-112" charset="0"/>
                  <a:cs typeface="Helvetica"/>
                  <a:sym typeface="Trebuchet MS" pitchFamily="-112" charset="0"/>
                </a:rPr>
                <a:t>brothers</a:t>
              </a:r>
            </a:p>
          </p:txBody>
        </p:sp>
        <p:sp>
          <p:nvSpPr>
            <p:cNvPr id="18" name="Rectangle 2"/>
            <p:cNvSpPr>
              <a:spLocks/>
            </p:cNvSpPr>
            <p:nvPr/>
          </p:nvSpPr>
          <p:spPr bwMode="auto">
            <a:xfrm>
              <a:off x="930319" y="1148834"/>
              <a:ext cx="822281" cy="184686"/>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i="1" dirty="0">
                  <a:solidFill>
                    <a:srgbClr val="000000"/>
                  </a:solidFill>
                  <a:latin typeface="Helvetica"/>
                  <a:ea typeface="Trebuchet MS" pitchFamily="-112" charset="0"/>
                  <a:cs typeface="Helvetica"/>
                  <a:sym typeface="Trebuchet MS" pitchFamily="-112" charset="0"/>
                </a:rPr>
                <a:t>friend</a:t>
              </a:r>
            </a:p>
          </p:txBody>
        </p:sp>
      </p:grpSp>
      <p:grpSp>
        <p:nvGrpSpPr>
          <p:cNvPr id="5" name="Group 34"/>
          <p:cNvGrpSpPr/>
          <p:nvPr/>
        </p:nvGrpSpPr>
        <p:grpSpPr>
          <a:xfrm>
            <a:off x="0" y="6014840"/>
            <a:ext cx="6026587" cy="2857312"/>
            <a:chOff x="0" y="3238500"/>
            <a:chExt cx="3733800" cy="1770261"/>
          </a:xfrm>
        </p:grpSpPr>
        <p:pic>
          <p:nvPicPr>
            <p:cNvPr id="14" name="Picture 13" descr="2-2.png"/>
            <p:cNvPicPr>
              <a:picLocks noChangeAspect="1"/>
            </p:cNvPicPr>
            <p:nvPr/>
          </p:nvPicPr>
          <p:blipFill>
            <a:blip r:embed="rId6"/>
            <a:stretch>
              <a:fillRect/>
            </a:stretch>
          </p:blipFill>
          <p:spPr>
            <a:xfrm>
              <a:off x="218836" y="3238500"/>
              <a:ext cx="3514964" cy="1752600"/>
            </a:xfrm>
            <a:prstGeom prst="rect">
              <a:avLst/>
            </a:prstGeom>
          </p:spPr>
        </p:pic>
        <p:sp>
          <p:nvSpPr>
            <p:cNvPr id="19" name="Rectangle 2"/>
            <p:cNvSpPr>
              <a:spLocks/>
            </p:cNvSpPr>
            <p:nvPr/>
          </p:nvSpPr>
          <p:spPr bwMode="auto">
            <a:xfrm>
              <a:off x="0" y="3543300"/>
              <a:ext cx="990600" cy="246261"/>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2583" b="1" dirty="0">
                  <a:solidFill>
                    <a:srgbClr val="008000"/>
                  </a:solidFill>
                  <a:latin typeface="Helvetica"/>
                  <a:ea typeface="Trebuchet MS" pitchFamily="-112" charset="0"/>
                  <a:cs typeface="Helvetica"/>
                  <a:sym typeface="Trebuchet MS" pitchFamily="-112" charset="0"/>
                </a:rPr>
                <a:t>Protein 1</a:t>
              </a:r>
              <a:endParaRPr lang="en-US" sz="3551" b="1" dirty="0">
                <a:solidFill>
                  <a:srgbClr val="008000"/>
                </a:solidFill>
                <a:latin typeface="Helvetica"/>
                <a:ea typeface="Trebuchet MS" pitchFamily="-112" charset="0"/>
                <a:cs typeface="Helvetica"/>
                <a:sym typeface="Trebuchet MS" pitchFamily="-112" charset="0"/>
              </a:endParaRPr>
            </a:p>
          </p:txBody>
        </p:sp>
        <p:sp>
          <p:nvSpPr>
            <p:cNvPr id="21" name="Rectangle 2"/>
            <p:cNvSpPr>
              <a:spLocks/>
            </p:cNvSpPr>
            <p:nvPr/>
          </p:nvSpPr>
          <p:spPr bwMode="auto">
            <a:xfrm>
              <a:off x="1524000" y="3467100"/>
              <a:ext cx="990600" cy="246261"/>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2583" b="1" dirty="0">
                  <a:solidFill>
                    <a:srgbClr val="008000"/>
                  </a:solidFill>
                  <a:latin typeface="Helvetica"/>
                  <a:ea typeface="Trebuchet MS" pitchFamily="-112" charset="0"/>
                  <a:cs typeface="Helvetica"/>
                  <a:sym typeface="Trebuchet MS" pitchFamily="-112" charset="0"/>
                </a:rPr>
                <a:t>Protein 2</a:t>
              </a:r>
              <a:endParaRPr lang="en-US" sz="3551" b="1" dirty="0">
                <a:solidFill>
                  <a:srgbClr val="008000"/>
                </a:solidFill>
                <a:latin typeface="Helvetica"/>
                <a:ea typeface="Trebuchet MS" pitchFamily="-112" charset="0"/>
                <a:cs typeface="Helvetica"/>
                <a:sym typeface="Trebuchet MS" pitchFamily="-112" charset="0"/>
              </a:endParaRPr>
            </a:p>
          </p:txBody>
        </p:sp>
        <p:sp>
          <p:nvSpPr>
            <p:cNvPr id="22" name="Rectangle 2"/>
            <p:cNvSpPr>
              <a:spLocks/>
            </p:cNvSpPr>
            <p:nvPr/>
          </p:nvSpPr>
          <p:spPr bwMode="auto">
            <a:xfrm>
              <a:off x="2514600" y="3789521"/>
              <a:ext cx="990600" cy="246261"/>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2583" b="1" dirty="0">
                  <a:solidFill>
                    <a:srgbClr val="008000"/>
                  </a:solidFill>
                  <a:latin typeface="Helvetica"/>
                  <a:ea typeface="Trebuchet MS" pitchFamily="-112" charset="0"/>
                  <a:cs typeface="Helvetica"/>
                  <a:sym typeface="Trebuchet MS" pitchFamily="-112" charset="0"/>
                </a:rPr>
                <a:t>Protein 5</a:t>
              </a:r>
              <a:endParaRPr lang="en-US" sz="3551" b="1" dirty="0">
                <a:solidFill>
                  <a:srgbClr val="008000"/>
                </a:solidFill>
                <a:latin typeface="Helvetica"/>
                <a:ea typeface="Trebuchet MS" pitchFamily="-112" charset="0"/>
                <a:cs typeface="Helvetica"/>
                <a:sym typeface="Trebuchet MS" pitchFamily="-112" charset="0"/>
              </a:endParaRPr>
            </a:p>
          </p:txBody>
        </p:sp>
        <p:sp>
          <p:nvSpPr>
            <p:cNvPr id="23" name="Rectangle 2"/>
            <p:cNvSpPr>
              <a:spLocks/>
            </p:cNvSpPr>
            <p:nvPr/>
          </p:nvSpPr>
          <p:spPr bwMode="auto">
            <a:xfrm>
              <a:off x="218836" y="4762500"/>
              <a:ext cx="990600" cy="246261"/>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2583" b="1" dirty="0">
                  <a:solidFill>
                    <a:srgbClr val="008000"/>
                  </a:solidFill>
                  <a:latin typeface="Helvetica"/>
                  <a:ea typeface="Trebuchet MS" pitchFamily="-112" charset="0"/>
                  <a:cs typeface="Helvetica"/>
                  <a:sym typeface="Trebuchet MS" pitchFamily="-112" charset="0"/>
                </a:rPr>
                <a:t>Protein 9</a:t>
              </a:r>
              <a:endParaRPr lang="en-US" sz="3551" b="1" dirty="0">
                <a:solidFill>
                  <a:srgbClr val="008000"/>
                </a:solidFill>
                <a:latin typeface="Helvetica"/>
                <a:ea typeface="Trebuchet MS" pitchFamily="-112" charset="0"/>
                <a:cs typeface="Helvetica"/>
                <a:sym typeface="Trebuchet MS" pitchFamily="-112" charset="0"/>
              </a:endParaRPr>
            </a:p>
          </p:txBody>
        </p:sp>
      </p:grpSp>
      <p:grpSp>
        <p:nvGrpSpPr>
          <p:cNvPr id="20" name="Group 32"/>
          <p:cNvGrpSpPr/>
          <p:nvPr/>
        </p:nvGrpSpPr>
        <p:grpSpPr>
          <a:xfrm>
            <a:off x="6887527" y="1681348"/>
            <a:ext cx="7010521" cy="3964581"/>
            <a:chOff x="4267199" y="553665"/>
            <a:chExt cx="4343401" cy="2456275"/>
          </a:xfrm>
        </p:grpSpPr>
        <p:pic>
          <p:nvPicPr>
            <p:cNvPr id="11" name="Picture 10" descr="2_3.png"/>
            <p:cNvPicPr>
              <a:picLocks noChangeAspect="1"/>
            </p:cNvPicPr>
            <p:nvPr/>
          </p:nvPicPr>
          <p:blipFill>
            <a:blip r:embed="rId7"/>
            <a:stretch>
              <a:fillRect/>
            </a:stretch>
          </p:blipFill>
          <p:spPr>
            <a:xfrm>
              <a:off x="4762499" y="553665"/>
              <a:ext cx="3848101" cy="2456235"/>
            </a:xfrm>
            <a:prstGeom prst="rect">
              <a:avLst/>
            </a:prstGeom>
          </p:spPr>
        </p:pic>
        <p:sp>
          <p:nvSpPr>
            <p:cNvPr id="24" name="Rectangle 2"/>
            <p:cNvSpPr>
              <a:spLocks/>
            </p:cNvSpPr>
            <p:nvPr/>
          </p:nvSpPr>
          <p:spPr bwMode="auto">
            <a:xfrm>
              <a:off x="5486400" y="1148834"/>
              <a:ext cx="822281" cy="184686"/>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i="1" dirty="0">
                  <a:solidFill>
                    <a:srgbClr val="000000"/>
                  </a:solidFill>
                  <a:latin typeface="Helvetica"/>
                  <a:ea typeface="Trebuchet MS" pitchFamily="-112" charset="0"/>
                  <a:cs typeface="Helvetica"/>
                  <a:sym typeface="Trebuchet MS" pitchFamily="-112" charset="0"/>
                </a:rPr>
                <a:t>Movie 1</a:t>
              </a:r>
            </a:p>
          </p:txBody>
        </p:sp>
        <p:sp>
          <p:nvSpPr>
            <p:cNvPr id="26" name="Rectangle 2"/>
            <p:cNvSpPr>
              <a:spLocks/>
            </p:cNvSpPr>
            <p:nvPr/>
          </p:nvSpPr>
          <p:spPr bwMode="auto">
            <a:xfrm>
              <a:off x="6324600" y="1866900"/>
              <a:ext cx="822281" cy="184686"/>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i="1" dirty="0">
                  <a:solidFill>
                    <a:srgbClr val="000000"/>
                  </a:solidFill>
                  <a:latin typeface="Helvetica"/>
                  <a:ea typeface="Trebuchet MS" pitchFamily="-112" charset="0"/>
                  <a:cs typeface="Helvetica"/>
                  <a:sym typeface="Trebuchet MS" pitchFamily="-112" charset="0"/>
                </a:rPr>
                <a:t>Movie 3</a:t>
              </a:r>
            </a:p>
          </p:txBody>
        </p:sp>
        <p:sp>
          <p:nvSpPr>
            <p:cNvPr id="27" name="Rectangle 2"/>
            <p:cNvSpPr>
              <a:spLocks/>
            </p:cNvSpPr>
            <p:nvPr/>
          </p:nvSpPr>
          <p:spPr bwMode="auto">
            <a:xfrm>
              <a:off x="4740319" y="2019300"/>
              <a:ext cx="822281" cy="184686"/>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i="1" dirty="0">
                  <a:solidFill>
                    <a:srgbClr val="000000"/>
                  </a:solidFill>
                  <a:latin typeface="Helvetica"/>
                  <a:ea typeface="Trebuchet MS" pitchFamily="-112" charset="0"/>
                  <a:cs typeface="Helvetica"/>
                  <a:sym typeface="Trebuchet MS" pitchFamily="-112" charset="0"/>
                </a:rPr>
                <a:t>Movie 2</a:t>
              </a:r>
            </a:p>
          </p:txBody>
        </p:sp>
        <p:sp>
          <p:nvSpPr>
            <p:cNvPr id="29" name="Rectangle 2"/>
            <p:cNvSpPr>
              <a:spLocks/>
            </p:cNvSpPr>
            <p:nvPr/>
          </p:nvSpPr>
          <p:spPr bwMode="auto">
            <a:xfrm>
              <a:off x="5029200" y="2763679"/>
              <a:ext cx="990600" cy="246261"/>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2583" b="1" dirty="0">
                  <a:solidFill>
                    <a:srgbClr val="17375E"/>
                  </a:solidFill>
                  <a:latin typeface="Helvetica"/>
                  <a:ea typeface="Trebuchet MS" pitchFamily="-112" charset="0"/>
                  <a:cs typeface="Helvetica"/>
                  <a:sym typeface="Trebuchet MS" pitchFamily="-112" charset="0"/>
                </a:rPr>
                <a:t>Actor 3</a:t>
              </a:r>
              <a:endParaRPr lang="en-US" sz="3551" b="1" dirty="0">
                <a:solidFill>
                  <a:srgbClr val="17375E"/>
                </a:solidFill>
                <a:latin typeface="Helvetica"/>
                <a:ea typeface="Trebuchet MS" pitchFamily="-112" charset="0"/>
                <a:cs typeface="Helvetica"/>
                <a:sym typeface="Trebuchet MS" pitchFamily="-112" charset="0"/>
              </a:endParaRPr>
            </a:p>
          </p:txBody>
        </p:sp>
        <p:sp>
          <p:nvSpPr>
            <p:cNvPr id="30" name="Rectangle 2"/>
            <p:cNvSpPr>
              <a:spLocks/>
            </p:cNvSpPr>
            <p:nvPr/>
          </p:nvSpPr>
          <p:spPr bwMode="auto">
            <a:xfrm>
              <a:off x="4267199" y="1485900"/>
              <a:ext cx="990600" cy="246261"/>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2583" b="1" dirty="0">
                  <a:solidFill>
                    <a:srgbClr val="17375E"/>
                  </a:solidFill>
                  <a:latin typeface="Helvetica"/>
                  <a:ea typeface="Trebuchet MS" pitchFamily="-112" charset="0"/>
                  <a:cs typeface="Helvetica"/>
                  <a:sym typeface="Trebuchet MS" pitchFamily="-112" charset="0"/>
                </a:rPr>
                <a:t>Actor 1</a:t>
              </a:r>
            </a:p>
          </p:txBody>
        </p:sp>
        <p:sp>
          <p:nvSpPr>
            <p:cNvPr id="31" name="Rectangle 2"/>
            <p:cNvSpPr>
              <a:spLocks/>
            </p:cNvSpPr>
            <p:nvPr/>
          </p:nvSpPr>
          <p:spPr bwMode="auto">
            <a:xfrm>
              <a:off x="6477000" y="1409700"/>
              <a:ext cx="990600" cy="246261"/>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2583" b="1" dirty="0">
                  <a:solidFill>
                    <a:schemeClr val="tx2">
                      <a:lumMod val="75000"/>
                    </a:schemeClr>
                  </a:solidFill>
                  <a:latin typeface="Helvetica"/>
                  <a:ea typeface="Trebuchet MS" pitchFamily="-112" charset="0"/>
                  <a:cs typeface="Helvetica"/>
                  <a:sym typeface="Trebuchet MS" pitchFamily="-112" charset="0"/>
                </a:rPr>
                <a:t>Actor 2</a:t>
              </a:r>
            </a:p>
          </p:txBody>
        </p:sp>
        <p:sp>
          <p:nvSpPr>
            <p:cNvPr id="32" name="Rectangle 2"/>
            <p:cNvSpPr>
              <a:spLocks/>
            </p:cNvSpPr>
            <p:nvPr/>
          </p:nvSpPr>
          <p:spPr bwMode="auto">
            <a:xfrm>
              <a:off x="7467600" y="1849279"/>
              <a:ext cx="990600" cy="246261"/>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2583" b="1" dirty="0">
                  <a:solidFill>
                    <a:schemeClr val="tx2">
                      <a:lumMod val="75000"/>
                    </a:schemeClr>
                  </a:solidFill>
                  <a:latin typeface="Helvetica"/>
                  <a:ea typeface="Trebuchet MS" pitchFamily="-112" charset="0"/>
                  <a:cs typeface="Helvetica"/>
                  <a:sym typeface="Trebuchet MS" pitchFamily="-112" charset="0"/>
                </a:rPr>
                <a:t>Actor 4</a:t>
              </a:r>
            </a:p>
          </p:txBody>
        </p:sp>
      </p:grpSp>
      <p:sp>
        <p:nvSpPr>
          <p:cNvPr id="37" name="Rectangle 2"/>
          <p:cNvSpPr>
            <a:spLocks/>
          </p:cNvSpPr>
          <p:nvPr/>
        </p:nvSpPr>
        <p:spPr bwMode="auto">
          <a:xfrm>
            <a:off x="7379494" y="8228688"/>
            <a:ext cx="950387" cy="1092863"/>
          </a:xfrm>
          <a:prstGeom prst="rect">
            <a:avLst/>
          </a:prstGeom>
          <a:noFill/>
          <a:ln w="12700">
            <a:noFill/>
            <a:miter lim="800000"/>
            <a:headEnd/>
            <a:tailEnd/>
          </a:ln>
        </p:spPr>
        <p:txBody>
          <a:bodyPr wrap="none" lIns="0" tIns="0" rIns="51243" bIns="0">
            <a:prstTxWarp prst="textNoShape">
              <a:avLst/>
            </a:prstTxWarp>
            <a:spAutoFit/>
          </a:bodyPr>
          <a:lstStyle/>
          <a:p>
            <a:pPr marL="50445">
              <a:buClr>
                <a:srgbClr val="CC0000"/>
              </a:buClr>
              <a:buSzPct val="100000"/>
            </a:pPr>
            <a:r>
              <a:rPr lang="en-US" sz="3551" dirty="0">
                <a:solidFill>
                  <a:srgbClr val="000000"/>
                </a:solidFill>
                <a:latin typeface="Helvetica"/>
                <a:ea typeface="Trebuchet MS" pitchFamily="-112" charset="0"/>
                <a:cs typeface="Helvetica"/>
                <a:sym typeface="Trebuchet MS" pitchFamily="-112" charset="0"/>
              </a:rPr>
              <a:t>N=4</a:t>
            </a:r>
          </a:p>
          <a:p>
            <a:pPr marL="50445">
              <a:buClr>
                <a:srgbClr val="CC0000"/>
              </a:buClr>
              <a:buSzPct val="100000"/>
            </a:pPr>
            <a:r>
              <a:rPr lang="en-US" sz="3551" dirty="0">
                <a:solidFill>
                  <a:srgbClr val="000000"/>
                </a:solidFill>
                <a:latin typeface="Helvetica"/>
                <a:ea typeface="Trebuchet MS" pitchFamily="-112" charset="0"/>
                <a:cs typeface="Helvetica"/>
                <a:sym typeface="Trebuchet MS" pitchFamily="-112" charset="0"/>
              </a:rPr>
              <a:t>L=4</a:t>
            </a:r>
          </a:p>
        </p:txBody>
      </p:sp>
      <p:sp>
        <p:nvSpPr>
          <p:cNvPr id="33" name="TextBox 3"/>
          <p:cNvSpPr txBox="1">
            <a:spLocks noChangeArrowheads="1"/>
          </p:cNvSpPr>
          <p:nvPr/>
        </p:nvSpPr>
        <p:spPr bwMode="auto">
          <a:xfrm>
            <a:off x="10454283" y="9503474"/>
            <a:ext cx="4181713" cy="315920"/>
          </a:xfrm>
          <a:prstGeom prst="rect">
            <a:avLst/>
          </a:prstGeom>
          <a:noFill/>
          <a:ln w="9525">
            <a:noFill/>
            <a:miter lim="800000"/>
            <a:headEnd/>
            <a:tailEnd/>
          </a:ln>
        </p:spPr>
        <p:txBody>
          <a:bodyPr wrap="square">
            <a:prstTxWarp prst="textNoShape">
              <a:avLst/>
            </a:prstTxWarp>
            <a:spAutoFit/>
          </a:bodyPr>
          <a:lstStyle/>
          <a:p>
            <a:pPr algn="r"/>
            <a:r>
              <a:rPr lang="en-US" sz="1453" b="1" dirty="0" err="1">
                <a:solidFill>
                  <a:srgbClr val="BFBFBF"/>
                </a:solidFill>
                <a:latin typeface="Helvetica" pitchFamily="36" charset="0"/>
                <a:ea typeface="Helvetica" pitchFamily="36" charset="0"/>
                <a:cs typeface="Helvetica" pitchFamily="36" charset="0"/>
              </a:rPr>
              <a:t>Barabasi_paper</a:t>
            </a:r>
            <a:endParaRPr lang="en-US" sz="968" i="1" dirty="0">
              <a:solidFill>
                <a:srgbClr val="BFBFBF"/>
              </a:solidFill>
              <a:latin typeface="Helvetica" pitchFamily="36" charset="0"/>
              <a:ea typeface="Helvetica" pitchFamily="36" charset="0"/>
              <a:cs typeface="Helvetica" pitchFamily="36" charset="0"/>
            </a:endParaRPr>
          </a:p>
        </p:txBody>
      </p:sp>
      <p:sp>
        <p:nvSpPr>
          <p:cNvPr id="25" name="Text Box 7">
            <a:extLst>
              <a:ext uri="{FF2B5EF4-FFF2-40B4-BE49-F238E27FC236}">
                <a16:creationId xmlns:a16="http://schemas.microsoft.com/office/drawing/2014/main" id="{945034A2-4B1A-45C1-81F8-C12BFADE52F6}"/>
              </a:ext>
            </a:extLst>
          </p:cNvPr>
          <p:cNvSpPr txBox="1">
            <a:spLocks noChangeArrowheads="1"/>
          </p:cNvSpPr>
          <p:nvPr/>
        </p:nvSpPr>
        <p:spPr bwMode="auto">
          <a:xfrm>
            <a:off x="106686" y="636266"/>
            <a:ext cx="14529310" cy="887665"/>
          </a:xfrm>
          <a:prstGeom prst="rect">
            <a:avLst/>
          </a:prstGeom>
          <a:solidFill>
            <a:schemeClr val="bg1"/>
          </a:solidFill>
          <a:ln w="9525">
            <a:noFill/>
            <a:miter lim="800000"/>
            <a:headEnd/>
            <a:tailEnd/>
          </a:ln>
          <a:effectLst/>
        </p:spPr>
        <p:txBody>
          <a:bodyPr wrap="square" lIns="147561" tIns="73780" rIns="147561" bIns="73780">
            <a:spAutoFit/>
          </a:bodyPr>
          <a:lstStyle/>
          <a:p>
            <a:r>
              <a:rPr lang="en-US" sz="4800" b="1" dirty="0">
                <a:solidFill>
                  <a:srgbClr val="0000FF"/>
                </a:solidFill>
                <a:latin typeface="Cambria" panose="02040503050406030204" pitchFamily="18" charset="0"/>
                <a:ea typeface="Cambria" panose="02040503050406030204" pitchFamily="18" charset="0"/>
              </a:rPr>
              <a:t>A common Language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3E451B9E-1AE5-7CD3-9045-B418ED609596}"/>
              </a:ext>
            </a:extLst>
          </p:cNvPr>
          <p:cNvPicPr>
            <a:picLocks noChangeAspect="1"/>
          </p:cNvPicPr>
          <p:nvPr/>
        </p:nvPicPr>
        <p:blipFill rotWithShape="1">
          <a:blip r:embed="rId2">
            <a:alphaModFix amt="60000"/>
          </a:blip>
          <a:srcRect r="-1" b="3428"/>
          <a:stretch/>
        </p:blipFill>
        <p:spPr>
          <a:xfrm>
            <a:off x="914218" y="787699"/>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6" name="TextBox 5"/>
          <p:cNvSpPr txBox="1"/>
          <p:nvPr/>
        </p:nvSpPr>
        <p:spPr>
          <a:xfrm>
            <a:off x="1258814" y="1956115"/>
            <a:ext cx="13393488" cy="5458033"/>
          </a:xfrm>
          <a:prstGeom prst="rect">
            <a:avLst/>
          </a:prstGeom>
          <a:noFill/>
        </p:spPr>
        <p:txBody>
          <a:bodyPr wrap="square" rtlCol="0">
            <a:spAutoFit/>
          </a:bodyPr>
          <a:lstStyle/>
          <a:p>
            <a:r>
              <a:rPr lang="en-US" sz="3874" dirty="0">
                <a:solidFill>
                  <a:schemeClr val="bg1"/>
                </a:solidFill>
                <a:latin typeface="Cambria" panose="02040503050406030204" pitchFamily="18" charset="0"/>
                <a:ea typeface="Cambria" panose="02040503050406030204" pitchFamily="18" charset="0"/>
                <a:cs typeface="Helvetica"/>
              </a:rPr>
              <a:t>The choice of the proper network representation determines our ability to use network theory successfully.</a:t>
            </a:r>
          </a:p>
          <a:p>
            <a:r>
              <a:rPr lang="en-US" sz="3874" dirty="0">
                <a:solidFill>
                  <a:schemeClr val="bg1"/>
                </a:solidFill>
                <a:latin typeface="Cambria" panose="02040503050406030204" pitchFamily="18" charset="0"/>
                <a:ea typeface="Cambria" panose="02040503050406030204" pitchFamily="18" charset="0"/>
                <a:cs typeface="Helvetica"/>
              </a:rPr>
              <a:t> 	</a:t>
            </a:r>
          </a:p>
          <a:p>
            <a:r>
              <a:rPr lang="en-US" sz="3874" dirty="0">
                <a:solidFill>
                  <a:schemeClr val="bg1"/>
                </a:solidFill>
                <a:latin typeface="Cambria" panose="02040503050406030204" pitchFamily="18" charset="0"/>
                <a:ea typeface="Cambria" panose="02040503050406030204" pitchFamily="18" charset="0"/>
                <a:cs typeface="Helvetica"/>
              </a:rPr>
              <a:t>In some cases there is a unique, unambiguous representation. </a:t>
            </a:r>
          </a:p>
          <a:p>
            <a:r>
              <a:rPr lang="en-US" sz="3874" dirty="0">
                <a:solidFill>
                  <a:schemeClr val="bg1"/>
                </a:solidFill>
                <a:latin typeface="Cambria" panose="02040503050406030204" pitchFamily="18" charset="0"/>
                <a:ea typeface="Cambria" panose="02040503050406030204" pitchFamily="18" charset="0"/>
                <a:cs typeface="Helvetica"/>
              </a:rPr>
              <a:t>In other cases, the representation is by no means unique.</a:t>
            </a:r>
          </a:p>
          <a:p>
            <a:r>
              <a:rPr lang="en-US" sz="3874" dirty="0">
                <a:solidFill>
                  <a:schemeClr val="bg1"/>
                </a:solidFill>
                <a:latin typeface="Cambria" panose="02040503050406030204" pitchFamily="18" charset="0"/>
                <a:ea typeface="Cambria" panose="02040503050406030204" pitchFamily="18" charset="0"/>
                <a:cs typeface="Helvetica"/>
              </a:rPr>
              <a:t> </a:t>
            </a:r>
          </a:p>
          <a:p>
            <a:r>
              <a:rPr lang="en-US" sz="3874" dirty="0">
                <a:solidFill>
                  <a:schemeClr val="bg1"/>
                </a:solidFill>
                <a:latin typeface="Cambria" panose="02040503050406030204" pitchFamily="18" charset="0"/>
                <a:ea typeface="Cambria" panose="02040503050406030204" pitchFamily="18" charset="0"/>
                <a:cs typeface="Helvetica"/>
              </a:rPr>
              <a:t>For example,, the way we assign the links between a group of individuals will determine the nature of the question we can study.</a:t>
            </a:r>
          </a:p>
        </p:txBody>
      </p:sp>
      <p:sp>
        <p:nvSpPr>
          <p:cNvPr id="4" name="Subtitle 2"/>
          <p:cNvSpPr txBox="1">
            <a:spLocks/>
          </p:cNvSpPr>
          <p:nvPr/>
        </p:nvSpPr>
        <p:spPr>
          <a:xfrm>
            <a:off x="231468" y="449472"/>
            <a:ext cx="14758988" cy="676454"/>
          </a:xfrm>
          <a:prstGeom prst="rect">
            <a:avLst/>
          </a:prstGeom>
          <a:solidFill>
            <a:schemeClr val="bg1"/>
          </a:solidFill>
        </p:spPr>
        <p:txBody>
          <a:bodyPr vert="horz" lIns="147590" tIns="73795" rIns="147590" bIns="73795" rtlCol="0">
            <a:normAutofit fontScale="92500" lnSpcReduction="10000"/>
          </a:bodyPr>
          <a:lstStyle/>
          <a:p>
            <a:pPr lvl="0">
              <a:spcBef>
                <a:spcPct val="20000"/>
              </a:spcBef>
            </a:pPr>
            <a:r>
              <a:rPr lang="en-US" sz="4000" b="1" dirty="0">
                <a:solidFill>
                  <a:srgbClr val="0000FF"/>
                </a:solidFill>
                <a:latin typeface="Helvetica" pitchFamily="36" charset="0"/>
                <a:ea typeface="Helvetica" pitchFamily="36" charset="0"/>
                <a:cs typeface="Helvetica" pitchFamily="36" charset="0"/>
              </a:rPr>
              <a:t>CHOOSING A PROPER REPRESENTATION</a:t>
            </a:r>
          </a:p>
        </p:txBody>
      </p:sp>
      <p:sp>
        <p:nvSpPr>
          <p:cNvPr id="5" name="TextBox 3"/>
          <p:cNvSpPr txBox="1">
            <a:spLocks noChangeArrowheads="1"/>
          </p:cNvSpPr>
          <p:nvPr/>
        </p:nvSpPr>
        <p:spPr bwMode="auto">
          <a:xfrm>
            <a:off x="10454283" y="9503474"/>
            <a:ext cx="4181713" cy="315920"/>
          </a:xfrm>
          <a:prstGeom prst="rect">
            <a:avLst/>
          </a:prstGeom>
          <a:noFill/>
          <a:ln w="9525">
            <a:noFill/>
            <a:miter lim="800000"/>
            <a:headEnd/>
            <a:tailEnd/>
          </a:ln>
        </p:spPr>
        <p:txBody>
          <a:bodyPr wrap="square">
            <a:prstTxWarp prst="textNoShape">
              <a:avLst/>
            </a:prstTxWarp>
            <a:spAutoFit/>
          </a:bodyPr>
          <a:lstStyle/>
          <a:p>
            <a:pPr algn="r"/>
            <a:r>
              <a:rPr lang="en-US" sz="1453" b="1" dirty="0">
                <a:solidFill>
                  <a:srgbClr val="BFBFBF"/>
                </a:solidFill>
                <a:latin typeface="Helvetica" pitchFamily="36" charset="0"/>
                <a:ea typeface="Helvetica" pitchFamily="36" charset="0"/>
                <a:cs typeface="Helvetica" pitchFamily="36" charset="0"/>
              </a:rPr>
              <a:t>Network Science: Graph Theory</a:t>
            </a:r>
            <a:r>
              <a:rPr lang="en-US" sz="968" i="1" dirty="0">
                <a:solidFill>
                  <a:srgbClr val="BFBFBF"/>
                </a:solidFill>
                <a:latin typeface="Helvetica" pitchFamily="36" charset="0"/>
                <a:ea typeface="Helvetica" pitchFamily="36" charset="0"/>
                <a:cs typeface="Helvetica" pitchFamily="36" charset="0"/>
              </a:rPr>
              <a:t>   2012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anim calcmode="lin" valueType="num">
                                      <p:cBhvr additive="base">
                                        <p:cTn id="7"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3BAA6C78-3344-C894-AA0D-021F19CC71F1}"/>
              </a:ext>
            </a:extLst>
          </p:cNvPr>
          <p:cNvPicPr>
            <a:picLocks noChangeAspect="1"/>
          </p:cNvPicPr>
          <p:nvPr/>
        </p:nvPicPr>
        <p:blipFill rotWithShape="1">
          <a:blip r:embed="rId2">
            <a:alphaModFix amt="60000"/>
          </a:blip>
          <a:srcRect r="-1" b="3428"/>
          <a:stretch/>
        </p:blipFill>
        <p:spPr>
          <a:xfrm>
            <a:off x="914218" y="787699"/>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5" name="Picture 4" descr="08_theyrule.png"/>
          <p:cNvPicPr>
            <a:picLocks noChangeAspect="1"/>
          </p:cNvPicPr>
          <p:nvPr/>
        </p:nvPicPr>
        <p:blipFill>
          <a:blip r:embed="rId3"/>
          <a:stretch>
            <a:fillRect/>
          </a:stretch>
        </p:blipFill>
        <p:spPr>
          <a:xfrm>
            <a:off x="0" y="787699"/>
            <a:ext cx="14758988" cy="9224369"/>
          </a:xfrm>
          <a:prstGeom prst="rect">
            <a:avLst/>
          </a:prstGeom>
        </p:spPr>
      </p:pic>
      <p:sp>
        <p:nvSpPr>
          <p:cNvPr id="6" name="TextBox 5"/>
          <p:cNvSpPr txBox="1"/>
          <p:nvPr/>
        </p:nvSpPr>
        <p:spPr>
          <a:xfrm>
            <a:off x="7379495" y="5276890"/>
            <a:ext cx="6826030" cy="2477088"/>
          </a:xfrm>
          <a:prstGeom prst="rect">
            <a:avLst/>
          </a:prstGeom>
          <a:solidFill>
            <a:schemeClr val="bg1">
              <a:alpha val="70000"/>
            </a:schemeClr>
          </a:solidFill>
        </p:spPr>
        <p:txBody>
          <a:bodyPr wrap="square" rtlCol="0">
            <a:spAutoFit/>
          </a:bodyPr>
          <a:lstStyle/>
          <a:p>
            <a:r>
              <a:rPr lang="en-US" sz="3874" b="1" dirty="0">
                <a:latin typeface="Helvetica"/>
                <a:cs typeface="Helvetica"/>
              </a:rPr>
              <a:t>If you connect individuals that work with each other, you will explore </a:t>
            </a:r>
          </a:p>
          <a:p>
            <a:r>
              <a:rPr lang="en-US" sz="3874" b="1" dirty="0">
                <a:latin typeface="Helvetica"/>
                <a:cs typeface="Helvetica"/>
              </a:rPr>
              <a:t>the </a:t>
            </a:r>
            <a:r>
              <a:rPr lang="en-US" sz="3874" b="1" i="1" dirty="0">
                <a:solidFill>
                  <a:srgbClr val="800000"/>
                </a:solidFill>
                <a:latin typeface="Helvetica"/>
                <a:cs typeface="Helvetica"/>
              </a:rPr>
              <a:t>professional network.</a:t>
            </a:r>
            <a:endParaRPr lang="en-US" sz="3874" b="1" dirty="0">
              <a:solidFill>
                <a:srgbClr val="800000"/>
              </a:solidFill>
              <a:latin typeface="Helvetica"/>
              <a:cs typeface="Helvetica"/>
            </a:endParaRPr>
          </a:p>
        </p:txBody>
      </p:sp>
      <p:sp>
        <p:nvSpPr>
          <p:cNvPr id="4" name="Subtitle 2"/>
          <p:cNvSpPr txBox="1">
            <a:spLocks/>
          </p:cNvSpPr>
          <p:nvPr/>
        </p:nvSpPr>
        <p:spPr>
          <a:xfrm>
            <a:off x="231468" y="545238"/>
            <a:ext cx="14758988" cy="676454"/>
          </a:xfrm>
          <a:prstGeom prst="rect">
            <a:avLst/>
          </a:prstGeom>
          <a:solidFill>
            <a:schemeClr val="bg1"/>
          </a:solidFill>
        </p:spPr>
        <p:txBody>
          <a:bodyPr vert="horz" lIns="147590" tIns="73795" rIns="147590" bIns="73795" rtlCol="0">
            <a:normAutofit/>
          </a:bodyPr>
          <a:lstStyle/>
          <a:p>
            <a:pPr lvl="0">
              <a:spcBef>
                <a:spcPct val="20000"/>
              </a:spcBef>
            </a:pPr>
            <a:r>
              <a:rPr lang="en-US" sz="3228" b="1" dirty="0">
                <a:solidFill>
                  <a:srgbClr val="0000FF"/>
                </a:solidFill>
                <a:latin typeface="Helvetica" pitchFamily="36" charset="0"/>
                <a:ea typeface="Helvetica" pitchFamily="36" charset="0"/>
                <a:cs typeface="Helvetica" pitchFamily="36" charset="0"/>
              </a:rPr>
              <a:t>CHOOSING A PROPER REPRESENTATION</a:t>
            </a:r>
          </a:p>
        </p:txBody>
      </p:sp>
      <p:sp>
        <p:nvSpPr>
          <p:cNvPr id="8" name="TextBox 3"/>
          <p:cNvSpPr txBox="1">
            <a:spLocks noChangeArrowheads="1"/>
          </p:cNvSpPr>
          <p:nvPr/>
        </p:nvSpPr>
        <p:spPr bwMode="auto">
          <a:xfrm>
            <a:off x="10454283" y="9503474"/>
            <a:ext cx="4181713" cy="315920"/>
          </a:xfrm>
          <a:prstGeom prst="rect">
            <a:avLst/>
          </a:prstGeom>
          <a:noFill/>
          <a:ln w="9525">
            <a:noFill/>
            <a:miter lim="800000"/>
            <a:headEnd/>
            <a:tailEnd/>
          </a:ln>
        </p:spPr>
        <p:txBody>
          <a:bodyPr wrap="square">
            <a:prstTxWarp prst="textNoShape">
              <a:avLst/>
            </a:prstTxWarp>
            <a:spAutoFit/>
          </a:bodyPr>
          <a:lstStyle/>
          <a:p>
            <a:pPr algn="r"/>
            <a:r>
              <a:rPr lang="en-US" sz="1453" b="1" dirty="0">
                <a:solidFill>
                  <a:srgbClr val="BFBFBF"/>
                </a:solidFill>
                <a:latin typeface="Helvetica" pitchFamily="36" charset="0"/>
                <a:ea typeface="Helvetica" pitchFamily="36" charset="0"/>
                <a:cs typeface="Helvetica" pitchFamily="36" charset="0"/>
              </a:rPr>
              <a:t>Network Science: Graph Theory</a:t>
            </a:r>
            <a:r>
              <a:rPr lang="en-US" sz="968" i="1" dirty="0">
                <a:solidFill>
                  <a:srgbClr val="BFBFBF"/>
                </a:solidFill>
                <a:latin typeface="Helvetica" pitchFamily="36" charset="0"/>
                <a:ea typeface="Helvetica" pitchFamily="36" charset="0"/>
                <a:cs typeface="Helvetica" pitchFamily="36" charset="0"/>
              </a:rPr>
              <a:t>   2012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7CEFF12B-BE4E-CAAD-290E-3F7FE8946007}"/>
              </a:ext>
            </a:extLst>
          </p:cNvPr>
          <p:cNvPicPr>
            <a:picLocks noChangeAspect="1"/>
          </p:cNvPicPr>
          <p:nvPr/>
        </p:nvPicPr>
        <p:blipFill rotWithShape="1">
          <a:blip r:embed="rId2">
            <a:alphaModFix amt="60000"/>
          </a:blip>
          <a:srcRect r="-1" b="3428"/>
          <a:stretch/>
        </p:blipFill>
        <p:spPr>
          <a:xfrm>
            <a:off x="914218" y="787699"/>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5" name="Picture 4" descr="07_sexnet.jpg"/>
          <p:cNvPicPr>
            <a:picLocks noChangeAspect="1"/>
          </p:cNvPicPr>
          <p:nvPr/>
        </p:nvPicPr>
        <p:blipFill>
          <a:blip r:embed="rId3"/>
          <a:stretch>
            <a:fillRect/>
          </a:stretch>
        </p:blipFill>
        <p:spPr>
          <a:xfrm>
            <a:off x="-1" y="787699"/>
            <a:ext cx="14758989" cy="9224367"/>
          </a:xfrm>
          <a:prstGeom prst="rect">
            <a:avLst/>
          </a:prstGeom>
        </p:spPr>
      </p:pic>
      <p:sp>
        <p:nvSpPr>
          <p:cNvPr id="6" name="TextBox 5"/>
          <p:cNvSpPr txBox="1"/>
          <p:nvPr/>
        </p:nvSpPr>
        <p:spPr>
          <a:xfrm>
            <a:off x="7379494" y="4661932"/>
            <a:ext cx="7128791" cy="2477088"/>
          </a:xfrm>
          <a:prstGeom prst="rect">
            <a:avLst/>
          </a:prstGeom>
          <a:solidFill>
            <a:schemeClr val="bg1">
              <a:alpha val="70000"/>
            </a:schemeClr>
          </a:solidFill>
        </p:spPr>
        <p:txBody>
          <a:bodyPr wrap="square" rtlCol="0">
            <a:spAutoFit/>
          </a:bodyPr>
          <a:lstStyle/>
          <a:p>
            <a:r>
              <a:rPr lang="en-US" sz="3874" b="1" dirty="0">
                <a:latin typeface="Cambria" panose="02040503050406030204" pitchFamily="18" charset="0"/>
                <a:ea typeface="Cambria" panose="02040503050406030204" pitchFamily="18" charset="0"/>
                <a:cs typeface="Helvetica"/>
              </a:rPr>
              <a:t>If you connect those that have a romantic and sexual relationship, you will be exploring the </a:t>
            </a:r>
            <a:r>
              <a:rPr lang="en-US" sz="3874" b="1" i="1" dirty="0">
                <a:solidFill>
                  <a:srgbClr val="800000"/>
                </a:solidFill>
                <a:latin typeface="Cambria" panose="02040503050406030204" pitchFamily="18" charset="0"/>
                <a:ea typeface="Cambria" panose="02040503050406030204" pitchFamily="18" charset="0"/>
                <a:cs typeface="Helvetica"/>
              </a:rPr>
              <a:t>sexual networks</a:t>
            </a:r>
            <a:r>
              <a:rPr lang="en-US" sz="3874" b="1" i="1" dirty="0">
                <a:latin typeface="Cambria" panose="02040503050406030204" pitchFamily="18" charset="0"/>
                <a:ea typeface="Cambria" panose="02040503050406030204" pitchFamily="18" charset="0"/>
                <a:cs typeface="Helvetica"/>
              </a:rPr>
              <a:t>.</a:t>
            </a:r>
          </a:p>
        </p:txBody>
      </p:sp>
      <p:sp>
        <p:nvSpPr>
          <p:cNvPr id="4" name="Subtitle 2"/>
          <p:cNvSpPr txBox="1">
            <a:spLocks/>
          </p:cNvSpPr>
          <p:nvPr/>
        </p:nvSpPr>
        <p:spPr>
          <a:xfrm>
            <a:off x="0" y="1033680"/>
            <a:ext cx="14758988" cy="676454"/>
          </a:xfrm>
          <a:prstGeom prst="rect">
            <a:avLst/>
          </a:prstGeom>
          <a:solidFill>
            <a:schemeClr val="bg1"/>
          </a:solidFill>
        </p:spPr>
        <p:txBody>
          <a:bodyPr vert="horz" lIns="147590" tIns="73795" rIns="147590" bIns="73795" rtlCol="0">
            <a:normAutofit/>
          </a:bodyPr>
          <a:lstStyle/>
          <a:p>
            <a:pPr lvl="0">
              <a:spcBef>
                <a:spcPct val="20000"/>
              </a:spcBef>
            </a:pPr>
            <a:r>
              <a:rPr lang="en-US" sz="3228" b="1" dirty="0">
                <a:solidFill>
                  <a:srgbClr val="0000FF"/>
                </a:solidFill>
                <a:latin typeface="Cambria" panose="02040503050406030204" pitchFamily="18" charset="0"/>
                <a:ea typeface="Cambria" panose="02040503050406030204" pitchFamily="18" charset="0"/>
                <a:cs typeface="Helvetica" pitchFamily="36" charset="0"/>
              </a:rPr>
              <a:t>CHOOSING A PROPER REPRESENTATION</a:t>
            </a:r>
          </a:p>
        </p:txBody>
      </p:sp>
      <p:sp>
        <p:nvSpPr>
          <p:cNvPr id="8" name="TextBox 3"/>
          <p:cNvSpPr txBox="1">
            <a:spLocks noChangeArrowheads="1"/>
          </p:cNvSpPr>
          <p:nvPr/>
        </p:nvSpPr>
        <p:spPr bwMode="auto">
          <a:xfrm>
            <a:off x="10454283" y="9503474"/>
            <a:ext cx="4181713" cy="315920"/>
          </a:xfrm>
          <a:prstGeom prst="rect">
            <a:avLst/>
          </a:prstGeom>
          <a:noFill/>
          <a:ln w="9525">
            <a:noFill/>
            <a:miter lim="800000"/>
            <a:headEnd/>
            <a:tailEnd/>
          </a:ln>
        </p:spPr>
        <p:txBody>
          <a:bodyPr wrap="square">
            <a:prstTxWarp prst="textNoShape">
              <a:avLst/>
            </a:prstTxWarp>
            <a:spAutoFit/>
          </a:bodyPr>
          <a:lstStyle/>
          <a:p>
            <a:pPr algn="r"/>
            <a:r>
              <a:rPr lang="en-US" sz="1453" b="1" dirty="0">
                <a:solidFill>
                  <a:srgbClr val="BFBFBF"/>
                </a:solidFill>
                <a:latin typeface="Helvetica" pitchFamily="36" charset="0"/>
                <a:ea typeface="Helvetica" pitchFamily="36" charset="0"/>
                <a:cs typeface="Helvetica" pitchFamily="36" charset="0"/>
              </a:rPr>
              <a:t>Network Science: Graph Theory</a:t>
            </a:r>
            <a:r>
              <a:rPr lang="en-US" sz="968" i="1" dirty="0">
                <a:solidFill>
                  <a:srgbClr val="BFBFBF"/>
                </a:solidFill>
                <a:latin typeface="Helvetica" pitchFamily="36" charset="0"/>
                <a:ea typeface="Helvetica" pitchFamily="36" charset="0"/>
                <a:cs typeface="Helvetica" pitchFamily="36" charset="0"/>
              </a:rPr>
              <a:t>   2012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Network Technology Background">
            <a:extLst>
              <a:ext uri="{FF2B5EF4-FFF2-40B4-BE49-F238E27FC236}">
                <a16:creationId xmlns:a16="http://schemas.microsoft.com/office/drawing/2014/main" id="{D445956C-1C88-59D7-7FD0-1359575FCC1F}"/>
              </a:ext>
            </a:extLst>
          </p:cNvPr>
          <p:cNvPicPr>
            <a:picLocks noChangeAspect="1"/>
          </p:cNvPicPr>
          <p:nvPr/>
        </p:nvPicPr>
        <p:blipFill rotWithShape="1">
          <a:blip r:embed="rId2">
            <a:alphaModFix amt="60000"/>
          </a:blip>
          <a:srcRect r="-1" b="3428"/>
          <a:stretch/>
        </p:blipFill>
        <p:spPr>
          <a:xfrm>
            <a:off x="898774" y="791369"/>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3" name="Content Placeholder 2"/>
          <p:cNvSpPr>
            <a:spLocks noGrp="1"/>
          </p:cNvSpPr>
          <p:nvPr>
            <p:ph idx="1"/>
          </p:nvPr>
        </p:nvSpPr>
        <p:spPr>
          <a:xfrm>
            <a:off x="737951" y="2448087"/>
            <a:ext cx="13283089" cy="4695178"/>
          </a:xfrm>
          <a:solidFill>
            <a:schemeClr val="bg1"/>
          </a:solidFill>
        </p:spPr>
        <p:txBody>
          <a:bodyPr>
            <a:normAutofit/>
          </a:bodyPr>
          <a:lstStyle/>
          <a:p>
            <a:r>
              <a:rPr lang="en-US" sz="3690" dirty="0">
                <a:latin typeface="Cambria" panose="02040503050406030204" pitchFamily="18" charset="0"/>
                <a:ea typeface="Cambria" panose="02040503050406030204" pitchFamily="18" charset="0"/>
              </a:rPr>
              <a:t>Two vertices v and w are </a:t>
            </a:r>
            <a:r>
              <a:rPr lang="en-US" sz="3690" i="1" dirty="0">
                <a:solidFill>
                  <a:srgbClr val="FF0000"/>
                </a:solidFill>
                <a:latin typeface="Cambria" panose="02040503050406030204" pitchFamily="18" charset="0"/>
                <a:ea typeface="Cambria" panose="02040503050406030204" pitchFamily="18" charset="0"/>
              </a:rPr>
              <a:t>adjacent</a:t>
            </a:r>
            <a:r>
              <a:rPr lang="en-US" sz="3690" dirty="0">
                <a:latin typeface="Cambria" panose="02040503050406030204" pitchFamily="18" charset="0"/>
                <a:ea typeface="Cambria" panose="02040503050406030204" pitchFamily="18" charset="0"/>
              </a:rPr>
              <a:t> if there is an edge joining them and the vertices are said to be </a:t>
            </a:r>
            <a:r>
              <a:rPr lang="en-US" sz="3690" i="1" dirty="0">
                <a:solidFill>
                  <a:srgbClr val="FF0000"/>
                </a:solidFill>
                <a:latin typeface="Cambria" panose="02040503050406030204" pitchFamily="18" charset="0"/>
                <a:ea typeface="Cambria" panose="02040503050406030204" pitchFamily="18" charset="0"/>
              </a:rPr>
              <a:t>incident</a:t>
            </a:r>
            <a:r>
              <a:rPr lang="en-US" sz="3690" dirty="0">
                <a:latin typeface="Cambria" panose="02040503050406030204" pitchFamily="18" charset="0"/>
                <a:ea typeface="Cambria" panose="02040503050406030204" pitchFamily="18" charset="0"/>
              </a:rPr>
              <a:t> to such an edge,</a:t>
            </a:r>
          </a:p>
          <a:p>
            <a:r>
              <a:rPr lang="en-US" sz="3690" dirty="0">
                <a:latin typeface="Cambria" panose="02040503050406030204" pitchFamily="18" charset="0"/>
                <a:ea typeface="Cambria" panose="02040503050406030204" pitchFamily="18" charset="0"/>
              </a:rPr>
              <a:t>The</a:t>
            </a:r>
            <a:r>
              <a:rPr lang="en-US" sz="3690" i="1" dirty="0">
                <a:solidFill>
                  <a:srgbClr val="FF0000"/>
                </a:solidFill>
                <a:latin typeface="Cambria" panose="02040503050406030204" pitchFamily="18" charset="0"/>
                <a:ea typeface="Cambria" panose="02040503050406030204" pitchFamily="18" charset="0"/>
              </a:rPr>
              <a:t> degree </a:t>
            </a:r>
            <a:r>
              <a:rPr lang="en-US" sz="3690" dirty="0">
                <a:latin typeface="Cambria" panose="02040503050406030204" pitchFamily="18" charset="0"/>
                <a:ea typeface="Cambria" panose="02040503050406030204" pitchFamily="18" charset="0"/>
              </a:rPr>
              <a:t>of a vertex  v of G is the number of edges incident to v.</a:t>
            </a:r>
          </a:p>
          <a:p>
            <a:endParaRPr lang="en-US" sz="4100" dirty="0">
              <a:latin typeface="Cambria" panose="02040503050406030204" pitchFamily="18" charset="0"/>
              <a:ea typeface="Cambria" panose="02040503050406030204" pitchFamily="18" charset="0"/>
            </a:endParaRPr>
          </a:p>
        </p:txBody>
      </p:sp>
      <p:pic>
        <p:nvPicPr>
          <p:cNvPr id="4" name="Picture 3" descr="C:\Users\sou\Downloads\6n-graf.svg.png"/>
          <p:cNvPicPr>
            <a:picLocks noChangeAspect="1" noChangeArrowheads="1"/>
          </p:cNvPicPr>
          <p:nvPr/>
        </p:nvPicPr>
        <p:blipFill>
          <a:blip r:embed="rId3" cstate="print">
            <a:duotone>
              <a:prstClr val="black"/>
              <a:schemeClr val="accent3">
                <a:tint val="45000"/>
                <a:satMod val="400000"/>
              </a:schemeClr>
            </a:duotone>
          </a:blip>
          <a:srcRect/>
          <a:stretch>
            <a:fillRect/>
          </a:stretch>
        </p:blipFill>
        <p:spPr bwMode="auto">
          <a:xfrm>
            <a:off x="9035678" y="4237630"/>
            <a:ext cx="4402478" cy="2905635"/>
          </a:xfrm>
          <a:prstGeom prst="rect">
            <a:avLst/>
          </a:prstGeom>
          <a:noFill/>
        </p:spPr>
      </p:pic>
      <p:sp>
        <p:nvSpPr>
          <p:cNvPr id="5" name="TextBox 4"/>
          <p:cNvSpPr txBox="1"/>
          <p:nvPr/>
        </p:nvSpPr>
        <p:spPr>
          <a:xfrm>
            <a:off x="912804" y="6024524"/>
            <a:ext cx="6179064" cy="830997"/>
          </a:xfrm>
          <a:prstGeom prst="rect">
            <a:avLst/>
          </a:prstGeom>
          <a:solidFill>
            <a:schemeClr val="bg1"/>
          </a:solidFill>
        </p:spPr>
        <p:txBody>
          <a:bodyPr wrap="none" rtlCol="0">
            <a:spAutoFit/>
          </a:bodyPr>
          <a:lstStyle/>
          <a:p>
            <a:r>
              <a:rPr lang="en-US" sz="4800" dirty="0">
                <a:latin typeface="Cambria" panose="02040503050406030204" pitchFamily="18" charset="0"/>
                <a:ea typeface="Cambria" panose="02040503050406030204" pitchFamily="18" charset="0"/>
              </a:rPr>
              <a:t>6 vertices and 7 nodes </a:t>
            </a:r>
          </a:p>
        </p:txBody>
      </p:sp>
      <p:sp>
        <p:nvSpPr>
          <p:cNvPr id="8" name="Title 10"/>
          <p:cNvSpPr>
            <a:spLocks noGrp="1"/>
          </p:cNvSpPr>
          <p:nvPr>
            <p:ph type="title"/>
          </p:nvPr>
        </p:nvSpPr>
        <p:spPr>
          <a:xfrm>
            <a:off x="737951" y="791369"/>
            <a:ext cx="13283089" cy="1223242"/>
          </a:xfrm>
          <a:solidFill>
            <a:schemeClr val="bg1"/>
          </a:solidFill>
        </p:spPr>
        <p:txBody>
          <a:bodyPr>
            <a:normAutofit/>
          </a:bodyPr>
          <a:lstStyle/>
          <a:p>
            <a:r>
              <a:rPr lang="en-US" sz="4800" b="1" dirty="0">
                <a:solidFill>
                  <a:srgbClr val="0000FF"/>
                </a:solidFill>
                <a:latin typeface="Cambria" panose="02040503050406030204" pitchFamily="18" charset="0"/>
                <a:ea typeface="Cambria" panose="02040503050406030204" pitchFamily="18" charset="0"/>
              </a:rPr>
              <a:t>Simple Graph</a:t>
            </a:r>
            <a:endParaRPr lang="en-US" sz="4800" dirty="0">
              <a:solidFill>
                <a:srgbClr val="0000FF"/>
              </a:solidFill>
              <a:latin typeface="Cambria" panose="02040503050406030204" pitchFamily="18" charset="0"/>
              <a:ea typeface="Cambria" panose="02040503050406030204" pitchFamily="18" charset="0"/>
            </a:endParaRPr>
          </a:p>
        </p:txBody>
      </p:sp>
      <p:sp>
        <p:nvSpPr>
          <p:cNvPr id="6" name="Date Placeholder 5"/>
          <p:cNvSpPr>
            <a:spLocks noGrp="1"/>
          </p:cNvSpPr>
          <p:nvPr>
            <p:ph type="dt" sz="half" idx="10"/>
          </p:nvPr>
        </p:nvSpPr>
        <p:spPr/>
        <p:txBody>
          <a:bodyPr/>
          <a:lstStyle/>
          <a:p>
            <a:fld id="{53158F5D-2943-4C5D-8FF1-CF0C00FB4843}" type="datetime1">
              <a:rPr lang="en-US" smtClean="0"/>
              <a:pPr/>
              <a:t>8/5/2026</a:t>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96D3FBB0-D960-5A16-D10C-F9BA35E36E86}"/>
              </a:ext>
            </a:extLst>
          </p:cNvPr>
          <p:cNvPicPr>
            <a:picLocks noChangeAspect="1"/>
          </p:cNvPicPr>
          <p:nvPr/>
        </p:nvPicPr>
        <p:blipFill rotWithShape="1">
          <a:blip r:embed="rId2">
            <a:alphaModFix amt="60000"/>
          </a:blip>
          <a:srcRect r="-1" b="3428"/>
          <a:stretch/>
        </p:blipFill>
        <p:spPr>
          <a:xfrm>
            <a:off x="1028667" y="719362"/>
            <a:ext cx="12934382" cy="8640960"/>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3" name="Subtitle 2"/>
          <p:cNvSpPr>
            <a:spLocks noGrp="1"/>
          </p:cNvSpPr>
          <p:nvPr>
            <p:ph type="subTitle" idx="1"/>
          </p:nvPr>
        </p:nvSpPr>
        <p:spPr>
          <a:xfrm>
            <a:off x="1802102" y="3356133"/>
            <a:ext cx="5534659" cy="5188743"/>
          </a:xfrm>
        </p:spPr>
        <p:style>
          <a:lnRef idx="2">
            <a:schemeClr val="accent2"/>
          </a:lnRef>
          <a:fillRef idx="1">
            <a:schemeClr val="lt1"/>
          </a:fillRef>
          <a:effectRef idx="0">
            <a:schemeClr val="accent2"/>
          </a:effectRef>
          <a:fontRef idx="minor">
            <a:schemeClr val="dk1"/>
          </a:fontRef>
        </p:style>
        <p:txBody>
          <a:bodyPr>
            <a:noAutofit/>
          </a:bodyPr>
          <a:lstStyle/>
          <a:p>
            <a:pPr algn="l"/>
            <a:r>
              <a:rPr lang="en-IN" sz="3228" b="1" dirty="0">
                <a:solidFill>
                  <a:schemeClr val="tx1"/>
                </a:solidFill>
              </a:rPr>
              <a:t>  </a:t>
            </a:r>
            <a:r>
              <a:rPr lang="en-IN" sz="3228" dirty="0">
                <a:solidFill>
                  <a:schemeClr val="tx1"/>
                </a:solidFill>
              </a:rPr>
              <a:t>    </a:t>
            </a:r>
            <a:r>
              <a:rPr lang="en-IN" sz="2583" b="1" i="1" dirty="0">
                <a:solidFill>
                  <a:schemeClr val="tx1"/>
                </a:solidFill>
              </a:rPr>
              <a:t>0     1     0     0     0     0     0     0     0</a:t>
            </a:r>
          </a:p>
          <a:p>
            <a:r>
              <a:rPr lang="en-IN" sz="2583" b="1" i="1" dirty="0">
                <a:solidFill>
                  <a:schemeClr val="tx1"/>
                </a:solidFill>
              </a:rPr>
              <a:t>     1     0     1     0     0     1     0     0     0</a:t>
            </a:r>
          </a:p>
          <a:p>
            <a:r>
              <a:rPr lang="en-IN" sz="2583" b="1" i="1" dirty="0">
                <a:solidFill>
                  <a:schemeClr val="tx1"/>
                </a:solidFill>
              </a:rPr>
              <a:t>     0     1     0     1     0     0     1     0     0</a:t>
            </a:r>
          </a:p>
          <a:p>
            <a:r>
              <a:rPr lang="en-IN" sz="2583" b="1" i="1" dirty="0">
                <a:solidFill>
                  <a:schemeClr val="tx1"/>
                </a:solidFill>
              </a:rPr>
              <a:t>     0     0     1     0     1     0     0     0     0</a:t>
            </a:r>
          </a:p>
          <a:p>
            <a:r>
              <a:rPr lang="en-IN" sz="2583" b="1" i="1" dirty="0">
                <a:solidFill>
                  <a:schemeClr val="tx1"/>
                </a:solidFill>
              </a:rPr>
              <a:t>     0     0     0     1     0     0     0     0     1</a:t>
            </a:r>
          </a:p>
          <a:p>
            <a:r>
              <a:rPr lang="en-IN" sz="2583" b="1" i="1" dirty="0">
                <a:solidFill>
                  <a:schemeClr val="tx1"/>
                </a:solidFill>
              </a:rPr>
              <a:t>     0     1     0     0     0     0     1     0     0</a:t>
            </a:r>
          </a:p>
          <a:p>
            <a:r>
              <a:rPr lang="en-IN" sz="2583" b="1" i="1" dirty="0">
                <a:solidFill>
                  <a:schemeClr val="tx1"/>
                </a:solidFill>
              </a:rPr>
              <a:t>     0     0     1     0     0     1     0     1     0</a:t>
            </a:r>
          </a:p>
          <a:p>
            <a:r>
              <a:rPr lang="en-IN" sz="2583" b="1" i="1" dirty="0">
                <a:solidFill>
                  <a:schemeClr val="tx1"/>
                </a:solidFill>
              </a:rPr>
              <a:t>     0     0     0     0     0     0     1     0     1</a:t>
            </a:r>
          </a:p>
          <a:p>
            <a:r>
              <a:rPr lang="en-IN" sz="2583" b="1" i="1" dirty="0">
                <a:solidFill>
                  <a:schemeClr val="tx1"/>
                </a:solidFill>
              </a:rPr>
              <a:t>     0     0     0     0     1     0     0     1     0</a:t>
            </a:r>
          </a:p>
          <a:p>
            <a:endParaRPr lang="en-IN" sz="2583" b="1" i="1" dirty="0">
              <a:solidFill>
                <a:schemeClr val="tx1"/>
              </a:solidFill>
            </a:endParaRPr>
          </a:p>
        </p:txBody>
      </p:sp>
      <p:sp>
        <p:nvSpPr>
          <p:cNvPr id="17" name="Rectangle 16"/>
          <p:cNvSpPr/>
          <p:nvPr/>
        </p:nvSpPr>
        <p:spPr>
          <a:xfrm>
            <a:off x="2356690" y="2786497"/>
            <a:ext cx="4888016" cy="489814"/>
          </a:xfrm>
          <a:prstGeom prst="rect">
            <a:avLst/>
          </a:prstGeom>
          <a:solidFill>
            <a:schemeClr val="bg1"/>
          </a:solidFill>
        </p:spPr>
        <p:txBody>
          <a:bodyPr wrap="square">
            <a:spAutoFit/>
          </a:bodyPr>
          <a:lstStyle/>
          <a:p>
            <a:r>
              <a:rPr lang="en-IN" sz="2583" dirty="0"/>
              <a:t> </a:t>
            </a:r>
            <a:r>
              <a:rPr lang="en-IN" sz="2583" b="1" i="1" dirty="0">
                <a:solidFill>
                  <a:srgbClr val="FF0000"/>
                </a:solidFill>
              </a:rPr>
              <a:t>1     2     3     4     5     6     7     8     9</a:t>
            </a:r>
          </a:p>
        </p:txBody>
      </p:sp>
      <p:sp>
        <p:nvSpPr>
          <p:cNvPr id="23" name="Rectangle 22"/>
          <p:cNvSpPr/>
          <p:nvPr/>
        </p:nvSpPr>
        <p:spPr>
          <a:xfrm rot="5400000">
            <a:off x="-760853" y="5359681"/>
            <a:ext cx="4496910" cy="489814"/>
          </a:xfrm>
          <a:prstGeom prst="rect">
            <a:avLst/>
          </a:prstGeom>
          <a:solidFill>
            <a:schemeClr val="bg1"/>
          </a:solidFill>
        </p:spPr>
        <p:txBody>
          <a:bodyPr wrap="square">
            <a:spAutoFit/>
          </a:bodyPr>
          <a:lstStyle/>
          <a:p>
            <a:r>
              <a:rPr lang="en-IN" sz="2583" dirty="0"/>
              <a:t> </a:t>
            </a:r>
            <a:r>
              <a:rPr lang="en-IN" sz="2583" dirty="0">
                <a:solidFill>
                  <a:srgbClr val="FF0000"/>
                </a:solidFill>
              </a:rPr>
              <a:t>1 </a:t>
            </a:r>
            <a:r>
              <a:rPr lang="en-IN" sz="2583" b="1" i="1" dirty="0">
                <a:solidFill>
                  <a:srgbClr val="FF0000"/>
                </a:solidFill>
              </a:rPr>
              <a:t>   2    3    4    5    6    7    8     9</a:t>
            </a:r>
          </a:p>
        </p:txBody>
      </p:sp>
      <p:pic>
        <p:nvPicPr>
          <p:cNvPr id="3075" name="Picture 3" descr="C:\Users\Dr S K Dana\Desktop\mat_simple.jpg"/>
          <p:cNvPicPr>
            <a:picLocks noChangeAspect="1" noChangeArrowheads="1"/>
          </p:cNvPicPr>
          <p:nvPr/>
        </p:nvPicPr>
        <p:blipFill>
          <a:blip r:embed="rId3" cstate="print"/>
          <a:srcRect/>
          <a:stretch>
            <a:fillRect/>
          </a:stretch>
        </p:blipFill>
        <p:spPr bwMode="auto">
          <a:xfrm>
            <a:off x="7868887" y="1710109"/>
            <a:ext cx="6552405" cy="7002140"/>
          </a:xfrm>
          <a:prstGeom prst="rect">
            <a:avLst/>
          </a:prstGeom>
          <a:noFill/>
        </p:spPr>
      </p:pic>
      <p:sp>
        <p:nvSpPr>
          <p:cNvPr id="9" name="Date Placeholder 8"/>
          <p:cNvSpPr>
            <a:spLocks noGrp="1"/>
          </p:cNvSpPr>
          <p:nvPr>
            <p:ph type="dt" sz="half" idx="10"/>
          </p:nvPr>
        </p:nvSpPr>
        <p:spPr/>
        <p:txBody>
          <a:bodyPr/>
          <a:lstStyle/>
          <a:p>
            <a:fld id="{A3F56E85-CF1D-4236-A7B8-B44042D18ABE}" type="datetime1">
              <a:rPr lang="en-US" smtClean="0"/>
              <a:pPr/>
              <a:t>8/5/2026</a:t>
            </a:fld>
            <a:endParaRPr lang="en-IN"/>
          </a:p>
        </p:txBody>
      </p:sp>
      <p:sp>
        <p:nvSpPr>
          <p:cNvPr id="2" name="Title 10">
            <a:extLst>
              <a:ext uri="{FF2B5EF4-FFF2-40B4-BE49-F238E27FC236}">
                <a16:creationId xmlns:a16="http://schemas.microsoft.com/office/drawing/2014/main" id="{DF806519-E65B-89A3-8224-B41E170FD3FF}"/>
              </a:ext>
            </a:extLst>
          </p:cNvPr>
          <p:cNvSpPr txBox="1">
            <a:spLocks/>
          </p:cNvSpPr>
          <p:nvPr/>
        </p:nvSpPr>
        <p:spPr>
          <a:xfrm>
            <a:off x="3384944" y="407085"/>
            <a:ext cx="7848872" cy="1208418"/>
          </a:xfrm>
          <a:prstGeom prst="rect">
            <a:avLst/>
          </a:prstGeom>
          <a:solidFill>
            <a:schemeClr val="bg1"/>
          </a:solidFill>
        </p:spPr>
        <p:txBody>
          <a:bodyPr vert="horz" lIns="91440" tIns="45720" rIns="91440" bIns="45720" rtlCol="0" anchor="ctr">
            <a:norm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Adjacency matrix</a:t>
            </a:r>
            <a:endParaRPr lang="en-US" sz="4400" dirty="0">
              <a:solidFill>
                <a:srgbClr val="0000FF"/>
              </a:solidFill>
              <a:latin typeface="Cambria" panose="02040503050406030204" pitchFamily="18" charset="0"/>
              <a:ea typeface="Cambria" panose="02040503050406030204" pitchFamily="18" charset="0"/>
            </a:endParaRPr>
          </a:p>
        </p:txBody>
      </p:sp>
      <p:pic>
        <p:nvPicPr>
          <p:cNvPr id="6" name="Picture 5">
            <a:extLst>
              <a:ext uri="{FF2B5EF4-FFF2-40B4-BE49-F238E27FC236}">
                <a16:creationId xmlns:a16="http://schemas.microsoft.com/office/drawing/2014/main" id="{BE14048C-0875-C6FA-7EB7-67027B3CC8FC}"/>
              </a:ext>
            </a:extLst>
          </p:cNvPr>
          <p:cNvPicPr>
            <a:picLocks noChangeAspect="1"/>
          </p:cNvPicPr>
          <p:nvPr/>
        </p:nvPicPr>
        <p:blipFill>
          <a:blip r:embed="rId4"/>
          <a:stretch>
            <a:fillRect/>
          </a:stretch>
        </p:blipFill>
        <p:spPr>
          <a:xfrm>
            <a:off x="4012620" y="8273299"/>
            <a:ext cx="7221196" cy="1067111"/>
          </a:xfrm>
          <a:prstGeom prst="rect">
            <a:avLst/>
          </a:prstGeom>
        </p:spPr>
      </p:pic>
    </p:spTree>
    <p:extLst>
      <p:ext uri="{BB962C8B-B14F-4D97-AF65-F5344CB8AC3E}">
        <p14:creationId xmlns:p14="http://schemas.microsoft.com/office/powerpoint/2010/main" val="3911238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Network Technology Background">
            <a:extLst>
              <a:ext uri="{FF2B5EF4-FFF2-40B4-BE49-F238E27FC236}">
                <a16:creationId xmlns:a16="http://schemas.microsoft.com/office/drawing/2014/main" id="{C9F4D3A7-0764-C980-E44C-074F8B19A91D}"/>
              </a:ext>
            </a:extLst>
          </p:cNvPr>
          <p:cNvPicPr>
            <a:picLocks noChangeAspect="1"/>
          </p:cNvPicPr>
          <p:nvPr/>
        </p:nvPicPr>
        <p:blipFill rotWithShape="1">
          <a:blip r:embed="rId2">
            <a:alphaModFix amt="60000"/>
          </a:blip>
          <a:srcRect r="-1" b="3428"/>
          <a:stretch/>
        </p:blipFill>
        <p:spPr>
          <a:xfrm>
            <a:off x="1042791" y="620946"/>
            <a:ext cx="12973910" cy="8667367"/>
          </a:xfrm>
          <a:prstGeom prst="rect">
            <a:avLst/>
          </a:prstGeom>
          <a:solidFill>
            <a:schemeClr val="bg1"/>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Title 1"/>
          <p:cNvSpPr>
            <a:spLocks noGrp="1"/>
          </p:cNvSpPr>
          <p:nvPr>
            <p:ph type="title"/>
          </p:nvPr>
        </p:nvSpPr>
        <p:spPr>
          <a:xfrm>
            <a:off x="1184636" y="620946"/>
            <a:ext cx="12836403" cy="1466567"/>
          </a:xfrm>
          <a:solidFill>
            <a:schemeClr val="bg1"/>
          </a:solidFill>
        </p:spPr>
        <p:txBody>
          <a:bodyPr>
            <a:normAutofit/>
          </a:bodyPr>
          <a:lstStyle/>
          <a:p>
            <a:r>
              <a:rPr lang="en-US" sz="4800" b="1" dirty="0">
                <a:solidFill>
                  <a:srgbClr val="0000FF"/>
                </a:solidFill>
                <a:latin typeface="Cambria" panose="02040503050406030204" pitchFamily="18" charset="0"/>
                <a:ea typeface="Cambria" panose="02040503050406030204" pitchFamily="18" charset="0"/>
              </a:rPr>
              <a:t>Complex network</a:t>
            </a:r>
          </a:p>
        </p:txBody>
      </p:sp>
      <p:sp>
        <p:nvSpPr>
          <p:cNvPr id="3" name="Content Placeholder 2"/>
          <p:cNvSpPr>
            <a:spLocks noGrp="1"/>
          </p:cNvSpPr>
          <p:nvPr>
            <p:ph idx="1"/>
          </p:nvPr>
        </p:nvSpPr>
        <p:spPr>
          <a:xfrm>
            <a:off x="1184637" y="2197697"/>
            <a:ext cx="12690218" cy="7127344"/>
          </a:xfrm>
          <a:solidFill>
            <a:schemeClr val="bg1"/>
          </a:solidFill>
        </p:spPr>
        <p:txBody>
          <a:bodyPr>
            <a:normAutofit/>
          </a:bodyPr>
          <a:lstStyle/>
          <a:p>
            <a:r>
              <a:rPr lang="en-US" sz="4400" dirty="0">
                <a:latin typeface="Cambria" panose="02040503050406030204" pitchFamily="18" charset="0"/>
                <a:ea typeface="Cambria" panose="02040503050406030204" pitchFamily="18" charset="0"/>
              </a:rPr>
              <a:t>Directed</a:t>
            </a:r>
          </a:p>
          <a:p>
            <a:r>
              <a:rPr lang="en-US" sz="4400" dirty="0">
                <a:latin typeface="Cambria" panose="02040503050406030204" pitchFamily="18" charset="0"/>
                <a:ea typeface="Cambria" panose="02040503050406030204" pitchFamily="18" charset="0"/>
              </a:rPr>
              <a:t>Undirected</a:t>
            </a:r>
          </a:p>
          <a:p>
            <a:r>
              <a:rPr lang="en-US" sz="4400" dirty="0">
                <a:latin typeface="Cambria" panose="02040503050406030204" pitchFamily="18" charset="0"/>
                <a:ea typeface="Cambria" panose="02040503050406030204" pitchFamily="18" charset="0"/>
              </a:rPr>
              <a:t>Weighted</a:t>
            </a:r>
          </a:p>
          <a:p>
            <a:r>
              <a:rPr lang="en-US" sz="4400" dirty="0">
                <a:latin typeface="Cambria" panose="02040503050406030204" pitchFamily="18" charset="0"/>
                <a:ea typeface="Cambria" panose="02040503050406030204" pitchFamily="18" charset="0"/>
              </a:rPr>
              <a:t>Regular Network</a:t>
            </a:r>
          </a:p>
          <a:p>
            <a:pPr>
              <a:buNone/>
            </a:pPr>
            <a:r>
              <a:rPr lang="en-US" sz="4400" dirty="0">
                <a:latin typeface="Cambria" panose="02040503050406030204" pitchFamily="18" charset="0"/>
                <a:ea typeface="Cambria" panose="02040503050406030204" pitchFamily="18" charset="0"/>
              </a:rPr>
              <a:t> </a:t>
            </a:r>
          </a:p>
          <a:p>
            <a:endParaRPr lang="en-US" sz="4400" dirty="0">
              <a:latin typeface="Cambria" panose="02040503050406030204" pitchFamily="18" charset="0"/>
              <a:ea typeface="Cambria" panose="02040503050406030204" pitchFamily="18" charset="0"/>
            </a:endParaRPr>
          </a:p>
        </p:txBody>
      </p:sp>
      <p:sp>
        <p:nvSpPr>
          <p:cNvPr id="4" name="Date Placeholder 3"/>
          <p:cNvSpPr>
            <a:spLocks noGrp="1"/>
          </p:cNvSpPr>
          <p:nvPr>
            <p:ph type="dt" sz="half" idx="10"/>
          </p:nvPr>
        </p:nvSpPr>
        <p:spPr/>
        <p:txBody>
          <a:bodyPr/>
          <a:lstStyle/>
          <a:p>
            <a:fld id="{926669E4-C79C-46B0-B621-C101A5693E28}" type="datetime1">
              <a:rPr lang="en-US" smtClean="0"/>
              <a:pPr/>
              <a:t>8/5/2026</a:t>
            </a:fld>
            <a:endParaRPr lang="en-IN"/>
          </a:p>
        </p:txBody>
      </p:sp>
    </p:spTree>
    <p:extLst>
      <p:ext uri="{BB962C8B-B14F-4D97-AF65-F5344CB8AC3E}">
        <p14:creationId xmlns:p14="http://schemas.microsoft.com/office/powerpoint/2010/main" val="4145392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4" presetClass="entr" presetSubtype="0" accel="10000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2000" fill="hold"/>
                                        <p:tgtEl>
                                          <p:spTgt spid="3">
                                            <p:txEl>
                                              <p:pRg st="0" end="0"/>
                                            </p:txEl>
                                          </p:spTgt>
                                        </p:tgtEl>
                                        <p:attrNameLst>
                                          <p:attrName>ppt_w</p:attrName>
                                        </p:attrNameLst>
                                      </p:cBhvr>
                                      <p:tavLst>
                                        <p:tav tm="0">
                                          <p:val>
                                            <p:strVal val="#ppt_w*0.05"/>
                                          </p:val>
                                        </p:tav>
                                        <p:tav tm="100000">
                                          <p:val>
                                            <p:strVal val="#ppt_w"/>
                                          </p:val>
                                        </p:tav>
                                      </p:tavLst>
                                    </p:anim>
                                    <p:anim calcmode="lin" valueType="num">
                                      <p:cBhvr>
                                        <p:cTn id="8" dur="2000" fill="hold"/>
                                        <p:tgtEl>
                                          <p:spTgt spid="3">
                                            <p:txEl>
                                              <p:pRg st="0" end="0"/>
                                            </p:txEl>
                                          </p:spTgt>
                                        </p:tgtEl>
                                        <p:attrNameLst>
                                          <p:attrName>ppt_h</p:attrName>
                                        </p:attrNameLst>
                                      </p:cBhvr>
                                      <p:tavLst>
                                        <p:tav tm="0">
                                          <p:val>
                                            <p:strVal val="#ppt_h"/>
                                          </p:val>
                                        </p:tav>
                                        <p:tav tm="100000">
                                          <p:val>
                                            <p:strVal val="#ppt_h"/>
                                          </p:val>
                                        </p:tav>
                                      </p:tavLst>
                                    </p:anim>
                                    <p:anim calcmode="lin" valueType="num">
                                      <p:cBhvr>
                                        <p:cTn id="9" dur="2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10" dur="2000" fill="hold"/>
                                        <p:tgtEl>
                                          <p:spTgt spid="3">
                                            <p:txEl>
                                              <p:pRg st="0" end="0"/>
                                            </p:txEl>
                                          </p:spTgt>
                                        </p:tgtEl>
                                        <p:attrNameLst>
                                          <p:attrName>ppt_y</p:attrName>
                                        </p:attrNameLst>
                                      </p:cBhvr>
                                      <p:tavLst>
                                        <p:tav tm="0">
                                          <p:val>
                                            <p:strVal val="#ppt_y"/>
                                          </p:val>
                                        </p:tav>
                                        <p:tav tm="100000">
                                          <p:val>
                                            <p:strVal val="#ppt_y"/>
                                          </p:val>
                                        </p:tav>
                                      </p:tavLst>
                                    </p:anim>
                                    <p:animEffect transition="in" filter="fade">
                                      <p:cBhvr>
                                        <p:cTn id="11" dur="2000"/>
                                        <p:tgtEl>
                                          <p:spTgt spid="3">
                                            <p:txEl>
                                              <p:pRg st="0" end="0"/>
                                            </p:txEl>
                                          </p:spTgt>
                                        </p:tgtEl>
                                      </p:cBhvr>
                                    </p:animEffect>
                                  </p:childTnLst>
                                </p:cTn>
                              </p:par>
                              <p:par>
                                <p:cTn id="12" presetID="54" presetClass="entr" presetSubtype="0" accel="100000" fill="hold" grpId="0"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2000" fill="hold"/>
                                        <p:tgtEl>
                                          <p:spTgt spid="3">
                                            <p:txEl>
                                              <p:pRg st="1" end="1"/>
                                            </p:txEl>
                                          </p:spTgt>
                                        </p:tgtEl>
                                        <p:attrNameLst>
                                          <p:attrName>ppt_w</p:attrName>
                                        </p:attrNameLst>
                                      </p:cBhvr>
                                      <p:tavLst>
                                        <p:tav tm="0">
                                          <p:val>
                                            <p:strVal val="#ppt_w*0.05"/>
                                          </p:val>
                                        </p:tav>
                                        <p:tav tm="100000">
                                          <p:val>
                                            <p:strVal val="#ppt_w"/>
                                          </p:val>
                                        </p:tav>
                                      </p:tavLst>
                                    </p:anim>
                                    <p:anim calcmode="lin" valueType="num">
                                      <p:cBhvr>
                                        <p:cTn id="15" dur="2000" fill="hold"/>
                                        <p:tgtEl>
                                          <p:spTgt spid="3">
                                            <p:txEl>
                                              <p:pRg st="1" end="1"/>
                                            </p:txEl>
                                          </p:spTgt>
                                        </p:tgtEl>
                                        <p:attrNameLst>
                                          <p:attrName>ppt_h</p:attrName>
                                        </p:attrNameLst>
                                      </p:cBhvr>
                                      <p:tavLst>
                                        <p:tav tm="0">
                                          <p:val>
                                            <p:strVal val="#ppt_h"/>
                                          </p:val>
                                        </p:tav>
                                        <p:tav tm="100000">
                                          <p:val>
                                            <p:strVal val="#ppt_h"/>
                                          </p:val>
                                        </p:tav>
                                      </p:tavLst>
                                    </p:anim>
                                    <p:anim calcmode="lin" valueType="num">
                                      <p:cBhvr>
                                        <p:cTn id="16" dur="2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7" dur="2000" fill="hold"/>
                                        <p:tgtEl>
                                          <p:spTgt spid="3">
                                            <p:txEl>
                                              <p:pRg st="1" end="1"/>
                                            </p:txEl>
                                          </p:spTgt>
                                        </p:tgtEl>
                                        <p:attrNameLst>
                                          <p:attrName>ppt_y</p:attrName>
                                        </p:attrNameLst>
                                      </p:cBhvr>
                                      <p:tavLst>
                                        <p:tav tm="0">
                                          <p:val>
                                            <p:strVal val="#ppt_y"/>
                                          </p:val>
                                        </p:tav>
                                        <p:tav tm="100000">
                                          <p:val>
                                            <p:strVal val="#ppt_y"/>
                                          </p:val>
                                        </p:tav>
                                      </p:tavLst>
                                    </p:anim>
                                    <p:animEffect transition="in" filter="fade">
                                      <p:cBhvr>
                                        <p:cTn id="18" dur="2000"/>
                                        <p:tgtEl>
                                          <p:spTgt spid="3">
                                            <p:txEl>
                                              <p:pRg st="1" end="1"/>
                                            </p:txEl>
                                          </p:spTgt>
                                        </p:tgtEl>
                                      </p:cBhvr>
                                    </p:animEffect>
                                  </p:childTnLst>
                                </p:cTn>
                              </p:par>
                              <p:par>
                                <p:cTn id="19" presetID="54" presetClass="entr" presetSubtype="0" accel="100000"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2000" fill="hold"/>
                                        <p:tgtEl>
                                          <p:spTgt spid="3">
                                            <p:txEl>
                                              <p:pRg st="2" end="2"/>
                                            </p:txEl>
                                          </p:spTgt>
                                        </p:tgtEl>
                                        <p:attrNameLst>
                                          <p:attrName>ppt_w</p:attrName>
                                        </p:attrNameLst>
                                      </p:cBhvr>
                                      <p:tavLst>
                                        <p:tav tm="0">
                                          <p:val>
                                            <p:strVal val="#ppt_w*0.05"/>
                                          </p:val>
                                        </p:tav>
                                        <p:tav tm="100000">
                                          <p:val>
                                            <p:strVal val="#ppt_w"/>
                                          </p:val>
                                        </p:tav>
                                      </p:tavLst>
                                    </p:anim>
                                    <p:anim calcmode="lin" valueType="num">
                                      <p:cBhvr>
                                        <p:cTn id="22" dur="2000" fill="hold"/>
                                        <p:tgtEl>
                                          <p:spTgt spid="3">
                                            <p:txEl>
                                              <p:pRg st="2" end="2"/>
                                            </p:txEl>
                                          </p:spTgt>
                                        </p:tgtEl>
                                        <p:attrNameLst>
                                          <p:attrName>ppt_h</p:attrName>
                                        </p:attrNameLst>
                                      </p:cBhvr>
                                      <p:tavLst>
                                        <p:tav tm="0">
                                          <p:val>
                                            <p:strVal val="#ppt_h"/>
                                          </p:val>
                                        </p:tav>
                                        <p:tav tm="100000">
                                          <p:val>
                                            <p:strVal val="#ppt_h"/>
                                          </p:val>
                                        </p:tav>
                                      </p:tavLst>
                                    </p:anim>
                                    <p:anim calcmode="lin" valueType="num">
                                      <p:cBhvr>
                                        <p:cTn id="23" dur="2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4" dur="2000" fill="hold"/>
                                        <p:tgtEl>
                                          <p:spTgt spid="3">
                                            <p:txEl>
                                              <p:pRg st="2" end="2"/>
                                            </p:txEl>
                                          </p:spTgt>
                                        </p:tgtEl>
                                        <p:attrNameLst>
                                          <p:attrName>ppt_y</p:attrName>
                                        </p:attrNameLst>
                                      </p:cBhvr>
                                      <p:tavLst>
                                        <p:tav tm="0">
                                          <p:val>
                                            <p:strVal val="#ppt_y"/>
                                          </p:val>
                                        </p:tav>
                                        <p:tav tm="100000">
                                          <p:val>
                                            <p:strVal val="#ppt_y"/>
                                          </p:val>
                                        </p:tav>
                                      </p:tavLst>
                                    </p:anim>
                                    <p:animEffect transition="in" filter="fade">
                                      <p:cBhvr>
                                        <p:cTn id="25" dur="2000"/>
                                        <p:tgtEl>
                                          <p:spTgt spid="3">
                                            <p:txEl>
                                              <p:pRg st="2" end="2"/>
                                            </p:txEl>
                                          </p:spTgt>
                                        </p:tgtEl>
                                      </p:cBhvr>
                                    </p:animEffect>
                                  </p:childTnLst>
                                </p:cTn>
                              </p:par>
                              <p:par>
                                <p:cTn id="26" presetID="54" presetClass="entr" presetSubtype="0" accel="100000" fill="hold" grpId="0"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2000" fill="hold"/>
                                        <p:tgtEl>
                                          <p:spTgt spid="3">
                                            <p:txEl>
                                              <p:pRg st="3" end="3"/>
                                            </p:txEl>
                                          </p:spTgt>
                                        </p:tgtEl>
                                        <p:attrNameLst>
                                          <p:attrName>ppt_w</p:attrName>
                                        </p:attrNameLst>
                                      </p:cBhvr>
                                      <p:tavLst>
                                        <p:tav tm="0">
                                          <p:val>
                                            <p:strVal val="#ppt_w*0.05"/>
                                          </p:val>
                                        </p:tav>
                                        <p:tav tm="100000">
                                          <p:val>
                                            <p:strVal val="#ppt_w"/>
                                          </p:val>
                                        </p:tav>
                                      </p:tavLst>
                                    </p:anim>
                                    <p:anim calcmode="lin" valueType="num">
                                      <p:cBhvr>
                                        <p:cTn id="29" dur="2000" fill="hold"/>
                                        <p:tgtEl>
                                          <p:spTgt spid="3">
                                            <p:txEl>
                                              <p:pRg st="3" end="3"/>
                                            </p:txEl>
                                          </p:spTgt>
                                        </p:tgtEl>
                                        <p:attrNameLst>
                                          <p:attrName>ppt_h</p:attrName>
                                        </p:attrNameLst>
                                      </p:cBhvr>
                                      <p:tavLst>
                                        <p:tav tm="0">
                                          <p:val>
                                            <p:strVal val="#ppt_h"/>
                                          </p:val>
                                        </p:tav>
                                        <p:tav tm="100000">
                                          <p:val>
                                            <p:strVal val="#ppt_h"/>
                                          </p:val>
                                        </p:tav>
                                      </p:tavLst>
                                    </p:anim>
                                    <p:anim calcmode="lin" valueType="num">
                                      <p:cBhvr>
                                        <p:cTn id="30" dur="20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31" dur="2000" fill="hold"/>
                                        <p:tgtEl>
                                          <p:spTgt spid="3">
                                            <p:txEl>
                                              <p:pRg st="3" end="3"/>
                                            </p:txEl>
                                          </p:spTgt>
                                        </p:tgtEl>
                                        <p:attrNameLst>
                                          <p:attrName>ppt_y</p:attrName>
                                        </p:attrNameLst>
                                      </p:cBhvr>
                                      <p:tavLst>
                                        <p:tav tm="0">
                                          <p:val>
                                            <p:strVal val="#ppt_y"/>
                                          </p:val>
                                        </p:tav>
                                        <p:tav tm="100000">
                                          <p:val>
                                            <p:strVal val="#ppt_y"/>
                                          </p:val>
                                        </p:tav>
                                      </p:tavLst>
                                    </p:anim>
                                    <p:animEffect transition="in" filter="fade">
                                      <p:cBhvr>
                                        <p:cTn id="32" dur="2000"/>
                                        <p:tgtEl>
                                          <p:spTgt spid="3">
                                            <p:txEl>
                                              <p:pRg st="3" end="3"/>
                                            </p:txEl>
                                          </p:spTgt>
                                        </p:tgtEl>
                                      </p:cBhvr>
                                    </p:animEffect>
                                  </p:childTnLst>
                                </p:cTn>
                              </p:par>
                              <p:par>
                                <p:cTn id="33" presetID="54" presetClass="entr" presetSubtype="0" accel="100000" fill="hold" grpId="0" nodeType="with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2000" fill="hold"/>
                                        <p:tgtEl>
                                          <p:spTgt spid="3">
                                            <p:txEl>
                                              <p:pRg st="4" end="4"/>
                                            </p:txEl>
                                          </p:spTgt>
                                        </p:tgtEl>
                                        <p:attrNameLst>
                                          <p:attrName>ppt_w</p:attrName>
                                        </p:attrNameLst>
                                      </p:cBhvr>
                                      <p:tavLst>
                                        <p:tav tm="0">
                                          <p:val>
                                            <p:strVal val="#ppt_w*0.05"/>
                                          </p:val>
                                        </p:tav>
                                        <p:tav tm="100000">
                                          <p:val>
                                            <p:strVal val="#ppt_w"/>
                                          </p:val>
                                        </p:tav>
                                      </p:tavLst>
                                    </p:anim>
                                    <p:anim calcmode="lin" valueType="num">
                                      <p:cBhvr>
                                        <p:cTn id="36" dur="2000" fill="hold"/>
                                        <p:tgtEl>
                                          <p:spTgt spid="3">
                                            <p:txEl>
                                              <p:pRg st="4" end="4"/>
                                            </p:txEl>
                                          </p:spTgt>
                                        </p:tgtEl>
                                        <p:attrNameLst>
                                          <p:attrName>ppt_h</p:attrName>
                                        </p:attrNameLst>
                                      </p:cBhvr>
                                      <p:tavLst>
                                        <p:tav tm="0">
                                          <p:val>
                                            <p:strVal val="#ppt_h"/>
                                          </p:val>
                                        </p:tav>
                                        <p:tav tm="100000">
                                          <p:val>
                                            <p:strVal val="#ppt_h"/>
                                          </p:val>
                                        </p:tav>
                                      </p:tavLst>
                                    </p:anim>
                                    <p:anim calcmode="lin" valueType="num">
                                      <p:cBhvr>
                                        <p:cTn id="37" dur="2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38" dur="2000" fill="hold"/>
                                        <p:tgtEl>
                                          <p:spTgt spid="3">
                                            <p:txEl>
                                              <p:pRg st="4" end="4"/>
                                            </p:txEl>
                                          </p:spTgt>
                                        </p:tgtEl>
                                        <p:attrNameLst>
                                          <p:attrName>ppt_y</p:attrName>
                                        </p:attrNameLst>
                                      </p:cBhvr>
                                      <p:tavLst>
                                        <p:tav tm="0">
                                          <p:val>
                                            <p:strVal val="#ppt_y"/>
                                          </p:val>
                                        </p:tav>
                                        <p:tav tm="100000">
                                          <p:val>
                                            <p:strVal val="#ppt_y"/>
                                          </p:val>
                                        </p:tav>
                                      </p:tavLst>
                                    </p:anim>
                                    <p:animEffect transition="in" filter="fade">
                                      <p:cBhvr>
                                        <p:cTn id="39"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Network Technology Background">
            <a:extLst>
              <a:ext uri="{FF2B5EF4-FFF2-40B4-BE49-F238E27FC236}">
                <a16:creationId xmlns:a16="http://schemas.microsoft.com/office/drawing/2014/main" id="{C9F4D3A7-0764-C980-E44C-074F8B19A91D}"/>
              </a:ext>
            </a:extLst>
          </p:cNvPr>
          <p:cNvPicPr>
            <a:picLocks noChangeAspect="1"/>
          </p:cNvPicPr>
          <p:nvPr/>
        </p:nvPicPr>
        <p:blipFill rotWithShape="1">
          <a:blip r:embed="rId2">
            <a:alphaModFix amt="60000"/>
          </a:blip>
          <a:srcRect r="-1" b="3428"/>
          <a:stretch/>
        </p:blipFill>
        <p:spPr>
          <a:xfrm>
            <a:off x="1042791" y="620946"/>
            <a:ext cx="12973910" cy="8667367"/>
          </a:xfrm>
          <a:prstGeom prst="rect">
            <a:avLst/>
          </a:prstGeom>
          <a:solidFill>
            <a:schemeClr val="bg1"/>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Title 1"/>
          <p:cNvSpPr>
            <a:spLocks noGrp="1"/>
          </p:cNvSpPr>
          <p:nvPr>
            <p:ph type="title"/>
          </p:nvPr>
        </p:nvSpPr>
        <p:spPr>
          <a:xfrm>
            <a:off x="1184636" y="620946"/>
            <a:ext cx="12836403" cy="1466567"/>
          </a:xfrm>
          <a:solidFill>
            <a:schemeClr val="bg1"/>
          </a:solidFill>
        </p:spPr>
        <p:txBody>
          <a:bodyPr>
            <a:normAutofit/>
          </a:bodyPr>
          <a:lstStyle/>
          <a:p>
            <a:r>
              <a:rPr lang="en-US" sz="4800" b="1" dirty="0">
                <a:solidFill>
                  <a:srgbClr val="0000FF"/>
                </a:solidFill>
                <a:latin typeface="Cambria" panose="02040503050406030204" pitchFamily="18" charset="0"/>
                <a:ea typeface="Cambria" panose="02040503050406030204" pitchFamily="18" charset="0"/>
              </a:rPr>
              <a:t>Complex network</a:t>
            </a:r>
          </a:p>
        </p:txBody>
      </p:sp>
      <p:sp>
        <p:nvSpPr>
          <p:cNvPr id="3" name="Content Placeholder 2"/>
          <p:cNvSpPr>
            <a:spLocks noGrp="1"/>
          </p:cNvSpPr>
          <p:nvPr>
            <p:ph idx="1"/>
          </p:nvPr>
        </p:nvSpPr>
        <p:spPr>
          <a:xfrm>
            <a:off x="1184637" y="2197697"/>
            <a:ext cx="12690218" cy="7127344"/>
          </a:xfrm>
          <a:solidFill>
            <a:schemeClr val="bg1"/>
          </a:solidFill>
        </p:spPr>
        <p:txBody>
          <a:bodyPr>
            <a:normAutofit/>
          </a:bodyPr>
          <a:lstStyle/>
          <a:p>
            <a:r>
              <a:rPr lang="en-US" sz="4400" dirty="0">
                <a:latin typeface="Cambria" panose="02040503050406030204" pitchFamily="18" charset="0"/>
                <a:ea typeface="Cambria" panose="02040503050406030204" pitchFamily="18" charset="0"/>
              </a:rPr>
              <a:t>Directed</a:t>
            </a:r>
          </a:p>
          <a:p>
            <a:r>
              <a:rPr lang="en-US" sz="4400" dirty="0">
                <a:latin typeface="Cambria" panose="02040503050406030204" pitchFamily="18" charset="0"/>
                <a:ea typeface="Cambria" panose="02040503050406030204" pitchFamily="18" charset="0"/>
              </a:rPr>
              <a:t>Undirected</a:t>
            </a:r>
          </a:p>
          <a:p>
            <a:r>
              <a:rPr lang="en-US" sz="4400" dirty="0">
                <a:latin typeface="Cambria" panose="02040503050406030204" pitchFamily="18" charset="0"/>
                <a:ea typeface="Cambria" panose="02040503050406030204" pitchFamily="18" charset="0"/>
              </a:rPr>
              <a:t>Weighted</a:t>
            </a:r>
          </a:p>
          <a:p>
            <a:r>
              <a:rPr lang="en-US" sz="4400" dirty="0">
                <a:latin typeface="Cambria" panose="02040503050406030204" pitchFamily="18" charset="0"/>
                <a:ea typeface="Cambria" panose="02040503050406030204" pitchFamily="18" charset="0"/>
              </a:rPr>
              <a:t>Regular Network</a:t>
            </a:r>
          </a:p>
          <a:p>
            <a:r>
              <a:rPr lang="en-US" sz="4400" dirty="0">
                <a:solidFill>
                  <a:srgbClr val="FF0000"/>
                </a:solidFill>
                <a:latin typeface="Cambria" panose="02040503050406030204" pitchFamily="18" charset="0"/>
                <a:ea typeface="Cambria" panose="02040503050406030204" pitchFamily="18" charset="0"/>
              </a:rPr>
              <a:t>Random Network</a:t>
            </a:r>
          </a:p>
          <a:p>
            <a:r>
              <a:rPr lang="en-US" sz="4400" dirty="0">
                <a:solidFill>
                  <a:srgbClr val="FF0000"/>
                </a:solidFill>
                <a:latin typeface="Cambria" panose="02040503050406030204" pitchFamily="18" charset="0"/>
                <a:ea typeface="Cambria" panose="02040503050406030204" pitchFamily="18" charset="0"/>
              </a:rPr>
              <a:t>Small World Network</a:t>
            </a:r>
          </a:p>
          <a:p>
            <a:r>
              <a:rPr lang="en-US" sz="4400" dirty="0">
                <a:solidFill>
                  <a:srgbClr val="FF0000"/>
                </a:solidFill>
                <a:latin typeface="Cambria" panose="02040503050406030204" pitchFamily="18" charset="0"/>
                <a:ea typeface="Cambria" panose="02040503050406030204" pitchFamily="18" charset="0"/>
              </a:rPr>
              <a:t>Scale-free network</a:t>
            </a:r>
          </a:p>
          <a:p>
            <a:pPr>
              <a:buNone/>
            </a:pPr>
            <a:r>
              <a:rPr lang="en-US" sz="4400" dirty="0">
                <a:latin typeface="Cambria" panose="02040503050406030204" pitchFamily="18" charset="0"/>
                <a:ea typeface="Cambria" panose="02040503050406030204" pitchFamily="18" charset="0"/>
              </a:rPr>
              <a:t> </a:t>
            </a:r>
          </a:p>
          <a:p>
            <a:endParaRPr lang="en-US" sz="4400" dirty="0">
              <a:latin typeface="Cambria" panose="02040503050406030204" pitchFamily="18" charset="0"/>
              <a:ea typeface="Cambria" panose="02040503050406030204" pitchFamily="18" charset="0"/>
            </a:endParaRPr>
          </a:p>
        </p:txBody>
      </p:sp>
      <p:sp>
        <p:nvSpPr>
          <p:cNvPr id="4" name="Date Placeholder 3"/>
          <p:cNvSpPr>
            <a:spLocks noGrp="1"/>
          </p:cNvSpPr>
          <p:nvPr>
            <p:ph type="dt" sz="half" idx="10"/>
          </p:nvPr>
        </p:nvSpPr>
        <p:spPr/>
        <p:txBody>
          <a:bodyPr/>
          <a:lstStyle/>
          <a:p>
            <a:fld id="{926669E4-C79C-46B0-B621-C101A5693E28}" type="datetime1">
              <a:rPr lang="en-US" smtClean="0"/>
              <a:pPr/>
              <a:t>8/5/2026</a:t>
            </a:fld>
            <a:endParaRPr lang="en-IN"/>
          </a:p>
        </p:txBody>
      </p:sp>
    </p:spTree>
    <p:extLst>
      <p:ext uri="{BB962C8B-B14F-4D97-AF65-F5344CB8AC3E}">
        <p14:creationId xmlns:p14="http://schemas.microsoft.com/office/powerpoint/2010/main" val="818744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E2B973DA-5A33-5289-3921-695B470BD878}"/>
              </a:ext>
            </a:extLst>
          </p:cNvPr>
          <p:cNvPicPr>
            <a:picLocks noChangeAspect="1"/>
          </p:cNvPicPr>
          <p:nvPr/>
        </p:nvPicPr>
        <p:blipFill rotWithShape="1">
          <a:blip r:embed="rId2">
            <a:alphaModFix amt="60000"/>
          </a:blip>
          <a:srcRect r="-1" b="3428"/>
          <a:stretch/>
        </p:blipFill>
        <p:spPr>
          <a:xfrm>
            <a:off x="1010902" y="759692"/>
            <a:ext cx="13189484" cy="881138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Title 1"/>
          <p:cNvSpPr>
            <a:spLocks noGrp="1"/>
          </p:cNvSpPr>
          <p:nvPr>
            <p:ph type="title"/>
          </p:nvPr>
        </p:nvSpPr>
        <p:spPr>
          <a:xfrm>
            <a:off x="737949" y="548059"/>
            <a:ext cx="13283090" cy="1361256"/>
          </a:xfrm>
          <a:solidFill>
            <a:schemeClr val="bg1"/>
          </a:solidFill>
        </p:spPr>
        <p:txBody>
          <a:bodyPr>
            <a:normAutofit/>
          </a:bodyPr>
          <a:lstStyle/>
          <a:p>
            <a:r>
              <a:rPr lang="en-US" sz="4800" b="1" dirty="0">
                <a:solidFill>
                  <a:srgbClr val="0000FF"/>
                </a:solidFill>
                <a:latin typeface="Cambria" panose="02040503050406030204" pitchFamily="18" charset="0"/>
                <a:ea typeface="Cambria" panose="02040503050406030204" pitchFamily="18" charset="0"/>
              </a:rPr>
              <a:t>Directed and undirected network</a:t>
            </a:r>
          </a:p>
        </p:txBody>
      </p:sp>
      <p:sp>
        <p:nvSpPr>
          <p:cNvPr id="3" name="Content Placeholder 2"/>
          <p:cNvSpPr>
            <a:spLocks noGrp="1"/>
          </p:cNvSpPr>
          <p:nvPr>
            <p:ph idx="1"/>
          </p:nvPr>
        </p:nvSpPr>
        <p:spPr>
          <a:xfrm>
            <a:off x="737949" y="2232453"/>
            <a:ext cx="13283089" cy="7305187"/>
          </a:xfrm>
          <a:solidFill>
            <a:schemeClr val="bg1"/>
          </a:solidFill>
        </p:spPr>
        <p:txBody>
          <a:bodyPr/>
          <a:lstStyle/>
          <a:p>
            <a:endParaRPr lang="en-US" sz="4400" dirty="0">
              <a:latin typeface="Cambria" panose="02040503050406030204" pitchFamily="18" charset="0"/>
              <a:ea typeface="Cambria" panose="02040503050406030204" pitchFamily="18" charset="0"/>
            </a:endParaRPr>
          </a:p>
          <a:p>
            <a:r>
              <a:rPr lang="en-US" sz="4400" dirty="0">
                <a:solidFill>
                  <a:srgbClr val="FF0000"/>
                </a:solidFill>
                <a:latin typeface="Cambria" panose="02040503050406030204" pitchFamily="18" charset="0"/>
                <a:ea typeface="Cambria" panose="02040503050406030204" pitchFamily="18" charset="0"/>
              </a:rPr>
              <a:t>Undirected: </a:t>
            </a:r>
            <a:r>
              <a:rPr lang="en-US" sz="4400" dirty="0">
                <a:latin typeface="Cambria" panose="02040503050406030204" pitchFamily="18" charset="0"/>
                <a:ea typeface="Cambria" panose="02040503050406030204" pitchFamily="18" charset="0"/>
              </a:rPr>
              <a:t>Edges have no orientation. The edge (a, b) is identical to the edge (b, a), i.e., they are not ordered pairs.</a:t>
            </a:r>
          </a:p>
          <a:p>
            <a:r>
              <a:rPr lang="en-US" sz="4400" dirty="0">
                <a:latin typeface="Cambria" panose="02040503050406030204" pitchFamily="18" charset="0"/>
                <a:ea typeface="Cambria" panose="02040503050406030204" pitchFamily="18" charset="0"/>
              </a:rPr>
              <a:t> </a:t>
            </a:r>
            <a:r>
              <a:rPr lang="en-US" sz="4400" dirty="0">
                <a:solidFill>
                  <a:srgbClr val="FF0000"/>
                </a:solidFill>
                <a:latin typeface="Cambria" panose="02040503050406030204" pitchFamily="18" charset="0"/>
                <a:ea typeface="Cambria" panose="02040503050406030204" pitchFamily="18" charset="0"/>
              </a:rPr>
              <a:t>Directed: </a:t>
            </a:r>
            <a:r>
              <a:rPr lang="en-US" sz="4400" dirty="0">
                <a:latin typeface="Cambria" panose="02040503050406030204" pitchFamily="18" charset="0"/>
                <a:ea typeface="Cambria" panose="02040503050406030204" pitchFamily="18" charset="0"/>
              </a:rPr>
              <a:t>Set of nodes connected by edges, where the edges have a direction associated with them.</a:t>
            </a:r>
          </a:p>
          <a:p>
            <a:endParaRPr lang="en-US" dirty="0"/>
          </a:p>
        </p:txBody>
      </p:sp>
      <p:pic>
        <p:nvPicPr>
          <p:cNvPr id="2051" name="Picture 3" descr="C:\Users\sou\Desktop\125px-Directed.svg.png"/>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Texturizer/>
                    </a14:imgEffect>
                  </a14:imgLayer>
                </a14:imgProps>
              </a:ext>
            </a:extLst>
          </a:blip>
          <a:srcRect/>
          <a:stretch>
            <a:fillRect/>
          </a:stretch>
        </p:blipFill>
        <p:spPr bwMode="auto">
          <a:xfrm>
            <a:off x="6443390" y="6984057"/>
            <a:ext cx="2324508" cy="2101356"/>
          </a:xfrm>
          <a:prstGeom prst="rect">
            <a:avLst/>
          </a:prstGeom>
          <a:noFill/>
        </p:spPr>
      </p:pic>
      <p:sp>
        <p:nvSpPr>
          <p:cNvPr id="5" name="Date Placeholder 4"/>
          <p:cNvSpPr>
            <a:spLocks noGrp="1"/>
          </p:cNvSpPr>
          <p:nvPr>
            <p:ph type="dt" sz="half" idx="10"/>
          </p:nvPr>
        </p:nvSpPr>
        <p:spPr/>
        <p:txBody>
          <a:bodyPr/>
          <a:lstStyle/>
          <a:p>
            <a:fld id="{B3FE718C-838B-441C-9003-6F3E703822F8}" type="datetime1">
              <a:rPr lang="en-US" smtClean="0"/>
              <a:pPr/>
              <a:t>8/5/2026</a:t>
            </a:fld>
            <a:endParaRPr lang="en-IN"/>
          </a:p>
        </p:txBody>
      </p:sp>
    </p:spTree>
    <p:extLst>
      <p:ext uri="{BB962C8B-B14F-4D97-AF65-F5344CB8AC3E}">
        <p14:creationId xmlns:p14="http://schemas.microsoft.com/office/powerpoint/2010/main" val="16940139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5A4B4CAA-ADDE-B317-FA5F-731B8F7FF214}"/>
              </a:ext>
            </a:extLst>
          </p:cNvPr>
          <p:cNvPicPr>
            <a:picLocks noChangeAspect="1"/>
          </p:cNvPicPr>
          <p:nvPr/>
        </p:nvPicPr>
        <p:blipFill rotWithShape="1">
          <a:blip r:embed="rId3">
            <a:alphaModFix amt="60000"/>
          </a:blip>
          <a:srcRect r="-1" b="3428"/>
          <a:stretch/>
        </p:blipFill>
        <p:spPr>
          <a:xfrm>
            <a:off x="1042790" y="620946"/>
            <a:ext cx="13189484" cy="881138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6" name="Title 1"/>
          <p:cNvSpPr>
            <a:spLocks noGrp="1"/>
          </p:cNvSpPr>
          <p:nvPr>
            <p:ph type="title"/>
          </p:nvPr>
        </p:nvSpPr>
        <p:spPr>
          <a:xfrm>
            <a:off x="1186806" y="303010"/>
            <a:ext cx="11970135" cy="1274913"/>
          </a:xfrm>
          <a:solidFill>
            <a:schemeClr val="bg1"/>
          </a:solidFill>
        </p:spPr>
        <p:txBody>
          <a:bodyPr>
            <a:noAutofit/>
          </a:bodyPr>
          <a:lstStyle/>
          <a:p>
            <a:r>
              <a:rPr lang="en-US" sz="4400" b="1" dirty="0">
                <a:solidFill>
                  <a:srgbClr val="0000FF"/>
                </a:solidFill>
                <a:latin typeface="Cambria" panose="02040503050406030204" pitchFamily="18" charset="0"/>
                <a:ea typeface="Cambria" panose="02040503050406030204" pitchFamily="18" charset="0"/>
              </a:rPr>
              <a:t>Degree (Structural Characterization)</a:t>
            </a:r>
          </a:p>
        </p:txBody>
      </p:sp>
      <p:sp>
        <p:nvSpPr>
          <p:cNvPr id="5" name="Date Placeholder 4"/>
          <p:cNvSpPr>
            <a:spLocks noGrp="1"/>
          </p:cNvSpPr>
          <p:nvPr>
            <p:ph type="dt" sz="half" idx="10"/>
          </p:nvPr>
        </p:nvSpPr>
        <p:spPr/>
        <p:txBody>
          <a:bodyPr/>
          <a:lstStyle/>
          <a:p>
            <a:fld id="{65469094-EBE5-4664-A571-98027C350B08}" type="datetime1">
              <a:rPr lang="en-US" smtClean="0"/>
              <a:pPr/>
              <a:t>8/5/2026</a:t>
            </a:fld>
            <a:endParaRPr lang="en-IN"/>
          </a:p>
        </p:txBody>
      </p:sp>
      <p:sp>
        <p:nvSpPr>
          <p:cNvPr id="4" name="Content Placeholder 3">
            <a:extLst>
              <a:ext uri="{FF2B5EF4-FFF2-40B4-BE49-F238E27FC236}">
                <a16:creationId xmlns:a16="http://schemas.microsoft.com/office/drawing/2014/main" id="{A8BA9C02-AE87-1749-B4AC-218CFF34730C}"/>
              </a:ext>
            </a:extLst>
          </p:cNvPr>
          <p:cNvSpPr>
            <a:spLocks noGrp="1"/>
          </p:cNvSpPr>
          <p:nvPr>
            <p:ph idx="1"/>
          </p:nvPr>
        </p:nvSpPr>
        <p:spPr/>
        <p:txBody>
          <a:bodyPr/>
          <a:lstStyle/>
          <a:p>
            <a:endParaRPr lang="en-IN"/>
          </a:p>
        </p:txBody>
      </p:sp>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E7F3245F-5238-4620-8EB2-692B2E5764BC}"/>
                  </a:ext>
                </a:extLst>
              </p:cNvPr>
              <p:cNvSpPr txBox="1">
                <a:spLocks noChangeArrowheads="1"/>
              </p:cNvSpPr>
              <p:nvPr/>
            </p:nvSpPr>
            <p:spPr>
              <a:xfrm>
                <a:off x="737948" y="1766819"/>
                <a:ext cx="13283090" cy="2232248"/>
              </a:xfrm>
              <a:prstGeom prst="rect">
                <a:avLst/>
              </a:prstGeom>
              <a:solidFill>
                <a:schemeClr val="bg1"/>
              </a:solidFill>
            </p:spPr>
            <p:txBody>
              <a:bodyPr vert="horz" lIns="91440" tIns="45720" rIns="91440" bIns="45720" rtlCol="0">
                <a:normAutofit/>
              </a:bodyPr>
              <a:lstStyle>
                <a:lvl1pPr marL="553472" indent="-553472" algn="l" defTabSz="1475925" rtl="0" eaLnBrk="1" latinLnBrk="0" hangingPunct="1">
                  <a:spcBef>
                    <a:spcPct val="20000"/>
                  </a:spcBef>
                  <a:buFont typeface="Arial" pitchFamily="34" charset="0"/>
                  <a:buChar char="•"/>
                  <a:defRPr sz="5165" kern="1200">
                    <a:solidFill>
                      <a:schemeClr val="tx1"/>
                    </a:solidFill>
                    <a:latin typeface="+mn-lt"/>
                    <a:ea typeface="+mn-ea"/>
                    <a:cs typeface="+mn-cs"/>
                  </a:defRPr>
                </a:lvl1pPr>
                <a:lvl2pPr marL="1199189" indent="-461227" algn="l" defTabSz="1475925" rtl="0" eaLnBrk="1" latinLnBrk="0" hangingPunct="1">
                  <a:spcBef>
                    <a:spcPct val="20000"/>
                  </a:spcBef>
                  <a:buFont typeface="Arial" pitchFamily="34" charset="0"/>
                  <a:buChar char="–"/>
                  <a:defRPr sz="4519" kern="1200">
                    <a:solidFill>
                      <a:schemeClr val="tx1"/>
                    </a:solidFill>
                    <a:latin typeface="+mn-lt"/>
                    <a:ea typeface="+mn-ea"/>
                    <a:cs typeface="+mn-cs"/>
                  </a:defRPr>
                </a:lvl2pPr>
                <a:lvl3pPr marL="1844907" indent="-368981" algn="l" defTabSz="1475925" rtl="0" eaLnBrk="1" latinLnBrk="0" hangingPunct="1">
                  <a:spcBef>
                    <a:spcPct val="20000"/>
                  </a:spcBef>
                  <a:buFont typeface="Arial" pitchFamily="34" charset="0"/>
                  <a:buChar char="•"/>
                  <a:defRPr sz="3874" kern="1200">
                    <a:solidFill>
                      <a:schemeClr val="tx1"/>
                    </a:solidFill>
                    <a:latin typeface="+mn-lt"/>
                    <a:ea typeface="+mn-ea"/>
                    <a:cs typeface="+mn-cs"/>
                  </a:defRPr>
                </a:lvl3pPr>
                <a:lvl4pPr marL="2582869" indent="-368981" algn="l" defTabSz="1475925" rtl="0" eaLnBrk="1" latinLnBrk="0" hangingPunct="1">
                  <a:spcBef>
                    <a:spcPct val="20000"/>
                  </a:spcBef>
                  <a:buFont typeface="Arial" pitchFamily="34" charset="0"/>
                  <a:buChar char="–"/>
                  <a:defRPr sz="3228" kern="1200">
                    <a:solidFill>
                      <a:schemeClr val="tx1"/>
                    </a:solidFill>
                    <a:latin typeface="+mn-lt"/>
                    <a:ea typeface="+mn-ea"/>
                    <a:cs typeface="+mn-cs"/>
                  </a:defRPr>
                </a:lvl4pPr>
                <a:lvl5pPr marL="3320831" indent="-368981" algn="l" defTabSz="1475925" rtl="0" eaLnBrk="1" latinLnBrk="0" hangingPunct="1">
                  <a:spcBef>
                    <a:spcPct val="20000"/>
                  </a:spcBef>
                  <a:buFont typeface="Arial" pitchFamily="34" charset="0"/>
                  <a:buChar char="»"/>
                  <a:defRPr sz="3228" kern="1200">
                    <a:solidFill>
                      <a:schemeClr val="tx1"/>
                    </a:solidFill>
                    <a:latin typeface="+mn-lt"/>
                    <a:ea typeface="+mn-ea"/>
                    <a:cs typeface="+mn-cs"/>
                  </a:defRPr>
                </a:lvl5pPr>
                <a:lvl6pPr marL="4058794" indent="-368981" algn="l" defTabSz="1475925" rtl="0" eaLnBrk="1" latinLnBrk="0" hangingPunct="1">
                  <a:spcBef>
                    <a:spcPct val="20000"/>
                  </a:spcBef>
                  <a:buFont typeface="Arial" pitchFamily="34" charset="0"/>
                  <a:buChar char="•"/>
                  <a:defRPr sz="3228" kern="1200">
                    <a:solidFill>
                      <a:schemeClr val="tx1"/>
                    </a:solidFill>
                    <a:latin typeface="+mn-lt"/>
                    <a:ea typeface="+mn-ea"/>
                    <a:cs typeface="+mn-cs"/>
                  </a:defRPr>
                </a:lvl6pPr>
                <a:lvl7pPr marL="4796756" indent="-368981" algn="l" defTabSz="1475925" rtl="0" eaLnBrk="1" latinLnBrk="0" hangingPunct="1">
                  <a:spcBef>
                    <a:spcPct val="20000"/>
                  </a:spcBef>
                  <a:buFont typeface="Arial" pitchFamily="34" charset="0"/>
                  <a:buChar char="•"/>
                  <a:defRPr sz="3228" kern="1200">
                    <a:solidFill>
                      <a:schemeClr val="tx1"/>
                    </a:solidFill>
                    <a:latin typeface="+mn-lt"/>
                    <a:ea typeface="+mn-ea"/>
                    <a:cs typeface="+mn-cs"/>
                  </a:defRPr>
                </a:lvl7pPr>
                <a:lvl8pPr marL="5534719" indent="-368981" algn="l" defTabSz="1475925" rtl="0" eaLnBrk="1" latinLnBrk="0" hangingPunct="1">
                  <a:spcBef>
                    <a:spcPct val="20000"/>
                  </a:spcBef>
                  <a:buFont typeface="Arial" pitchFamily="34" charset="0"/>
                  <a:buChar char="•"/>
                  <a:defRPr sz="3228" kern="1200">
                    <a:solidFill>
                      <a:schemeClr val="tx1"/>
                    </a:solidFill>
                    <a:latin typeface="+mn-lt"/>
                    <a:ea typeface="+mn-ea"/>
                    <a:cs typeface="+mn-cs"/>
                  </a:defRPr>
                </a:lvl8pPr>
                <a:lvl9pPr marL="6272682" indent="-368981" algn="l" defTabSz="1475925" rtl="0" eaLnBrk="1" latinLnBrk="0" hangingPunct="1">
                  <a:spcBef>
                    <a:spcPct val="20000"/>
                  </a:spcBef>
                  <a:buFont typeface="Arial" pitchFamily="34" charset="0"/>
                  <a:buChar char="•"/>
                  <a:defRPr sz="3228" kern="1200">
                    <a:solidFill>
                      <a:schemeClr val="tx1"/>
                    </a:solidFill>
                    <a:latin typeface="+mn-lt"/>
                    <a:ea typeface="+mn-ea"/>
                    <a:cs typeface="+mn-cs"/>
                  </a:defRPr>
                </a:lvl9pPr>
              </a:lstStyle>
              <a:p>
                <a:pPr marL="0" indent="0" algn="ctr">
                  <a:lnSpc>
                    <a:spcPct val="90000"/>
                  </a:lnSpc>
                  <a:buFont typeface="Arial" pitchFamily="34" charset="0"/>
                  <a:buNone/>
                </a:pPr>
                <a:r>
                  <a:rPr lang="en-US" sz="4000" dirty="0">
                    <a:latin typeface="Cambria" panose="02040503050406030204" pitchFamily="18" charset="0"/>
                    <a:ea typeface="Cambria" panose="02040503050406030204" pitchFamily="18" charset="0"/>
                  </a:rPr>
                  <a:t>In an undirected network the degree </a:t>
                </a:r>
                <a:r>
                  <a:rPr lang="en-US" sz="4000" i="1" dirty="0">
                    <a:latin typeface="Cambria" panose="02040503050406030204" pitchFamily="18" charset="0"/>
                    <a:ea typeface="Cambria" panose="02040503050406030204" pitchFamily="18" charset="0"/>
                  </a:rPr>
                  <a:t>k</a:t>
                </a:r>
                <a:r>
                  <a:rPr lang="en-US" sz="4000" i="1" baseline="-25000" dirty="0">
                    <a:latin typeface="Cambria" panose="02040503050406030204" pitchFamily="18" charset="0"/>
                    <a:ea typeface="Cambria" panose="02040503050406030204" pitchFamily="18" charset="0"/>
                  </a:rPr>
                  <a:t>i</a:t>
                </a:r>
                <a:r>
                  <a:rPr lang="en-US" sz="4000" dirty="0">
                    <a:latin typeface="Cambria" panose="02040503050406030204" pitchFamily="18" charset="0"/>
                    <a:ea typeface="Cambria" panose="02040503050406030204" pitchFamily="18" charset="0"/>
                  </a:rPr>
                  <a:t> of a node </a:t>
                </a:r>
                <a:r>
                  <a:rPr lang="en-US" sz="4000" i="1" dirty="0" err="1">
                    <a:latin typeface="Cambria" panose="02040503050406030204" pitchFamily="18" charset="0"/>
                    <a:ea typeface="Cambria" panose="02040503050406030204" pitchFamily="18" charset="0"/>
                  </a:rPr>
                  <a:t>i</a:t>
                </a:r>
                <a:r>
                  <a:rPr lang="en-US" sz="4000" dirty="0">
                    <a:latin typeface="Cambria" panose="02040503050406030204" pitchFamily="18" charset="0"/>
                    <a:ea typeface="Cambria" panose="02040503050406030204" pitchFamily="18" charset="0"/>
                  </a:rPr>
                  <a:t> is the number of nodes connected to </a:t>
                </a:r>
                <a14:m>
                  <m:oMath xmlns:m="http://schemas.openxmlformats.org/officeDocument/2006/math">
                    <m:r>
                      <a:rPr lang="en-US" sz="4000" i="1" dirty="0" smtClean="0">
                        <a:latin typeface="Cambria Math" panose="02040503050406030204" pitchFamily="18" charset="0"/>
                        <a:ea typeface="Cambria" panose="02040503050406030204" pitchFamily="18" charset="0"/>
                      </a:rPr>
                      <m:t>𝑖</m:t>
                    </m:r>
                  </m:oMath>
                </a14:m>
                <a:r>
                  <a:rPr lang="en-US" sz="4000" dirty="0">
                    <a:latin typeface="Cambria" panose="02040503050406030204" pitchFamily="18" charset="0"/>
                    <a:ea typeface="Cambria" panose="02040503050406030204" pitchFamily="18" charset="0"/>
                  </a:rPr>
                  <a:t>:</a:t>
                </a:r>
              </a:p>
              <a:p>
                <a:pPr marL="0" indent="0" algn="ctr">
                  <a:lnSpc>
                    <a:spcPct val="90000"/>
                  </a:lnSpc>
                  <a:buFont typeface="Arial" pitchFamily="34" charset="0"/>
                  <a:buNone/>
                </a:pPr>
                <a:r>
                  <a:rPr lang="en-US" sz="4000" i="1" dirty="0">
                    <a:latin typeface="Cambria" panose="02040503050406030204" pitchFamily="18" charset="0"/>
                    <a:ea typeface="Cambria" panose="02040503050406030204" pitchFamily="18" charset="0"/>
                  </a:rPr>
                  <a:t>k</a:t>
                </a:r>
                <a:r>
                  <a:rPr lang="en-US" sz="4000" i="1" baseline="-25000" dirty="0">
                    <a:latin typeface="Cambria" panose="02040503050406030204" pitchFamily="18" charset="0"/>
                    <a:ea typeface="Cambria" panose="02040503050406030204" pitchFamily="18" charset="0"/>
                  </a:rPr>
                  <a:t>i</a:t>
                </a:r>
                <a:r>
                  <a:rPr lang="en-US" sz="4000" dirty="0">
                    <a:latin typeface="Cambria" panose="02040503050406030204" pitchFamily="18" charset="0"/>
                    <a:ea typeface="Cambria" panose="02040503050406030204" pitchFamily="18" charset="0"/>
                  </a:rPr>
                  <a:t> = </a:t>
                </a:r>
                <a:r>
                  <a:rPr lang="en-US" sz="4000" dirty="0">
                    <a:latin typeface="Cambria" panose="02040503050406030204" pitchFamily="18" charset="0"/>
                    <a:ea typeface="Cambria" panose="02040503050406030204" pitchFamily="18" charset="0"/>
                    <a:sym typeface="Symbol" pitchFamily="16" charset="2"/>
                  </a:rPr>
                  <a:t></a:t>
                </a:r>
                <a:r>
                  <a:rPr lang="en-US" sz="4000" i="1" baseline="-25000" dirty="0">
                    <a:latin typeface="Cambria" panose="02040503050406030204" pitchFamily="18" charset="0"/>
                    <a:ea typeface="Cambria" panose="02040503050406030204" pitchFamily="18" charset="0"/>
                  </a:rPr>
                  <a:t>j</a:t>
                </a:r>
                <a:r>
                  <a:rPr lang="en-US" sz="4000" dirty="0">
                    <a:latin typeface="Cambria" panose="02040503050406030204" pitchFamily="18" charset="0"/>
                    <a:ea typeface="Cambria" panose="02040503050406030204" pitchFamily="18" charset="0"/>
                  </a:rPr>
                  <a:t> </a:t>
                </a:r>
                <a:r>
                  <a:rPr lang="en-US" sz="4000" i="1" dirty="0" err="1">
                    <a:latin typeface="Cambria" panose="02040503050406030204" pitchFamily="18" charset="0"/>
                    <a:ea typeface="Cambria" panose="02040503050406030204" pitchFamily="18" charset="0"/>
                  </a:rPr>
                  <a:t>a</a:t>
                </a:r>
                <a:r>
                  <a:rPr lang="en-US" sz="4000" i="1" baseline="-25000" dirty="0" err="1">
                    <a:latin typeface="Cambria" panose="02040503050406030204" pitchFamily="18" charset="0"/>
                    <a:ea typeface="Cambria" panose="02040503050406030204" pitchFamily="18" charset="0"/>
                  </a:rPr>
                  <a:t>ij</a:t>
                </a:r>
                <a:r>
                  <a:rPr lang="en-US" sz="4000" i="1" baseline="-25000" dirty="0">
                    <a:latin typeface="Cambria" panose="02040503050406030204" pitchFamily="18" charset="0"/>
                    <a:ea typeface="Cambria" panose="02040503050406030204" pitchFamily="18" charset="0"/>
                  </a:rPr>
                  <a:t> </a:t>
                </a:r>
                <a:r>
                  <a:rPr lang="en-US" sz="4000" dirty="0">
                    <a:latin typeface="Cambria" panose="02040503050406030204" pitchFamily="18" charset="0"/>
                    <a:ea typeface="Cambria" panose="02040503050406030204" pitchFamily="18" charset="0"/>
                  </a:rPr>
                  <a:t>= </a:t>
                </a:r>
                <a:r>
                  <a:rPr lang="en-US" sz="4000" dirty="0">
                    <a:latin typeface="Cambria" panose="02040503050406030204" pitchFamily="18" charset="0"/>
                    <a:ea typeface="Cambria" panose="02040503050406030204" pitchFamily="18" charset="0"/>
                    <a:sym typeface="Symbol" pitchFamily="16" charset="2"/>
                  </a:rPr>
                  <a:t></a:t>
                </a:r>
                <a:r>
                  <a:rPr lang="en-US" sz="4000" i="1" baseline="-25000" dirty="0">
                    <a:latin typeface="Cambria" panose="02040503050406030204" pitchFamily="18" charset="0"/>
                    <a:ea typeface="Cambria" panose="02040503050406030204" pitchFamily="18" charset="0"/>
                  </a:rPr>
                  <a:t>j</a:t>
                </a:r>
                <a:r>
                  <a:rPr lang="en-US" sz="4000" dirty="0">
                    <a:latin typeface="Cambria" panose="02040503050406030204" pitchFamily="18" charset="0"/>
                    <a:ea typeface="Cambria" panose="02040503050406030204" pitchFamily="18" charset="0"/>
                  </a:rPr>
                  <a:t> </a:t>
                </a:r>
                <a:r>
                  <a:rPr lang="en-US" sz="4000" i="1" dirty="0">
                    <a:latin typeface="Cambria" panose="02040503050406030204" pitchFamily="18" charset="0"/>
                    <a:ea typeface="Cambria" panose="02040503050406030204" pitchFamily="18" charset="0"/>
                  </a:rPr>
                  <a:t>a</a:t>
                </a:r>
                <a:r>
                  <a:rPr lang="en-US" sz="4000" i="1" baseline="-25000" dirty="0">
                    <a:latin typeface="Cambria" panose="02040503050406030204" pitchFamily="18" charset="0"/>
                    <a:ea typeface="Cambria" panose="02040503050406030204" pitchFamily="18" charset="0"/>
                  </a:rPr>
                  <a:t>ji</a:t>
                </a:r>
              </a:p>
              <a:p>
                <a:pPr marL="0" indent="0" algn="ctr">
                  <a:lnSpc>
                    <a:spcPct val="90000"/>
                  </a:lnSpc>
                  <a:buFont typeface="Arial" pitchFamily="34" charset="0"/>
                  <a:buNone/>
                </a:pPr>
                <a:endParaRPr lang="en-US" sz="2400" i="1" baseline="-25000" dirty="0">
                  <a:latin typeface="Cambria" panose="02040503050406030204" pitchFamily="18" charset="0"/>
                  <a:ea typeface="Cambria" panose="02040503050406030204" pitchFamily="18" charset="0"/>
                </a:endParaRPr>
              </a:p>
              <a:p>
                <a:pPr marL="0" indent="0" algn="ctr">
                  <a:lnSpc>
                    <a:spcPct val="90000"/>
                  </a:lnSpc>
                  <a:buFont typeface="Arial" pitchFamily="34" charset="0"/>
                  <a:buNone/>
                </a:pPr>
                <a:endParaRPr lang="en-US" sz="2400" i="1" baseline="-25000" dirty="0">
                  <a:latin typeface="Cambria" panose="02040503050406030204" pitchFamily="18" charset="0"/>
                  <a:ea typeface="Cambria" panose="02040503050406030204" pitchFamily="18" charset="0"/>
                </a:endParaRPr>
              </a:p>
              <a:p>
                <a:pPr marL="0" indent="0" algn="ctr">
                  <a:lnSpc>
                    <a:spcPct val="90000"/>
                  </a:lnSpc>
                  <a:buFont typeface="Arial" pitchFamily="34" charset="0"/>
                  <a:buNone/>
                </a:pPr>
                <a:endParaRPr lang="en-US" sz="2400" dirty="0">
                  <a:latin typeface="Cambria" panose="02040503050406030204" pitchFamily="18" charset="0"/>
                  <a:ea typeface="Cambria" panose="02040503050406030204" pitchFamily="18" charset="0"/>
                </a:endParaRPr>
              </a:p>
            </p:txBody>
          </p:sp>
        </mc:Choice>
        <mc:Fallback xmlns="">
          <p:sp>
            <p:nvSpPr>
              <p:cNvPr id="7" name="Rectangle 3">
                <a:extLst>
                  <a:ext uri="{FF2B5EF4-FFF2-40B4-BE49-F238E27FC236}">
                    <a16:creationId xmlns:a16="http://schemas.microsoft.com/office/drawing/2014/main" id="{E7F3245F-5238-4620-8EB2-692B2E5764BC}"/>
                  </a:ext>
                </a:extLst>
              </p:cNvPr>
              <p:cNvSpPr txBox="1">
                <a:spLocks noRot="1" noChangeAspect="1" noMove="1" noResize="1" noEditPoints="1" noAdjustHandles="1" noChangeArrowheads="1" noChangeShapeType="1" noTextEdit="1"/>
              </p:cNvSpPr>
              <p:nvPr/>
            </p:nvSpPr>
            <p:spPr>
              <a:xfrm>
                <a:off x="737948" y="1766819"/>
                <a:ext cx="13283090" cy="2232248"/>
              </a:xfrm>
              <a:prstGeom prst="rect">
                <a:avLst/>
              </a:prstGeom>
              <a:blipFill>
                <a:blip r:embed="rId4"/>
                <a:stretch>
                  <a:fillRect t="-7650"/>
                </a:stretch>
              </a:blipFill>
            </p:spPr>
            <p:txBody>
              <a:bodyPr/>
              <a:lstStyle/>
              <a:p>
                <a:r>
                  <a:rPr lang="en-IN">
                    <a:noFill/>
                  </a:rPr>
                  <a:t> </a:t>
                </a:r>
              </a:p>
            </p:txBody>
          </p:sp>
        </mc:Fallback>
      </mc:AlternateContent>
    </p:spTree>
    <p:extLst>
      <p:ext uri="{BB962C8B-B14F-4D97-AF65-F5344CB8AC3E}">
        <p14:creationId xmlns:p14="http://schemas.microsoft.com/office/powerpoint/2010/main" val="40175584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5A4B4CAA-ADDE-B317-FA5F-731B8F7FF214}"/>
              </a:ext>
            </a:extLst>
          </p:cNvPr>
          <p:cNvPicPr>
            <a:picLocks noChangeAspect="1"/>
          </p:cNvPicPr>
          <p:nvPr/>
        </p:nvPicPr>
        <p:blipFill rotWithShape="1">
          <a:blip r:embed="rId3">
            <a:alphaModFix amt="60000"/>
          </a:blip>
          <a:srcRect r="-1" b="3428"/>
          <a:stretch/>
        </p:blipFill>
        <p:spPr>
          <a:xfrm>
            <a:off x="1042790" y="620946"/>
            <a:ext cx="13081698" cy="8739376"/>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3315" name="Rectangle 3"/>
          <p:cNvSpPr>
            <a:spLocks noGrp="1" noChangeArrowheads="1"/>
          </p:cNvSpPr>
          <p:nvPr>
            <p:ph type="body" idx="1"/>
          </p:nvPr>
        </p:nvSpPr>
        <p:spPr>
          <a:solidFill>
            <a:schemeClr val="bg1"/>
          </a:solidFill>
        </p:spPr>
        <p:txBody>
          <a:bodyPr>
            <a:normAutofit/>
          </a:bodyPr>
          <a:lstStyle/>
          <a:p>
            <a:pPr marL="0" indent="0" algn="ctr">
              <a:lnSpc>
                <a:spcPct val="90000"/>
              </a:lnSpc>
              <a:buNone/>
            </a:pPr>
            <a:endParaRPr lang="en-US" sz="4519" i="1" baseline="-25000" dirty="0">
              <a:latin typeface="Palatino" pitchFamily="16" charset="0"/>
            </a:endParaRPr>
          </a:p>
          <a:p>
            <a:pPr marL="0" indent="0" algn="ctr">
              <a:lnSpc>
                <a:spcPct val="90000"/>
              </a:lnSpc>
              <a:buNone/>
            </a:pPr>
            <a:endParaRPr lang="en-US" sz="4519" i="1" baseline="-25000" dirty="0">
              <a:latin typeface="Palatino" pitchFamily="16" charset="0"/>
            </a:endParaRPr>
          </a:p>
          <a:p>
            <a:pPr marL="0" indent="0" algn="ctr">
              <a:lnSpc>
                <a:spcPct val="90000"/>
              </a:lnSpc>
              <a:buNone/>
            </a:pPr>
            <a:endParaRPr lang="en-US" sz="4519" i="1" baseline="-25000" dirty="0">
              <a:latin typeface="Palatino" pitchFamily="16" charset="0"/>
            </a:endParaRPr>
          </a:p>
          <a:p>
            <a:pPr marL="0" indent="0">
              <a:lnSpc>
                <a:spcPct val="90000"/>
              </a:lnSpc>
              <a:buNone/>
            </a:pPr>
            <a:endParaRPr lang="en-US" sz="4519" dirty="0">
              <a:latin typeface="Palatino" pitchFamily="16" charset="0"/>
            </a:endParaRPr>
          </a:p>
          <a:p>
            <a:pPr marL="0" indent="0">
              <a:lnSpc>
                <a:spcPct val="90000"/>
              </a:lnSpc>
              <a:buNone/>
            </a:pPr>
            <a:endParaRPr lang="en-US" sz="4519" dirty="0">
              <a:latin typeface="Palatino" pitchFamily="16" charset="0"/>
            </a:endParaRPr>
          </a:p>
          <a:p>
            <a:pPr marL="0" indent="0">
              <a:lnSpc>
                <a:spcPct val="90000"/>
              </a:lnSpc>
              <a:buNone/>
            </a:pPr>
            <a:endParaRPr lang="en-US" sz="4519" dirty="0">
              <a:latin typeface="Palatino" pitchFamily="16" charset="0"/>
            </a:endParaRPr>
          </a:p>
          <a:p>
            <a:pPr marL="0" indent="0">
              <a:lnSpc>
                <a:spcPct val="90000"/>
              </a:lnSpc>
              <a:buNone/>
            </a:pPr>
            <a:endParaRPr lang="en-US" sz="4519" dirty="0">
              <a:latin typeface="Palatino" pitchFamily="16" charset="0"/>
            </a:endParaRPr>
          </a:p>
          <a:p>
            <a:pPr marL="0" indent="0">
              <a:lnSpc>
                <a:spcPct val="90000"/>
              </a:lnSpc>
              <a:buNone/>
            </a:pPr>
            <a:endParaRPr lang="en-US" sz="4519" dirty="0">
              <a:latin typeface="Palatino" pitchFamily="16" charset="0"/>
            </a:endParaRPr>
          </a:p>
          <a:p>
            <a:pPr marL="0" indent="0">
              <a:lnSpc>
                <a:spcPct val="90000"/>
              </a:lnSpc>
              <a:buNone/>
            </a:pPr>
            <a:r>
              <a:rPr lang="en-US" sz="4519" dirty="0">
                <a:latin typeface="Palatino" pitchFamily="16" charset="0"/>
              </a:rPr>
              <a:t>Here </a:t>
            </a:r>
            <a:r>
              <a:rPr lang="en-US" sz="4519" i="1" dirty="0">
                <a:latin typeface="Palatino" pitchFamily="16" charset="0"/>
              </a:rPr>
              <a:t>k</a:t>
            </a:r>
            <a:r>
              <a:rPr lang="en-US" sz="4519" baseline="-25000" dirty="0">
                <a:latin typeface="Palatino" pitchFamily="16" charset="0"/>
              </a:rPr>
              <a:t>1</a:t>
            </a:r>
            <a:r>
              <a:rPr lang="en-US" sz="4519" dirty="0">
                <a:latin typeface="Palatino" pitchFamily="16" charset="0"/>
              </a:rPr>
              <a:t> = 2, </a:t>
            </a:r>
            <a:r>
              <a:rPr lang="en-US" sz="4519" i="1" dirty="0">
                <a:latin typeface="Palatino" pitchFamily="16" charset="0"/>
              </a:rPr>
              <a:t>k</a:t>
            </a:r>
            <a:r>
              <a:rPr lang="en-US" sz="4519" baseline="-25000" dirty="0">
                <a:latin typeface="Palatino" pitchFamily="16" charset="0"/>
              </a:rPr>
              <a:t>2</a:t>
            </a:r>
            <a:r>
              <a:rPr lang="en-US" sz="4519" dirty="0">
                <a:latin typeface="Palatino" pitchFamily="16" charset="0"/>
              </a:rPr>
              <a:t> = 4, </a:t>
            </a:r>
            <a:r>
              <a:rPr lang="en-US" sz="4519" i="1" dirty="0">
                <a:latin typeface="Palatino" pitchFamily="16" charset="0"/>
              </a:rPr>
              <a:t>k</a:t>
            </a:r>
            <a:r>
              <a:rPr lang="en-US" sz="4519" baseline="-25000" dirty="0">
                <a:latin typeface="Palatino" pitchFamily="16" charset="0"/>
              </a:rPr>
              <a:t>3</a:t>
            </a:r>
            <a:r>
              <a:rPr lang="en-US" sz="4519" dirty="0">
                <a:latin typeface="Palatino" pitchFamily="16" charset="0"/>
              </a:rPr>
              <a:t> = 1, </a:t>
            </a:r>
            <a:r>
              <a:rPr lang="en-US" sz="4519" i="1" dirty="0">
                <a:latin typeface="Palatino" pitchFamily="16" charset="0"/>
              </a:rPr>
              <a:t>k</a:t>
            </a:r>
            <a:r>
              <a:rPr lang="en-US" sz="4519" baseline="-25000" dirty="0">
                <a:latin typeface="Palatino" pitchFamily="16" charset="0"/>
              </a:rPr>
              <a:t>4</a:t>
            </a:r>
            <a:r>
              <a:rPr lang="en-US" sz="4519" dirty="0">
                <a:latin typeface="Palatino" pitchFamily="16" charset="0"/>
              </a:rPr>
              <a:t> = 3 and </a:t>
            </a:r>
            <a:r>
              <a:rPr lang="en-US" sz="4519" i="1" dirty="0">
                <a:latin typeface="Palatino" pitchFamily="16" charset="0"/>
              </a:rPr>
              <a:t>k</a:t>
            </a:r>
            <a:r>
              <a:rPr lang="en-US" sz="4519" baseline="-25000" dirty="0">
                <a:latin typeface="Palatino" pitchFamily="16" charset="0"/>
              </a:rPr>
              <a:t>5</a:t>
            </a:r>
            <a:r>
              <a:rPr lang="en-US" sz="4519" dirty="0">
                <a:latin typeface="Palatino" pitchFamily="16" charset="0"/>
              </a:rPr>
              <a:t> = 2.</a:t>
            </a:r>
          </a:p>
        </p:txBody>
      </p:sp>
      <p:pic>
        <p:nvPicPr>
          <p:cNvPr id="13316" name="Picture 4" descr="degree"/>
          <p:cNvPicPr>
            <a:picLocks noChangeAspect="1" noChangeArrowheads="1"/>
          </p:cNvPicPr>
          <p:nvPr/>
        </p:nvPicPr>
        <p:blipFill>
          <a:blip r:embed="rId4" cstate="print">
            <a:duotone>
              <a:prstClr val="black"/>
              <a:schemeClr val="accent3">
                <a:tint val="45000"/>
                <a:satMod val="400000"/>
              </a:schemeClr>
            </a:duotone>
            <a:extLst>
              <a:ext uri="{BEBA8EAE-BF5A-486C-A8C5-ECC9F3942E4B}">
                <a14:imgProps xmlns:a14="http://schemas.microsoft.com/office/drawing/2010/main">
                  <a14:imgLayer r:embed="rId5">
                    <a14:imgEffect>
                      <a14:artisticTexturizer/>
                    </a14:imgEffect>
                  </a14:imgLayer>
                </a14:imgProps>
              </a:ext>
            </a:extLst>
          </a:blip>
          <a:srcRect/>
          <a:stretch>
            <a:fillRect/>
          </a:stretch>
        </p:blipFill>
        <p:spPr bwMode="auto">
          <a:xfrm>
            <a:off x="3892733" y="4470078"/>
            <a:ext cx="7051516" cy="2931299"/>
          </a:xfrm>
          <a:prstGeom prst="rect">
            <a:avLst/>
          </a:prstGeom>
          <a:noFill/>
        </p:spPr>
      </p:pic>
      <p:sp>
        <p:nvSpPr>
          <p:cNvPr id="6" name="Title 1"/>
          <p:cNvSpPr>
            <a:spLocks noGrp="1"/>
          </p:cNvSpPr>
          <p:nvPr>
            <p:ph type="title"/>
          </p:nvPr>
        </p:nvSpPr>
        <p:spPr>
          <a:xfrm>
            <a:off x="1186806" y="303010"/>
            <a:ext cx="11970135" cy="1274913"/>
          </a:xfrm>
          <a:solidFill>
            <a:schemeClr val="bg1"/>
          </a:solidFill>
        </p:spPr>
        <p:txBody>
          <a:bodyPr>
            <a:noAutofit/>
          </a:bodyPr>
          <a:lstStyle/>
          <a:p>
            <a:r>
              <a:rPr lang="en-US" sz="4400" b="1">
                <a:solidFill>
                  <a:srgbClr val="0000FF"/>
                </a:solidFill>
                <a:latin typeface="Cambria" panose="02040503050406030204" pitchFamily="18" charset="0"/>
                <a:ea typeface="Cambria" panose="02040503050406030204" pitchFamily="18" charset="0"/>
              </a:rPr>
              <a:t>Degree (Structural Chracterization)</a:t>
            </a:r>
            <a:endParaRPr lang="en-US" sz="4400" b="1" dirty="0">
              <a:solidFill>
                <a:srgbClr val="0000FF"/>
              </a:solidFill>
              <a:latin typeface="Cambria" panose="02040503050406030204" pitchFamily="18" charset="0"/>
              <a:ea typeface="Cambria" panose="02040503050406030204" pitchFamily="18" charset="0"/>
            </a:endParaRPr>
          </a:p>
        </p:txBody>
      </p:sp>
      <p:sp>
        <p:nvSpPr>
          <p:cNvPr id="5" name="Date Placeholder 4"/>
          <p:cNvSpPr>
            <a:spLocks noGrp="1"/>
          </p:cNvSpPr>
          <p:nvPr>
            <p:ph type="dt" sz="half" idx="10"/>
          </p:nvPr>
        </p:nvSpPr>
        <p:spPr/>
        <p:txBody>
          <a:bodyPr/>
          <a:lstStyle/>
          <a:p>
            <a:fld id="{65469094-EBE5-4664-A571-98027C350B08}" type="datetime1">
              <a:rPr lang="en-US" smtClean="0"/>
              <a:pPr/>
              <a:t>8/5/2026</a:t>
            </a:fld>
            <a:endParaRPr lang="en-IN"/>
          </a:p>
        </p:txBody>
      </p:sp>
      <mc:AlternateContent xmlns:mc="http://schemas.openxmlformats.org/markup-compatibility/2006" xmlns:a14="http://schemas.microsoft.com/office/drawing/2010/main">
        <mc:Choice Requires="a14">
          <p:sp>
            <p:nvSpPr>
              <p:cNvPr id="3" name="Rectangle 3">
                <a:extLst>
                  <a:ext uri="{FF2B5EF4-FFF2-40B4-BE49-F238E27FC236}">
                    <a16:creationId xmlns:a16="http://schemas.microsoft.com/office/drawing/2014/main" id="{089AB3A3-DEBF-5846-7326-12E562ED6C82}"/>
                  </a:ext>
                </a:extLst>
              </p:cNvPr>
              <p:cNvSpPr txBox="1">
                <a:spLocks noChangeArrowheads="1"/>
              </p:cNvSpPr>
              <p:nvPr/>
            </p:nvSpPr>
            <p:spPr>
              <a:xfrm>
                <a:off x="737948" y="1766819"/>
                <a:ext cx="13283090" cy="2232248"/>
              </a:xfrm>
              <a:prstGeom prst="rect">
                <a:avLst/>
              </a:prstGeom>
              <a:solidFill>
                <a:schemeClr val="bg1"/>
              </a:solidFill>
            </p:spPr>
            <p:txBody>
              <a:bodyPr vert="horz" lIns="91440" tIns="45720" rIns="91440" bIns="45720" rtlCol="0">
                <a:normAutofit/>
              </a:bodyPr>
              <a:lstStyle>
                <a:lvl1pPr marL="553472" indent="-553472" algn="l" defTabSz="1475925" rtl="0" eaLnBrk="1" latinLnBrk="0" hangingPunct="1">
                  <a:spcBef>
                    <a:spcPct val="20000"/>
                  </a:spcBef>
                  <a:buFont typeface="Arial" pitchFamily="34" charset="0"/>
                  <a:buChar char="•"/>
                  <a:defRPr sz="5165" kern="1200">
                    <a:solidFill>
                      <a:schemeClr val="tx1"/>
                    </a:solidFill>
                    <a:latin typeface="+mn-lt"/>
                    <a:ea typeface="+mn-ea"/>
                    <a:cs typeface="+mn-cs"/>
                  </a:defRPr>
                </a:lvl1pPr>
                <a:lvl2pPr marL="1199189" indent="-461227" algn="l" defTabSz="1475925" rtl="0" eaLnBrk="1" latinLnBrk="0" hangingPunct="1">
                  <a:spcBef>
                    <a:spcPct val="20000"/>
                  </a:spcBef>
                  <a:buFont typeface="Arial" pitchFamily="34" charset="0"/>
                  <a:buChar char="–"/>
                  <a:defRPr sz="4519" kern="1200">
                    <a:solidFill>
                      <a:schemeClr val="tx1"/>
                    </a:solidFill>
                    <a:latin typeface="+mn-lt"/>
                    <a:ea typeface="+mn-ea"/>
                    <a:cs typeface="+mn-cs"/>
                  </a:defRPr>
                </a:lvl2pPr>
                <a:lvl3pPr marL="1844907" indent="-368981" algn="l" defTabSz="1475925" rtl="0" eaLnBrk="1" latinLnBrk="0" hangingPunct="1">
                  <a:spcBef>
                    <a:spcPct val="20000"/>
                  </a:spcBef>
                  <a:buFont typeface="Arial" pitchFamily="34" charset="0"/>
                  <a:buChar char="•"/>
                  <a:defRPr sz="3874" kern="1200">
                    <a:solidFill>
                      <a:schemeClr val="tx1"/>
                    </a:solidFill>
                    <a:latin typeface="+mn-lt"/>
                    <a:ea typeface="+mn-ea"/>
                    <a:cs typeface="+mn-cs"/>
                  </a:defRPr>
                </a:lvl3pPr>
                <a:lvl4pPr marL="2582869" indent="-368981" algn="l" defTabSz="1475925" rtl="0" eaLnBrk="1" latinLnBrk="0" hangingPunct="1">
                  <a:spcBef>
                    <a:spcPct val="20000"/>
                  </a:spcBef>
                  <a:buFont typeface="Arial" pitchFamily="34" charset="0"/>
                  <a:buChar char="–"/>
                  <a:defRPr sz="3228" kern="1200">
                    <a:solidFill>
                      <a:schemeClr val="tx1"/>
                    </a:solidFill>
                    <a:latin typeface="+mn-lt"/>
                    <a:ea typeface="+mn-ea"/>
                    <a:cs typeface="+mn-cs"/>
                  </a:defRPr>
                </a:lvl4pPr>
                <a:lvl5pPr marL="3320831" indent="-368981" algn="l" defTabSz="1475925" rtl="0" eaLnBrk="1" latinLnBrk="0" hangingPunct="1">
                  <a:spcBef>
                    <a:spcPct val="20000"/>
                  </a:spcBef>
                  <a:buFont typeface="Arial" pitchFamily="34" charset="0"/>
                  <a:buChar char="»"/>
                  <a:defRPr sz="3228" kern="1200">
                    <a:solidFill>
                      <a:schemeClr val="tx1"/>
                    </a:solidFill>
                    <a:latin typeface="+mn-lt"/>
                    <a:ea typeface="+mn-ea"/>
                    <a:cs typeface="+mn-cs"/>
                  </a:defRPr>
                </a:lvl5pPr>
                <a:lvl6pPr marL="4058794" indent="-368981" algn="l" defTabSz="1475925" rtl="0" eaLnBrk="1" latinLnBrk="0" hangingPunct="1">
                  <a:spcBef>
                    <a:spcPct val="20000"/>
                  </a:spcBef>
                  <a:buFont typeface="Arial" pitchFamily="34" charset="0"/>
                  <a:buChar char="•"/>
                  <a:defRPr sz="3228" kern="1200">
                    <a:solidFill>
                      <a:schemeClr val="tx1"/>
                    </a:solidFill>
                    <a:latin typeface="+mn-lt"/>
                    <a:ea typeface="+mn-ea"/>
                    <a:cs typeface="+mn-cs"/>
                  </a:defRPr>
                </a:lvl6pPr>
                <a:lvl7pPr marL="4796756" indent="-368981" algn="l" defTabSz="1475925" rtl="0" eaLnBrk="1" latinLnBrk="0" hangingPunct="1">
                  <a:spcBef>
                    <a:spcPct val="20000"/>
                  </a:spcBef>
                  <a:buFont typeface="Arial" pitchFamily="34" charset="0"/>
                  <a:buChar char="•"/>
                  <a:defRPr sz="3228" kern="1200">
                    <a:solidFill>
                      <a:schemeClr val="tx1"/>
                    </a:solidFill>
                    <a:latin typeface="+mn-lt"/>
                    <a:ea typeface="+mn-ea"/>
                    <a:cs typeface="+mn-cs"/>
                  </a:defRPr>
                </a:lvl7pPr>
                <a:lvl8pPr marL="5534719" indent="-368981" algn="l" defTabSz="1475925" rtl="0" eaLnBrk="1" latinLnBrk="0" hangingPunct="1">
                  <a:spcBef>
                    <a:spcPct val="20000"/>
                  </a:spcBef>
                  <a:buFont typeface="Arial" pitchFamily="34" charset="0"/>
                  <a:buChar char="•"/>
                  <a:defRPr sz="3228" kern="1200">
                    <a:solidFill>
                      <a:schemeClr val="tx1"/>
                    </a:solidFill>
                    <a:latin typeface="+mn-lt"/>
                    <a:ea typeface="+mn-ea"/>
                    <a:cs typeface="+mn-cs"/>
                  </a:defRPr>
                </a:lvl8pPr>
                <a:lvl9pPr marL="6272682" indent="-368981" algn="l" defTabSz="1475925" rtl="0" eaLnBrk="1" latinLnBrk="0" hangingPunct="1">
                  <a:spcBef>
                    <a:spcPct val="20000"/>
                  </a:spcBef>
                  <a:buFont typeface="Arial" pitchFamily="34" charset="0"/>
                  <a:buChar char="•"/>
                  <a:defRPr sz="3228" kern="1200">
                    <a:solidFill>
                      <a:schemeClr val="tx1"/>
                    </a:solidFill>
                    <a:latin typeface="+mn-lt"/>
                    <a:ea typeface="+mn-ea"/>
                    <a:cs typeface="+mn-cs"/>
                  </a:defRPr>
                </a:lvl9pPr>
              </a:lstStyle>
              <a:p>
                <a:pPr marL="0" indent="0" algn="ctr">
                  <a:lnSpc>
                    <a:spcPct val="90000"/>
                  </a:lnSpc>
                  <a:buFont typeface="Arial" pitchFamily="34" charset="0"/>
                  <a:buNone/>
                </a:pPr>
                <a:r>
                  <a:rPr lang="en-US" sz="4000" dirty="0">
                    <a:latin typeface="Cambria" panose="02040503050406030204" pitchFamily="18" charset="0"/>
                    <a:ea typeface="Cambria" panose="02040503050406030204" pitchFamily="18" charset="0"/>
                  </a:rPr>
                  <a:t>In an undirected network the degree </a:t>
                </a:r>
                <a:r>
                  <a:rPr lang="en-US" sz="4000" i="1" dirty="0">
                    <a:latin typeface="Cambria" panose="02040503050406030204" pitchFamily="18" charset="0"/>
                    <a:ea typeface="Cambria" panose="02040503050406030204" pitchFamily="18" charset="0"/>
                  </a:rPr>
                  <a:t>k</a:t>
                </a:r>
                <a:r>
                  <a:rPr lang="en-US" sz="4000" i="1" baseline="-25000" dirty="0">
                    <a:latin typeface="Cambria" panose="02040503050406030204" pitchFamily="18" charset="0"/>
                    <a:ea typeface="Cambria" panose="02040503050406030204" pitchFamily="18" charset="0"/>
                  </a:rPr>
                  <a:t>i</a:t>
                </a:r>
                <a:r>
                  <a:rPr lang="en-US" sz="4000" dirty="0">
                    <a:latin typeface="Cambria" panose="02040503050406030204" pitchFamily="18" charset="0"/>
                    <a:ea typeface="Cambria" panose="02040503050406030204" pitchFamily="18" charset="0"/>
                  </a:rPr>
                  <a:t> of a node </a:t>
                </a:r>
                <a:r>
                  <a:rPr lang="en-US" sz="4000" i="1" dirty="0" err="1">
                    <a:latin typeface="Cambria" panose="02040503050406030204" pitchFamily="18" charset="0"/>
                    <a:ea typeface="Cambria" panose="02040503050406030204" pitchFamily="18" charset="0"/>
                  </a:rPr>
                  <a:t>i</a:t>
                </a:r>
                <a:r>
                  <a:rPr lang="en-US" sz="4000" dirty="0">
                    <a:latin typeface="Cambria" panose="02040503050406030204" pitchFamily="18" charset="0"/>
                    <a:ea typeface="Cambria" panose="02040503050406030204" pitchFamily="18" charset="0"/>
                  </a:rPr>
                  <a:t> is the number of nodes connected to </a:t>
                </a:r>
                <a14:m>
                  <m:oMath xmlns:m="http://schemas.openxmlformats.org/officeDocument/2006/math">
                    <m:r>
                      <a:rPr lang="en-US" sz="4000" i="1" dirty="0" smtClean="0">
                        <a:latin typeface="Cambria Math" panose="02040503050406030204" pitchFamily="18" charset="0"/>
                        <a:ea typeface="Cambria" panose="02040503050406030204" pitchFamily="18" charset="0"/>
                      </a:rPr>
                      <m:t>𝑖</m:t>
                    </m:r>
                  </m:oMath>
                </a14:m>
                <a:r>
                  <a:rPr lang="en-US" sz="4000" dirty="0">
                    <a:latin typeface="Cambria" panose="02040503050406030204" pitchFamily="18" charset="0"/>
                    <a:ea typeface="Cambria" panose="02040503050406030204" pitchFamily="18" charset="0"/>
                  </a:rPr>
                  <a:t>:</a:t>
                </a:r>
              </a:p>
              <a:p>
                <a:pPr marL="0" indent="0" algn="ctr">
                  <a:lnSpc>
                    <a:spcPct val="90000"/>
                  </a:lnSpc>
                  <a:buFont typeface="Arial" pitchFamily="34" charset="0"/>
                  <a:buNone/>
                </a:pPr>
                <a:r>
                  <a:rPr lang="en-US" sz="4000" i="1" dirty="0">
                    <a:latin typeface="Cambria" panose="02040503050406030204" pitchFamily="18" charset="0"/>
                    <a:ea typeface="Cambria" panose="02040503050406030204" pitchFamily="18" charset="0"/>
                  </a:rPr>
                  <a:t>k</a:t>
                </a:r>
                <a:r>
                  <a:rPr lang="en-US" sz="4000" i="1" baseline="-25000" dirty="0">
                    <a:latin typeface="Cambria" panose="02040503050406030204" pitchFamily="18" charset="0"/>
                    <a:ea typeface="Cambria" panose="02040503050406030204" pitchFamily="18" charset="0"/>
                  </a:rPr>
                  <a:t>i</a:t>
                </a:r>
                <a:r>
                  <a:rPr lang="en-US" sz="4000" dirty="0">
                    <a:latin typeface="Cambria" panose="02040503050406030204" pitchFamily="18" charset="0"/>
                    <a:ea typeface="Cambria" panose="02040503050406030204" pitchFamily="18" charset="0"/>
                  </a:rPr>
                  <a:t> = </a:t>
                </a:r>
                <a:r>
                  <a:rPr lang="en-US" sz="4000" dirty="0">
                    <a:latin typeface="Cambria" panose="02040503050406030204" pitchFamily="18" charset="0"/>
                    <a:ea typeface="Cambria" panose="02040503050406030204" pitchFamily="18" charset="0"/>
                    <a:sym typeface="Symbol" pitchFamily="16" charset="2"/>
                  </a:rPr>
                  <a:t></a:t>
                </a:r>
                <a:r>
                  <a:rPr lang="en-US" sz="4000" i="1" baseline="-25000" dirty="0">
                    <a:latin typeface="Cambria" panose="02040503050406030204" pitchFamily="18" charset="0"/>
                    <a:ea typeface="Cambria" panose="02040503050406030204" pitchFamily="18" charset="0"/>
                  </a:rPr>
                  <a:t>j</a:t>
                </a:r>
                <a:r>
                  <a:rPr lang="en-US" sz="4000" dirty="0">
                    <a:latin typeface="Cambria" panose="02040503050406030204" pitchFamily="18" charset="0"/>
                    <a:ea typeface="Cambria" panose="02040503050406030204" pitchFamily="18" charset="0"/>
                  </a:rPr>
                  <a:t> </a:t>
                </a:r>
                <a:r>
                  <a:rPr lang="en-US" sz="4000" i="1" dirty="0" err="1">
                    <a:latin typeface="Cambria" panose="02040503050406030204" pitchFamily="18" charset="0"/>
                    <a:ea typeface="Cambria" panose="02040503050406030204" pitchFamily="18" charset="0"/>
                  </a:rPr>
                  <a:t>a</a:t>
                </a:r>
                <a:r>
                  <a:rPr lang="en-US" sz="4000" i="1" baseline="-25000" dirty="0" err="1">
                    <a:latin typeface="Cambria" panose="02040503050406030204" pitchFamily="18" charset="0"/>
                    <a:ea typeface="Cambria" panose="02040503050406030204" pitchFamily="18" charset="0"/>
                  </a:rPr>
                  <a:t>ij</a:t>
                </a:r>
                <a:r>
                  <a:rPr lang="en-US" sz="4000" i="1" baseline="-25000" dirty="0">
                    <a:latin typeface="Cambria" panose="02040503050406030204" pitchFamily="18" charset="0"/>
                    <a:ea typeface="Cambria" panose="02040503050406030204" pitchFamily="18" charset="0"/>
                  </a:rPr>
                  <a:t> </a:t>
                </a:r>
                <a:r>
                  <a:rPr lang="en-US" sz="4000" dirty="0">
                    <a:latin typeface="Cambria" panose="02040503050406030204" pitchFamily="18" charset="0"/>
                    <a:ea typeface="Cambria" panose="02040503050406030204" pitchFamily="18" charset="0"/>
                  </a:rPr>
                  <a:t>= </a:t>
                </a:r>
                <a:r>
                  <a:rPr lang="en-US" sz="4000" dirty="0">
                    <a:latin typeface="Cambria" panose="02040503050406030204" pitchFamily="18" charset="0"/>
                    <a:ea typeface="Cambria" panose="02040503050406030204" pitchFamily="18" charset="0"/>
                    <a:sym typeface="Symbol" pitchFamily="16" charset="2"/>
                  </a:rPr>
                  <a:t></a:t>
                </a:r>
                <a:r>
                  <a:rPr lang="en-US" sz="4000" i="1" baseline="-25000" dirty="0">
                    <a:latin typeface="Cambria" panose="02040503050406030204" pitchFamily="18" charset="0"/>
                    <a:ea typeface="Cambria" panose="02040503050406030204" pitchFamily="18" charset="0"/>
                  </a:rPr>
                  <a:t>j</a:t>
                </a:r>
                <a:r>
                  <a:rPr lang="en-US" sz="4000" dirty="0">
                    <a:latin typeface="Cambria" panose="02040503050406030204" pitchFamily="18" charset="0"/>
                    <a:ea typeface="Cambria" panose="02040503050406030204" pitchFamily="18" charset="0"/>
                  </a:rPr>
                  <a:t> </a:t>
                </a:r>
                <a:r>
                  <a:rPr lang="en-US" sz="4000" i="1" dirty="0">
                    <a:latin typeface="Cambria" panose="02040503050406030204" pitchFamily="18" charset="0"/>
                    <a:ea typeface="Cambria" panose="02040503050406030204" pitchFamily="18" charset="0"/>
                  </a:rPr>
                  <a:t>a</a:t>
                </a:r>
                <a:r>
                  <a:rPr lang="en-US" sz="4000" i="1" baseline="-25000" dirty="0">
                    <a:latin typeface="Cambria" panose="02040503050406030204" pitchFamily="18" charset="0"/>
                    <a:ea typeface="Cambria" panose="02040503050406030204" pitchFamily="18" charset="0"/>
                  </a:rPr>
                  <a:t>ji</a:t>
                </a:r>
              </a:p>
              <a:p>
                <a:pPr marL="0" indent="0" algn="ctr">
                  <a:lnSpc>
                    <a:spcPct val="90000"/>
                  </a:lnSpc>
                  <a:buFont typeface="Arial" pitchFamily="34" charset="0"/>
                  <a:buNone/>
                </a:pPr>
                <a:endParaRPr lang="en-US" sz="2400" i="1" baseline="-25000" dirty="0">
                  <a:latin typeface="Cambria" panose="02040503050406030204" pitchFamily="18" charset="0"/>
                  <a:ea typeface="Cambria" panose="02040503050406030204" pitchFamily="18" charset="0"/>
                </a:endParaRPr>
              </a:p>
              <a:p>
                <a:pPr marL="0" indent="0" algn="ctr">
                  <a:lnSpc>
                    <a:spcPct val="90000"/>
                  </a:lnSpc>
                  <a:buFont typeface="Arial" pitchFamily="34" charset="0"/>
                  <a:buNone/>
                </a:pPr>
                <a:endParaRPr lang="en-US" sz="2400" i="1" baseline="-25000" dirty="0">
                  <a:latin typeface="Cambria" panose="02040503050406030204" pitchFamily="18" charset="0"/>
                  <a:ea typeface="Cambria" panose="02040503050406030204" pitchFamily="18" charset="0"/>
                </a:endParaRPr>
              </a:p>
              <a:p>
                <a:pPr marL="0" indent="0" algn="ctr">
                  <a:lnSpc>
                    <a:spcPct val="90000"/>
                  </a:lnSpc>
                  <a:buFont typeface="Arial" pitchFamily="34" charset="0"/>
                  <a:buNone/>
                </a:pPr>
                <a:endParaRPr lang="en-US" sz="2400" dirty="0">
                  <a:latin typeface="Cambria" panose="02040503050406030204" pitchFamily="18" charset="0"/>
                  <a:ea typeface="Cambria" panose="02040503050406030204" pitchFamily="18" charset="0"/>
                </a:endParaRPr>
              </a:p>
            </p:txBody>
          </p:sp>
        </mc:Choice>
        <mc:Fallback xmlns="">
          <p:sp>
            <p:nvSpPr>
              <p:cNvPr id="3" name="Rectangle 3">
                <a:extLst>
                  <a:ext uri="{FF2B5EF4-FFF2-40B4-BE49-F238E27FC236}">
                    <a16:creationId xmlns:a16="http://schemas.microsoft.com/office/drawing/2014/main" id="{089AB3A3-DEBF-5846-7326-12E562ED6C82}"/>
                  </a:ext>
                </a:extLst>
              </p:cNvPr>
              <p:cNvSpPr txBox="1">
                <a:spLocks noRot="1" noChangeAspect="1" noMove="1" noResize="1" noEditPoints="1" noAdjustHandles="1" noChangeArrowheads="1" noChangeShapeType="1" noTextEdit="1"/>
              </p:cNvSpPr>
              <p:nvPr/>
            </p:nvSpPr>
            <p:spPr>
              <a:xfrm>
                <a:off x="737948" y="1766819"/>
                <a:ext cx="13283090" cy="2232248"/>
              </a:xfrm>
              <a:prstGeom prst="rect">
                <a:avLst/>
              </a:prstGeom>
              <a:blipFill>
                <a:blip r:embed="rId6"/>
                <a:stretch>
                  <a:fillRect t="-7650"/>
                </a:stretch>
              </a:blipFill>
            </p:spPr>
            <p:txBody>
              <a:bodyPr/>
              <a:lstStyle/>
              <a:p>
                <a:r>
                  <a:rPr lang="en-IN">
                    <a:noFill/>
                  </a:rPr>
                  <a:t> </a:t>
                </a:r>
              </a:p>
            </p:txBody>
          </p:sp>
        </mc:Fallback>
      </mc:AlternateContent>
    </p:spTree>
    <p:extLst>
      <p:ext uri="{BB962C8B-B14F-4D97-AF65-F5344CB8AC3E}">
        <p14:creationId xmlns:p14="http://schemas.microsoft.com/office/powerpoint/2010/main" val="20430145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FB9DC-A82F-5EAA-3016-710F4EC6E4FC}"/>
            </a:ext>
          </a:extLst>
        </p:cNvPr>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743D53AC-8CDA-C55A-510A-DE72809E3B17}"/>
              </a:ext>
            </a:extLst>
          </p:cNvPr>
          <p:cNvPicPr>
            <a:picLocks noChangeAspect="1"/>
          </p:cNvPicPr>
          <p:nvPr/>
        </p:nvPicPr>
        <p:blipFill rotWithShape="1">
          <a:blip r:embed="rId3">
            <a:alphaModFix amt="60000"/>
          </a:blip>
          <a:srcRect r="-1" b="3428"/>
          <a:stretch/>
        </p:blipFill>
        <p:spPr>
          <a:xfrm>
            <a:off x="1042790" y="620946"/>
            <a:ext cx="12866125" cy="8595360"/>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4339" name="Rectangle 3">
            <a:extLst>
              <a:ext uri="{FF2B5EF4-FFF2-40B4-BE49-F238E27FC236}">
                <a16:creationId xmlns:a16="http://schemas.microsoft.com/office/drawing/2014/main" id="{607C573A-52CB-08B5-9D49-897CDCCCB900}"/>
              </a:ext>
            </a:extLst>
          </p:cNvPr>
          <p:cNvSpPr>
            <a:spLocks noGrp="1" noChangeArrowheads="1"/>
          </p:cNvSpPr>
          <p:nvPr>
            <p:ph type="body" idx="1"/>
          </p:nvPr>
        </p:nvSpPr>
        <p:spPr>
          <a:xfrm>
            <a:off x="1106925" y="2694067"/>
            <a:ext cx="13185337" cy="6641544"/>
          </a:xfrm>
          <a:solidFill>
            <a:schemeClr val="bg1"/>
          </a:solidFill>
        </p:spPr>
        <p:txBody>
          <a:bodyPr>
            <a:normAutofit/>
          </a:bodyPr>
          <a:lstStyle/>
          <a:p>
            <a:pPr marL="0" indent="0">
              <a:lnSpc>
                <a:spcPct val="90000"/>
              </a:lnSpc>
              <a:buNone/>
            </a:pPr>
            <a:r>
              <a:rPr lang="en-US" sz="3600" dirty="0">
                <a:latin typeface="Cambria" panose="02040503050406030204" pitchFamily="18" charset="0"/>
                <a:ea typeface="Cambria" panose="02040503050406030204" pitchFamily="18" charset="0"/>
              </a:rPr>
              <a:t>In a directed network the </a:t>
            </a:r>
            <a:r>
              <a:rPr lang="en-US" sz="3600" i="1" dirty="0">
                <a:latin typeface="Cambria" panose="02040503050406030204" pitchFamily="18" charset="0"/>
                <a:ea typeface="Cambria" panose="02040503050406030204" pitchFamily="18" charset="0"/>
              </a:rPr>
              <a:t>in-degree</a:t>
            </a:r>
            <a:r>
              <a:rPr lang="en-US" sz="3600" dirty="0">
                <a:latin typeface="Cambria" panose="02040503050406030204" pitchFamily="18" charset="0"/>
                <a:ea typeface="Cambria" panose="02040503050406030204" pitchFamily="18" charset="0"/>
              </a:rPr>
              <a:t> </a:t>
            </a:r>
            <a:r>
              <a:rPr lang="en-US" sz="3600" i="1" dirty="0" err="1">
                <a:latin typeface="Cambria" panose="02040503050406030204" pitchFamily="18" charset="0"/>
                <a:ea typeface="Cambria" panose="02040503050406030204" pitchFamily="18" charset="0"/>
              </a:rPr>
              <a:t>k</a:t>
            </a:r>
            <a:r>
              <a:rPr lang="en-US" sz="3600" i="1" baseline="-25000" dirty="0" err="1">
                <a:latin typeface="Cambria" panose="02040503050406030204" pitchFamily="18" charset="0"/>
                <a:ea typeface="Cambria" panose="02040503050406030204" pitchFamily="18" charset="0"/>
              </a:rPr>
              <a:t>i</a:t>
            </a:r>
            <a:r>
              <a:rPr lang="en-US" sz="3600" i="1" baseline="30000" dirty="0">
                <a:latin typeface="Cambria" panose="02040503050406030204" pitchFamily="18" charset="0"/>
                <a:ea typeface="Cambria" panose="02040503050406030204" pitchFamily="18" charset="0"/>
              </a:rPr>
              <a:t>(in)</a:t>
            </a:r>
            <a:r>
              <a:rPr lang="en-US" sz="3600" dirty="0">
                <a:latin typeface="Cambria" panose="02040503050406030204" pitchFamily="18" charset="0"/>
                <a:ea typeface="Cambria" panose="02040503050406030204" pitchFamily="18" charset="0"/>
              </a:rPr>
              <a:t> of a node </a:t>
            </a:r>
            <a:r>
              <a:rPr lang="en-US" sz="3600" i="1" dirty="0" err="1">
                <a:latin typeface="Cambria" panose="02040503050406030204" pitchFamily="18" charset="0"/>
                <a:ea typeface="Cambria" panose="02040503050406030204" pitchFamily="18" charset="0"/>
              </a:rPr>
              <a:t>i</a:t>
            </a:r>
            <a:r>
              <a:rPr lang="en-US" sz="3600" dirty="0">
                <a:latin typeface="Cambria" panose="02040503050406030204" pitchFamily="18" charset="0"/>
                <a:ea typeface="Cambria" panose="02040503050406030204" pitchFamily="18" charset="0"/>
              </a:rPr>
              <a:t> is the number of directed edges pointing </a:t>
            </a:r>
            <a:r>
              <a:rPr lang="en-US" sz="3600" u="sng" dirty="0">
                <a:solidFill>
                  <a:srgbClr val="FF0000"/>
                </a:solidFill>
                <a:latin typeface="Cambria" panose="02040503050406030204" pitchFamily="18" charset="0"/>
                <a:ea typeface="Cambria" panose="02040503050406030204" pitchFamily="18" charset="0"/>
              </a:rPr>
              <a:t>to</a:t>
            </a:r>
            <a:r>
              <a:rPr lang="en-US" sz="3600" dirty="0">
                <a:latin typeface="Cambria" panose="02040503050406030204" pitchFamily="18" charset="0"/>
                <a:ea typeface="Cambria" panose="02040503050406030204" pitchFamily="18" charset="0"/>
              </a:rPr>
              <a:t> node </a:t>
            </a:r>
            <a:r>
              <a:rPr lang="en-US" sz="3600" i="1" dirty="0" err="1">
                <a:latin typeface="Cambria" panose="02040503050406030204" pitchFamily="18" charset="0"/>
                <a:ea typeface="Cambria" panose="02040503050406030204" pitchFamily="18" charset="0"/>
              </a:rPr>
              <a:t>i</a:t>
            </a:r>
            <a:r>
              <a:rPr lang="en-US" sz="3600" dirty="0">
                <a:latin typeface="Cambria" panose="02040503050406030204" pitchFamily="18" charset="0"/>
                <a:ea typeface="Cambria" panose="02040503050406030204" pitchFamily="18" charset="0"/>
              </a:rPr>
              <a:t>:</a:t>
            </a:r>
          </a:p>
          <a:p>
            <a:pPr marL="0" indent="0" algn="ctr">
              <a:lnSpc>
                <a:spcPct val="90000"/>
              </a:lnSpc>
              <a:buNone/>
            </a:pPr>
            <a:endParaRPr lang="en-US" sz="3600" i="1" dirty="0">
              <a:latin typeface="Cambria" panose="02040503050406030204" pitchFamily="18" charset="0"/>
              <a:ea typeface="Cambria" panose="02040503050406030204" pitchFamily="18" charset="0"/>
            </a:endParaRPr>
          </a:p>
          <a:p>
            <a:pPr marL="0" indent="0">
              <a:lnSpc>
                <a:spcPct val="90000"/>
              </a:lnSpc>
              <a:buNone/>
            </a:pPr>
            <a:endParaRPr lang="en-US" sz="3600" dirty="0">
              <a:latin typeface="Cambria" panose="02040503050406030204" pitchFamily="18" charset="0"/>
              <a:ea typeface="Cambria" panose="02040503050406030204" pitchFamily="18" charset="0"/>
            </a:endParaRPr>
          </a:p>
          <a:p>
            <a:pPr marL="0" indent="0">
              <a:lnSpc>
                <a:spcPct val="90000"/>
              </a:lnSpc>
              <a:buNone/>
            </a:pPr>
            <a:endParaRPr lang="en-US" sz="3600" dirty="0">
              <a:latin typeface="Cambria" panose="02040503050406030204" pitchFamily="18" charset="0"/>
              <a:ea typeface="Cambria" panose="02040503050406030204" pitchFamily="18" charset="0"/>
            </a:endParaRPr>
          </a:p>
          <a:p>
            <a:pPr marL="0" indent="0">
              <a:lnSpc>
                <a:spcPct val="90000"/>
              </a:lnSpc>
              <a:buNone/>
            </a:pPr>
            <a:endParaRPr lang="en-US" sz="3600" dirty="0">
              <a:latin typeface="Cambria" panose="02040503050406030204" pitchFamily="18" charset="0"/>
              <a:ea typeface="Cambria" panose="02040503050406030204" pitchFamily="18" charset="0"/>
            </a:endParaRPr>
          </a:p>
        </p:txBody>
      </p:sp>
      <p:sp>
        <p:nvSpPr>
          <p:cNvPr id="4" name="Date Placeholder 3">
            <a:extLst>
              <a:ext uri="{FF2B5EF4-FFF2-40B4-BE49-F238E27FC236}">
                <a16:creationId xmlns:a16="http://schemas.microsoft.com/office/drawing/2014/main" id="{A40BD6E2-3BBB-D08E-F9FE-D678C25ECF1A}"/>
              </a:ext>
            </a:extLst>
          </p:cNvPr>
          <p:cNvSpPr>
            <a:spLocks noGrp="1"/>
          </p:cNvSpPr>
          <p:nvPr>
            <p:ph type="dt" sz="half" idx="10"/>
          </p:nvPr>
        </p:nvSpPr>
        <p:spPr/>
        <p:txBody>
          <a:bodyPr/>
          <a:lstStyle/>
          <a:p>
            <a:fld id="{4FAAB580-3CD0-4CE7-8894-82BB9C7ECEED}" type="datetime1">
              <a:rPr lang="en-US" smtClean="0"/>
              <a:pPr/>
              <a:t>8/5/2026</a:t>
            </a:fld>
            <a:endParaRPr lang="en-IN"/>
          </a:p>
        </p:txBody>
      </p:sp>
      <p:sp>
        <p:nvSpPr>
          <p:cNvPr id="5" name="Title 1">
            <a:extLst>
              <a:ext uri="{FF2B5EF4-FFF2-40B4-BE49-F238E27FC236}">
                <a16:creationId xmlns:a16="http://schemas.microsoft.com/office/drawing/2014/main" id="{A223223C-358A-6491-1EB6-D7E8C2373844}"/>
              </a:ext>
            </a:extLst>
          </p:cNvPr>
          <p:cNvSpPr txBox="1">
            <a:spLocks/>
          </p:cNvSpPr>
          <p:nvPr/>
        </p:nvSpPr>
        <p:spPr>
          <a:xfrm>
            <a:off x="1186806" y="303010"/>
            <a:ext cx="11970135" cy="1274913"/>
          </a:xfrm>
          <a:prstGeom prst="rect">
            <a:avLst/>
          </a:prstGeom>
          <a:solidFill>
            <a:schemeClr val="bg1"/>
          </a:solidFill>
        </p:spPr>
        <p:txBody>
          <a:bodyPr vert="horz" lIns="91440" tIns="45720" rIns="91440" bIns="45720" rtlCol="0" anchor="ctr">
            <a:no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In-Degree and Out-degree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5E074D7-444B-6A4B-61DC-BA4E6B4C3AB0}"/>
                  </a:ext>
                </a:extLst>
              </p:cNvPr>
              <p:cNvSpPr txBox="1"/>
              <p:nvPr/>
            </p:nvSpPr>
            <p:spPr>
              <a:xfrm>
                <a:off x="8543276" y="3463082"/>
                <a:ext cx="3960440" cy="1892762"/>
              </a:xfrm>
              <a:prstGeom prst="rect">
                <a:avLst/>
              </a:prstGeom>
              <a:noFill/>
            </p:spPr>
            <p:txBody>
              <a:bodyPr wrap="square" rtlCol="0">
                <a:spAutoFit/>
              </a:bodyPr>
              <a:lstStyle/>
              <a:p>
                <a:pPr/>
                <a14:m>
                  <m:oMathPara xmlns:m="http://schemas.openxmlformats.org/officeDocument/2006/math">
                    <m:oMath>
                      <m:sSubSup>
                        <m:sSubSupPr>
                          <m:ctrlPr>
                            <a:rPr lang="en-US" sz="4000" b="0" i="1" smtClean="0">
                              <a:solidFill>
                                <a:srgbClr val="0000FF"/>
                              </a:solidFill>
                              <a:latin typeface="Cambria Math" panose="02040503050406030204" pitchFamily="18" charset="0"/>
                            </a:rPr>
                          </m:ctrlPr>
                        </m:sSubSupPr>
                        <m:e>
                          <m:r>
                            <a:rPr lang="en-US" sz="4000" b="0" i="1" smtClean="0">
                              <a:solidFill>
                                <a:srgbClr val="0000FF"/>
                              </a:solidFill>
                              <a:latin typeface="Cambria Math" panose="02040503050406030204" pitchFamily="18" charset="0"/>
                            </a:rPr>
                            <m:t>𝑘</m:t>
                          </m:r>
                        </m:e>
                        <m:sub>
                          <m:r>
                            <a:rPr lang="en-US" sz="4000" b="0" i="1" smtClean="0">
                              <a:solidFill>
                                <a:srgbClr val="0000FF"/>
                              </a:solidFill>
                              <a:latin typeface="Cambria Math" panose="02040503050406030204" pitchFamily="18" charset="0"/>
                            </a:rPr>
                            <m:t>𝑖</m:t>
                          </m:r>
                        </m:sub>
                        <m:sup>
                          <m:r>
                            <a:rPr lang="en-US" sz="4000" b="0" i="1" smtClean="0">
                              <a:solidFill>
                                <a:srgbClr val="0000FF"/>
                              </a:solidFill>
                              <a:latin typeface="Cambria Math" panose="02040503050406030204" pitchFamily="18" charset="0"/>
                            </a:rPr>
                            <m:t>𝑖𝑛</m:t>
                          </m:r>
                        </m:sup>
                      </m:sSubSup>
                      <m:r>
                        <a:rPr lang="en-US" sz="4000" b="0" i="1" smtClean="0">
                          <a:solidFill>
                            <a:srgbClr val="0000FF"/>
                          </a:solidFill>
                          <a:latin typeface="Cambria Math" panose="02040503050406030204" pitchFamily="18" charset="0"/>
                        </a:rPr>
                        <m:t>=</m:t>
                      </m:r>
                      <m:nary>
                        <m:naryPr>
                          <m:chr m:val="∑"/>
                          <m:ctrlPr>
                            <a:rPr lang="en-US" sz="4000" b="0" i="1" smtClean="0">
                              <a:solidFill>
                                <a:srgbClr val="0000FF"/>
                              </a:solidFill>
                              <a:latin typeface="Cambria Math" panose="02040503050406030204" pitchFamily="18" charset="0"/>
                            </a:rPr>
                          </m:ctrlPr>
                        </m:naryPr>
                        <m:sub>
                          <m:r>
                            <m:rPr>
                              <m:brk m:alnAt="23"/>
                            </m:rPr>
                            <a:rPr lang="en-US" sz="4000" b="0" i="1" smtClean="0">
                              <a:solidFill>
                                <a:srgbClr val="0000FF"/>
                              </a:solidFill>
                              <a:latin typeface="Cambria Math" panose="02040503050406030204" pitchFamily="18" charset="0"/>
                            </a:rPr>
                            <m:t>𝑗</m:t>
                          </m:r>
                          <m:r>
                            <a:rPr lang="en-US" sz="4000" b="0" i="1" smtClean="0">
                              <a:solidFill>
                                <a:srgbClr val="0000FF"/>
                              </a:solidFill>
                              <a:latin typeface="Cambria Math" panose="02040503050406030204" pitchFamily="18" charset="0"/>
                            </a:rPr>
                            <m:t>=1</m:t>
                          </m:r>
                        </m:sub>
                        <m:sup>
                          <m:r>
                            <a:rPr lang="en-US" sz="4000" b="0" i="1" smtClean="0">
                              <a:solidFill>
                                <a:srgbClr val="0000FF"/>
                              </a:solidFill>
                              <a:latin typeface="Cambria Math" panose="02040503050406030204" pitchFamily="18" charset="0"/>
                            </a:rPr>
                            <m:t>𝑁</m:t>
                          </m:r>
                        </m:sup>
                        <m:e>
                          <m:sSub>
                            <m:sSubPr>
                              <m:ctrlPr>
                                <a:rPr lang="en-US" sz="4000" b="0" i="1" smtClean="0">
                                  <a:solidFill>
                                    <a:srgbClr val="0000FF"/>
                                  </a:solidFill>
                                  <a:latin typeface="Cambria Math" panose="02040503050406030204" pitchFamily="18" charset="0"/>
                                </a:rPr>
                              </m:ctrlPr>
                            </m:sSubPr>
                            <m:e>
                              <m:r>
                                <a:rPr lang="en-US" sz="4000" b="0" i="1" smtClean="0">
                                  <a:solidFill>
                                    <a:srgbClr val="0000FF"/>
                                  </a:solidFill>
                                  <a:latin typeface="Cambria Math" panose="02040503050406030204" pitchFamily="18" charset="0"/>
                                </a:rPr>
                                <m:t>𝐴</m:t>
                              </m:r>
                            </m:e>
                            <m:sub>
                              <m:r>
                                <a:rPr lang="en-US" sz="4000" b="0" i="1" smtClean="0">
                                  <a:solidFill>
                                    <a:srgbClr val="0000FF"/>
                                  </a:solidFill>
                                  <a:latin typeface="Cambria Math" panose="02040503050406030204" pitchFamily="18" charset="0"/>
                                </a:rPr>
                                <m:t>𝑗𝑖</m:t>
                              </m:r>
                            </m:sub>
                          </m:sSub>
                        </m:e>
                      </m:nary>
                    </m:oMath>
                  </m:oMathPara>
                </a14:m>
                <a:endParaRPr lang="en-IN" sz="4000" dirty="0">
                  <a:solidFill>
                    <a:srgbClr val="0000FF"/>
                  </a:solidFill>
                </a:endParaRPr>
              </a:p>
            </p:txBody>
          </p:sp>
        </mc:Choice>
        <mc:Fallback xmlns="">
          <p:sp>
            <p:nvSpPr>
              <p:cNvPr id="3" name="TextBox 2">
                <a:extLst>
                  <a:ext uri="{FF2B5EF4-FFF2-40B4-BE49-F238E27FC236}">
                    <a16:creationId xmlns:a16="http://schemas.microsoft.com/office/drawing/2014/main" id="{06274D29-B176-328E-D6A7-9F67C4695248}"/>
                  </a:ext>
                </a:extLst>
              </p:cNvPr>
              <p:cNvSpPr txBox="1">
                <a:spLocks noRot="1" noChangeAspect="1" noMove="1" noResize="1" noEditPoints="1" noAdjustHandles="1" noChangeArrowheads="1" noChangeShapeType="1" noTextEdit="1"/>
              </p:cNvSpPr>
              <p:nvPr/>
            </p:nvSpPr>
            <p:spPr>
              <a:xfrm>
                <a:off x="8543276" y="3463082"/>
                <a:ext cx="3960440" cy="1892762"/>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5409769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82A56068-F125-3E13-7492-8527DB65A7FE}"/>
              </a:ext>
            </a:extLst>
          </p:cNvPr>
          <p:cNvPicPr>
            <a:picLocks noChangeAspect="1"/>
          </p:cNvPicPr>
          <p:nvPr/>
        </p:nvPicPr>
        <p:blipFill rotWithShape="1">
          <a:blip r:embed="rId3">
            <a:alphaModFix amt="60000"/>
          </a:blip>
          <a:srcRect r="-1" b="3428"/>
          <a:stretch/>
        </p:blipFill>
        <p:spPr>
          <a:xfrm>
            <a:off x="1042790" y="620946"/>
            <a:ext cx="12866125" cy="8595360"/>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4339" name="Rectangle 3"/>
          <p:cNvSpPr>
            <a:spLocks noGrp="1" noChangeArrowheads="1"/>
          </p:cNvSpPr>
          <p:nvPr>
            <p:ph type="body" idx="1"/>
          </p:nvPr>
        </p:nvSpPr>
        <p:spPr>
          <a:xfrm>
            <a:off x="1106925" y="2694067"/>
            <a:ext cx="13185337" cy="6641544"/>
          </a:xfrm>
          <a:solidFill>
            <a:schemeClr val="bg1"/>
          </a:solidFill>
        </p:spPr>
        <p:txBody>
          <a:bodyPr>
            <a:normAutofit/>
          </a:bodyPr>
          <a:lstStyle/>
          <a:p>
            <a:pPr marL="0" indent="0">
              <a:lnSpc>
                <a:spcPct val="90000"/>
              </a:lnSpc>
              <a:buNone/>
            </a:pPr>
            <a:r>
              <a:rPr lang="en-US" sz="3600" dirty="0">
                <a:latin typeface="Cambria" panose="02040503050406030204" pitchFamily="18" charset="0"/>
                <a:ea typeface="Cambria" panose="02040503050406030204" pitchFamily="18" charset="0"/>
              </a:rPr>
              <a:t>In a directed network the </a:t>
            </a:r>
            <a:r>
              <a:rPr lang="en-US" sz="3600" i="1" dirty="0">
                <a:latin typeface="Cambria" panose="02040503050406030204" pitchFamily="18" charset="0"/>
                <a:ea typeface="Cambria" panose="02040503050406030204" pitchFamily="18" charset="0"/>
              </a:rPr>
              <a:t>in-degree</a:t>
            </a:r>
            <a:r>
              <a:rPr lang="en-US" sz="3600" dirty="0">
                <a:latin typeface="Cambria" panose="02040503050406030204" pitchFamily="18" charset="0"/>
                <a:ea typeface="Cambria" panose="02040503050406030204" pitchFamily="18" charset="0"/>
              </a:rPr>
              <a:t> </a:t>
            </a:r>
            <a:r>
              <a:rPr lang="en-US" sz="3600" i="1" dirty="0" err="1">
                <a:latin typeface="Cambria" panose="02040503050406030204" pitchFamily="18" charset="0"/>
                <a:ea typeface="Cambria" panose="02040503050406030204" pitchFamily="18" charset="0"/>
              </a:rPr>
              <a:t>k</a:t>
            </a:r>
            <a:r>
              <a:rPr lang="en-US" sz="3600" i="1" baseline="-25000" dirty="0" err="1">
                <a:latin typeface="Cambria" panose="02040503050406030204" pitchFamily="18" charset="0"/>
                <a:ea typeface="Cambria" panose="02040503050406030204" pitchFamily="18" charset="0"/>
              </a:rPr>
              <a:t>i</a:t>
            </a:r>
            <a:r>
              <a:rPr lang="en-US" sz="3600" i="1" baseline="30000" dirty="0">
                <a:latin typeface="Cambria" panose="02040503050406030204" pitchFamily="18" charset="0"/>
                <a:ea typeface="Cambria" panose="02040503050406030204" pitchFamily="18" charset="0"/>
              </a:rPr>
              <a:t>(in)</a:t>
            </a:r>
            <a:r>
              <a:rPr lang="en-US" sz="3600" dirty="0">
                <a:latin typeface="Cambria" panose="02040503050406030204" pitchFamily="18" charset="0"/>
                <a:ea typeface="Cambria" panose="02040503050406030204" pitchFamily="18" charset="0"/>
              </a:rPr>
              <a:t> of a node </a:t>
            </a:r>
            <a:r>
              <a:rPr lang="en-US" sz="3600" i="1" dirty="0" err="1">
                <a:latin typeface="Cambria" panose="02040503050406030204" pitchFamily="18" charset="0"/>
                <a:ea typeface="Cambria" panose="02040503050406030204" pitchFamily="18" charset="0"/>
              </a:rPr>
              <a:t>i</a:t>
            </a:r>
            <a:r>
              <a:rPr lang="en-US" sz="3600" dirty="0">
                <a:latin typeface="Cambria" panose="02040503050406030204" pitchFamily="18" charset="0"/>
                <a:ea typeface="Cambria" panose="02040503050406030204" pitchFamily="18" charset="0"/>
              </a:rPr>
              <a:t> is the number of directed edges pointing </a:t>
            </a:r>
            <a:r>
              <a:rPr lang="en-US" sz="3600" u="sng" dirty="0">
                <a:solidFill>
                  <a:srgbClr val="FF0000"/>
                </a:solidFill>
                <a:latin typeface="Cambria" panose="02040503050406030204" pitchFamily="18" charset="0"/>
                <a:ea typeface="Cambria" panose="02040503050406030204" pitchFamily="18" charset="0"/>
              </a:rPr>
              <a:t>to</a:t>
            </a:r>
            <a:r>
              <a:rPr lang="en-US" sz="3600" dirty="0">
                <a:latin typeface="Cambria" panose="02040503050406030204" pitchFamily="18" charset="0"/>
                <a:ea typeface="Cambria" panose="02040503050406030204" pitchFamily="18" charset="0"/>
              </a:rPr>
              <a:t> node </a:t>
            </a:r>
            <a:r>
              <a:rPr lang="en-US" sz="3600" i="1" dirty="0" err="1">
                <a:latin typeface="Cambria" panose="02040503050406030204" pitchFamily="18" charset="0"/>
                <a:ea typeface="Cambria" panose="02040503050406030204" pitchFamily="18" charset="0"/>
              </a:rPr>
              <a:t>i</a:t>
            </a:r>
            <a:r>
              <a:rPr lang="en-US" sz="3600" dirty="0">
                <a:latin typeface="Cambria" panose="02040503050406030204" pitchFamily="18" charset="0"/>
                <a:ea typeface="Cambria" panose="02040503050406030204" pitchFamily="18" charset="0"/>
              </a:rPr>
              <a:t>:</a:t>
            </a:r>
          </a:p>
          <a:p>
            <a:pPr marL="0" indent="0" algn="ctr">
              <a:lnSpc>
                <a:spcPct val="90000"/>
              </a:lnSpc>
              <a:buNone/>
            </a:pPr>
            <a:endParaRPr lang="en-US" sz="3600" i="1" dirty="0">
              <a:latin typeface="Cambria" panose="02040503050406030204" pitchFamily="18" charset="0"/>
              <a:ea typeface="Cambria" panose="02040503050406030204" pitchFamily="18" charset="0"/>
            </a:endParaRPr>
          </a:p>
          <a:p>
            <a:pPr marL="0" indent="0">
              <a:lnSpc>
                <a:spcPct val="90000"/>
              </a:lnSpc>
              <a:buNone/>
            </a:pPr>
            <a:endParaRPr lang="en-US" sz="3600" dirty="0">
              <a:latin typeface="Cambria" panose="02040503050406030204" pitchFamily="18" charset="0"/>
              <a:ea typeface="Cambria" panose="02040503050406030204" pitchFamily="18" charset="0"/>
            </a:endParaRPr>
          </a:p>
          <a:p>
            <a:pPr marL="0" indent="0">
              <a:lnSpc>
                <a:spcPct val="90000"/>
              </a:lnSpc>
              <a:buNone/>
            </a:pPr>
            <a:endParaRPr lang="en-US" sz="3600" dirty="0">
              <a:latin typeface="Cambria" panose="02040503050406030204" pitchFamily="18" charset="0"/>
              <a:ea typeface="Cambria" panose="02040503050406030204" pitchFamily="18" charset="0"/>
            </a:endParaRPr>
          </a:p>
          <a:p>
            <a:pPr marL="0" indent="0">
              <a:lnSpc>
                <a:spcPct val="90000"/>
              </a:lnSpc>
              <a:buNone/>
            </a:pPr>
            <a:r>
              <a:rPr lang="en-US" sz="3600" dirty="0">
                <a:latin typeface="Cambria" panose="02040503050406030204" pitchFamily="18" charset="0"/>
                <a:ea typeface="Cambria" panose="02040503050406030204" pitchFamily="18" charset="0"/>
              </a:rPr>
              <a:t>while the </a:t>
            </a:r>
            <a:r>
              <a:rPr lang="en-US" sz="3600" i="1" dirty="0">
                <a:latin typeface="Cambria" panose="02040503050406030204" pitchFamily="18" charset="0"/>
                <a:ea typeface="Cambria" panose="02040503050406030204" pitchFamily="18" charset="0"/>
              </a:rPr>
              <a:t>out-degree</a:t>
            </a:r>
            <a:r>
              <a:rPr lang="en-US" sz="3600" dirty="0">
                <a:latin typeface="Cambria" panose="02040503050406030204" pitchFamily="18" charset="0"/>
                <a:ea typeface="Cambria" panose="02040503050406030204" pitchFamily="18" charset="0"/>
              </a:rPr>
              <a:t> </a:t>
            </a:r>
            <a:r>
              <a:rPr lang="en-US" sz="3600" i="1" dirty="0" err="1">
                <a:latin typeface="Cambria" panose="02040503050406030204" pitchFamily="18" charset="0"/>
                <a:ea typeface="Cambria" panose="02040503050406030204" pitchFamily="18" charset="0"/>
              </a:rPr>
              <a:t>k</a:t>
            </a:r>
            <a:r>
              <a:rPr lang="en-US" sz="3600" i="1" baseline="-25000" dirty="0" err="1">
                <a:latin typeface="Cambria" panose="02040503050406030204" pitchFamily="18" charset="0"/>
                <a:ea typeface="Cambria" panose="02040503050406030204" pitchFamily="18" charset="0"/>
              </a:rPr>
              <a:t>i</a:t>
            </a:r>
            <a:r>
              <a:rPr lang="en-US" sz="3600" i="1" baseline="30000" dirty="0">
                <a:latin typeface="Cambria" panose="02040503050406030204" pitchFamily="18" charset="0"/>
                <a:ea typeface="Cambria" panose="02040503050406030204" pitchFamily="18" charset="0"/>
              </a:rPr>
              <a:t>(out)</a:t>
            </a:r>
            <a:r>
              <a:rPr lang="en-US" sz="3600" dirty="0">
                <a:latin typeface="Cambria" panose="02040503050406030204" pitchFamily="18" charset="0"/>
                <a:ea typeface="Cambria" panose="02040503050406030204" pitchFamily="18" charset="0"/>
              </a:rPr>
              <a:t> of a node </a:t>
            </a:r>
            <a:r>
              <a:rPr lang="en-US" sz="3600" i="1" dirty="0" err="1">
                <a:latin typeface="Cambria" panose="02040503050406030204" pitchFamily="18" charset="0"/>
                <a:ea typeface="Cambria" panose="02040503050406030204" pitchFamily="18" charset="0"/>
              </a:rPr>
              <a:t>i</a:t>
            </a:r>
            <a:r>
              <a:rPr lang="en-US" sz="3600" dirty="0">
                <a:latin typeface="Cambria" panose="02040503050406030204" pitchFamily="18" charset="0"/>
                <a:ea typeface="Cambria" panose="02040503050406030204" pitchFamily="18" charset="0"/>
              </a:rPr>
              <a:t> is the number of directed edges pointing </a:t>
            </a:r>
            <a:r>
              <a:rPr lang="en-US" sz="3600" u="sng" dirty="0">
                <a:solidFill>
                  <a:srgbClr val="FF0000"/>
                </a:solidFill>
                <a:latin typeface="Cambria" panose="02040503050406030204" pitchFamily="18" charset="0"/>
                <a:ea typeface="Cambria" panose="02040503050406030204" pitchFamily="18" charset="0"/>
              </a:rPr>
              <a:t>from</a:t>
            </a:r>
            <a:r>
              <a:rPr lang="en-US" sz="3600" dirty="0">
                <a:latin typeface="Cambria" panose="02040503050406030204" pitchFamily="18" charset="0"/>
                <a:ea typeface="Cambria" panose="02040503050406030204" pitchFamily="18" charset="0"/>
              </a:rPr>
              <a:t> node </a:t>
            </a:r>
            <a:r>
              <a:rPr lang="en-US" sz="3600" i="1" dirty="0" err="1">
                <a:latin typeface="Cambria" panose="02040503050406030204" pitchFamily="18" charset="0"/>
                <a:ea typeface="Cambria" panose="02040503050406030204" pitchFamily="18" charset="0"/>
              </a:rPr>
              <a:t>i</a:t>
            </a:r>
            <a:r>
              <a:rPr lang="en-US" sz="3600" dirty="0">
                <a:latin typeface="Cambria" panose="02040503050406030204" pitchFamily="18" charset="0"/>
                <a:ea typeface="Cambria" panose="02040503050406030204" pitchFamily="18" charset="0"/>
              </a:rPr>
              <a:t>:</a:t>
            </a:r>
          </a:p>
          <a:p>
            <a:pPr marL="0" indent="0" algn="ctr">
              <a:lnSpc>
                <a:spcPct val="90000"/>
              </a:lnSpc>
              <a:buNone/>
            </a:pPr>
            <a:endParaRPr lang="en-US" sz="3600" i="1" dirty="0">
              <a:latin typeface="Cambria" panose="02040503050406030204" pitchFamily="18" charset="0"/>
              <a:ea typeface="Cambria" panose="02040503050406030204" pitchFamily="18" charset="0"/>
            </a:endParaRPr>
          </a:p>
          <a:p>
            <a:pPr marL="0" indent="0">
              <a:lnSpc>
                <a:spcPct val="90000"/>
              </a:lnSpc>
              <a:buNone/>
            </a:pPr>
            <a:endParaRPr lang="en-US" sz="3600" dirty="0">
              <a:latin typeface="Cambria" panose="02040503050406030204" pitchFamily="18" charset="0"/>
              <a:ea typeface="Cambria" panose="02040503050406030204" pitchFamily="18" charset="0"/>
            </a:endParaRPr>
          </a:p>
          <a:p>
            <a:pPr marL="0" indent="0">
              <a:lnSpc>
                <a:spcPct val="90000"/>
              </a:lnSpc>
              <a:buNone/>
            </a:pPr>
            <a:endParaRPr lang="en-US" sz="3600" dirty="0">
              <a:latin typeface="Cambria" panose="02040503050406030204" pitchFamily="18" charset="0"/>
              <a:ea typeface="Cambria" panose="02040503050406030204" pitchFamily="18" charset="0"/>
            </a:endParaRPr>
          </a:p>
        </p:txBody>
      </p:sp>
      <p:sp>
        <p:nvSpPr>
          <p:cNvPr id="4" name="Date Placeholder 3"/>
          <p:cNvSpPr>
            <a:spLocks noGrp="1"/>
          </p:cNvSpPr>
          <p:nvPr>
            <p:ph type="dt" sz="half" idx="10"/>
          </p:nvPr>
        </p:nvSpPr>
        <p:spPr/>
        <p:txBody>
          <a:bodyPr/>
          <a:lstStyle/>
          <a:p>
            <a:fld id="{4FAAB580-3CD0-4CE7-8894-82BB9C7ECEED}" type="datetime1">
              <a:rPr lang="en-US" smtClean="0"/>
              <a:pPr/>
              <a:t>8/5/2026</a:t>
            </a:fld>
            <a:endParaRPr lang="en-IN"/>
          </a:p>
        </p:txBody>
      </p:sp>
      <p:sp>
        <p:nvSpPr>
          <p:cNvPr id="5" name="Title 1">
            <a:extLst>
              <a:ext uri="{FF2B5EF4-FFF2-40B4-BE49-F238E27FC236}">
                <a16:creationId xmlns:a16="http://schemas.microsoft.com/office/drawing/2014/main" id="{2C9ED826-5140-D8E8-7825-99A5A347917E}"/>
              </a:ext>
            </a:extLst>
          </p:cNvPr>
          <p:cNvSpPr txBox="1">
            <a:spLocks/>
          </p:cNvSpPr>
          <p:nvPr/>
        </p:nvSpPr>
        <p:spPr>
          <a:xfrm>
            <a:off x="1186806" y="303010"/>
            <a:ext cx="11970135" cy="1274913"/>
          </a:xfrm>
          <a:prstGeom prst="rect">
            <a:avLst/>
          </a:prstGeom>
          <a:solidFill>
            <a:schemeClr val="bg1"/>
          </a:solidFill>
        </p:spPr>
        <p:txBody>
          <a:bodyPr vert="horz" lIns="91440" tIns="45720" rIns="91440" bIns="45720" rtlCol="0" anchor="ctr">
            <a:no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In-Degree and Out-degree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6274D29-B176-328E-D6A7-9F67C4695248}"/>
                  </a:ext>
                </a:extLst>
              </p:cNvPr>
              <p:cNvSpPr txBox="1"/>
              <p:nvPr/>
            </p:nvSpPr>
            <p:spPr>
              <a:xfrm>
                <a:off x="8543276" y="3463082"/>
                <a:ext cx="3960440" cy="1892762"/>
              </a:xfrm>
              <a:prstGeom prst="rect">
                <a:avLst/>
              </a:prstGeom>
              <a:noFill/>
            </p:spPr>
            <p:txBody>
              <a:bodyPr wrap="square" rtlCol="0">
                <a:spAutoFit/>
              </a:bodyPr>
              <a:lstStyle/>
              <a:p>
                <a:pPr/>
                <a14:m>
                  <m:oMathPara xmlns:m="http://schemas.openxmlformats.org/officeDocument/2006/math">
                    <m:oMath>
                      <m:sSubSup>
                        <m:sSubSupPr>
                          <m:ctrlPr>
                            <a:rPr lang="en-US" sz="4000" b="0" i="1" smtClean="0">
                              <a:solidFill>
                                <a:srgbClr val="0000FF"/>
                              </a:solidFill>
                              <a:latin typeface="Cambria Math" panose="02040503050406030204" pitchFamily="18" charset="0"/>
                            </a:rPr>
                          </m:ctrlPr>
                        </m:sSubSupPr>
                        <m:e>
                          <m:r>
                            <a:rPr lang="en-US" sz="4000" b="0" i="1" smtClean="0">
                              <a:solidFill>
                                <a:srgbClr val="0000FF"/>
                              </a:solidFill>
                              <a:latin typeface="Cambria Math" panose="02040503050406030204" pitchFamily="18" charset="0"/>
                            </a:rPr>
                            <m:t>𝑘</m:t>
                          </m:r>
                        </m:e>
                        <m:sub>
                          <m:r>
                            <a:rPr lang="en-US" sz="4000" b="0" i="1" smtClean="0">
                              <a:solidFill>
                                <a:srgbClr val="0000FF"/>
                              </a:solidFill>
                              <a:latin typeface="Cambria Math" panose="02040503050406030204" pitchFamily="18" charset="0"/>
                            </a:rPr>
                            <m:t>𝑖</m:t>
                          </m:r>
                        </m:sub>
                        <m:sup>
                          <m:r>
                            <a:rPr lang="en-US" sz="4000" b="0" i="1" smtClean="0">
                              <a:solidFill>
                                <a:srgbClr val="0000FF"/>
                              </a:solidFill>
                              <a:latin typeface="Cambria Math" panose="02040503050406030204" pitchFamily="18" charset="0"/>
                            </a:rPr>
                            <m:t>𝑖𝑛</m:t>
                          </m:r>
                        </m:sup>
                      </m:sSubSup>
                      <m:r>
                        <a:rPr lang="en-US" sz="4000" b="0" i="1" smtClean="0">
                          <a:solidFill>
                            <a:srgbClr val="0000FF"/>
                          </a:solidFill>
                          <a:latin typeface="Cambria Math" panose="02040503050406030204" pitchFamily="18" charset="0"/>
                        </a:rPr>
                        <m:t>=</m:t>
                      </m:r>
                      <m:nary>
                        <m:naryPr>
                          <m:chr m:val="∑"/>
                          <m:ctrlPr>
                            <a:rPr lang="en-US" sz="4000" b="0" i="1" smtClean="0">
                              <a:solidFill>
                                <a:srgbClr val="0000FF"/>
                              </a:solidFill>
                              <a:latin typeface="Cambria Math" panose="02040503050406030204" pitchFamily="18" charset="0"/>
                            </a:rPr>
                          </m:ctrlPr>
                        </m:naryPr>
                        <m:sub>
                          <m:r>
                            <m:rPr>
                              <m:brk m:alnAt="23"/>
                            </m:rPr>
                            <a:rPr lang="en-US" sz="4000" b="0" i="1" smtClean="0">
                              <a:solidFill>
                                <a:srgbClr val="0000FF"/>
                              </a:solidFill>
                              <a:latin typeface="Cambria Math" panose="02040503050406030204" pitchFamily="18" charset="0"/>
                            </a:rPr>
                            <m:t>𝑗</m:t>
                          </m:r>
                          <m:r>
                            <a:rPr lang="en-US" sz="4000" b="0" i="1" smtClean="0">
                              <a:solidFill>
                                <a:srgbClr val="0000FF"/>
                              </a:solidFill>
                              <a:latin typeface="Cambria Math" panose="02040503050406030204" pitchFamily="18" charset="0"/>
                            </a:rPr>
                            <m:t>=1</m:t>
                          </m:r>
                        </m:sub>
                        <m:sup>
                          <m:r>
                            <a:rPr lang="en-US" sz="4000" b="0" i="1" smtClean="0">
                              <a:solidFill>
                                <a:srgbClr val="0000FF"/>
                              </a:solidFill>
                              <a:latin typeface="Cambria Math" panose="02040503050406030204" pitchFamily="18" charset="0"/>
                            </a:rPr>
                            <m:t>𝑁</m:t>
                          </m:r>
                        </m:sup>
                        <m:e>
                          <m:sSub>
                            <m:sSubPr>
                              <m:ctrlPr>
                                <a:rPr lang="en-US" sz="4000" b="0" i="1" smtClean="0">
                                  <a:solidFill>
                                    <a:srgbClr val="0000FF"/>
                                  </a:solidFill>
                                  <a:latin typeface="Cambria Math" panose="02040503050406030204" pitchFamily="18" charset="0"/>
                                </a:rPr>
                              </m:ctrlPr>
                            </m:sSubPr>
                            <m:e>
                              <m:r>
                                <a:rPr lang="en-US" sz="4000" b="0" i="1" smtClean="0">
                                  <a:solidFill>
                                    <a:srgbClr val="0000FF"/>
                                  </a:solidFill>
                                  <a:latin typeface="Cambria Math" panose="02040503050406030204" pitchFamily="18" charset="0"/>
                                </a:rPr>
                                <m:t>𝐴</m:t>
                              </m:r>
                            </m:e>
                            <m:sub>
                              <m:r>
                                <a:rPr lang="en-US" sz="4000" b="0" i="1" smtClean="0">
                                  <a:solidFill>
                                    <a:srgbClr val="0000FF"/>
                                  </a:solidFill>
                                  <a:latin typeface="Cambria Math" panose="02040503050406030204" pitchFamily="18" charset="0"/>
                                </a:rPr>
                                <m:t>𝑗𝑖</m:t>
                              </m:r>
                            </m:sub>
                          </m:sSub>
                        </m:e>
                      </m:nary>
                    </m:oMath>
                  </m:oMathPara>
                </a14:m>
                <a:endParaRPr lang="en-IN" sz="4000" dirty="0">
                  <a:solidFill>
                    <a:srgbClr val="0000FF"/>
                  </a:solidFill>
                </a:endParaRPr>
              </a:p>
            </p:txBody>
          </p:sp>
        </mc:Choice>
        <mc:Fallback xmlns="">
          <p:sp>
            <p:nvSpPr>
              <p:cNvPr id="3" name="TextBox 2">
                <a:extLst>
                  <a:ext uri="{FF2B5EF4-FFF2-40B4-BE49-F238E27FC236}">
                    <a16:creationId xmlns:a16="http://schemas.microsoft.com/office/drawing/2014/main" id="{06274D29-B176-328E-D6A7-9F67C4695248}"/>
                  </a:ext>
                </a:extLst>
              </p:cNvPr>
              <p:cNvSpPr txBox="1">
                <a:spLocks noRot="1" noChangeAspect="1" noMove="1" noResize="1" noEditPoints="1" noAdjustHandles="1" noChangeArrowheads="1" noChangeShapeType="1" noTextEdit="1"/>
              </p:cNvSpPr>
              <p:nvPr/>
            </p:nvSpPr>
            <p:spPr>
              <a:xfrm>
                <a:off x="8543276" y="3463082"/>
                <a:ext cx="3960440" cy="189276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35AAB43-DCC2-0816-1E58-142249738A15}"/>
                  </a:ext>
                </a:extLst>
              </p:cNvPr>
              <p:cNvSpPr txBox="1"/>
              <p:nvPr/>
            </p:nvSpPr>
            <p:spPr>
              <a:xfrm>
                <a:off x="7375845" y="6714248"/>
                <a:ext cx="3960440" cy="1892762"/>
              </a:xfrm>
              <a:prstGeom prst="rect">
                <a:avLst/>
              </a:prstGeom>
              <a:noFill/>
            </p:spPr>
            <p:txBody>
              <a:bodyPr wrap="square" rtlCol="0">
                <a:spAutoFit/>
              </a:bodyPr>
              <a:lstStyle/>
              <a:p>
                <a:pPr/>
                <a14:m>
                  <m:oMathPara xmlns:m="http://schemas.openxmlformats.org/officeDocument/2006/math">
                    <m:oMath>
                      <m:sSubSup>
                        <m:sSubSupPr>
                          <m:ctrlPr>
                            <a:rPr lang="en-US" sz="4000" b="0" i="1" smtClean="0">
                              <a:solidFill>
                                <a:srgbClr val="0000FF"/>
                              </a:solidFill>
                              <a:latin typeface="Cambria Math" panose="02040503050406030204" pitchFamily="18" charset="0"/>
                            </a:rPr>
                          </m:ctrlPr>
                        </m:sSubSupPr>
                        <m:e>
                          <m:r>
                            <a:rPr lang="en-US" sz="4000" b="0" i="1" smtClean="0">
                              <a:solidFill>
                                <a:srgbClr val="0000FF"/>
                              </a:solidFill>
                              <a:latin typeface="Cambria Math" panose="02040503050406030204" pitchFamily="18" charset="0"/>
                            </a:rPr>
                            <m:t>𝑘</m:t>
                          </m:r>
                        </m:e>
                        <m:sub>
                          <m:r>
                            <a:rPr lang="en-US" sz="4000" b="0" i="1" smtClean="0">
                              <a:solidFill>
                                <a:srgbClr val="0000FF"/>
                              </a:solidFill>
                              <a:latin typeface="Cambria Math" panose="02040503050406030204" pitchFamily="18" charset="0"/>
                            </a:rPr>
                            <m:t>𝑖</m:t>
                          </m:r>
                        </m:sub>
                        <m:sup>
                          <m:r>
                            <a:rPr lang="en-US" sz="4000" b="0" i="1" smtClean="0">
                              <a:solidFill>
                                <a:srgbClr val="0000FF"/>
                              </a:solidFill>
                              <a:latin typeface="Cambria Math" panose="02040503050406030204" pitchFamily="18" charset="0"/>
                            </a:rPr>
                            <m:t>𝑜𝑢𝑡</m:t>
                          </m:r>
                        </m:sup>
                      </m:sSubSup>
                      <m:r>
                        <a:rPr lang="en-US" sz="4000" b="0" i="1" smtClean="0">
                          <a:solidFill>
                            <a:srgbClr val="0000FF"/>
                          </a:solidFill>
                          <a:latin typeface="Cambria Math" panose="02040503050406030204" pitchFamily="18" charset="0"/>
                        </a:rPr>
                        <m:t>=</m:t>
                      </m:r>
                      <m:nary>
                        <m:naryPr>
                          <m:chr m:val="∑"/>
                          <m:ctrlPr>
                            <a:rPr lang="en-US" sz="4000" b="0" i="1" smtClean="0">
                              <a:solidFill>
                                <a:srgbClr val="0000FF"/>
                              </a:solidFill>
                              <a:latin typeface="Cambria Math" panose="02040503050406030204" pitchFamily="18" charset="0"/>
                            </a:rPr>
                          </m:ctrlPr>
                        </m:naryPr>
                        <m:sub>
                          <m:r>
                            <m:rPr>
                              <m:brk m:alnAt="23"/>
                            </m:rPr>
                            <a:rPr lang="en-US" sz="4000" b="0" i="1" smtClean="0">
                              <a:solidFill>
                                <a:srgbClr val="0000FF"/>
                              </a:solidFill>
                              <a:latin typeface="Cambria Math" panose="02040503050406030204" pitchFamily="18" charset="0"/>
                            </a:rPr>
                            <m:t>𝑗</m:t>
                          </m:r>
                          <m:r>
                            <a:rPr lang="en-US" sz="4000" b="0" i="1" smtClean="0">
                              <a:solidFill>
                                <a:srgbClr val="0000FF"/>
                              </a:solidFill>
                              <a:latin typeface="Cambria Math" panose="02040503050406030204" pitchFamily="18" charset="0"/>
                            </a:rPr>
                            <m:t>=1</m:t>
                          </m:r>
                        </m:sub>
                        <m:sup>
                          <m:r>
                            <a:rPr lang="en-US" sz="4000" b="0" i="1" smtClean="0">
                              <a:solidFill>
                                <a:srgbClr val="0000FF"/>
                              </a:solidFill>
                              <a:latin typeface="Cambria Math" panose="02040503050406030204" pitchFamily="18" charset="0"/>
                            </a:rPr>
                            <m:t>𝑁</m:t>
                          </m:r>
                        </m:sup>
                        <m:e>
                          <m:sSub>
                            <m:sSubPr>
                              <m:ctrlPr>
                                <a:rPr lang="en-US" sz="4000" b="0" i="1" smtClean="0">
                                  <a:solidFill>
                                    <a:srgbClr val="0000FF"/>
                                  </a:solidFill>
                                  <a:latin typeface="Cambria Math" panose="02040503050406030204" pitchFamily="18" charset="0"/>
                                </a:rPr>
                              </m:ctrlPr>
                            </m:sSubPr>
                            <m:e>
                              <m:r>
                                <a:rPr lang="en-US" sz="4000" b="0" i="1" smtClean="0">
                                  <a:solidFill>
                                    <a:srgbClr val="0000FF"/>
                                  </a:solidFill>
                                  <a:latin typeface="Cambria Math" panose="02040503050406030204" pitchFamily="18" charset="0"/>
                                </a:rPr>
                                <m:t>𝐴</m:t>
                              </m:r>
                            </m:e>
                            <m:sub>
                              <m:r>
                                <a:rPr lang="en-US" sz="4000" b="0" i="1" smtClean="0">
                                  <a:solidFill>
                                    <a:srgbClr val="0000FF"/>
                                  </a:solidFill>
                                  <a:latin typeface="Cambria Math" panose="02040503050406030204" pitchFamily="18" charset="0"/>
                                </a:rPr>
                                <m:t>𝑖𝑗</m:t>
                              </m:r>
                            </m:sub>
                          </m:sSub>
                        </m:e>
                      </m:nary>
                    </m:oMath>
                  </m:oMathPara>
                </a14:m>
                <a:endParaRPr lang="en-IN" sz="4000" dirty="0">
                  <a:solidFill>
                    <a:srgbClr val="0000FF"/>
                  </a:solidFill>
                </a:endParaRPr>
              </a:p>
            </p:txBody>
          </p:sp>
        </mc:Choice>
        <mc:Fallback xmlns="">
          <p:sp>
            <p:nvSpPr>
              <p:cNvPr id="7" name="TextBox 6">
                <a:extLst>
                  <a:ext uri="{FF2B5EF4-FFF2-40B4-BE49-F238E27FC236}">
                    <a16:creationId xmlns:a16="http://schemas.microsoft.com/office/drawing/2014/main" id="{735AAB43-DCC2-0816-1E58-142249738A15}"/>
                  </a:ext>
                </a:extLst>
              </p:cNvPr>
              <p:cNvSpPr txBox="1">
                <a:spLocks noRot="1" noChangeAspect="1" noMove="1" noResize="1" noEditPoints="1" noAdjustHandles="1" noChangeArrowheads="1" noChangeShapeType="1" noTextEdit="1"/>
              </p:cNvSpPr>
              <p:nvPr/>
            </p:nvSpPr>
            <p:spPr>
              <a:xfrm>
                <a:off x="7375845" y="6714248"/>
                <a:ext cx="3960440" cy="1892762"/>
              </a:xfrm>
              <a:prstGeom prst="rect">
                <a:avLst/>
              </a:prstGeom>
              <a:blipFill>
                <a:blip r:embed="rId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4345657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82A56068-F125-3E13-7492-8527DB65A7FE}"/>
              </a:ext>
            </a:extLst>
          </p:cNvPr>
          <p:cNvPicPr>
            <a:picLocks noChangeAspect="1"/>
          </p:cNvPicPr>
          <p:nvPr/>
        </p:nvPicPr>
        <p:blipFill rotWithShape="1">
          <a:blip r:embed="rId3">
            <a:alphaModFix amt="60000"/>
          </a:blip>
          <a:srcRect r="-1" b="3428"/>
          <a:stretch/>
        </p:blipFill>
        <p:spPr>
          <a:xfrm>
            <a:off x="1042790" y="620946"/>
            <a:ext cx="12866125" cy="8595360"/>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4339" name="Rectangle 3"/>
          <p:cNvSpPr>
            <a:spLocks noGrp="1" noChangeArrowheads="1"/>
          </p:cNvSpPr>
          <p:nvPr>
            <p:ph type="body" idx="1"/>
          </p:nvPr>
        </p:nvSpPr>
        <p:spPr>
          <a:xfrm>
            <a:off x="1106925" y="2694067"/>
            <a:ext cx="12545139" cy="6641544"/>
          </a:xfrm>
          <a:solidFill>
            <a:schemeClr val="bg1"/>
          </a:solidFill>
        </p:spPr>
        <p:txBody>
          <a:bodyPr>
            <a:normAutofit/>
          </a:bodyPr>
          <a:lstStyle/>
          <a:p>
            <a:pPr marL="0" indent="0">
              <a:lnSpc>
                <a:spcPct val="90000"/>
              </a:lnSpc>
              <a:buNone/>
            </a:pPr>
            <a:endParaRPr lang="en-US" sz="3600" dirty="0">
              <a:latin typeface="Cambria" panose="02040503050406030204" pitchFamily="18" charset="0"/>
              <a:ea typeface="Cambria" panose="02040503050406030204" pitchFamily="18" charset="0"/>
            </a:endParaRPr>
          </a:p>
          <a:p>
            <a:pPr marL="0" indent="0">
              <a:lnSpc>
                <a:spcPct val="90000"/>
              </a:lnSpc>
              <a:buNone/>
            </a:pPr>
            <a:endParaRPr lang="en-US" sz="3600" dirty="0">
              <a:latin typeface="Cambria" panose="02040503050406030204" pitchFamily="18" charset="0"/>
              <a:ea typeface="Cambria" panose="02040503050406030204" pitchFamily="18" charset="0"/>
            </a:endParaRPr>
          </a:p>
        </p:txBody>
      </p:sp>
      <p:sp>
        <p:nvSpPr>
          <p:cNvPr id="4" name="Date Placeholder 3"/>
          <p:cNvSpPr>
            <a:spLocks noGrp="1"/>
          </p:cNvSpPr>
          <p:nvPr>
            <p:ph type="dt" sz="half" idx="10"/>
          </p:nvPr>
        </p:nvSpPr>
        <p:spPr/>
        <p:txBody>
          <a:bodyPr/>
          <a:lstStyle/>
          <a:p>
            <a:fld id="{4FAAB580-3CD0-4CE7-8894-82BB9C7ECEED}" type="datetime1">
              <a:rPr lang="en-US" smtClean="0"/>
              <a:pPr/>
              <a:t>8/5/2026</a:t>
            </a:fld>
            <a:endParaRPr lang="en-IN"/>
          </a:p>
        </p:txBody>
      </p:sp>
      <p:sp>
        <p:nvSpPr>
          <p:cNvPr id="5" name="Title 1">
            <a:extLst>
              <a:ext uri="{FF2B5EF4-FFF2-40B4-BE49-F238E27FC236}">
                <a16:creationId xmlns:a16="http://schemas.microsoft.com/office/drawing/2014/main" id="{2C9ED826-5140-D8E8-7825-99A5A347917E}"/>
              </a:ext>
            </a:extLst>
          </p:cNvPr>
          <p:cNvSpPr txBox="1">
            <a:spLocks/>
          </p:cNvSpPr>
          <p:nvPr/>
        </p:nvSpPr>
        <p:spPr>
          <a:xfrm>
            <a:off x="1042790" y="303010"/>
            <a:ext cx="13249472" cy="1274913"/>
          </a:xfrm>
          <a:prstGeom prst="rect">
            <a:avLst/>
          </a:prstGeom>
          <a:solidFill>
            <a:schemeClr val="bg1"/>
          </a:solidFill>
        </p:spPr>
        <p:txBody>
          <a:bodyPr vert="horz" lIns="91440" tIns="45720" rIns="91440" bIns="45720" rtlCol="0" anchor="ctr">
            <a:no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In-Degree and Out-degree</a:t>
            </a:r>
          </a:p>
        </p:txBody>
      </p:sp>
      <p:sp>
        <p:nvSpPr>
          <p:cNvPr id="2" name="TextBox 1">
            <a:extLst>
              <a:ext uri="{FF2B5EF4-FFF2-40B4-BE49-F238E27FC236}">
                <a16:creationId xmlns:a16="http://schemas.microsoft.com/office/drawing/2014/main" id="{315D641A-2C86-7F2E-1447-B91380EFF3F8}"/>
              </a:ext>
            </a:extLst>
          </p:cNvPr>
          <p:cNvSpPr txBox="1"/>
          <p:nvPr/>
        </p:nvSpPr>
        <p:spPr>
          <a:xfrm>
            <a:off x="1200250" y="2879601"/>
            <a:ext cx="12371932" cy="5386090"/>
          </a:xfrm>
          <a:prstGeom prst="rect">
            <a:avLst/>
          </a:prstGeom>
          <a:solidFill>
            <a:schemeClr val="bg1"/>
          </a:solidFill>
        </p:spPr>
        <p:txBody>
          <a:bodyPr wrap="square">
            <a:spAutoFit/>
          </a:bodyPr>
          <a:lstStyle/>
          <a:p>
            <a:pPr marL="457200" indent="-457200" algn="l">
              <a:buFont typeface="Arial" panose="020B0604020202020204" pitchFamily="34" charset="0"/>
              <a:buChar char="•"/>
            </a:pPr>
            <a:r>
              <a:rPr lang="en-US" sz="3600" b="0" i="0" u="none" strike="noStrike" baseline="0" dirty="0">
                <a:latin typeface="Cambria" panose="02040503050406030204" pitchFamily="18" charset="0"/>
                <a:ea typeface="Cambria" panose="02040503050406030204" pitchFamily="18" charset="0"/>
              </a:rPr>
              <a:t>For directed networks the sums over the adjacency matrix’ </a:t>
            </a:r>
            <a:r>
              <a:rPr lang="en-US" sz="3600" b="0" i="1" u="none" strike="noStrike" baseline="0" dirty="0">
                <a:solidFill>
                  <a:srgbClr val="C00000"/>
                </a:solidFill>
                <a:latin typeface="Cambria" panose="02040503050406030204" pitchFamily="18" charset="0"/>
                <a:ea typeface="Cambria" panose="02040503050406030204" pitchFamily="18" charset="0"/>
              </a:rPr>
              <a:t>rows and </a:t>
            </a:r>
            <a:r>
              <a:rPr lang="en-US" sz="3600" i="1" dirty="0">
                <a:solidFill>
                  <a:srgbClr val="C00000"/>
                </a:solidFill>
                <a:latin typeface="Cambria" panose="02040503050406030204" pitchFamily="18" charset="0"/>
                <a:ea typeface="Cambria" panose="02040503050406030204" pitchFamily="18" charset="0"/>
              </a:rPr>
              <a:t>columns</a:t>
            </a:r>
            <a:r>
              <a:rPr lang="en-US" sz="3600" b="0" i="1" u="none" strike="noStrike" baseline="0" dirty="0">
                <a:solidFill>
                  <a:srgbClr val="C00000"/>
                </a:solidFill>
                <a:latin typeface="Cambria" panose="02040503050406030204" pitchFamily="18" charset="0"/>
                <a:ea typeface="Cambria" panose="02040503050406030204" pitchFamily="18" charset="0"/>
              </a:rPr>
              <a:t> </a:t>
            </a:r>
            <a:r>
              <a:rPr lang="en-US" sz="3600" b="0" i="0" u="none" strike="noStrike" baseline="0" dirty="0">
                <a:latin typeface="Cambria" panose="02040503050406030204" pitchFamily="18" charset="0"/>
                <a:ea typeface="Cambria" panose="02040503050406030204" pitchFamily="18" charset="0"/>
              </a:rPr>
              <a:t>provide the </a:t>
            </a:r>
            <a:r>
              <a:rPr lang="en-US" sz="3600" b="0" i="1" u="none" strike="noStrike" baseline="0" dirty="0">
                <a:solidFill>
                  <a:srgbClr val="C00000"/>
                </a:solidFill>
                <a:latin typeface="Cambria" panose="02040503050406030204" pitchFamily="18" charset="0"/>
                <a:ea typeface="Cambria" panose="02040503050406030204" pitchFamily="18" charset="0"/>
              </a:rPr>
              <a:t>incoming and outgoing </a:t>
            </a:r>
            <a:r>
              <a:rPr lang="en-US" sz="3600" b="0" i="0" u="none" strike="noStrike" baseline="0" dirty="0">
                <a:latin typeface="Cambria" panose="02040503050406030204" pitchFamily="18" charset="0"/>
                <a:ea typeface="Cambria" panose="02040503050406030204" pitchFamily="18" charset="0"/>
              </a:rPr>
              <a:t>degrees, respectively.</a:t>
            </a:r>
          </a:p>
          <a:p>
            <a:pPr marL="457200" indent="-457200" algn="l">
              <a:buFont typeface="Arial" panose="020B0604020202020204" pitchFamily="34" charset="0"/>
              <a:buChar char="•"/>
            </a:pPr>
            <a:endParaRPr lang="en-US" sz="3600" dirty="0">
              <a:latin typeface="Cambria" panose="02040503050406030204" pitchFamily="18" charset="0"/>
              <a:ea typeface="Cambria" panose="02040503050406030204" pitchFamily="18" charset="0"/>
            </a:endParaRPr>
          </a:p>
          <a:p>
            <a:pPr marL="457200" indent="-457200" algn="l">
              <a:buFont typeface="Arial" panose="020B0604020202020204" pitchFamily="34" charset="0"/>
              <a:buChar char="•"/>
            </a:pPr>
            <a:endParaRPr lang="en-US" sz="3600" b="0" i="0" u="none" strike="noStrike" baseline="0" dirty="0">
              <a:latin typeface="Cambria" panose="02040503050406030204" pitchFamily="18" charset="0"/>
              <a:ea typeface="Cambria" panose="02040503050406030204" pitchFamily="18" charset="0"/>
            </a:endParaRPr>
          </a:p>
          <a:p>
            <a:pPr marL="457200" indent="-457200" algn="l">
              <a:buFont typeface="Arial" panose="020B0604020202020204" pitchFamily="34" charset="0"/>
              <a:buChar char="•"/>
            </a:pPr>
            <a:endParaRPr lang="en-US" sz="3600" dirty="0">
              <a:latin typeface="Cambria" panose="02040503050406030204" pitchFamily="18" charset="0"/>
              <a:ea typeface="Cambria" panose="02040503050406030204" pitchFamily="18" charset="0"/>
            </a:endParaRPr>
          </a:p>
          <a:p>
            <a:pPr marL="457200" indent="-457200">
              <a:buFont typeface="Arial" panose="020B0604020202020204" pitchFamily="34" charset="0"/>
              <a:buChar char="•"/>
            </a:pPr>
            <a:r>
              <a:rPr lang="en-US" sz="3600" dirty="0">
                <a:latin typeface="Cambria" panose="02040503050406030204" pitchFamily="18" charset="0"/>
                <a:ea typeface="Cambria" panose="02040503050406030204" pitchFamily="18" charset="0"/>
              </a:rPr>
              <a:t>Given that in an undirected network the number of outgoing links  equals the number of incoming links.</a:t>
            </a:r>
          </a:p>
          <a:p>
            <a:pPr marL="457200" indent="-457200" algn="l">
              <a:buFont typeface="Arial" panose="020B0604020202020204" pitchFamily="34" charset="0"/>
              <a:buChar char="•"/>
            </a:pPr>
            <a:endParaRPr lang="en-US" sz="2800" dirty="0">
              <a:latin typeface="Cambria" panose="02040503050406030204" pitchFamily="18" charset="0"/>
              <a:ea typeface="Cambria" panose="02040503050406030204" pitchFamily="18" charset="0"/>
            </a:endParaRPr>
          </a:p>
          <a:p>
            <a:pPr marL="457200" indent="-457200" algn="l">
              <a:buFont typeface="Arial" panose="020B0604020202020204" pitchFamily="34" charset="0"/>
              <a:buChar char="•"/>
            </a:pPr>
            <a:endParaRPr lang="en-IN"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89746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anim calcmode="lin" valueType="num">
                                      <p:cBhvr additive="base">
                                        <p:cTn id="1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BEFBC75A-C382-CD42-7191-409555BF3744}"/>
              </a:ext>
            </a:extLst>
          </p:cNvPr>
          <p:cNvPicPr>
            <a:picLocks noChangeAspect="1"/>
          </p:cNvPicPr>
          <p:nvPr/>
        </p:nvPicPr>
        <p:blipFill rotWithShape="1">
          <a:blip r:embed="rId3">
            <a:alphaModFix amt="60000"/>
          </a:blip>
          <a:srcRect r="-1" b="3428"/>
          <a:stretch/>
        </p:blipFill>
        <p:spPr>
          <a:xfrm>
            <a:off x="1042790" y="620945"/>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48131" name="Rectangle 3"/>
          <p:cNvSpPr>
            <a:spLocks noGrp="1" noChangeArrowheads="1"/>
          </p:cNvSpPr>
          <p:nvPr>
            <p:ph type="body" idx="1"/>
          </p:nvPr>
        </p:nvSpPr>
        <p:spPr>
          <a:xfrm>
            <a:off x="1106924" y="2579762"/>
            <a:ext cx="13652064" cy="6641544"/>
          </a:xfrm>
          <a:solidFill>
            <a:schemeClr val="bg1"/>
          </a:solidFill>
        </p:spPr>
        <p:txBody>
          <a:bodyPr/>
          <a:lstStyle/>
          <a:p>
            <a:pPr marL="0" indent="0">
              <a:lnSpc>
                <a:spcPct val="90000"/>
              </a:lnSpc>
              <a:buNone/>
            </a:pPr>
            <a:r>
              <a:rPr lang="en-US" sz="3600" dirty="0">
                <a:latin typeface="Cambria" panose="02040503050406030204" pitchFamily="18" charset="0"/>
                <a:ea typeface="Cambria" panose="02040503050406030204" pitchFamily="18" charset="0"/>
              </a:rPr>
              <a:t>Thus, in a </a:t>
            </a:r>
            <a:r>
              <a:rPr lang="en-US" sz="3600" i="1" dirty="0">
                <a:latin typeface="Cambria" panose="02040503050406030204" pitchFamily="18" charset="0"/>
                <a:ea typeface="Cambria" panose="02040503050406030204" pitchFamily="18" charset="0"/>
              </a:rPr>
              <a:t>directed network</a:t>
            </a:r>
            <a:r>
              <a:rPr lang="en-US" sz="3600" dirty="0">
                <a:latin typeface="Cambria" panose="02040503050406030204" pitchFamily="18" charset="0"/>
                <a:ea typeface="Cambria" panose="02040503050406030204" pitchFamily="18" charset="0"/>
              </a:rPr>
              <a:t>, nodes can be highly connected, yet also isolated (e.g. in terms of sending or receiving information.) </a:t>
            </a:r>
          </a:p>
          <a:p>
            <a:pPr marL="0" indent="0">
              <a:lnSpc>
                <a:spcPct val="90000"/>
              </a:lnSpc>
              <a:buNone/>
            </a:pPr>
            <a:endParaRPr lang="en-US" sz="4519" dirty="0">
              <a:latin typeface="Palatino" pitchFamily="16" charset="0"/>
            </a:endParaRPr>
          </a:p>
        </p:txBody>
      </p:sp>
      <p:pic>
        <p:nvPicPr>
          <p:cNvPr id="48132" name="Picture 4" descr="adjacency_in_out"/>
          <p:cNvPicPr>
            <a:picLocks noChangeAspect="1" noChangeArrowheads="1"/>
          </p:cNvPicPr>
          <p:nvPr/>
        </p:nvPicPr>
        <p:blipFill>
          <a:blip r:embed="rId4" cstate="print">
            <a:duotone>
              <a:prstClr val="black"/>
              <a:schemeClr val="accent3">
                <a:tint val="45000"/>
                <a:satMod val="400000"/>
              </a:schemeClr>
            </a:duotone>
            <a:extLst>
              <a:ext uri="{BEBA8EAE-BF5A-486C-A8C5-ECC9F3942E4B}">
                <a14:imgProps xmlns:a14="http://schemas.microsoft.com/office/drawing/2010/main">
                  <a14:imgLayer r:embed="rId5">
                    <a14:imgEffect>
                      <a14:artisticTexturizer/>
                    </a14:imgEffect>
                  </a14:imgLayer>
                </a14:imgProps>
              </a:ext>
            </a:extLst>
          </a:blip>
          <a:srcRect r="61866"/>
          <a:stretch>
            <a:fillRect/>
          </a:stretch>
        </p:blipFill>
        <p:spPr bwMode="auto">
          <a:xfrm>
            <a:off x="1917811" y="4189165"/>
            <a:ext cx="4165539" cy="4669315"/>
          </a:xfrm>
          <a:prstGeom prst="rect">
            <a:avLst/>
          </a:prstGeom>
          <a:noFill/>
        </p:spPr>
      </p:pic>
      <p:sp>
        <p:nvSpPr>
          <p:cNvPr id="5" name="Date Placeholder 4"/>
          <p:cNvSpPr>
            <a:spLocks noGrp="1"/>
          </p:cNvSpPr>
          <p:nvPr>
            <p:ph type="dt" sz="half" idx="10"/>
          </p:nvPr>
        </p:nvSpPr>
        <p:spPr/>
        <p:txBody>
          <a:bodyPr/>
          <a:lstStyle/>
          <a:p>
            <a:fld id="{8E8EE748-AB58-4931-9274-F62516EBA3C0}" type="datetime1">
              <a:rPr lang="en-US" smtClean="0"/>
              <a:pPr/>
              <a:t>8/5/2026</a:t>
            </a:fld>
            <a:endParaRPr lang="en-IN"/>
          </a:p>
        </p:txBody>
      </p:sp>
      <p:sp>
        <p:nvSpPr>
          <p:cNvPr id="4" name="Title 3">
            <a:extLst>
              <a:ext uri="{FF2B5EF4-FFF2-40B4-BE49-F238E27FC236}">
                <a16:creationId xmlns:a16="http://schemas.microsoft.com/office/drawing/2014/main" id="{CFCC2F65-6269-B41B-FF9B-190DF34C113A}"/>
              </a:ext>
            </a:extLst>
          </p:cNvPr>
          <p:cNvSpPr>
            <a:spLocks noGrp="1"/>
          </p:cNvSpPr>
          <p:nvPr>
            <p:ph type="title"/>
          </p:nvPr>
        </p:nvSpPr>
        <p:spPr/>
        <p:txBody>
          <a:bodyPr/>
          <a:lstStyle/>
          <a:p>
            <a:endParaRPr lang="en-IN"/>
          </a:p>
        </p:txBody>
      </p:sp>
      <p:sp>
        <p:nvSpPr>
          <p:cNvPr id="6" name="Title 1">
            <a:extLst>
              <a:ext uri="{FF2B5EF4-FFF2-40B4-BE49-F238E27FC236}">
                <a16:creationId xmlns:a16="http://schemas.microsoft.com/office/drawing/2014/main" id="{49F3A15C-851F-0ECF-DF1E-7D8A693094EA}"/>
              </a:ext>
            </a:extLst>
          </p:cNvPr>
          <p:cNvSpPr txBox="1">
            <a:spLocks/>
          </p:cNvSpPr>
          <p:nvPr/>
        </p:nvSpPr>
        <p:spPr>
          <a:xfrm>
            <a:off x="1186806" y="303010"/>
            <a:ext cx="11970135" cy="1274913"/>
          </a:xfrm>
          <a:prstGeom prst="rect">
            <a:avLst/>
          </a:prstGeom>
          <a:solidFill>
            <a:schemeClr val="bg1"/>
          </a:solidFill>
        </p:spPr>
        <p:txBody>
          <a:bodyPr vert="horz" lIns="91440" tIns="45720" rIns="91440" bIns="45720" rtlCol="0" anchor="ctr">
            <a:no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In-Degree and Out-degree</a:t>
            </a:r>
          </a:p>
        </p:txBody>
      </p:sp>
      <p:sp>
        <p:nvSpPr>
          <p:cNvPr id="3" name="Sun 2">
            <a:extLst>
              <a:ext uri="{FF2B5EF4-FFF2-40B4-BE49-F238E27FC236}">
                <a16:creationId xmlns:a16="http://schemas.microsoft.com/office/drawing/2014/main" id="{0218B75D-E95C-F676-AEEC-5038BEC89337}"/>
              </a:ext>
            </a:extLst>
          </p:cNvPr>
          <p:cNvSpPr/>
          <p:nvPr/>
        </p:nvSpPr>
        <p:spPr>
          <a:xfrm>
            <a:off x="13716198" y="8349708"/>
            <a:ext cx="752147" cy="581065"/>
          </a:xfrm>
          <a:prstGeom prst="su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313706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6E398-1956-C486-DACB-7DBD3B5463E5}"/>
            </a:ext>
          </a:extLst>
        </p:cNvPr>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21BA8E71-562D-7ED6-717E-F38300FD4FF2}"/>
              </a:ext>
            </a:extLst>
          </p:cNvPr>
          <p:cNvPicPr>
            <a:picLocks noChangeAspect="1"/>
          </p:cNvPicPr>
          <p:nvPr/>
        </p:nvPicPr>
        <p:blipFill rotWithShape="1">
          <a:blip r:embed="rId3">
            <a:alphaModFix amt="60000"/>
          </a:blip>
          <a:srcRect r="-1" b="3428"/>
          <a:stretch/>
        </p:blipFill>
        <p:spPr>
          <a:xfrm>
            <a:off x="1042790" y="620945"/>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48131" name="Rectangle 3">
            <a:extLst>
              <a:ext uri="{FF2B5EF4-FFF2-40B4-BE49-F238E27FC236}">
                <a16:creationId xmlns:a16="http://schemas.microsoft.com/office/drawing/2014/main" id="{5C96FCAD-5ABA-6469-87D0-20C2CC23B9B0}"/>
              </a:ext>
            </a:extLst>
          </p:cNvPr>
          <p:cNvSpPr>
            <a:spLocks noGrp="1" noChangeArrowheads="1"/>
          </p:cNvSpPr>
          <p:nvPr>
            <p:ph type="body" idx="1"/>
          </p:nvPr>
        </p:nvSpPr>
        <p:spPr>
          <a:xfrm>
            <a:off x="1106924" y="2579762"/>
            <a:ext cx="13652064" cy="6641544"/>
          </a:xfrm>
          <a:solidFill>
            <a:schemeClr val="bg1"/>
          </a:solidFill>
        </p:spPr>
        <p:txBody>
          <a:bodyPr/>
          <a:lstStyle/>
          <a:p>
            <a:pPr marL="0" indent="0">
              <a:lnSpc>
                <a:spcPct val="90000"/>
              </a:lnSpc>
              <a:buNone/>
            </a:pPr>
            <a:r>
              <a:rPr lang="en-US" sz="3600" dirty="0">
                <a:latin typeface="Cambria" panose="02040503050406030204" pitchFamily="18" charset="0"/>
                <a:ea typeface="Cambria" panose="02040503050406030204" pitchFamily="18" charset="0"/>
              </a:rPr>
              <a:t>Thus, in a </a:t>
            </a:r>
            <a:r>
              <a:rPr lang="en-US" sz="3600" i="1" dirty="0">
                <a:latin typeface="Cambria" panose="02040503050406030204" pitchFamily="18" charset="0"/>
                <a:ea typeface="Cambria" panose="02040503050406030204" pitchFamily="18" charset="0"/>
              </a:rPr>
              <a:t>directed network</a:t>
            </a:r>
            <a:r>
              <a:rPr lang="en-US" sz="3600" dirty="0">
                <a:latin typeface="Cambria" panose="02040503050406030204" pitchFamily="18" charset="0"/>
                <a:ea typeface="Cambria" panose="02040503050406030204" pitchFamily="18" charset="0"/>
              </a:rPr>
              <a:t>, nodes can be highly connected, yet also isolated (e.g. in terms of sending or receiving information.) </a:t>
            </a:r>
          </a:p>
          <a:p>
            <a:pPr marL="0" indent="0">
              <a:lnSpc>
                <a:spcPct val="90000"/>
              </a:lnSpc>
              <a:buNone/>
            </a:pPr>
            <a:endParaRPr lang="en-US" sz="4519" dirty="0">
              <a:latin typeface="Palatino" pitchFamily="16" charset="0"/>
            </a:endParaRPr>
          </a:p>
        </p:txBody>
      </p:sp>
      <p:pic>
        <p:nvPicPr>
          <p:cNvPr id="48132" name="Picture 4" descr="adjacency_in_out">
            <a:extLst>
              <a:ext uri="{FF2B5EF4-FFF2-40B4-BE49-F238E27FC236}">
                <a16:creationId xmlns:a16="http://schemas.microsoft.com/office/drawing/2014/main" id="{B15C2C76-20B8-0DC6-AAC3-DCA0582529B7}"/>
              </a:ext>
            </a:extLst>
          </p:cNvPr>
          <p:cNvPicPr>
            <a:picLocks noChangeAspect="1" noChangeArrowheads="1"/>
          </p:cNvPicPr>
          <p:nvPr/>
        </p:nvPicPr>
        <p:blipFill>
          <a:blip r:embed="rId4" cstate="print">
            <a:duotone>
              <a:prstClr val="black"/>
              <a:schemeClr val="accent3">
                <a:tint val="45000"/>
                <a:satMod val="400000"/>
              </a:schemeClr>
            </a:duotone>
            <a:extLst>
              <a:ext uri="{BEBA8EAE-BF5A-486C-A8C5-ECC9F3942E4B}">
                <a14:imgProps xmlns:a14="http://schemas.microsoft.com/office/drawing/2010/main">
                  <a14:imgLayer r:embed="rId5">
                    <a14:imgEffect>
                      <a14:artisticTexturizer/>
                    </a14:imgEffect>
                  </a14:imgLayer>
                </a14:imgProps>
              </a:ext>
            </a:extLst>
          </a:blip>
          <a:srcRect/>
          <a:stretch>
            <a:fillRect/>
          </a:stretch>
        </p:blipFill>
        <p:spPr bwMode="auto">
          <a:xfrm>
            <a:off x="1917811" y="4189165"/>
            <a:ext cx="10923366" cy="4669315"/>
          </a:xfrm>
          <a:prstGeom prst="rect">
            <a:avLst/>
          </a:prstGeom>
          <a:noFill/>
        </p:spPr>
      </p:pic>
      <p:sp>
        <p:nvSpPr>
          <p:cNvPr id="5" name="Date Placeholder 4">
            <a:extLst>
              <a:ext uri="{FF2B5EF4-FFF2-40B4-BE49-F238E27FC236}">
                <a16:creationId xmlns:a16="http://schemas.microsoft.com/office/drawing/2014/main" id="{E7AEA73E-6DAC-BD13-8A9B-309A7F36AE86}"/>
              </a:ext>
            </a:extLst>
          </p:cNvPr>
          <p:cNvSpPr>
            <a:spLocks noGrp="1"/>
          </p:cNvSpPr>
          <p:nvPr>
            <p:ph type="dt" sz="half" idx="10"/>
          </p:nvPr>
        </p:nvSpPr>
        <p:spPr/>
        <p:txBody>
          <a:bodyPr/>
          <a:lstStyle/>
          <a:p>
            <a:fld id="{8E8EE748-AB58-4931-9274-F62516EBA3C0}" type="datetime1">
              <a:rPr lang="en-US" smtClean="0"/>
              <a:pPr/>
              <a:t>8/5/2026</a:t>
            </a:fld>
            <a:endParaRPr lang="en-IN"/>
          </a:p>
        </p:txBody>
      </p:sp>
      <p:sp>
        <p:nvSpPr>
          <p:cNvPr id="4" name="Title 3">
            <a:extLst>
              <a:ext uri="{FF2B5EF4-FFF2-40B4-BE49-F238E27FC236}">
                <a16:creationId xmlns:a16="http://schemas.microsoft.com/office/drawing/2014/main" id="{226EB603-505B-AF18-1FC9-5E8C3B6134A1}"/>
              </a:ext>
            </a:extLst>
          </p:cNvPr>
          <p:cNvSpPr>
            <a:spLocks noGrp="1"/>
          </p:cNvSpPr>
          <p:nvPr>
            <p:ph type="title"/>
          </p:nvPr>
        </p:nvSpPr>
        <p:spPr/>
        <p:txBody>
          <a:bodyPr/>
          <a:lstStyle/>
          <a:p>
            <a:endParaRPr lang="en-IN"/>
          </a:p>
        </p:txBody>
      </p:sp>
      <p:sp>
        <p:nvSpPr>
          <p:cNvPr id="6" name="Title 1">
            <a:extLst>
              <a:ext uri="{FF2B5EF4-FFF2-40B4-BE49-F238E27FC236}">
                <a16:creationId xmlns:a16="http://schemas.microsoft.com/office/drawing/2014/main" id="{788858FC-E2AF-D3DC-C968-D89D52786E90}"/>
              </a:ext>
            </a:extLst>
          </p:cNvPr>
          <p:cNvSpPr txBox="1">
            <a:spLocks/>
          </p:cNvSpPr>
          <p:nvPr/>
        </p:nvSpPr>
        <p:spPr>
          <a:xfrm>
            <a:off x="1186806" y="303010"/>
            <a:ext cx="11970135" cy="1274913"/>
          </a:xfrm>
          <a:prstGeom prst="rect">
            <a:avLst/>
          </a:prstGeom>
          <a:solidFill>
            <a:schemeClr val="bg1"/>
          </a:solidFill>
        </p:spPr>
        <p:txBody>
          <a:bodyPr vert="horz" lIns="91440" tIns="45720" rIns="91440" bIns="45720" rtlCol="0" anchor="ctr">
            <a:no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In-Degree and Out-degree</a:t>
            </a:r>
          </a:p>
        </p:txBody>
      </p:sp>
    </p:spTree>
    <p:extLst>
      <p:ext uri="{BB962C8B-B14F-4D97-AF65-F5344CB8AC3E}">
        <p14:creationId xmlns:p14="http://schemas.microsoft.com/office/powerpoint/2010/main" val="23600996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D2073-B1D1-3BC7-DCFF-F34FC9BF748E}"/>
            </a:ext>
          </a:extLst>
        </p:cNvPr>
        <p:cNvGrpSpPr/>
        <p:nvPr/>
      </p:nvGrpSpPr>
      <p:grpSpPr>
        <a:xfrm>
          <a:off x="0" y="0"/>
          <a:ext cx="0" cy="0"/>
          <a:chOff x="0" y="0"/>
          <a:chExt cx="0" cy="0"/>
        </a:xfrm>
      </p:grpSpPr>
      <p:pic>
        <p:nvPicPr>
          <p:cNvPr id="8" name="Picture 7" descr="Network Technology Background">
            <a:extLst>
              <a:ext uri="{FF2B5EF4-FFF2-40B4-BE49-F238E27FC236}">
                <a16:creationId xmlns:a16="http://schemas.microsoft.com/office/drawing/2014/main" id="{87CEDC08-7E85-258B-3814-C05D22D4A110}"/>
              </a:ext>
            </a:extLst>
          </p:cNvPr>
          <p:cNvPicPr>
            <a:picLocks noChangeAspect="1"/>
          </p:cNvPicPr>
          <p:nvPr/>
        </p:nvPicPr>
        <p:blipFill rotWithShape="1">
          <a:blip r:embed="rId3">
            <a:alphaModFix amt="60000"/>
          </a:blip>
          <a:srcRect r="-1" b="3428"/>
          <a:stretch/>
        </p:blipFill>
        <p:spPr>
          <a:xfrm>
            <a:off x="250702" y="620946"/>
            <a:ext cx="13627025" cy="8595360"/>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5363" name="Rectangle 3">
            <a:extLst>
              <a:ext uri="{FF2B5EF4-FFF2-40B4-BE49-F238E27FC236}">
                <a16:creationId xmlns:a16="http://schemas.microsoft.com/office/drawing/2014/main" id="{9C7DE32B-1B99-E6C3-9B93-8B415C7CC476}"/>
              </a:ext>
            </a:extLst>
          </p:cNvPr>
          <p:cNvSpPr>
            <a:spLocks noGrp="1" noChangeArrowheads="1"/>
          </p:cNvSpPr>
          <p:nvPr>
            <p:ph type="body" idx="1"/>
          </p:nvPr>
        </p:nvSpPr>
        <p:spPr>
          <a:xfrm>
            <a:off x="987097" y="1913120"/>
            <a:ext cx="12545139" cy="1398529"/>
          </a:xfrm>
          <a:solidFill>
            <a:schemeClr val="bg1"/>
          </a:solidFill>
        </p:spPr>
        <p:txBody>
          <a:bodyPr>
            <a:normAutofit/>
          </a:bodyPr>
          <a:lstStyle/>
          <a:p>
            <a:pPr marL="0" indent="0">
              <a:lnSpc>
                <a:spcPct val="90000"/>
              </a:lnSpc>
              <a:buNone/>
            </a:pPr>
            <a:r>
              <a:rPr lang="en-US" sz="4000" dirty="0">
                <a:latin typeface="Cambria" panose="02040503050406030204" pitchFamily="18" charset="0"/>
                <a:ea typeface="Cambria" panose="02040503050406030204" pitchFamily="18" charset="0"/>
              </a:rPr>
              <a:t>The network of scientific citations provide examples illustrating two extremes: </a:t>
            </a:r>
          </a:p>
          <a:p>
            <a:pPr marL="0" indent="0">
              <a:lnSpc>
                <a:spcPct val="90000"/>
              </a:lnSpc>
              <a:buNone/>
            </a:pPr>
            <a:endParaRPr lang="en-US" sz="4000" dirty="0">
              <a:latin typeface="Palatino" pitchFamily="16" charset="0"/>
            </a:endParaRPr>
          </a:p>
        </p:txBody>
      </p:sp>
      <p:sp>
        <p:nvSpPr>
          <p:cNvPr id="15364" name="Rectangle 4">
            <a:extLst>
              <a:ext uri="{FF2B5EF4-FFF2-40B4-BE49-F238E27FC236}">
                <a16:creationId xmlns:a16="http://schemas.microsoft.com/office/drawing/2014/main" id="{9BA7D77A-D67B-4C5B-3ED0-9D3A5750CAB4}"/>
              </a:ext>
            </a:extLst>
          </p:cNvPr>
          <p:cNvSpPr>
            <a:spLocks noChangeArrowheads="1"/>
          </p:cNvSpPr>
          <p:nvPr/>
        </p:nvSpPr>
        <p:spPr bwMode="auto">
          <a:xfrm>
            <a:off x="956037" y="4005177"/>
            <a:ext cx="10237469" cy="3096232"/>
          </a:xfrm>
          <a:prstGeom prst="rect">
            <a:avLst/>
          </a:prstGeom>
          <a:solidFill>
            <a:schemeClr val="bg1"/>
          </a:solidFill>
          <a:ln w="9525">
            <a:noFill/>
            <a:miter lim="800000"/>
            <a:headEnd/>
            <a:tailEnd/>
          </a:ln>
        </p:spPr>
        <p:txBody>
          <a:bodyPr wrap="square">
            <a:spAutoFit/>
          </a:bodyPr>
          <a:lstStyle/>
          <a:p>
            <a:pPr eaLnBrk="1" hangingPunct="1">
              <a:spcBef>
                <a:spcPct val="20000"/>
              </a:spcBef>
            </a:pPr>
            <a:r>
              <a:rPr lang="en-US" sz="4800" i="1" dirty="0">
                <a:latin typeface="Cambria" panose="02040503050406030204" pitchFamily="18" charset="0"/>
                <a:ea typeface="Cambria" panose="02040503050406030204" pitchFamily="18" charset="0"/>
              </a:rPr>
              <a:t>High</a:t>
            </a:r>
            <a:r>
              <a:rPr lang="en-US" sz="4800" dirty="0">
                <a:latin typeface="Cambria" panose="02040503050406030204" pitchFamily="18" charset="0"/>
                <a:ea typeface="Cambria" panose="02040503050406030204" pitchFamily="18" charset="0"/>
              </a:rPr>
              <a:t> in-degree and </a:t>
            </a:r>
            <a:r>
              <a:rPr lang="en-US" sz="4800" i="1" dirty="0">
                <a:latin typeface="Cambria" panose="02040503050406030204" pitchFamily="18" charset="0"/>
                <a:ea typeface="Cambria" panose="02040503050406030204" pitchFamily="18" charset="0"/>
              </a:rPr>
              <a:t>low</a:t>
            </a:r>
            <a:r>
              <a:rPr lang="en-US" sz="4800" dirty="0">
                <a:latin typeface="Cambria" panose="02040503050406030204" pitchFamily="18" charset="0"/>
                <a:ea typeface="Cambria" panose="02040503050406030204" pitchFamily="18" charset="0"/>
              </a:rPr>
              <a:t> out-degree:</a:t>
            </a:r>
          </a:p>
          <a:p>
            <a:pPr eaLnBrk="1" hangingPunct="1">
              <a:spcBef>
                <a:spcPct val="20000"/>
              </a:spcBef>
            </a:pPr>
            <a:r>
              <a:rPr lang="en-US" sz="4800" dirty="0">
                <a:solidFill>
                  <a:srgbClr val="FF0000"/>
                </a:solidFill>
                <a:latin typeface="Cambria" panose="02040503050406030204" pitchFamily="18" charset="0"/>
                <a:ea typeface="Cambria" panose="02040503050406030204" pitchFamily="18" charset="0"/>
              </a:rPr>
              <a:t>much-cited research article</a:t>
            </a:r>
          </a:p>
          <a:p>
            <a:pPr eaLnBrk="1" hangingPunct="1">
              <a:spcBef>
                <a:spcPct val="20000"/>
              </a:spcBef>
            </a:pPr>
            <a:endParaRPr lang="en-US" sz="4800" dirty="0">
              <a:latin typeface="Cambria" panose="02040503050406030204" pitchFamily="18" charset="0"/>
              <a:ea typeface="Cambria" panose="02040503050406030204" pitchFamily="18" charset="0"/>
            </a:endParaRPr>
          </a:p>
          <a:p>
            <a:endParaRPr lang="en-US" sz="3200" dirty="0"/>
          </a:p>
        </p:txBody>
      </p:sp>
      <p:pic>
        <p:nvPicPr>
          <p:cNvPr id="15365" name="Picture 5" descr="citations">
            <a:extLst>
              <a:ext uri="{FF2B5EF4-FFF2-40B4-BE49-F238E27FC236}">
                <a16:creationId xmlns:a16="http://schemas.microsoft.com/office/drawing/2014/main" id="{66D2B2B9-E57D-0551-02BC-A6E75BF6C56A}"/>
              </a:ext>
            </a:extLst>
          </p:cNvPr>
          <p:cNvPicPr>
            <a:picLocks noChangeAspect="1" noChangeArrowheads="1"/>
          </p:cNvPicPr>
          <p:nvPr/>
        </p:nvPicPr>
        <p:blipFill>
          <a:blip r:embed="rId4" cstate="print">
            <a:duotone>
              <a:prstClr val="black"/>
              <a:schemeClr val="accent3">
                <a:tint val="45000"/>
                <a:satMod val="400000"/>
              </a:schemeClr>
            </a:duotone>
            <a:extLst>
              <a:ext uri="{BEBA8EAE-BF5A-486C-A8C5-ECC9F3942E4B}">
                <a14:imgProps xmlns:a14="http://schemas.microsoft.com/office/drawing/2010/main">
                  <a14:imgLayer r:embed="rId5">
                    <a14:imgEffect>
                      <a14:artisticTexturizer/>
                    </a14:imgEffect>
                  </a14:imgLayer>
                </a14:imgProps>
              </a:ext>
            </a:extLst>
          </a:blip>
          <a:srcRect b="53724"/>
          <a:stretch>
            <a:fillRect/>
          </a:stretch>
        </p:blipFill>
        <p:spPr bwMode="auto">
          <a:xfrm>
            <a:off x="11214932" y="4005178"/>
            <a:ext cx="2411148" cy="2186792"/>
          </a:xfrm>
          <a:prstGeom prst="rect">
            <a:avLst/>
          </a:prstGeom>
          <a:noFill/>
        </p:spPr>
      </p:pic>
      <p:sp>
        <p:nvSpPr>
          <p:cNvPr id="6" name="Date Placeholder 5">
            <a:extLst>
              <a:ext uri="{FF2B5EF4-FFF2-40B4-BE49-F238E27FC236}">
                <a16:creationId xmlns:a16="http://schemas.microsoft.com/office/drawing/2014/main" id="{B7CDD55A-8F11-D16F-0C4F-E97415395EB8}"/>
              </a:ext>
            </a:extLst>
          </p:cNvPr>
          <p:cNvSpPr>
            <a:spLocks noGrp="1"/>
          </p:cNvSpPr>
          <p:nvPr>
            <p:ph type="dt" sz="half" idx="10"/>
          </p:nvPr>
        </p:nvSpPr>
        <p:spPr/>
        <p:txBody>
          <a:bodyPr/>
          <a:lstStyle/>
          <a:p>
            <a:fld id="{AC5543F1-287E-4A97-A27C-B1668FF6FC47}" type="datetime1">
              <a:rPr lang="en-US" smtClean="0"/>
              <a:pPr/>
              <a:t>8/5/2026</a:t>
            </a:fld>
            <a:endParaRPr lang="en-IN"/>
          </a:p>
        </p:txBody>
      </p:sp>
      <p:sp>
        <p:nvSpPr>
          <p:cNvPr id="5" name="Title 1">
            <a:extLst>
              <a:ext uri="{FF2B5EF4-FFF2-40B4-BE49-F238E27FC236}">
                <a16:creationId xmlns:a16="http://schemas.microsoft.com/office/drawing/2014/main" id="{D6D9D942-2FD5-8CF3-E46D-2A12EB6952C8}"/>
              </a:ext>
            </a:extLst>
          </p:cNvPr>
          <p:cNvSpPr txBox="1">
            <a:spLocks/>
          </p:cNvSpPr>
          <p:nvPr/>
        </p:nvSpPr>
        <p:spPr>
          <a:xfrm>
            <a:off x="1186806" y="303010"/>
            <a:ext cx="11970135" cy="1274913"/>
          </a:xfrm>
          <a:prstGeom prst="rect">
            <a:avLst/>
          </a:prstGeom>
          <a:solidFill>
            <a:schemeClr val="bg1"/>
          </a:solidFill>
        </p:spPr>
        <p:txBody>
          <a:bodyPr vert="horz" lIns="91440" tIns="45720" rIns="91440" bIns="45720" rtlCol="0" anchor="ctr">
            <a:no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Citations</a:t>
            </a:r>
          </a:p>
        </p:txBody>
      </p:sp>
    </p:spTree>
    <p:extLst>
      <p:ext uri="{BB962C8B-B14F-4D97-AF65-F5344CB8AC3E}">
        <p14:creationId xmlns:p14="http://schemas.microsoft.com/office/powerpoint/2010/main" val="33466212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1510A-DB27-FAAC-FBEF-D1AE5D07D53A}"/>
            </a:ext>
          </a:extLst>
        </p:cNvPr>
        <p:cNvGrpSpPr/>
        <p:nvPr/>
      </p:nvGrpSpPr>
      <p:grpSpPr>
        <a:xfrm>
          <a:off x="0" y="0"/>
          <a:ext cx="0" cy="0"/>
          <a:chOff x="0" y="0"/>
          <a:chExt cx="0" cy="0"/>
        </a:xfrm>
      </p:grpSpPr>
      <p:pic>
        <p:nvPicPr>
          <p:cNvPr id="8" name="Picture 7" descr="Network Technology Background">
            <a:extLst>
              <a:ext uri="{FF2B5EF4-FFF2-40B4-BE49-F238E27FC236}">
                <a16:creationId xmlns:a16="http://schemas.microsoft.com/office/drawing/2014/main" id="{85821173-A625-5798-0914-1D2071DE9E54}"/>
              </a:ext>
            </a:extLst>
          </p:cNvPr>
          <p:cNvPicPr>
            <a:picLocks noChangeAspect="1"/>
          </p:cNvPicPr>
          <p:nvPr/>
        </p:nvPicPr>
        <p:blipFill rotWithShape="1">
          <a:blip r:embed="rId3">
            <a:alphaModFix amt="60000"/>
          </a:blip>
          <a:srcRect r="-1" b="3428"/>
          <a:stretch/>
        </p:blipFill>
        <p:spPr>
          <a:xfrm>
            <a:off x="250702" y="620946"/>
            <a:ext cx="13627025" cy="8595360"/>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5363" name="Rectangle 3">
            <a:extLst>
              <a:ext uri="{FF2B5EF4-FFF2-40B4-BE49-F238E27FC236}">
                <a16:creationId xmlns:a16="http://schemas.microsoft.com/office/drawing/2014/main" id="{04A40114-41F8-B997-3A16-2410D9608C1E}"/>
              </a:ext>
            </a:extLst>
          </p:cNvPr>
          <p:cNvSpPr>
            <a:spLocks noGrp="1" noChangeArrowheads="1"/>
          </p:cNvSpPr>
          <p:nvPr>
            <p:ph type="body" idx="1"/>
          </p:nvPr>
        </p:nvSpPr>
        <p:spPr>
          <a:xfrm>
            <a:off x="987097" y="1913120"/>
            <a:ext cx="12545139" cy="1398529"/>
          </a:xfrm>
          <a:solidFill>
            <a:schemeClr val="bg1"/>
          </a:solidFill>
        </p:spPr>
        <p:txBody>
          <a:bodyPr>
            <a:normAutofit/>
          </a:bodyPr>
          <a:lstStyle/>
          <a:p>
            <a:pPr marL="0" indent="0">
              <a:lnSpc>
                <a:spcPct val="90000"/>
              </a:lnSpc>
              <a:buNone/>
            </a:pPr>
            <a:r>
              <a:rPr lang="en-US" sz="4000" dirty="0">
                <a:latin typeface="Cambria" panose="02040503050406030204" pitchFamily="18" charset="0"/>
                <a:ea typeface="Cambria" panose="02040503050406030204" pitchFamily="18" charset="0"/>
              </a:rPr>
              <a:t>The network of scientific citations provide examples illustrating two extremes: </a:t>
            </a:r>
          </a:p>
          <a:p>
            <a:pPr marL="0" indent="0">
              <a:lnSpc>
                <a:spcPct val="90000"/>
              </a:lnSpc>
              <a:buNone/>
            </a:pPr>
            <a:endParaRPr lang="en-US" sz="4000" dirty="0">
              <a:latin typeface="Palatino" pitchFamily="16" charset="0"/>
            </a:endParaRPr>
          </a:p>
        </p:txBody>
      </p:sp>
      <p:sp>
        <p:nvSpPr>
          <p:cNvPr id="15364" name="Rectangle 4">
            <a:extLst>
              <a:ext uri="{FF2B5EF4-FFF2-40B4-BE49-F238E27FC236}">
                <a16:creationId xmlns:a16="http://schemas.microsoft.com/office/drawing/2014/main" id="{D033524D-AF26-9725-23E2-8A8EF398C4D0}"/>
              </a:ext>
            </a:extLst>
          </p:cNvPr>
          <p:cNvSpPr>
            <a:spLocks noChangeArrowheads="1"/>
          </p:cNvSpPr>
          <p:nvPr/>
        </p:nvSpPr>
        <p:spPr bwMode="auto">
          <a:xfrm>
            <a:off x="956037" y="4005177"/>
            <a:ext cx="10237469" cy="4725589"/>
          </a:xfrm>
          <a:prstGeom prst="rect">
            <a:avLst/>
          </a:prstGeom>
          <a:solidFill>
            <a:schemeClr val="bg1"/>
          </a:solidFill>
          <a:ln w="9525">
            <a:noFill/>
            <a:miter lim="800000"/>
            <a:headEnd/>
            <a:tailEnd/>
          </a:ln>
        </p:spPr>
        <p:txBody>
          <a:bodyPr wrap="square">
            <a:spAutoFit/>
          </a:bodyPr>
          <a:lstStyle/>
          <a:p>
            <a:pPr eaLnBrk="1" hangingPunct="1">
              <a:spcBef>
                <a:spcPct val="20000"/>
              </a:spcBef>
            </a:pPr>
            <a:r>
              <a:rPr lang="en-US" sz="4800" i="1" dirty="0">
                <a:latin typeface="Cambria" panose="02040503050406030204" pitchFamily="18" charset="0"/>
                <a:ea typeface="Cambria" panose="02040503050406030204" pitchFamily="18" charset="0"/>
              </a:rPr>
              <a:t>High</a:t>
            </a:r>
            <a:r>
              <a:rPr lang="en-US" sz="4800" dirty="0">
                <a:latin typeface="Cambria" panose="02040503050406030204" pitchFamily="18" charset="0"/>
                <a:ea typeface="Cambria" panose="02040503050406030204" pitchFamily="18" charset="0"/>
              </a:rPr>
              <a:t> in-degree and </a:t>
            </a:r>
            <a:r>
              <a:rPr lang="en-US" sz="4800" i="1" dirty="0">
                <a:latin typeface="Cambria" panose="02040503050406030204" pitchFamily="18" charset="0"/>
                <a:ea typeface="Cambria" panose="02040503050406030204" pitchFamily="18" charset="0"/>
              </a:rPr>
              <a:t>low</a:t>
            </a:r>
            <a:r>
              <a:rPr lang="en-US" sz="4800" dirty="0">
                <a:latin typeface="Cambria" panose="02040503050406030204" pitchFamily="18" charset="0"/>
                <a:ea typeface="Cambria" panose="02040503050406030204" pitchFamily="18" charset="0"/>
              </a:rPr>
              <a:t> out-degree:</a:t>
            </a:r>
          </a:p>
          <a:p>
            <a:pPr eaLnBrk="1" hangingPunct="1">
              <a:spcBef>
                <a:spcPct val="20000"/>
              </a:spcBef>
            </a:pPr>
            <a:r>
              <a:rPr lang="en-US" sz="4800" dirty="0">
                <a:solidFill>
                  <a:srgbClr val="FF0000"/>
                </a:solidFill>
                <a:latin typeface="Cambria" panose="02040503050406030204" pitchFamily="18" charset="0"/>
                <a:ea typeface="Cambria" panose="02040503050406030204" pitchFamily="18" charset="0"/>
              </a:rPr>
              <a:t>much-cited research article</a:t>
            </a:r>
          </a:p>
          <a:p>
            <a:pPr eaLnBrk="1" hangingPunct="1">
              <a:spcBef>
                <a:spcPct val="20000"/>
              </a:spcBef>
            </a:pPr>
            <a:endParaRPr lang="en-US" sz="4800" dirty="0">
              <a:latin typeface="Cambria" panose="02040503050406030204" pitchFamily="18" charset="0"/>
              <a:ea typeface="Cambria" panose="02040503050406030204" pitchFamily="18" charset="0"/>
            </a:endParaRPr>
          </a:p>
          <a:p>
            <a:pPr eaLnBrk="1" hangingPunct="1">
              <a:spcBef>
                <a:spcPct val="20000"/>
              </a:spcBef>
            </a:pPr>
            <a:r>
              <a:rPr lang="en-US" sz="4800" i="1" dirty="0">
                <a:latin typeface="Cambria" panose="02040503050406030204" pitchFamily="18" charset="0"/>
                <a:ea typeface="Cambria" panose="02040503050406030204" pitchFamily="18" charset="0"/>
              </a:rPr>
              <a:t>Low</a:t>
            </a:r>
            <a:r>
              <a:rPr lang="en-US" sz="4800" dirty="0">
                <a:latin typeface="Cambria" panose="02040503050406030204" pitchFamily="18" charset="0"/>
                <a:ea typeface="Cambria" panose="02040503050406030204" pitchFamily="18" charset="0"/>
              </a:rPr>
              <a:t> in-degree and </a:t>
            </a:r>
            <a:r>
              <a:rPr lang="en-US" sz="4800" i="1" dirty="0">
                <a:latin typeface="Cambria" panose="02040503050406030204" pitchFamily="18" charset="0"/>
                <a:ea typeface="Cambria" panose="02040503050406030204" pitchFamily="18" charset="0"/>
              </a:rPr>
              <a:t>high</a:t>
            </a:r>
            <a:r>
              <a:rPr lang="en-US" sz="4800" dirty="0">
                <a:latin typeface="Cambria" panose="02040503050406030204" pitchFamily="18" charset="0"/>
                <a:ea typeface="Cambria" panose="02040503050406030204" pitchFamily="18" charset="0"/>
              </a:rPr>
              <a:t> out-degree: </a:t>
            </a:r>
            <a:r>
              <a:rPr lang="en-US" sz="4800" dirty="0">
                <a:solidFill>
                  <a:srgbClr val="FF0000"/>
                </a:solidFill>
                <a:latin typeface="Cambria" panose="02040503050406030204" pitchFamily="18" charset="0"/>
                <a:ea typeface="Cambria" panose="02040503050406030204" pitchFamily="18" charset="0"/>
              </a:rPr>
              <a:t>Book</a:t>
            </a:r>
            <a:r>
              <a:rPr lang="en-US" sz="4800" dirty="0">
                <a:latin typeface="Cambria" panose="02040503050406030204" pitchFamily="18" charset="0"/>
                <a:ea typeface="Cambria" panose="02040503050406030204" pitchFamily="18" charset="0"/>
              </a:rPr>
              <a:t> </a:t>
            </a:r>
          </a:p>
          <a:p>
            <a:endParaRPr lang="en-US" sz="3200" dirty="0"/>
          </a:p>
        </p:txBody>
      </p:sp>
      <p:pic>
        <p:nvPicPr>
          <p:cNvPr id="15365" name="Picture 5" descr="citations">
            <a:extLst>
              <a:ext uri="{FF2B5EF4-FFF2-40B4-BE49-F238E27FC236}">
                <a16:creationId xmlns:a16="http://schemas.microsoft.com/office/drawing/2014/main" id="{DB9FCBA3-709C-784F-C33E-505BB918D1F7}"/>
              </a:ext>
            </a:extLst>
          </p:cNvPr>
          <p:cNvPicPr>
            <a:picLocks noChangeAspect="1" noChangeArrowheads="1"/>
          </p:cNvPicPr>
          <p:nvPr/>
        </p:nvPicPr>
        <p:blipFill>
          <a:blip r:embed="rId4" cstate="print">
            <a:duotone>
              <a:prstClr val="black"/>
              <a:schemeClr val="accent3">
                <a:tint val="45000"/>
                <a:satMod val="400000"/>
              </a:schemeClr>
            </a:duotone>
            <a:extLst>
              <a:ext uri="{BEBA8EAE-BF5A-486C-A8C5-ECC9F3942E4B}">
                <a14:imgProps xmlns:a14="http://schemas.microsoft.com/office/drawing/2010/main">
                  <a14:imgLayer r:embed="rId5">
                    <a14:imgEffect>
                      <a14:artisticTexturizer/>
                    </a14:imgEffect>
                  </a14:imgLayer>
                </a14:imgProps>
              </a:ext>
            </a:extLst>
          </a:blip>
          <a:srcRect/>
          <a:stretch>
            <a:fillRect/>
          </a:stretch>
        </p:blipFill>
        <p:spPr bwMode="auto">
          <a:xfrm>
            <a:off x="11214932" y="4005177"/>
            <a:ext cx="2411148" cy="4725589"/>
          </a:xfrm>
          <a:prstGeom prst="rect">
            <a:avLst/>
          </a:prstGeom>
          <a:noFill/>
        </p:spPr>
      </p:pic>
      <p:sp>
        <p:nvSpPr>
          <p:cNvPr id="6" name="Date Placeholder 5">
            <a:extLst>
              <a:ext uri="{FF2B5EF4-FFF2-40B4-BE49-F238E27FC236}">
                <a16:creationId xmlns:a16="http://schemas.microsoft.com/office/drawing/2014/main" id="{539F4FFA-7692-5DC2-EB59-D1BBF1212DA8}"/>
              </a:ext>
            </a:extLst>
          </p:cNvPr>
          <p:cNvSpPr>
            <a:spLocks noGrp="1"/>
          </p:cNvSpPr>
          <p:nvPr>
            <p:ph type="dt" sz="half" idx="10"/>
          </p:nvPr>
        </p:nvSpPr>
        <p:spPr/>
        <p:txBody>
          <a:bodyPr/>
          <a:lstStyle/>
          <a:p>
            <a:fld id="{AC5543F1-287E-4A97-A27C-B1668FF6FC47}" type="datetime1">
              <a:rPr lang="en-US" smtClean="0"/>
              <a:pPr/>
              <a:t>8/5/2026</a:t>
            </a:fld>
            <a:endParaRPr lang="en-IN"/>
          </a:p>
        </p:txBody>
      </p:sp>
      <p:sp>
        <p:nvSpPr>
          <p:cNvPr id="5" name="Title 1">
            <a:extLst>
              <a:ext uri="{FF2B5EF4-FFF2-40B4-BE49-F238E27FC236}">
                <a16:creationId xmlns:a16="http://schemas.microsoft.com/office/drawing/2014/main" id="{66EBC546-BD4C-3AF0-2B90-FA26E704C8E8}"/>
              </a:ext>
            </a:extLst>
          </p:cNvPr>
          <p:cNvSpPr txBox="1">
            <a:spLocks/>
          </p:cNvSpPr>
          <p:nvPr/>
        </p:nvSpPr>
        <p:spPr>
          <a:xfrm>
            <a:off x="1186806" y="303010"/>
            <a:ext cx="11970135" cy="1274913"/>
          </a:xfrm>
          <a:prstGeom prst="rect">
            <a:avLst/>
          </a:prstGeom>
          <a:solidFill>
            <a:schemeClr val="bg1"/>
          </a:solidFill>
        </p:spPr>
        <p:txBody>
          <a:bodyPr vert="horz" lIns="91440" tIns="45720" rIns="91440" bIns="45720" rtlCol="0" anchor="ctr">
            <a:no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Citations</a:t>
            </a:r>
          </a:p>
        </p:txBody>
      </p:sp>
    </p:spTree>
    <p:extLst>
      <p:ext uri="{BB962C8B-B14F-4D97-AF65-F5344CB8AC3E}">
        <p14:creationId xmlns:p14="http://schemas.microsoft.com/office/powerpoint/2010/main" val="2530322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5959D435-A427-1D1F-B994-56978A5DC80E}"/>
              </a:ext>
            </a:extLst>
          </p:cNvPr>
          <p:cNvPicPr>
            <a:picLocks noChangeAspect="1"/>
          </p:cNvPicPr>
          <p:nvPr/>
        </p:nvPicPr>
        <p:blipFill rotWithShape="1">
          <a:blip r:embed="rId2">
            <a:alphaModFix amt="60000"/>
          </a:blip>
          <a:srcRect r="-1" b="3428"/>
          <a:stretch/>
        </p:blipFill>
        <p:spPr>
          <a:xfrm>
            <a:off x="1042790" y="620946"/>
            <a:ext cx="12973911" cy="8667368"/>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5" name="Rectangle 3"/>
          <p:cNvSpPr txBox="1">
            <a:spLocks noChangeArrowheads="1"/>
          </p:cNvSpPr>
          <p:nvPr/>
        </p:nvSpPr>
        <p:spPr>
          <a:xfrm>
            <a:off x="1186806" y="2079109"/>
            <a:ext cx="12545139" cy="6641544"/>
          </a:xfrm>
          <a:prstGeom prst="rect">
            <a:avLst/>
          </a:prstGeom>
          <a:solidFill>
            <a:schemeClr val="bg1"/>
          </a:solidFill>
        </p:spPr>
        <p:txBody>
          <a:bodyPr vert="horz" lIns="147590" tIns="73795" rIns="147590" bIns="73795" rtlCol="0">
            <a:normAutofit/>
          </a:bodyPr>
          <a:lstStyle/>
          <a:p>
            <a:pPr defTabSz="1475925">
              <a:spcBef>
                <a:spcPct val="20000"/>
              </a:spcBef>
              <a:defRPr/>
            </a:pPr>
            <a:r>
              <a:rPr lang="en-US" sz="3874" dirty="0">
                <a:latin typeface="Palatino" pitchFamily="16" charset="0"/>
              </a:rPr>
              <a:t>In a </a:t>
            </a:r>
            <a:r>
              <a:rPr lang="en-US" sz="3874" i="1" dirty="0">
                <a:latin typeface="Palatino" pitchFamily="16" charset="0"/>
              </a:rPr>
              <a:t>weighted</a:t>
            </a:r>
            <a:r>
              <a:rPr lang="en-US" sz="3874" dirty="0">
                <a:latin typeface="Palatino" pitchFamily="16" charset="0"/>
              </a:rPr>
              <a:t> network a real number is attached to each edge, so that we obtain a real adjacency matrix, usually denoted as </a:t>
            </a:r>
            <a:r>
              <a:rPr lang="en-US" sz="3874" i="1" dirty="0" err="1">
                <a:latin typeface="Palatino" pitchFamily="16" charset="0"/>
              </a:rPr>
              <a:t>w</a:t>
            </a:r>
            <a:r>
              <a:rPr lang="en-US" sz="3874" i="1" baseline="-25000" dirty="0" err="1">
                <a:latin typeface="Palatino" pitchFamily="16" charset="0"/>
              </a:rPr>
              <a:t>ij</a:t>
            </a:r>
            <a:r>
              <a:rPr lang="en-US" sz="3874" dirty="0">
                <a:latin typeface="Palatino" pitchFamily="16" charset="0"/>
              </a:rPr>
              <a:t>.</a:t>
            </a:r>
            <a:endParaRPr lang="en-US" sz="5165" dirty="0">
              <a:latin typeface="Palatino" pitchFamily="16" charset="0"/>
            </a:endParaRPr>
          </a:p>
          <a:p>
            <a:pPr defTabSz="1475925">
              <a:spcBef>
                <a:spcPct val="20000"/>
              </a:spcBef>
              <a:defRPr/>
            </a:pPr>
            <a:endParaRPr lang="en-US" sz="5165" dirty="0">
              <a:latin typeface="Palatino" pitchFamily="16" charset="0"/>
            </a:endParaRPr>
          </a:p>
          <a:p>
            <a:pPr defTabSz="1475925">
              <a:spcBef>
                <a:spcPct val="20000"/>
              </a:spcBef>
              <a:defRPr/>
            </a:pPr>
            <a:endParaRPr lang="en-US" sz="5165" dirty="0">
              <a:latin typeface="Palatino" pitchFamily="16" charset="0"/>
            </a:endParaRPr>
          </a:p>
          <a:p>
            <a:pPr defTabSz="1475925">
              <a:spcBef>
                <a:spcPct val="20000"/>
              </a:spcBef>
              <a:defRPr/>
            </a:pPr>
            <a:endParaRPr lang="en-US" sz="5165" dirty="0">
              <a:latin typeface="Palatino" pitchFamily="16" charset="0"/>
            </a:endParaRPr>
          </a:p>
        </p:txBody>
      </p:sp>
      <p:pic>
        <p:nvPicPr>
          <p:cNvPr id="6" name="Picture 4" descr="adjacency_weighted"/>
          <p:cNvPicPr>
            <a:picLocks noChangeAspect="1" noChangeArrowheads="1"/>
          </p:cNvPicPr>
          <p:nvPr/>
        </p:nvPicPr>
        <p:blipFill>
          <a:blip r:embed="rId3" cstate="print">
            <a:duotone>
              <a:prstClr val="black"/>
              <a:schemeClr val="accent3">
                <a:tint val="45000"/>
                <a:satMod val="400000"/>
              </a:schemeClr>
            </a:duotone>
            <a:extLst>
              <a:ext uri="{BEBA8EAE-BF5A-486C-A8C5-ECC9F3942E4B}">
                <a14:imgProps xmlns:a14="http://schemas.microsoft.com/office/drawing/2010/main">
                  <a14:imgLayer r:embed="rId4">
                    <a14:imgEffect>
                      <a14:artisticTexturizer/>
                    </a14:imgEffect>
                  </a14:imgLayer>
                </a14:imgProps>
              </a:ext>
            </a:extLst>
          </a:blip>
          <a:srcRect r="47444"/>
          <a:stretch>
            <a:fillRect/>
          </a:stretch>
        </p:blipFill>
        <p:spPr bwMode="auto">
          <a:xfrm>
            <a:off x="7171873" y="3455665"/>
            <a:ext cx="3231957" cy="5068277"/>
          </a:xfrm>
          <a:prstGeom prst="rect">
            <a:avLst/>
          </a:prstGeom>
          <a:noFill/>
        </p:spPr>
      </p:pic>
      <p:sp>
        <p:nvSpPr>
          <p:cNvPr id="7" name="Date Placeholder 6"/>
          <p:cNvSpPr>
            <a:spLocks noGrp="1"/>
          </p:cNvSpPr>
          <p:nvPr>
            <p:ph type="dt" sz="half" idx="10"/>
          </p:nvPr>
        </p:nvSpPr>
        <p:spPr/>
        <p:txBody>
          <a:bodyPr/>
          <a:lstStyle/>
          <a:p>
            <a:fld id="{2929E256-ACF6-41EC-A16E-04880C053582}" type="datetime1">
              <a:rPr lang="en-US" smtClean="0"/>
              <a:pPr/>
              <a:t>8/5/2026</a:t>
            </a:fld>
            <a:endParaRPr lang="en-IN"/>
          </a:p>
        </p:txBody>
      </p:sp>
      <p:sp>
        <p:nvSpPr>
          <p:cNvPr id="3" name="Title 1">
            <a:extLst>
              <a:ext uri="{FF2B5EF4-FFF2-40B4-BE49-F238E27FC236}">
                <a16:creationId xmlns:a16="http://schemas.microsoft.com/office/drawing/2014/main" id="{11B13B69-AD84-EF38-A278-672F5A03502C}"/>
              </a:ext>
            </a:extLst>
          </p:cNvPr>
          <p:cNvSpPr txBox="1">
            <a:spLocks/>
          </p:cNvSpPr>
          <p:nvPr/>
        </p:nvSpPr>
        <p:spPr>
          <a:xfrm>
            <a:off x="1186806" y="303010"/>
            <a:ext cx="13205839" cy="1274913"/>
          </a:xfrm>
          <a:prstGeom prst="rect">
            <a:avLst/>
          </a:prstGeom>
          <a:solidFill>
            <a:schemeClr val="bg1"/>
          </a:solidFill>
        </p:spPr>
        <p:txBody>
          <a:bodyPr vert="horz" lIns="91440" tIns="45720" rIns="91440" bIns="45720" rtlCol="0" anchor="ctr">
            <a:no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Weighted Networks</a:t>
            </a:r>
          </a:p>
        </p:txBody>
      </p:sp>
    </p:spTree>
    <p:extLst>
      <p:ext uri="{BB962C8B-B14F-4D97-AF65-F5344CB8AC3E}">
        <p14:creationId xmlns:p14="http://schemas.microsoft.com/office/powerpoint/2010/main" val="19680021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74AA5-15B8-9945-E9C5-7838591160C9}"/>
            </a:ext>
          </a:extLst>
        </p:cNvPr>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84B0A608-2EFB-5AAF-58DA-856066145206}"/>
              </a:ext>
            </a:extLst>
          </p:cNvPr>
          <p:cNvPicPr>
            <a:picLocks noChangeAspect="1"/>
          </p:cNvPicPr>
          <p:nvPr/>
        </p:nvPicPr>
        <p:blipFill rotWithShape="1">
          <a:blip r:embed="rId2">
            <a:alphaModFix amt="60000"/>
          </a:blip>
          <a:srcRect r="-1" b="3428"/>
          <a:stretch/>
        </p:blipFill>
        <p:spPr>
          <a:xfrm>
            <a:off x="1042790" y="620946"/>
            <a:ext cx="12973911" cy="8667368"/>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5" name="Rectangle 3">
            <a:extLst>
              <a:ext uri="{FF2B5EF4-FFF2-40B4-BE49-F238E27FC236}">
                <a16:creationId xmlns:a16="http://schemas.microsoft.com/office/drawing/2014/main" id="{5F691554-5FAA-7D5D-407D-95E93A392E6D}"/>
              </a:ext>
            </a:extLst>
          </p:cNvPr>
          <p:cNvSpPr txBox="1">
            <a:spLocks noChangeArrowheads="1"/>
          </p:cNvSpPr>
          <p:nvPr/>
        </p:nvSpPr>
        <p:spPr>
          <a:xfrm>
            <a:off x="1186806" y="2079109"/>
            <a:ext cx="12545139" cy="6641544"/>
          </a:xfrm>
          <a:prstGeom prst="rect">
            <a:avLst/>
          </a:prstGeom>
          <a:solidFill>
            <a:schemeClr val="bg1"/>
          </a:solidFill>
        </p:spPr>
        <p:txBody>
          <a:bodyPr vert="horz" lIns="147590" tIns="73795" rIns="147590" bIns="73795" rtlCol="0">
            <a:normAutofit/>
          </a:bodyPr>
          <a:lstStyle/>
          <a:p>
            <a:pPr defTabSz="1475925">
              <a:spcBef>
                <a:spcPct val="20000"/>
              </a:spcBef>
              <a:defRPr/>
            </a:pPr>
            <a:r>
              <a:rPr lang="en-US" sz="3874" dirty="0">
                <a:latin typeface="Palatino" pitchFamily="16" charset="0"/>
              </a:rPr>
              <a:t>In a </a:t>
            </a:r>
            <a:r>
              <a:rPr lang="en-US" sz="3874" i="1" dirty="0">
                <a:latin typeface="Palatino" pitchFamily="16" charset="0"/>
              </a:rPr>
              <a:t>weighted</a:t>
            </a:r>
            <a:r>
              <a:rPr lang="en-US" sz="3874" dirty="0">
                <a:latin typeface="Palatino" pitchFamily="16" charset="0"/>
              </a:rPr>
              <a:t> network a real number is attached to each edge, so that we obtain a real adjacency matrix, usually denoted as </a:t>
            </a:r>
            <a:r>
              <a:rPr lang="en-US" sz="3874" i="1" dirty="0" err="1">
                <a:latin typeface="Palatino" pitchFamily="16" charset="0"/>
              </a:rPr>
              <a:t>w</a:t>
            </a:r>
            <a:r>
              <a:rPr lang="en-US" sz="3874" i="1" baseline="-25000" dirty="0" err="1">
                <a:latin typeface="Palatino" pitchFamily="16" charset="0"/>
              </a:rPr>
              <a:t>ij</a:t>
            </a:r>
            <a:r>
              <a:rPr lang="en-US" sz="3874" dirty="0">
                <a:latin typeface="Palatino" pitchFamily="16" charset="0"/>
              </a:rPr>
              <a:t>.</a:t>
            </a:r>
            <a:endParaRPr lang="en-US" sz="5165" dirty="0">
              <a:latin typeface="Palatino" pitchFamily="16" charset="0"/>
            </a:endParaRPr>
          </a:p>
          <a:p>
            <a:pPr defTabSz="1475925">
              <a:spcBef>
                <a:spcPct val="20000"/>
              </a:spcBef>
              <a:defRPr/>
            </a:pPr>
            <a:endParaRPr lang="en-US" sz="5165" dirty="0">
              <a:latin typeface="Palatino" pitchFamily="16" charset="0"/>
            </a:endParaRPr>
          </a:p>
          <a:p>
            <a:pPr defTabSz="1475925">
              <a:spcBef>
                <a:spcPct val="20000"/>
              </a:spcBef>
              <a:defRPr/>
            </a:pPr>
            <a:endParaRPr lang="en-US" sz="5165" dirty="0">
              <a:latin typeface="Palatino" pitchFamily="16" charset="0"/>
            </a:endParaRPr>
          </a:p>
          <a:p>
            <a:pPr defTabSz="1475925">
              <a:spcBef>
                <a:spcPct val="20000"/>
              </a:spcBef>
              <a:defRPr/>
            </a:pPr>
            <a:endParaRPr lang="en-US" sz="5165" dirty="0">
              <a:latin typeface="Palatino" pitchFamily="16" charset="0"/>
            </a:endParaRPr>
          </a:p>
        </p:txBody>
      </p:sp>
      <p:pic>
        <p:nvPicPr>
          <p:cNvPr id="6" name="Picture 4" descr="adjacency_weighted">
            <a:extLst>
              <a:ext uri="{FF2B5EF4-FFF2-40B4-BE49-F238E27FC236}">
                <a16:creationId xmlns:a16="http://schemas.microsoft.com/office/drawing/2014/main" id="{03B420DC-2D8B-9E71-9907-B3701FBE1876}"/>
              </a:ext>
            </a:extLst>
          </p:cNvPr>
          <p:cNvPicPr>
            <a:picLocks noChangeAspect="1" noChangeArrowheads="1"/>
          </p:cNvPicPr>
          <p:nvPr/>
        </p:nvPicPr>
        <p:blipFill>
          <a:blip r:embed="rId3" cstate="print">
            <a:duotone>
              <a:prstClr val="black"/>
              <a:schemeClr val="accent3">
                <a:tint val="45000"/>
                <a:satMod val="400000"/>
              </a:schemeClr>
            </a:duotone>
            <a:extLst>
              <a:ext uri="{BEBA8EAE-BF5A-486C-A8C5-ECC9F3942E4B}">
                <a14:imgProps xmlns:a14="http://schemas.microsoft.com/office/drawing/2010/main">
                  <a14:imgLayer r:embed="rId4">
                    <a14:imgEffect>
                      <a14:artisticTexturizer/>
                    </a14:imgEffect>
                  </a14:imgLayer>
                </a14:imgProps>
              </a:ext>
            </a:extLst>
          </a:blip>
          <a:srcRect/>
          <a:stretch>
            <a:fillRect/>
          </a:stretch>
        </p:blipFill>
        <p:spPr bwMode="auto">
          <a:xfrm>
            <a:off x="7171873" y="3455665"/>
            <a:ext cx="6149578" cy="5068277"/>
          </a:xfrm>
          <a:prstGeom prst="rect">
            <a:avLst/>
          </a:prstGeom>
          <a:noFill/>
        </p:spPr>
      </p:pic>
      <p:sp>
        <p:nvSpPr>
          <p:cNvPr id="7" name="Date Placeholder 6">
            <a:extLst>
              <a:ext uri="{FF2B5EF4-FFF2-40B4-BE49-F238E27FC236}">
                <a16:creationId xmlns:a16="http://schemas.microsoft.com/office/drawing/2014/main" id="{C693243B-4A9A-9E54-52E3-7A4547435BB9}"/>
              </a:ext>
            </a:extLst>
          </p:cNvPr>
          <p:cNvSpPr>
            <a:spLocks noGrp="1"/>
          </p:cNvSpPr>
          <p:nvPr>
            <p:ph type="dt" sz="half" idx="10"/>
          </p:nvPr>
        </p:nvSpPr>
        <p:spPr/>
        <p:txBody>
          <a:bodyPr/>
          <a:lstStyle/>
          <a:p>
            <a:fld id="{2929E256-ACF6-41EC-A16E-04880C053582}" type="datetime1">
              <a:rPr lang="en-US" smtClean="0"/>
              <a:pPr/>
              <a:t>8/5/2026</a:t>
            </a:fld>
            <a:endParaRPr lang="en-IN"/>
          </a:p>
        </p:txBody>
      </p:sp>
      <p:sp>
        <p:nvSpPr>
          <p:cNvPr id="3" name="Title 1">
            <a:extLst>
              <a:ext uri="{FF2B5EF4-FFF2-40B4-BE49-F238E27FC236}">
                <a16:creationId xmlns:a16="http://schemas.microsoft.com/office/drawing/2014/main" id="{0F986372-F5A1-CD14-6057-AEB4D7E66484}"/>
              </a:ext>
            </a:extLst>
          </p:cNvPr>
          <p:cNvSpPr txBox="1">
            <a:spLocks/>
          </p:cNvSpPr>
          <p:nvPr/>
        </p:nvSpPr>
        <p:spPr>
          <a:xfrm>
            <a:off x="1186806" y="303010"/>
            <a:ext cx="13205839" cy="1274913"/>
          </a:xfrm>
          <a:prstGeom prst="rect">
            <a:avLst/>
          </a:prstGeom>
          <a:solidFill>
            <a:schemeClr val="bg1"/>
          </a:solidFill>
        </p:spPr>
        <p:txBody>
          <a:bodyPr vert="horz" lIns="91440" tIns="45720" rIns="91440" bIns="45720" rtlCol="0" anchor="ctr">
            <a:no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Weighted Networks</a:t>
            </a:r>
          </a:p>
        </p:txBody>
      </p:sp>
    </p:spTree>
    <p:extLst>
      <p:ext uri="{BB962C8B-B14F-4D97-AF65-F5344CB8AC3E}">
        <p14:creationId xmlns:p14="http://schemas.microsoft.com/office/powerpoint/2010/main" val="38399437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81885428-14D3-495E-6867-A2F4B853B9E7}"/>
              </a:ext>
            </a:extLst>
          </p:cNvPr>
          <p:cNvPicPr>
            <a:picLocks noChangeAspect="1"/>
          </p:cNvPicPr>
          <p:nvPr/>
        </p:nvPicPr>
        <p:blipFill rotWithShape="1">
          <a:blip r:embed="rId3">
            <a:alphaModFix amt="60000"/>
          </a:blip>
          <a:srcRect r="-1" b="3428"/>
          <a:stretch/>
        </p:blipFill>
        <p:spPr>
          <a:xfrm>
            <a:off x="898774" y="791369"/>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3" name="Content Placeholder 2"/>
          <p:cNvSpPr>
            <a:spLocks noGrp="1"/>
          </p:cNvSpPr>
          <p:nvPr>
            <p:ph idx="1"/>
          </p:nvPr>
        </p:nvSpPr>
        <p:spPr>
          <a:xfrm>
            <a:off x="638420" y="1796895"/>
            <a:ext cx="13830824" cy="6787234"/>
          </a:xfrm>
          <a:solidFill>
            <a:schemeClr val="bg1"/>
          </a:solidFill>
        </p:spPr>
        <p:txBody>
          <a:bodyPr>
            <a:normAutofit/>
          </a:bodyPr>
          <a:lstStyle/>
          <a:p>
            <a:r>
              <a:rPr lang="en-US" sz="4000" dirty="0">
                <a:latin typeface="Cambria" panose="02040503050406030204" pitchFamily="18" charset="0"/>
                <a:ea typeface="Cambria" panose="02040503050406030204" pitchFamily="18" charset="0"/>
              </a:rPr>
              <a:t>If we add up the degrees of all vertices of a graph the result is an even number -&gt; twice the number of edges.</a:t>
            </a:r>
          </a:p>
          <a:p>
            <a:pPr>
              <a:buNone/>
            </a:pPr>
            <a:r>
              <a:rPr lang="en-US" sz="4400" i="1" dirty="0">
                <a:solidFill>
                  <a:srgbClr val="FF0000"/>
                </a:solidFill>
                <a:latin typeface="Cambria" panose="02040503050406030204" pitchFamily="18" charset="0"/>
                <a:ea typeface="Cambria" panose="02040503050406030204" pitchFamily="18" charset="0"/>
              </a:rPr>
              <a:t>  </a:t>
            </a:r>
          </a:p>
          <a:p>
            <a:pPr>
              <a:buNone/>
            </a:pPr>
            <a:r>
              <a:rPr lang="en-US" sz="4400" dirty="0">
                <a:latin typeface="Cambria" panose="02040503050406030204" pitchFamily="18" charset="0"/>
                <a:ea typeface="Cambria" panose="02040503050406030204" pitchFamily="18" charset="0"/>
              </a:rPr>
              <a:t>    </a:t>
            </a:r>
          </a:p>
          <a:p>
            <a:pPr>
              <a:buNone/>
            </a:pPr>
            <a:r>
              <a:rPr lang="en-US" sz="4000" dirty="0">
                <a:latin typeface="Cambria" panose="02040503050406030204" pitchFamily="18" charset="0"/>
                <a:ea typeface="Cambria" panose="02040503050406030204" pitchFamily="18" charset="0"/>
              </a:rPr>
              <a:t>for a graph with vertex set </a:t>
            </a:r>
            <a:r>
              <a:rPr lang="en-US" sz="4000" i="1" dirty="0">
                <a:latin typeface="Cambria" panose="02040503050406030204" pitchFamily="18" charset="0"/>
                <a:ea typeface="Cambria" panose="02040503050406030204" pitchFamily="18" charset="0"/>
              </a:rPr>
              <a:t>V</a:t>
            </a:r>
            <a:r>
              <a:rPr lang="en-US" sz="4000" dirty="0">
                <a:latin typeface="Cambria" panose="02040503050406030204" pitchFamily="18" charset="0"/>
                <a:ea typeface="Cambria" panose="02040503050406030204" pitchFamily="18" charset="0"/>
              </a:rPr>
              <a:t> and edge set </a:t>
            </a:r>
            <a:r>
              <a:rPr lang="en-US" sz="4000" i="1" dirty="0">
                <a:latin typeface="Cambria" panose="02040503050406030204" pitchFamily="18" charset="0"/>
                <a:ea typeface="Cambria" panose="02040503050406030204" pitchFamily="18" charset="0"/>
              </a:rPr>
              <a:t>E</a:t>
            </a:r>
            <a:endParaRPr lang="en-US" sz="4400" dirty="0">
              <a:latin typeface="Cambria" panose="02040503050406030204" pitchFamily="18" charset="0"/>
              <a:ea typeface="Cambria" panose="02040503050406030204" pitchFamily="18" charset="0"/>
            </a:endParaRPr>
          </a:p>
        </p:txBody>
      </p:sp>
      <p:pic>
        <p:nvPicPr>
          <p:cNvPr id="1030" name="Picture 6" descr="C:\Users\sou\Desktop\12755e05243601b5842e265ebf73a2bb.png"/>
          <p:cNvPicPr>
            <a:picLocks noChangeAspect="1" noChangeArrowheads="1"/>
          </p:cNvPicPr>
          <p:nvPr/>
        </p:nvPicPr>
        <p:blipFill>
          <a:blip r:embed="rId4" cstate="print"/>
          <a:srcRect/>
          <a:stretch>
            <a:fillRect/>
          </a:stretch>
        </p:blipFill>
        <p:spPr bwMode="auto">
          <a:xfrm>
            <a:off x="6299374" y="3179913"/>
            <a:ext cx="3621339" cy="929803"/>
          </a:xfrm>
          <a:prstGeom prst="rect">
            <a:avLst/>
          </a:prstGeom>
          <a:noFill/>
        </p:spPr>
      </p:pic>
      <p:sp>
        <p:nvSpPr>
          <p:cNvPr id="11" name="Title 10"/>
          <p:cNvSpPr>
            <a:spLocks noGrp="1"/>
          </p:cNvSpPr>
          <p:nvPr>
            <p:ph type="title"/>
          </p:nvPr>
        </p:nvSpPr>
        <p:spPr>
          <a:xfrm>
            <a:off x="638420" y="456514"/>
            <a:ext cx="13830824" cy="1208418"/>
          </a:xfrm>
          <a:solidFill>
            <a:schemeClr val="bg1"/>
          </a:solidFill>
        </p:spPr>
        <p:txBody>
          <a:bodyPr>
            <a:normAutofit/>
          </a:bodyPr>
          <a:lstStyle/>
          <a:p>
            <a:r>
              <a:rPr lang="en-US" sz="4400" b="1" dirty="0">
                <a:solidFill>
                  <a:srgbClr val="0000FF"/>
                </a:solidFill>
                <a:latin typeface="Cambria" panose="02040503050406030204" pitchFamily="18" charset="0"/>
                <a:ea typeface="Cambria" panose="02040503050406030204" pitchFamily="18" charset="0"/>
              </a:rPr>
              <a:t>Handshaking lemma</a:t>
            </a:r>
            <a:endParaRPr lang="en-US" sz="4400" dirty="0">
              <a:solidFill>
                <a:srgbClr val="0000FF"/>
              </a:solidFill>
              <a:latin typeface="Cambria" panose="02040503050406030204" pitchFamily="18" charset="0"/>
              <a:ea typeface="Cambria" panose="02040503050406030204" pitchFamily="18" charset="0"/>
            </a:endParaRPr>
          </a:p>
        </p:txBody>
      </p:sp>
      <p:sp>
        <p:nvSpPr>
          <p:cNvPr id="7" name="Date Placeholder 6"/>
          <p:cNvSpPr>
            <a:spLocks noGrp="1"/>
          </p:cNvSpPr>
          <p:nvPr>
            <p:ph type="dt" sz="half" idx="10"/>
          </p:nvPr>
        </p:nvSpPr>
        <p:spPr/>
        <p:txBody>
          <a:bodyPr/>
          <a:lstStyle/>
          <a:p>
            <a:fld id="{BB1C53E3-B68C-4CD1-819C-66041199CB5B}" type="datetime1">
              <a:rPr lang="en-US" smtClean="0"/>
              <a:pPr/>
              <a:t>8/5/2026</a:t>
            </a:fld>
            <a:endParaRPr lang="en-I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Network Technology Background">
            <a:extLst>
              <a:ext uri="{FF2B5EF4-FFF2-40B4-BE49-F238E27FC236}">
                <a16:creationId xmlns:a16="http://schemas.microsoft.com/office/drawing/2014/main" id="{992A4840-3449-8503-B633-CFB1BD594371}"/>
              </a:ext>
            </a:extLst>
          </p:cNvPr>
          <p:cNvPicPr>
            <a:picLocks noChangeAspect="1"/>
          </p:cNvPicPr>
          <p:nvPr/>
        </p:nvPicPr>
        <p:blipFill rotWithShape="1">
          <a:blip r:embed="rId3">
            <a:alphaModFix amt="60000"/>
          </a:blip>
          <a:srcRect r="-1" b="3428"/>
          <a:stretch/>
        </p:blipFill>
        <p:spPr>
          <a:xfrm>
            <a:off x="898774" y="791369"/>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3" name="Content Placeholder 2"/>
          <p:cNvSpPr>
            <a:spLocks noGrp="1"/>
          </p:cNvSpPr>
          <p:nvPr>
            <p:ph idx="1"/>
          </p:nvPr>
        </p:nvSpPr>
        <p:spPr>
          <a:xfrm>
            <a:off x="638420" y="1796895"/>
            <a:ext cx="13830824" cy="7419410"/>
          </a:xfrm>
          <a:solidFill>
            <a:schemeClr val="bg1"/>
          </a:solidFill>
        </p:spPr>
        <p:txBody>
          <a:bodyPr>
            <a:normAutofit/>
          </a:bodyPr>
          <a:lstStyle/>
          <a:p>
            <a:r>
              <a:rPr lang="en-US" sz="4000" dirty="0">
                <a:latin typeface="Cambria" panose="02040503050406030204" pitchFamily="18" charset="0"/>
                <a:ea typeface="Cambria" panose="02040503050406030204" pitchFamily="18" charset="0"/>
              </a:rPr>
              <a:t>If we add up the degrees of all vertices of a graph the result is an even number -&gt; twice the number of edges.</a:t>
            </a:r>
          </a:p>
          <a:p>
            <a:pPr>
              <a:buNone/>
            </a:pPr>
            <a:r>
              <a:rPr lang="en-US" sz="4400" i="1" dirty="0">
                <a:solidFill>
                  <a:srgbClr val="FF0000"/>
                </a:solidFill>
                <a:latin typeface="Cambria" panose="02040503050406030204" pitchFamily="18" charset="0"/>
                <a:ea typeface="Cambria" panose="02040503050406030204" pitchFamily="18" charset="0"/>
              </a:rPr>
              <a:t>  </a:t>
            </a:r>
          </a:p>
          <a:p>
            <a:pPr>
              <a:buNone/>
            </a:pPr>
            <a:r>
              <a:rPr lang="en-US" sz="4400" dirty="0">
                <a:latin typeface="Cambria" panose="02040503050406030204" pitchFamily="18" charset="0"/>
                <a:ea typeface="Cambria" panose="02040503050406030204" pitchFamily="18" charset="0"/>
              </a:rPr>
              <a:t>    </a:t>
            </a:r>
          </a:p>
          <a:p>
            <a:pPr>
              <a:buNone/>
            </a:pPr>
            <a:r>
              <a:rPr lang="en-US" sz="4000" dirty="0">
                <a:latin typeface="Cambria" panose="02040503050406030204" pitchFamily="18" charset="0"/>
                <a:ea typeface="Cambria" panose="02040503050406030204" pitchFamily="18" charset="0"/>
              </a:rPr>
              <a:t>for a graph with vertex set </a:t>
            </a:r>
            <a:r>
              <a:rPr lang="en-US" sz="4000" i="1" dirty="0">
                <a:latin typeface="Cambria" panose="02040503050406030204" pitchFamily="18" charset="0"/>
                <a:ea typeface="Cambria" panose="02040503050406030204" pitchFamily="18" charset="0"/>
              </a:rPr>
              <a:t>V</a:t>
            </a:r>
            <a:r>
              <a:rPr lang="en-US" sz="4000" dirty="0">
                <a:latin typeface="Cambria" panose="02040503050406030204" pitchFamily="18" charset="0"/>
                <a:ea typeface="Cambria" panose="02040503050406030204" pitchFamily="18" charset="0"/>
              </a:rPr>
              <a:t> and edge set </a:t>
            </a:r>
            <a:r>
              <a:rPr lang="en-US" sz="4000" i="1" dirty="0">
                <a:latin typeface="Cambria" panose="02040503050406030204" pitchFamily="18" charset="0"/>
                <a:ea typeface="Cambria" panose="02040503050406030204" pitchFamily="18" charset="0"/>
              </a:rPr>
              <a:t>E</a:t>
            </a:r>
            <a:endParaRPr lang="en-US" sz="4400" dirty="0">
              <a:latin typeface="Cambria" panose="02040503050406030204" pitchFamily="18" charset="0"/>
              <a:ea typeface="Cambria" panose="02040503050406030204" pitchFamily="18" charset="0"/>
            </a:endParaRPr>
          </a:p>
        </p:txBody>
      </p:sp>
      <p:pic>
        <p:nvPicPr>
          <p:cNvPr id="1030" name="Picture 6" descr="C:\Users\sou\Desktop\12755e05243601b5842e265ebf73a2bb.png"/>
          <p:cNvPicPr>
            <a:picLocks noChangeAspect="1" noChangeArrowheads="1"/>
          </p:cNvPicPr>
          <p:nvPr/>
        </p:nvPicPr>
        <p:blipFill>
          <a:blip r:embed="rId4" cstate="print"/>
          <a:srcRect/>
          <a:stretch>
            <a:fillRect/>
          </a:stretch>
        </p:blipFill>
        <p:spPr bwMode="auto">
          <a:xfrm>
            <a:off x="6299374" y="3179913"/>
            <a:ext cx="3621339" cy="929803"/>
          </a:xfrm>
          <a:prstGeom prst="rect">
            <a:avLst/>
          </a:prstGeom>
          <a:noFill/>
        </p:spPr>
      </p:pic>
      <p:sp>
        <p:nvSpPr>
          <p:cNvPr id="11" name="Title 10"/>
          <p:cNvSpPr>
            <a:spLocks noGrp="1"/>
          </p:cNvSpPr>
          <p:nvPr>
            <p:ph type="title"/>
          </p:nvPr>
        </p:nvSpPr>
        <p:spPr>
          <a:xfrm>
            <a:off x="638419" y="501177"/>
            <a:ext cx="13830823" cy="1208418"/>
          </a:xfrm>
          <a:solidFill>
            <a:schemeClr val="bg1"/>
          </a:solidFill>
        </p:spPr>
        <p:txBody>
          <a:bodyPr>
            <a:normAutofit/>
          </a:bodyPr>
          <a:lstStyle/>
          <a:p>
            <a:r>
              <a:rPr lang="en-US" sz="4400" b="1" dirty="0">
                <a:solidFill>
                  <a:srgbClr val="0000FF"/>
                </a:solidFill>
                <a:latin typeface="Cambria" panose="02040503050406030204" pitchFamily="18" charset="0"/>
                <a:ea typeface="Cambria" panose="02040503050406030204" pitchFamily="18" charset="0"/>
              </a:rPr>
              <a:t>Handshaking lemma</a:t>
            </a:r>
            <a:endParaRPr lang="en-US" sz="4400" dirty="0">
              <a:solidFill>
                <a:srgbClr val="0000FF"/>
              </a:solidFill>
              <a:latin typeface="Cambria" panose="02040503050406030204" pitchFamily="18" charset="0"/>
              <a:ea typeface="Cambria" panose="02040503050406030204" pitchFamily="18" charset="0"/>
            </a:endParaRPr>
          </a:p>
        </p:txBody>
      </p:sp>
      <p:sp>
        <p:nvSpPr>
          <p:cNvPr id="7" name="Date Placeholder 6"/>
          <p:cNvSpPr>
            <a:spLocks noGrp="1"/>
          </p:cNvSpPr>
          <p:nvPr>
            <p:ph type="dt" sz="half" idx="10"/>
          </p:nvPr>
        </p:nvSpPr>
        <p:spPr/>
        <p:txBody>
          <a:bodyPr/>
          <a:lstStyle/>
          <a:p>
            <a:fld id="{BB1C53E3-B68C-4CD1-819C-66041199CB5B}" type="datetime1">
              <a:rPr lang="en-US" smtClean="0"/>
              <a:pPr/>
              <a:t>8/5/2026</a:t>
            </a:fld>
            <a:endParaRPr lang="en-IN"/>
          </a:p>
        </p:txBody>
      </p:sp>
      <p:pic>
        <p:nvPicPr>
          <p:cNvPr id="4" name="Picture 3" descr="C:\Users\sou\Downloads\6n-graf.svg.png">
            <a:extLst>
              <a:ext uri="{FF2B5EF4-FFF2-40B4-BE49-F238E27FC236}">
                <a16:creationId xmlns:a16="http://schemas.microsoft.com/office/drawing/2014/main" id="{591ADEB6-7708-3AF7-6E77-A3D734FDC114}"/>
              </a:ext>
            </a:extLst>
          </p:cNvPr>
          <p:cNvPicPr>
            <a:picLocks noChangeAspect="1" noChangeArrowheads="1"/>
          </p:cNvPicPr>
          <p:nvPr/>
        </p:nvPicPr>
        <p:blipFill>
          <a:blip r:embed="rId5" cstate="print">
            <a:duotone>
              <a:prstClr val="black"/>
              <a:schemeClr val="accent3">
                <a:tint val="45000"/>
                <a:satMod val="400000"/>
              </a:schemeClr>
            </a:duotone>
          </a:blip>
          <a:srcRect/>
          <a:stretch>
            <a:fillRect/>
          </a:stretch>
        </p:blipFill>
        <p:spPr bwMode="auto">
          <a:xfrm>
            <a:off x="9974371" y="5499112"/>
            <a:ext cx="4402478" cy="2905635"/>
          </a:xfrm>
          <a:prstGeom prst="rect">
            <a:avLst/>
          </a:prstGeom>
          <a:noFill/>
        </p:spPr>
      </p:pic>
      <p:sp>
        <p:nvSpPr>
          <p:cNvPr id="2" name="Sun 1">
            <a:extLst>
              <a:ext uri="{FF2B5EF4-FFF2-40B4-BE49-F238E27FC236}">
                <a16:creationId xmlns:a16="http://schemas.microsoft.com/office/drawing/2014/main" id="{D298E3DC-3572-38FA-B256-48C95FBD4CC2}"/>
              </a:ext>
            </a:extLst>
          </p:cNvPr>
          <p:cNvSpPr/>
          <p:nvPr/>
        </p:nvSpPr>
        <p:spPr>
          <a:xfrm>
            <a:off x="13716198" y="8349708"/>
            <a:ext cx="752147" cy="581065"/>
          </a:xfrm>
          <a:prstGeom prst="su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150942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0486C-5665-7E2A-A1C9-D5DC4139D031}"/>
            </a:ext>
          </a:extLst>
        </p:cNvPr>
        <p:cNvGrpSpPr/>
        <p:nvPr/>
      </p:nvGrpSpPr>
      <p:grpSpPr>
        <a:xfrm>
          <a:off x="0" y="0"/>
          <a:ext cx="0" cy="0"/>
          <a:chOff x="0" y="0"/>
          <a:chExt cx="0" cy="0"/>
        </a:xfrm>
      </p:grpSpPr>
      <p:pic>
        <p:nvPicPr>
          <p:cNvPr id="5" name="Picture 4" descr="Network Technology Background">
            <a:extLst>
              <a:ext uri="{FF2B5EF4-FFF2-40B4-BE49-F238E27FC236}">
                <a16:creationId xmlns:a16="http://schemas.microsoft.com/office/drawing/2014/main" id="{66B7793D-C1E1-3613-EA57-E51E038E0CE6}"/>
              </a:ext>
            </a:extLst>
          </p:cNvPr>
          <p:cNvPicPr>
            <a:picLocks noChangeAspect="1"/>
          </p:cNvPicPr>
          <p:nvPr/>
        </p:nvPicPr>
        <p:blipFill rotWithShape="1">
          <a:blip r:embed="rId3">
            <a:alphaModFix amt="60000"/>
          </a:blip>
          <a:srcRect r="-1" b="3428"/>
          <a:stretch/>
        </p:blipFill>
        <p:spPr>
          <a:xfrm>
            <a:off x="898774" y="791369"/>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3" name="Content Placeholder 2">
            <a:extLst>
              <a:ext uri="{FF2B5EF4-FFF2-40B4-BE49-F238E27FC236}">
                <a16:creationId xmlns:a16="http://schemas.microsoft.com/office/drawing/2014/main" id="{25226361-EC51-3678-63AC-43A7E861442D}"/>
              </a:ext>
            </a:extLst>
          </p:cNvPr>
          <p:cNvSpPr>
            <a:spLocks noGrp="1"/>
          </p:cNvSpPr>
          <p:nvPr>
            <p:ph idx="1"/>
          </p:nvPr>
        </p:nvSpPr>
        <p:spPr>
          <a:xfrm>
            <a:off x="638420" y="1796895"/>
            <a:ext cx="13830824" cy="6787234"/>
          </a:xfrm>
          <a:solidFill>
            <a:schemeClr val="bg1"/>
          </a:solidFill>
        </p:spPr>
        <p:txBody>
          <a:bodyPr>
            <a:normAutofit/>
          </a:bodyPr>
          <a:lstStyle/>
          <a:p>
            <a:r>
              <a:rPr lang="en-US" sz="4000" dirty="0">
                <a:latin typeface="Cambria" panose="02040503050406030204" pitchFamily="18" charset="0"/>
                <a:ea typeface="Cambria" panose="02040503050406030204" pitchFamily="18" charset="0"/>
              </a:rPr>
              <a:t>If we add up the degrees of all vertices of a graph the result is an even number -&gt; twice the number of edges.</a:t>
            </a:r>
          </a:p>
          <a:p>
            <a:pPr>
              <a:buNone/>
            </a:pPr>
            <a:r>
              <a:rPr lang="en-US" sz="4400" i="1" dirty="0">
                <a:solidFill>
                  <a:srgbClr val="FF0000"/>
                </a:solidFill>
                <a:latin typeface="Cambria" panose="02040503050406030204" pitchFamily="18" charset="0"/>
                <a:ea typeface="Cambria" panose="02040503050406030204" pitchFamily="18" charset="0"/>
              </a:rPr>
              <a:t>  </a:t>
            </a:r>
          </a:p>
          <a:p>
            <a:pPr>
              <a:buNone/>
            </a:pPr>
            <a:r>
              <a:rPr lang="en-US" sz="4400" dirty="0">
                <a:latin typeface="Cambria" panose="02040503050406030204" pitchFamily="18" charset="0"/>
                <a:ea typeface="Cambria" panose="02040503050406030204" pitchFamily="18" charset="0"/>
              </a:rPr>
              <a:t>    </a:t>
            </a:r>
          </a:p>
          <a:p>
            <a:pPr>
              <a:buNone/>
            </a:pPr>
            <a:r>
              <a:rPr lang="en-US" sz="4000" dirty="0">
                <a:latin typeface="Cambria" panose="02040503050406030204" pitchFamily="18" charset="0"/>
                <a:ea typeface="Cambria" panose="02040503050406030204" pitchFamily="18" charset="0"/>
              </a:rPr>
              <a:t>for a graph with vertex set </a:t>
            </a:r>
            <a:r>
              <a:rPr lang="en-US" sz="4000" i="1" dirty="0">
                <a:latin typeface="Cambria" panose="02040503050406030204" pitchFamily="18" charset="0"/>
                <a:ea typeface="Cambria" panose="02040503050406030204" pitchFamily="18" charset="0"/>
              </a:rPr>
              <a:t>V</a:t>
            </a:r>
            <a:r>
              <a:rPr lang="en-US" sz="4000" dirty="0">
                <a:latin typeface="Cambria" panose="02040503050406030204" pitchFamily="18" charset="0"/>
                <a:ea typeface="Cambria" panose="02040503050406030204" pitchFamily="18" charset="0"/>
              </a:rPr>
              <a:t> and edge set </a:t>
            </a:r>
            <a:r>
              <a:rPr lang="en-US" sz="4000" i="1" dirty="0">
                <a:latin typeface="Cambria" panose="02040503050406030204" pitchFamily="18" charset="0"/>
                <a:ea typeface="Cambria" panose="02040503050406030204" pitchFamily="18" charset="0"/>
              </a:rPr>
              <a:t>E</a:t>
            </a:r>
            <a:endParaRPr lang="en-US" sz="4400" dirty="0">
              <a:latin typeface="Cambria" panose="02040503050406030204" pitchFamily="18" charset="0"/>
              <a:ea typeface="Cambria" panose="02040503050406030204" pitchFamily="18" charset="0"/>
            </a:endParaRPr>
          </a:p>
        </p:txBody>
      </p:sp>
      <p:pic>
        <p:nvPicPr>
          <p:cNvPr id="1030" name="Picture 6" descr="C:\Users\sou\Desktop\12755e05243601b5842e265ebf73a2bb.png">
            <a:extLst>
              <a:ext uri="{FF2B5EF4-FFF2-40B4-BE49-F238E27FC236}">
                <a16:creationId xmlns:a16="http://schemas.microsoft.com/office/drawing/2014/main" id="{4826A71C-8DA0-2D1A-2760-97D961BF2E3A}"/>
              </a:ext>
            </a:extLst>
          </p:cNvPr>
          <p:cNvPicPr>
            <a:picLocks noChangeAspect="1" noChangeArrowheads="1"/>
          </p:cNvPicPr>
          <p:nvPr/>
        </p:nvPicPr>
        <p:blipFill>
          <a:blip r:embed="rId4" cstate="print"/>
          <a:srcRect/>
          <a:stretch>
            <a:fillRect/>
          </a:stretch>
        </p:blipFill>
        <p:spPr bwMode="auto">
          <a:xfrm>
            <a:off x="6299374" y="3179913"/>
            <a:ext cx="3621339" cy="929803"/>
          </a:xfrm>
          <a:prstGeom prst="rect">
            <a:avLst/>
          </a:prstGeom>
          <a:noFill/>
        </p:spPr>
      </p:pic>
      <p:sp>
        <p:nvSpPr>
          <p:cNvPr id="10" name="Rectangle 9">
            <a:extLst>
              <a:ext uri="{FF2B5EF4-FFF2-40B4-BE49-F238E27FC236}">
                <a16:creationId xmlns:a16="http://schemas.microsoft.com/office/drawing/2014/main" id="{6252452A-20E8-868B-CE1E-360032B28259}"/>
              </a:ext>
            </a:extLst>
          </p:cNvPr>
          <p:cNvSpPr/>
          <p:nvPr/>
        </p:nvSpPr>
        <p:spPr>
          <a:xfrm>
            <a:off x="886638" y="5819342"/>
            <a:ext cx="8600680" cy="2308324"/>
          </a:xfrm>
          <a:prstGeom prst="rect">
            <a:avLst/>
          </a:prstGeom>
        </p:spPr>
        <p:txBody>
          <a:bodyPr wrap="square">
            <a:spAutoFit/>
          </a:bodyPr>
          <a:lstStyle/>
          <a:p>
            <a:endParaRPr lang="en-US" sz="3600" dirty="0">
              <a:latin typeface="Cambria" panose="02040503050406030204" pitchFamily="18" charset="0"/>
              <a:ea typeface="Cambria" panose="02040503050406030204" pitchFamily="18" charset="0"/>
            </a:endParaRPr>
          </a:p>
          <a:p>
            <a:r>
              <a:rPr lang="en-US" sz="3600" dirty="0">
                <a:latin typeface="Cambria" panose="02040503050406030204" pitchFamily="18" charset="0"/>
                <a:ea typeface="Cambria" panose="02040503050406030204" pitchFamily="18" charset="0"/>
              </a:rPr>
              <a:t>The sum of the degrees of the vertices is 2 + 3 + 2 + 3 + 3 + 1 = 14, twice the number of edges.</a:t>
            </a:r>
          </a:p>
        </p:txBody>
      </p:sp>
      <p:sp>
        <p:nvSpPr>
          <p:cNvPr id="11" name="Title 10">
            <a:extLst>
              <a:ext uri="{FF2B5EF4-FFF2-40B4-BE49-F238E27FC236}">
                <a16:creationId xmlns:a16="http://schemas.microsoft.com/office/drawing/2014/main" id="{AE63762E-3A26-81E2-4471-611BE113A515}"/>
              </a:ext>
            </a:extLst>
          </p:cNvPr>
          <p:cNvSpPr>
            <a:spLocks noGrp="1"/>
          </p:cNvSpPr>
          <p:nvPr>
            <p:ph type="title"/>
          </p:nvPr>
        </p:nvSpPr>
        <p:spPr>
          <a:xfrm>
            <a:off x="638419" y="501177"/>
            <a:ext cx="13830823" cy="1208418"/>
          </a:xfrm>
          <a:solidFill>
            <a:schemeClr val="bg1"/>
          </a:solidFill>
        </p:spPr>
        <p:txBody>
          <a:bodyPr>
            <a:normAutofit/>
          </a:bodyPr>
          <a:lstStyle/>
          <a:p>
            <a:r>
              <a:rPr lang="en-US" sz="4400" b="1" dirty="0">
                <a:solidFill>
                  <a:srgbClr val="0000FF"/>
                </a:solidFill>
                <a:latin typeface="Cambria" panose="02040503050406030204" pitchFamily="18" charset="0"/>
                <a:ea typeface="Cambria" panose="02040503050406030204" pitchFamily="18" charset="0"/>
              </a:rPr>
              <a:t>Handshaking lemma</a:t>
            </a:r>
            <a:endParaRPr lang="en-US" sz="4400" dirty="0">
              <a:solidFill>
                <a:srgbClr val="0000FF"/>
              </a:solidFill>
              <a:latin typeface="Cambria" panose="02040503050406030204" pitchFamily="18" charset="0"/>
              <a:ea typeface="Cambria" panose="02040503050406030204" pitchFamily="18" charset="0"/>
            </a:endParaRPr>
          </a:p>
        </p:txBody>
      </p:sp>
      <p:sp>
        <p:nvSpPr>
          <p:cNvPr id="7" name="Date Placeholder 6">
            <a:extLst>
              <a:ext uri="{FF2B5EF4-FFF2-40B4-BE49-F238E27FC236}">
                <a16:creationId xmlns:a16="http://schemas.microsoft.com/office/drawing/2014/main" id="{47C03ADD-43F1-59D0-B8A7-C071DF75D0B8}"/>
              </a:ext>
            </a:extLst>
          </p:cNvPr>
          <p:cNvSpPr>
            <a:spLocks noGrp="1"/>
          </p:cNvSpPr>
          <p:nvPr>
            <p:ph type="dt" sz="half" idx="10"/>
          </p:nvPr>
        </p:nvSpPr>
        <p:spPr/>
        <p:txBody>
          <a:bodyPr/>
          <a:lstStyle/>
          <a:p>
            <a:fld id="{BB1C53E3-B68C-4CD1-819C-66041199CB5B}" type="datetime1">
              <a:rPr lang="en-US" smtClean="0"/>
              <a:pPr/>
              <a:t>8/5/2026</a:t>
            </a:fld>
            <a:endParaRPr lang="en-IN"/>
          </a:p>
        </p:txBody>
      </p:sp>
      <p:pic>
        <p:nvPicPr>
          <p:cNvPr id="4" name="Picture 3" descr="C:\Users\sou\Downloads\6n-graf.svg.png">
            <a:extLst>
              <a:ext uri="{FF2B5EF4-FFF2-40B4-BE49-F238E27FC236}">
                <a16:creationId xmlns:a16="http://schemas.microsoft.com/office/drawing/2014/main" id="{07588B05-FF83-08E6-4745-BD56DCA1C742}"/>
              </a:ext>
            </a:extLst>
          </p:cNvPr>
          <p:cNvPicPr>
            <a:picLocks noChangeAspect="1" noChangeArrowheads="1"/>
          </p:cNvPicPr>
          <p:nvPr/>
        </p:nvPicPr>
        <p:blipFill>
          <a:blip r:embed="rId5" cstate="print">
            <a:duotone>
              <a:prstClr val="black"/>
              <a:schemeClr val="accent3">
                <a:tint val="45000"/>
                <a:satMod val="400000"/>
              </a:schemeClr>
            </a:duotone>
          </a:blip>
          <a:srcRect/>
          <a:stretch>
            <a:fillRect/>
          </a:stretch>
        </p:blipFill>
        <p:spPr bwMode="auto">
          <a:xfrm>
            <a:off x="9974371" y="5499112"/>
            <a:ext cx="4402478" cy="2905635"/>
          </a:xfrm>
          <a:prstGeom prst="rect">
            <a:avLst/>
          </a:prstGeom>
          <a:noFill/>
        </p:spPr>
      </p:pic>
    </p:spTree>
    <p:extLst>
      <p:ext uri="{BB962C8B-B14F-4D97-AF65-F5344CB8AC3E}">
        <p14:creationId xmlns:p14="http://schemas.microsoft.com/office/powerpoint/2010/main" val="12222362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5959D435-A427-1D1F-B994-56978A5DC80E}"/>
              </a:ext>
            </a:extLst>
          </p:cNvPr>
          <p:cNvPicPr>
            <a:picLocks noChangeAspect="1"/>
          </p:cNvPicPr>
          <p:nvPr/>
        </p:nvPicPr>
        <p:blipFill rotWithShape="1">
          <a:blip r:embed="rId2">
            <a:alphaModFix amt="60000"/>
          </a:blip>
          <a:srcRect r="-1" b="3428"/>
          <a:stretch/>
        </p:blipFill>
        <p:spPr>
          <a:xfrm>
            <a:off x="1042790" y="461919"/>
            <a:ext cx="12973911" cy="8667368"/>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7" name="Date Placeholder 6"/>
          <p:cNvSpPr>
            <a:spLocks noGrp="1"/>
          </p:cNvSpPr>
          <p:nvPr>
            <p:ph type="dt" sz="half" idx="10"/>
          </p:nvPr>
        </p:nvSpPr>
        <p:spPr/>
        <p:txBody>
          <a:bodyPr/>
          <a:lstStyle/>
          <a:p>
            <a:fld id="{2929E256-ACF6-41EC-A16E-04880C053582}" type="datetime1">
              <a:rPr lang="en-US" smtClean="0"/>
              <a:pPr/>
              <a:t>8/5/2026</a:t>
            </a:fld>
            <a:endParaRPr lang="en-IN"/>
          </a:p>
        </p:txBody>
      </p:sp>
      <p:sp>
        <p:nvSpPr>
          <p:cNvPr id="3" name="Title 1">
            <a:extLst>
              <a:ext uri="{FF2B5EF4-FFF2-40B4-BE49-F238E27FC236}">
                <a16:creationId xmlns:a16="http://schemas.microsoft.com/office/drawing/2014/main" id="{11B13B69-AD84-EF38-A278-672F5A03502C}"/>
              </a:ext>
            </a:extLst>
          </p:cNvPr>
          <p:cNvSpPr txBox="1">
            <a:spLocks/>
          </p:cNvSpPr>
          <p:nvPr/>
        </p:nvSpPr>
        <p:spPr>
          <a:xfrm>
            <a:off x="926825" y="4679801"/>
            <a:ext cx="13205839" cy="1274913"/>
          </a:xfrm>
          <a:prstGeom prst="rect">
            <a:avLst/>
          </a:prstGeom>
          <a:solidFill>
            <a:schemeClr val="bg1"/>
          </a:solidFill>
        </p:spPr>
        <p:txBody>
          <a:bodyPr vert="horz" lIns="91440" tIns="45720" rIns="91440" bIns="45720" rtlCol="0" anchor="ctr">
            <a:no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Mean Degree and Link/edge Density</a:t>
            </a:r>
          </a:p>
        </p:txBody>
      </p:sp>
    </p:spTree>
    <p:extLst>
      <p:ext uri="{BB962C8B-B14F-4D97-AF65-F5344CB8AC3E}">
        <p14:creationId xmlns:p14="http://schemas.microsoft.com/office/powerpoint/2010/main" val="23163064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573B38AE-69F0-36B5-BC0F-0B495313B0D2}"/>
              </a:ext>
            </a:extLst>
          </p:cNvPr>
          <p:cNvPicPr>
            <a:picLocks noChangeAspect="1"/>
          </p:cNvPicPr>
          <p:nvPr/>
        </p:nvPicPr>
        <p:blipFill rotWithShape="1">
          <a:blip r:embed="rId2">
            <a:alphaModFix amt="60000"/>
            <a:lum bright="70000" contrast="-70000"/>
          </a:blip>
          <a:srcRect r="-1" b="3428"/>
          <a:stretch/>
        </p:blipFill>
        <p:spPr>
          <a:xfrm>
            <a:off x="745456" y="836106"/>
            <a:ext cx="12973911" cy="866736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053" name="Text Box 3"/>
          <p:cNvSpPr txBox="1">
            <a:spLocks noChangeArrowheads="1"/>
          </p:cNvSpPr>
          <p:nvPr/>
        </p:nvSpPr>
        <p:spPr bwMode="auto">
          <a:xfrm>
            <a:off x="5944592" y="4067472"/>
            <a:ext cx="9798328" cy="1403974"/>
          </a:xfrm>
          <a:prstGeom prst="rect">
            <a:avLst/>
          </a:prstGeom>
          <a:noFill/>
          <a:ln w="9525">
            <a:noFill/>
            <a:miter lim="800000"/>
            <a:headEnd/>
            <a:tailEnd/>
          </a:ln>
        </p:spPr>
        <p:txBody>
          <a:bodyPr wrap="square">
            <a:prstTxWarp prst="textNoShape">
              <a:avLst/>
            </a:prstTxWarp>
            <a:spAutoFit/>
          </a:bodyPr>
          <a:lstStyle/>
          <a:p>
            <a:pPr>
              <a:lnSpc>
                <a:spcPct val="180000"/>
              </a:lnSpc>
            </a:pPr>
            <a:r>
              <a:rPr lang="en-US" sz="2583" dirty="0">
                <a:latin typeface="Helvetica"/>
                <a:cs typeface="Helvetica"/>
              </a:rPr>
              <a:t>N – the number of nodes in the graph</a:t>
            </a:r>
          </a:p>
          <a:p>
            <a:pPr>
              <a:buFontTx/>
              <a:buChar char="•"/>
            </a:pPr>
            <a:endParaRPr lang="en-US" sz="3874" dirty="0">
              <a:latin typeface="Times New Roman" pitchFamily="-110" charset="0"/>
            </a:endParaRPr>
          </a:p>
        </p:txBody>
      </p:sp>
      <p:graphicFrame>
        <p:nvGraphicFramePr>
          <p:cNvPr id="2050" name="Object 4"/>
          <p:cNvGraphicFramePr>
            <a:graphicFrameLocks noChangeAspect="1"/>
          </p:cNvGraphicFramePr>
          <p:nvPr/>
        </p:nvGraphicFramePr>
        <p:xfrm>
          <a:off x="6058616" y="2570179"/>
          <a:ext cx="2641757" cy="1056959"/>
        </p:xfrm>
        <a:graphic>
          <a:graphicData uri="http://schemas.openxmlformats.org/presentationml/2006/ole">
            <mc:AlternateContent xmlns:mc="http://schemas.openxmlformats.org/markup-compatibility/2006">
              <mc:Choice xmlns:v="urn:schemas-microsoft-com:vml" Requires="v">
                <p:oleObj name="Equation" r:id="rId3" imgW="7315200" imgH="3505200" progId="Equation.3">
                  <p:embed/>
                </p:oleObj>
              </mc:Choice>
              <mc:Fallback>
                <p:oleObj name="Equation" r:id="rId3" imgW="7315200" imgH="3505200" progId="Equation.3">
                  <p:embed/>
                  <p:pic>
                    <p:nvPicPr>
                      <p:cNvPr id="205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8616" y="2570179"/>
                        <a:ext cx="2641757" cy="1056959"/>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2055" name="AutoShape 7"/>
          <p:cNvSpPr>
            <a:spLocks noChangeArrowheads="1"/>
          </p:cNvSpPr>
          <p:nvPr/>
        </p:nvSpPr>
        <p:spPr bwMode="auto">
          <a:xfrm>
            <a:off x="1844873" y="6659917"/>
            <a:ext cx="259766" cy="1374659"/>
          </a:xfrm>
          <a:prstGeom prst="octagon">
            <a:avLst>
              <a:gd name="adj" fmla="val 29287"/>
            </a:avLst>
          </a:prstGeom>
          <a:noFill/>
          <a:ln w="9525">
            <a:noFill/>
            <a:miter lim="800000"/>
            <a:headEnd/>
            <a:tailEnd/>
          </a:ln>
        </p:spPr>
        <p:txBody>
          <a:bodyPr wrap="none" anchor="ctr">
            <a:prstTxWarp prst="textNoShape">
              <a:avLst/>
            </a:prstTxWarp>
            <a:spAutoFit/>
          </a:bodyPr>
          <a:lstStyle/>
          <a:p>
            <a:endParaRPr lang="en-US" sz="7843"/>
          </a:p>
        </p:txBody>
      </p:sp>
      <p:graphicFrame>
        <p:nvGraphicFramePr>
          <p:cNvPr id="2051" name="Object 11"/>
          <p:cNvGraphicFramePr>
            <a:graphicFrameLocks noChangeAspect="1"/>
          </p:cNvGraphicFramePr>
          <p:nvPr/>
        </p:nvGraphicFramePr>
        <p:xfrm>
          <a:off x="5075238" y="6165850"/>
          <a:ext cx="9561512" cy="1055688"/>
        </p:xfrm>
        <a:graphic>
          <a:graphicData uri="http://schemas.openxmlformats.org/presentationml/2006/ole">
            <mc:AlternateContent xmlns:mc="http://schemas.openxmlformats.org/markup-compatibility/2006">
              <mc:Choice xmlns:v="urn:schemas-microsoft-com:vml" Requires="v">
                <p:oleObj name="Equation" r:id="rId5" imgW="7315200" imgH="965200" progId="Equation.3">
                  <p:embed/>
                </p:oleObj>
              </mc:Choice>
              <mc:Fallback>
                <p:oleObj name="Equation" r:id="rId5" imgW="7315200" imgH="965200" progId="Equation.3">
                  <p:embed/>
                  <p:pic>
                    <p:nvPicPr>
                      <p:cNvPr id="2051"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5238" y="6165850"/>
                        <a:ext cx="9561512" cy="1055688"/>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97288" name="Object 4"/>
          <p:cNvGraphicFramePr>
            <a:graphicFrameLocks noChangeAspect="1"/>
          </p:cNvGraphicFramePr>
          <p:nvPr/>
        </p:nvGraphicFramePr>
        <p:xfrm>
          <a:off x="9319610" y="2570181"/>
          <a:ext cx="1893557" cy="1056959"/>
        </p:xfrm>
        <a:graphic>
          <a:graphicData uri="http://schemas.openxmlformats.org/presentationml/2006/ole">
            <mc:AlternateContent xmlns:mc="http://schemas.openxmlformats.org/markup-compatibility/2006">
              <mc:Choice xmlns:v="urn:schemas-microsoft-com:vml" Requires="v">
                <p:oleObj name="Equation" r:id="rId7" imgW="558800" imgH="368300" progId="Equation.3">
                  <p:embed/>
                </p:oleObj>
              </mc:Choice>
              <mc:Fallback>
                <p:oleObj name="Equation" r:id="rId7" imgW="558800" imgH="368300" progId="Equation.3">
                  <p:embed/>
                  <p:pic>
                    <p:nvPicPr>
                      <p:cNvPr id="97288"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19610" y="2570181"/>
                        <a:ext cx="1893557" cy="1056959"/>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97289" name="Object 4"/>
          <p:cNvGraphicFramePr>
            <a:graphicFrameLocks noChangeAspect="1"/>
          </p:cNvGraphicFramePr>
          <p:nvPr/>
        </p:nvGraphicFramePr>
        <p:xfrm>
          <a:off x="9491285" y="8134543"/>
          <a:ext cx="1721882" cy="822079"/>
        </p:xfrm>
        <a:graphic>
          <a:graphicData uri="http://schemas.openxmlformats.org/presentationml/2006/ole">
            <mc:AlternateContent xmlns:mc="http://schemas.openxmlformats.org/markup-compatibility/2006">
              <mc:Choice xmlns:v="urn:schemas-microsoft-com:vml" Requires="v">
                <p:oleObj name="Equation" r:id="rId9" imgW="508000" imgH="368300" progId="Equation.3">
                  <p:embed/>
                </p:oleObj>
              </mc:Choice>
              <mc:Fallback>
                <p:oleObj name="Equation" r:id="rId9" imgW="508000" imgH="368300" progId="Equation.3">
                  <p:embed/>
                  <p:pic>
                    <p:nvPicPr>
                      <p:cNvPr id="97289"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491285" y="8134543"/>
                        <a:ext cx="1721882" cy="822079"/>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17" name="TextBox 16"/>
          <p:cNvSpPr txBox="1"/>
          <p:nvPr/>
        </p:nvSpPr>
        <p:spPr>
          <a:xfrm rot="16200000">
            <a:off x="-1103321" y="3067256"/>
            <a:ext cx="3197781" cy="688522"/>
          </a:xfrm>
          <a:prstGeom prst="rect">
            <a:avLst/>
          </a:prstGeom>
          <a:noFill/>
        </p:spPr>
        <p:txBody>
          <a:bodyPr wrap="square" rtlCol="0">
            <a:spAutoFit/>
          </a:bodyPr>
          <a:lstStyle/>
          <a:p>
            <a:r>
              <a:rPr lang="en-US" sz="3874" b="1" dirty="0">
                <a:latin typeface="Cambria" panose="02040503050406030204" pitchFamily="18" charset="0"/>
                <a:ea typeface="Cambria" panose="02040503050406030204" pitchFamily="18" charset="0"/>
                <a:cs typeface="Helvetica"/>
              </a:rPr>
              <a:t>Undirected</a:t>
            </a:r>
            <a:endParaRPr lang="en-US" sz="3874" dirty="0">
              <a:latin typeface="Cambria" panose="02040503050406030204" pitchFamily="18" charset="0"/>
              <a:ea typeface="Cambria" panose="02040503050406030204" pitchFamily="18" charset="0"/>
              <a:cs typeface="Helvetica"/>
            </a:endParaRPr>
          </a:p>
        </p:txBody>
      </p:sp>
      <p:sp>
        <p:nvSpPr>
          <p:cNvPr id="18" name="TextBox 17"/>
          <p:cNvSpPr txBox="1"/>
          <p:nvPr/>
        </p:nvSpPr>
        <p:spPr>
          <a:xfrm rot="16200000">
            <a:off x="-1103320" y="6777503"/>
            <a:ext cx="3197781" cy="688522"/>
          </a:xfrm>
          <a:prstGeom prst="rect">
            <a:avLst/>
          </a:prstGeom>
          <a:noFill/>
        </p:spPr>
        <p:txBody>
          <a:bodyPr wrap="square" rtlCol="0">
            <a:spAutoFit/>
          </a:bodyPr>
          <a:lstStyle/>
          <a:p>
            <a:r>
              <a:rPr lang="en-US" sz="3874" b="1" dirty="0">
                <a:latin typeface="Cambria" panose="02040503050406030204" pitchFamily="18" charset="0"/>
                <a:ea typeface="Cambria" panose="02040503050406030204" pitchFamily="18" charset="0"/>
                <a:cs typeface="Helvetica"/>
              </a:rPr>
              <a:t>Directed</a:t>
            </a:r>
            <a:endParaRPr lang="en-US" sz="3874" dirty="0">
              <a:latin typeface="Cambria" panose="02040503050406030204" pitchFamily="18" charset="0"/>
              <a:ea typeface="Cambria" panose="02040503050406030204" pitchFamily="18" charset="0"/>
              <a:cs typeface="Helvetica"/>
            </a:endParaRPr>
          </a:p>
        </p:txBody>
      </p:sp>
      <p:sp>
        <p:nvSpPr>
          <p:cNvPr id="19" name="Rectangle 18"/>
          <p:cNvSpPr/>
          <p:nvPr/>
        </p:nvSpPr>
        <p:spPr>
          <a:xfrm>
            <a:off x="430471" y="5494258"/>
            <a:ext cx="13959541" cy="151606"/>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grpSp>
        <p:nvGrpSpPr>
          <p:cNvPr id="2" name="Group 53"/>
          <p:cNvGrpSpPr/>
          <p:nvPr/>
        </p:nvGrpSpPr>
        <p:grpSpPr>
          <a:xfrm>
            <a:off x="983934" y="6272185"/>
            <a:ext cx="4210474" cy="2571494"/>
            <a:chOff x="609600" y="3397939"/>
            <a:chExt cx="2608619" cy="1593181"/>
          </a:xfrm>
        </p:grpSpPr>
        <p:sp>
          <p:nvSpPr>
            <p:cNvPr id="55" name="AutoShape 9"/>
            <p:cNvSpPr>
              <a:spLocks noChangeArrowheads="1"/>
            </p:cNvSpPr>
            <p:nvPr/>
          </p:nvSpPr>
          <p:spPr bwMode="auto">
            <a:xfrm>
              <a:off x="1143000" y="3638161"/>
              <a:ext cx="160939" cy="851677"/>
            </a:xfrm>
            <a:prstGeom prst="octagon">
              <a:avLst>
                <a:gd name="adj" fmla="val 29287"/>
              </a:avLst>
            </a:prstGeom>
            <a:noFill/>
            <a:ln w="9525">
              <a:noFill/>
              <a:miter lim="800000"/>
              <a:headEnd/>
              <a:tailEnd/>
            </a:ln>
          </p:spPr>
          <p:txBody>
            <a:bodyPr wrap="none" anchor="ctr">
              <a:prstTxWarp prst="textNoShape">
                <a:avLst/>
              </a:prstTxWarp>
              <a:spAutoFit/>
            </a:bodyPr>
            <a:lstStyle/>
            <a:p>
              <a:endParaRPr lang="en-US" sz="7843"/>
            </a:p>
          </p:txBody>
        </p:sp>
        <p:sp>
          <p:nvSpPr>
            <p:cNvPr id="56" name="Oval 55"/>
            <p:cNvSpPr/>
            <p:nvPr/>
          </p:nvSpPr>
          <p:spPr>
            <a:xfrm>
              <a:off x="1060009" y="3489792"/>
              <a:ext cx="146839" cy="146839"/>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57" name="Oval 56"/>
            <p:cNvSpPr/>
            <p:nvPr/>
          </p:nvSpPr>
          <p:spPr>
            <a:xfrm>
              <a:off x="1810184" y="3824316"/>
              <a:ext cx="146839" cy="146839"/>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58" name="Oval 57"/>
            <p:cNvSpPr/>
            <p:nvPr/>
          </p:nvSpPr>
          <p:spPr>
            <a:xfrm>
              <a:off x="650824" y="4350862"/>
              <a:ext cx="146839" cy="146839"/>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59" name="Oval 58"/>
            <p:cNvSpPr/>
            <p:nvPr/>
          </p:nvSpPr>
          <p:spPr>
            <a:xfrm>
              <a:off x="2423964" y="3563211"/>
              <a:ext cx="146839" cy="146839"/>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60" name="Oval 59"/>
            <p:cNvSpPr/>
            <p:nvPr/>
          </p:nvSpPr>
          <p:spPr>
            <a:xfrm>
              <a:off x="3071380" y="4298947"/>
              <a:ext cx="146839" cy="146839"/>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61" name="Oval 60"/>
            <p:cNvSpPr/>
            <p:nvPr/>
          </p:nvSpPr>
          <p:spPr>
            <a:xfrm>
              <a:off x="2445468" y="4806735"/>
              <a:ext cx="146839" cy="146839"/>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cxnSp>
          <p:nvCxnSpPr>
            <p:cNvPr id="62" name="Straight Arrow Connector 61"/>
            <p:cNvCxnSpPr>
              <a:stCxn id="58" idx="7"/>
              <a:endCxn id="56" idx="4"/>
            </p:cNvCxnSpPr>
            <p:nvPr/>
          </p:nvCxnSpPr>
          <p:spPr>
            <a:xfrm rot="5400000" flipH="1" flipV="1">
              <a:off x="586927" y="3825863"/>
              <a:ext cx="735735" cy="357270"/>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3" name="Straight Arrow Connector 62"/>
            <p:cNvCxnSpPr>
              <a:stCxn id="56" idx="5"/>
              <a:endCxn id="57" idx="2"/>
            </p:cNvCxnSpPr>
            <p:nvPr/>
          </p:nvCxnSpPr>
          <p:spPr>
            <a:xfrm rot="16200000" flipH="1">
              <a:off x="1356460" y="3444012"/>
              <a:ext cx="282609" cy="624839"/>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4" name="Straight Arrow Connector 63"/>
            <p:cNvCxnSpPr>
              <a:stCxn id="58" idx="6"/>
              <a:endCxn id="57" idx="3"/>
            </p:cNvCxnSpPr>
            <p:nvPr/>
          </p:nvCxnSpPr>
          <p:spPr>
            <a:xfrm flipV="1">
              <a:off x="797663" y="3949651"/>
              <a:ext cx="1034025" cy="474631"/>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5" name="Straight Arrow Connector 64"/>
            <p:cNvCxnSpPr>
              <a:stCxn id="59" idx="3"/>
              <a:endCxn id="57" idx="6"/>
            </p:cNvCxnSpPr>
            <p:nvPr/>
          </p:nvCxnSpPr>
          <p:spPr>
            <a:xfrm rot="5400000">
              <a:off x="2096651" y="3548919"/>
              <a:ext cx="209190" cy="488445"/>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p:cNvCxnSpPr>
              <a:stCxn id="60" idx="1"/>
              <a:endCxn id="59" idx="5"/>
            </p:cNvCxnSpPr>
            <p:nvPr/>
          </p:nvCxnSpPr>
          <p:spPr>
            <a:xfrm rot="16200000" flipV="1">
              <a:off x="2505140" y="3732705"/>
              <a:ext cx="631904" cy="543585"/>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7" name="Straight Arrow Connector 66"/>
            <p:cNvCxnSpPr>
              <a:stCxn id="61" idx="7"/>
              <a:endCxn id="60" idx="3"/>
            </p:cNvCxnSpPr>
            <p:nvPr/>
          </p:nvCxnSpPr>
          <p:spPr>
            <a:xfrm rot="5400000" flipH="1" flipV="1">
              <a:off x="2629865" y="4365221"/>
              <a:ext cx="403958" cy="522080"/>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68" name="Rectangle 2"/>
            <p:cNvSpPr>
              <a:spLocks/>
            </p:cNvSpPr>
            <p:nvPr/>
          </p:nvSpPr>
          <p:spPr bwMode="auto">
            <a:xfrm>
              <a:off x="609600" y="4497701"/>
              <a:ext cx="245816" cy="184686"/>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b="1" dirty="0">
                  <a:latin typeface="Helvetica"/>
                  <a:ea typeface="Trebuchet MS" pitchFamily="-112" charset="0"/>
                  <a:cs typeface="Helvetica"/>
                  <a:sym typeface="Trebuchet MS" pitchFamily="-112" charset="0"/>
                </a:rPr>
                <a:t>A</a:t>
              </a:r>
            </a:p>
          </p:txBody>
        </p:sp>
        <p:sp>
          <p:nvSpPr>
            <p:cNvPr id="69" name="Rectangle 2"/>
            <p:cNvSpPr>
              <a:spLocks/>
            </p:cNvSpPr>
            <p:nvPr/>
          </p:nvSpPr>
          <p:spPr bwMode="auto">
            <a:xfrm>
              <a:off x="2560358" y="4806434"/>
              <a:ext cx="245816" cy="184686"/>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b="1" dirty="0">
                  <a:latin typeface="Helvetica"/>
                  <a:ea typeface="Trebuchet MS" pitchFamily="-112" charset="0"/>
                  <a:cs typeface="Helvetica"/>
                  <a:sym typeface="Trebuchet MS" pitchFamily="-112" charset="0"/>
                </a:rPr>
                <a:t>F</a:t>
              </a:r>
            </a:p>
          </p:txBody>
        </p:sp>
        <p:sp>
          <p:nvSpPr>
            <p:cNvPr id="70" name="Rectangle 2"/>
            <p:cNvSpPr>
              <a:spLocks/>
            </p:cNvSpPr>
            <p:nvPr/>
          </p:nvSpPr>
          <p:spPr bwMode="auto">
            <a:xfrm>
              <a:off x="855416" y="3471359"/>
              <a:ext cx="245816" cy="184686"/>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b="1" dirty="0">
                  <a:latin typeface="Helvetica"/>
                  <a:ea typeface="Trebuchet MS" pitchFamily="-112" charset="0"/>
                  <a:cs typeface="Helvetica"/>
                  <a:sym typeface="Trebuchet MS" pitchFamily="-112" charset="0"/>
                </a:rPr>
                <a:t>B</a:t>
              </a:r>
            </a:p>
          </p:txBody>
        </p:sp>
        <p:sp>
          <p:nvSpPr>
            <p:cNvPr id="71" name="Rectangle 2"/>
            <p:cNvSpPr>
              <a:spLocks/>
            </p:cNvSpPr>
            <p:nvPr/>
          </p:nvSpPr>
          <p:spPr bwMode="auto">
            <a:xfrm>
              <a:off x="1760695" y="3659044"/>
              <a:ext cx="245816" cy="184686"/>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b="1" dirty="0">
                  <a:latin typeface="Helvetica"/>
                  <a:ea typeface="Trebuchet MS" pitchFamily="-112" charset="0"/>
                  <a:cs typeface="Helvetica"/>
                  <a:sym typeface="Trebuchet MS" pitchFamily="-112" charset="0"/>
                </a:rPr>
                <a:t>C</a:t>
              </a:r>
            </a:p>
          </p:txBody>
        </p:sp>
        <p:sp>
          <p:nvSpPr>
            <p:cNvPr id="72" name="Rectangle 2"/>
            <p:cNvSpPr>
              <a:spLocks/>
            </p:cNvSpPr>
            <p:nvPr/>
          </p:nvSpPr>
          <p:spPr bwMode="auto">
            <a:xfrm>
              <a:off x="2382740" y="3397939"/>
              <a:ext cx="245816" cy="184686"/>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b="1" dirty="0">
                  <a:latin typeface="Helvetica"/>
                  <a:ea typeface="Trebuchet MS" pitchFamily="-112" charset="0"/>
                  <a:cs typeface="Helvetica"/>
                  <a:sym typeface="Trebuchet MS" pitchFamily="-112" charset="0"/>
                </a:rPr>
                <a:t>D</a:t>
              </a:r>
            </a:p>
          </p:txBody>
        </p:sp>
        <p:sp>
          <p:nvSpPr>
            <p:cNvPr id="73" name="Rectangle 2"/>
            <p:cNvSpPr>
              <a:spLocks/>
            </p:cNvSpPr>
            <p:nvPr/>
          </p:nvSpPr>
          <p:spPr bwMode="auto">
            <a:xfrm>
              <a:off x="2825564" y="4268226"/>
              <a:ext cx="245816" cy="184686"/>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b="1" dirty="0">
                  <a:latin typeface="Helvetica"/>
                  <a:ea typeface="Trebuchet MS" pitchFamily="-112" charset="0"/>
                  <a:cs typeface="Helvetica"/>
                  <a:sym typeface="Trebuchet MS" pitchFamily="-112" charset="0"/>
                </a:rPr>
                <a:t>E</a:t>
              </a:r>
            </a:p>
          </p:txBody>
        </p:sp>
      </p:grpSp>
      <p:grpSp>
        <p:nvGrpSpPr>
          <p:cNvPr id="3" name="Group 73"/>
          <p:cNvGrpSpPr/>
          <p:nvPr/>
        </p:nvGrpSpPr>
        <p:grpSpPr>
          <a:xfrm>
            <a:off x="1252769" y="1881650"/>
            <a:ext cx="4297148" cy="3135793"/>
            <a:chOff x="776159" y="677763"/>
            <a:chExt cx="2662318" cy="1942795"/>
          </a:xfrm>
        </p:grpSpPr>
        <p:sp>
          <p:nvSpPr>
            <p:cNvPr id="75" name="Oval 74"/>
            <p:cNvSpPr/>
            <p:nvPr/>
          </p:nvSpPr>
          <p:spPr>
            <a:xfrm>
              <a:off x="797663" y="677763"/>
              <a:ext cx="146839" cy="146839"/>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76" name="Oval 75"/>
            <p:cNvSpPr/>
            <p:nvPr/>
          </p:nvSpPr>
          <p:spPr>
            <a:xfrm>
              <a:off x="1613856" y="751182"/>
              <a:ext cx="146839" cy="146839"/>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77" name="Oval 76"/>
            <p:cNvSpPr/>
            <p:nvPr/>
          </p:nvSpPr>
          <p:spPr>
            <a:xfrm>
              <a:off x="2466972" y="830163"/>
              <a:ext cx="146839" cy="146839"/>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78" name="Oval 77"/>
            <p:cNvSpPr/>
            <p:nvPr/>
          </p:nvSpPr>
          <p:spPr>
            <a:xfrm>
              <a:off x="944502" y="1270000"/>
              <a:ext cx="146839" cy="146839"/>
            </a:xfrm>
            <a:prstGeom prst="ellipse">
              <a:avLst/>
            </a:prstGeom>
            <a:solidFill>
              <a:schemeClr val="tx2">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79" name="Oval 78"/>
            <p:cNvSpPr/>
            <p:nvPr/>
          </p:nvSpPr>
          <p:spPr>
            <a:xfrm>
              <a:off x="1540436" y="1196580"/>
              <a:ext cx="146839" cy="146839"/>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80" name="Oval 79"/>
            <p:cNvSpPr/>
            <p:nvPr/>
          </p:nvSpPr>
          <p:spPr>
            <a:xfrm>
              <a:off x="1883603" y="1598089"/>
              <a:ext cx="146839" cy="146839"/>
            </a:xfrm>
            <a:prstGeom prst="ellipse">
              <a:avLst/>
            </a:prstGeom>
            <a:solidFill>
              <a:schemeClr val="accent2">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81" name="Oval 80"/>
            <p:cNvSpPr/>
            <p:nvPr/>
          </p:nvSpPr>
          <p:spPr>
            <a:xfrm>
              <a:off x="2825564" y="1323580"/>
              <a:ext cx="146839" cy="146839"/>
            </a:xfrm>
            <a:prstGeom prst="ellipse">
              <a:avLst/>
            </a:prstGeom>
            <a:solidFill>
              <a:schemeClr val="accent2">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82" name="Oval 81"/>
            <p:cNvSpPr/>
            <p:nvPr/>
          </p:nvSpPr>
          <p:spPr>
            <a:xfrm>
              <a:off x="2235901" y="1943100"/>
              <a:ext cx="146839" cy="146839"/>
            </a:xfrm>
            <a:prstGeom prst="ellipse">
              <a:avLst/>
            </a:prstGeom>
            <a:solidFill>
              <a:srgbClr val="FF00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83" name="Oval 82"/>
            <p:cNvSpPr/>
            <p:nvPr/>
          </p:nvSpPr>
          <p:spPr>
            <a:xfrm>
              <a:off x="2570804" y="2247900"/>
              <a:ext cx="146839" cy="146839"/>
            </a:xfrm>
            <a:prstGeom prst="ellipse">
              <a:avLst/>
            </a:prstGeom>
            <a:solidFill>
              <a:schemeClr val="accent2">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84" name="Oval 83"/>
            <p:cNvSpPr/>
            <p:nvPr/>
          </p:nvSpPr>
          <p:spPr>
            <a:xfrm>
              <a:off x="1788679" y="2394739"/>
              <a:ext cx="146839" cy="146839"/>
            </a:xfrm>
            <a:prstGeom prst="ellipse">
              <a:avLst/>
            </a:prstGeom>
            <a:solidFill>
              <a:schemeClr val="accent2">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85" name="Oval 84"/>
            <p:cNvSpPr/>
            <p:nvPr/>
          </p:nvSpPr>
          <p:spPr>
            <a:xfrm>
              <a:off x="1329255" y="2016519"/>
              <a:ext cx="146839" cy="146839"/>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86" name="Oval 85"/>
            <p:cNvSpPr/>
            <p:nvPr/>
          </p:nvSpPr>
          <p:spPr>
            <a:xfrm>
              <a:off x="776159" y="1796261"/>
              <a:ext cx="146839" cy="146839"/>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87" name="Oval 86"/>
            <p:cNvSpPr/>
            <p:nvPr/>
          </p:nvSpPr>
          <p:spPr>
            <a:xfrm>
              <a:off x="913170" y="2394739"/>
              <a:ext cx="146839" cy="146839"/>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cxnSp>
          <p:nvCxnSpPr>
            <p:cNvPr id="88" name="Straight Connector 87"/>
            <p:cNvCxnSpPr>
              <a:stCxn id="75" idx="6"/>
              <a:endCxn id="76" idx="2"/>
            </p:cNvCxnSpPr>
            <p:nvPr/>
          </p:nvCxnSpPr>
          <p:spPr>
            <a:xfrm>
              <a:off x="944502" y="751183"/>
              <a:ext cx="669354" cy="73419"/>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9" name="Straight Connector 88"/>
            <p:cNvCxnSpPr>
              <a:stCxn id="76" idx="6"/>
              <a:endCxn id="77" idx="2"/>
            </p:cNvCxnSpPr>
            <p:nvPr/>
          </p:nvCxnSpPr>
          <p:spPr>
            <a:xfrm>
              <a:off x="1760695" y="824602"/>
              <a:ext cx="706277" cy="7898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0" name="Straight Connector 89"/>
            <p:cNvCxnSpPr>
              <a:stCxn id="78" idx="6"/>
              <a:endCxn id="79" idx="2"/>
            </p:cNvCxnSpPr>
            <p:nvPr/>
          </p:nvCxnSpPr>
          <p:spPr>
            <a:xfrm flipV="1">
              <a:off x="1091341" y="1270000"/>
              <a:ext cx="449095" cy="7342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1" name="Straight Connector 90"/>
            <p:cNvCxnSpPr>
              <a:stCxn id="79" idx="5"/>
              <a:endCxn id="80" idx="1"/>
            </p:cNvCxnSpPr>
            <p:nvPr/>
          </p:nvCxnSpPr>
          <p:spPr>
            <a:xfrm rot="16200000" flipH="1">
              <a:off x="1636600" y="1351086"/>
              <a:ext cx="297678" cy="23933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2" name="Straight Connector 91"/>
            <p:cNvCxnSpPr>
              <a:stCxn id="80" idx="5"/>
              <a:endCxn id="82" idx="1"/>
            </p:cNvCxnSpPr>
            <p:nvPr/>
          </p:nvCxnSpPr>
          <p:spPr>
            <a:xfrm rot="16200000" flipH="1">
              <a:off x="2012581" y="1719780"/>
              <a:ext cx="241180" cy="248467"/>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3" name="Straight Connector 92"/>
            <p:cNvCxnSpPr>
              <a:stCxn id="80" idx="7"/>
              <a:endCxn id="81" idx="2"/>
            </p:cNvCxnSpPr>
            <p:nvPr/>
          </p:nvCxnSpPr>
          <p:spPr>
            <a:xfrm rot="5400000" flipH="1" flipV="1">
              <a:off x="2305955" y="1099984"/>
              <a:ext cx="222593" cy="81662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4" name="Straight Connector 93"/>
            <p:cNvCxnSpPr>
              <a:stCxn id="81" idx="3"/>
              <a:endCxn id="82" idx="7"/>
            </p:cNvCxnSpPr>
            <p:nvPr/>
          </p:nvCxnSpPr>
          <p:spPr>
            <a:xfrm rot="5400000">
              <a:off x="2346308" y="1463843"/>
              <a:ext cx="515689" cy="485832"/>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5" name="Straight Connector 94"/>
            <p:cNvCxnSpPr>
              <a:stCxn id="82" idx="5"/>
              <a:endCxn id="83" idx="1"/>
            </p:cNvCxnSpPr>
            <p:nvPr/>
          </p:nvCxnSpPr>
          <p:spPr>
            <a:xfrm rot="16200000" flipH="1">
              <a:off x="2376288" y="2053383"/>
              <a:ext cx="200969" cy="231072"/>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6" name="Straight Connector 95"/>
            <p:cNvCxnSpPr>
              <a:stCxn id="84" idx="6"/>
              <a:endCxn id="83" idx="2"/>
            </p:cNvCxnSpPr>
            <p:nvPr/>
          </p:nvCxnSpPr>
          <p:spPr>
            <a:xfrm flipV="1">
              <a:off x="1935518" y="2321320"/>
              <a:ext cx="635286" cy="146839"/>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7" name="Straight Connector 96"/>
            <p:cNvCxnSpPr>
              <a:stCxn id="82" idx="3"/>
              <a:endCxn id="84" idx="7"/>
            </p:cNvCxnSpPr>
            <p:nvPr/>
          </p:nvCxnSpPr>
          <p:spPr>
            <a:xfrm rot="5400000">
              <a:off x="1911806" y="2070644"/>
              <a:ext cx="347808" cy="34339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8" name="Straight Connector 97"/>
            <p:cNvCxnSpPr>
              <a:stCxn id="85" idx="5"/>
              <a:endCxn id="84" idx="1"/>
            </p:cNvCxnSpPr>
            <p:nvPr/>
          </p:nvCxnSpPr>
          <p:spPr>
            <a:xfrm rot="16200000" flipH="1">
              <a:off x="1495192" y="2101251"/>
              <a:ext cx="274389" cy="35559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9" name="Straight Connector 98"/>
            <p:cNvCxnSpPr>
              <a:stCxn id="87" idx="0"/>
              <a:endCxn id="86" idx="4"/>
            </p:cNvCxnSpPr>
            <p:nvPr/>
          </p:nvCxnSpPr>
          <p:spPr>
            <a:xfrm rot="16200000" flipV="1">
              <a:off x="692266" y="2100414"/>
              <a:ext cx="451639" cy="13701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0" name="Oval 99"/>
            <p:cNvSpPr/>
            <p:nvPr/>
          </p:nvSpPr>
          <p:spPr>
            <a:xfrm>
              <a:off x="2972403" y="1619594"/>
              <a:ext cx="146839" cy="146839"/>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101" name="Oval 100"/>
            <p:cNvSpPr/>
            <p:nvPr/>
          </p:nvSpPr>
          <p:spPr>
            <a:xfrm>
              <a:off x="2825564" y="2473719"/>
              <a:ext cx="146839" cy="146839"/>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102" name="Oval 101"/>
            <p:cNvSpPr/>
            <p:nvPr/>
          </p:nvSpPr>
          <p:spPr>
            <a:xfrm>
              <a:off x="3291638" y="2016519"/>
              <a:ext cx="146839" cy="146839"/>
            </a:xfrm>
            <a:prstGeom prst="ellips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cxnSp>
          <p:nvCxnSpPr>
            <p:cNvPr id="103" name="Straight Connector 102"/>
            <p:cNvCxnSpPr>
              <a:stCxn id="100" idx="5"/>
              <a:endCxn id="102" idx="1"/>
            </p:cNvCxnSpPr>
            <p:nvPr/>
          </p:nvCxnSpPr>
          <p:spPr>
            <a:xfrm rot="16200000" flipH="1">
              <a:off x="3058893" y="1783774"/>
              <a:ext cx="293094" cy="215404"/>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4" name="Straight Connector 103"/>
            <p:cNvCxnSpPr>
              <a:stCxn id="102" idx="3"/>
              <a:endCxn id="101" idx="7"/>
            </p:cNvCxnSpPr>
            <p:nvPr/>
          </p:nvCxnSpPr>
          <p:spPr>
            <a:xfrm rot="5400000">
              <a:off x="2955337" y="2137417"/>
              <a:ext cx="353369" cy="36224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5" name="Rectangle 2"/>
            <p:cNvSpPr>
              <a:spLocks/>
            </p:cNvSpPr>
            <p:nvPr/>
          </p:nvSpPr>
          <p:spPr bwMode="auto">
            <a:xfrm>
              <a:off x="887614" y="1416839"/>
              <a:ext cx="245816" cy="184686"/>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b="1" dirty="0" err="1">
                  <a:latin typeface="Helvetica"/>
                  <a:ea typeface="Trebuchet MS" pitchFamily="-112" charset="0"/>
                  <a:cs typeface="Helvetica"/>
                  <a:sym typeface="Trebuchet MS" pitchFamily="-112" charset="0"/>
                </a:rPr>
                <a:t>j</a:t>
              </a:r>
              <a:endParaRPr lang="en-US" sz="1937" b="1" dirty="0">
                <a:latin typeface="Helvetica"/>
                <a:ea typeface="Trebuchet MS" pitchFamily="-112" charset="0"/>
                <a:cs typeface="Helvetica"/>
                <a:sym typeface="Trebuchet MS" pitchFamily="-112" charset="0"/>
              </a:endParaRPr>
            </a:p>
          </p:txBody>
        </p:sp>
        <p:sp>
          <p:nvSpPr>
            <p:cNvPr id="106" name="Rectangle 2"/>
            <p:cNvSpPr>
              <a:spLocks/>
            </p:cNvSpPr>
            <p:nvPr/>
          </p:nvSpPr>
          <p:spPr bwMode="auto">
            <a:xfrm>
              <a:off x="2006511" y="1910834"/>
              <a:ext cx="245816" cy="184686"/>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b="1" dirty="0" err="1">
                  <a:latin typeface="Helvetica"/>
                  <a:ea typeface="Trebuchet MS" pitchFamily="-112" charset="0"/>
                  <a:cs typeface="Helvetica"/>
                  <a:sym typeface="Trebuchet MS" pitchFamily="-112" charset="0"/>
                </a:rPr>
                <a:t>i</a:t>
              </a:r>
              <a:endParaRPr lang="en-US" sz="1937" b="1" dirty="0">
                <a:latin typeface="Helvetica"/>
                <a:ea typeface="Trebuchet MS" pitchFamily="-112" charset="0"/>
                <a:cs typeface="Helvetica"/>
                <a:sym typeface="Trebuchet MS" pitchFamily="-112" charset="0"/>
              </a:endParaRPr>
            </a:p>
          </p:txBody>
        </p:sp>
      </p:grpSp>
      <p:sp>
        <p:nvSpPr>
          <p:cNvPr id="74" name="TextBox 3"/>
          <p:cNvSpPr txBox="1">
            <a:spLocks noChangeArrowheads="1"/>
          </p:cNvSpPr>
          <p:nvPr/>
        </p:nvSpPr>
        <p:spPr bwMode="auto">
          <a:xfrm>
            <a:off x="10454283" y="9503474"/>
            <a:ext cx="4181713" cy="315920"/>
          </a:xfrm>
          <a:prstGeom prst="rect">
            <a:avLst/>
          </a:prstGeom>
          <a:noFill/>
          <a:ln w="9525">
            <a:noFill/>
            <a:miter lim="800000"/>
            <a:headEnd/>
            <a:tailEnd/>
          </a:ln>
        </p:spPr>
        <p:txBody>
          <a:bodyPr wrap="square">
            <a:prstTxWarp prst="textNoShape">
              <a:avLst/>
            </a:prstTxWarp>
            <a:spAutoFit/>
          </a:bodyPr>
          <a:lstStyle/>
          <a:p>
            <a:pPr algn="r"/>
            <a:r>
              <a:rPr lang="en-US" sz="1453" b="1" dirty="0">
                <a:solidFill>
                  <a:srgbClr val="BFBFBF"/>
                </a:solidFill>
                <a:latin typeface="Helvetica" pitchFamily="36" charset="0"/>
                <a:ea typeface="Helvetica" pitchFamily="36" charset="0"/>
                <a:cs typeface="Helvetica" pitchFamily="36" charset="0"/>
              </a:rPr>
              <a:t>Network Science: Graph Theory</a:t>
            </a:r>
            <a:r>
              <a:rPr lang="en-US" sz="968" i="1" dirty="0">
                <a:solidFill>
                  <a:srgbClr val="BFBFBF"/>
                </a:solidFill>
                <a:latin typeface="Helvetica" pitchFamily="36" charset="0"/>
                <a:ea typeface="Helvetica" pitchFamily="36" charset="0"/>
                <a:cs typeface="Helvetica" pitchFamily="36" charset="0"/>
              </a:rPr>
              <a:t>   2012</a:t>
            </a:r>
          </a:p>
        </p:txBody>
      </p:sp>
      <p:sp>
        <p:nvSpPr>
          <p:cNvPr id="6" name="Title 1">
            <a:extLst>
              <a:ext uri="{FF2B5EF4-FFF2-40B4-BE49-F238E27FC236}">
                <a16:creationId xmlns:a16="http://schemas.microsoft.com/office/drawing/2014/main" id="{A9A47CFE-66BC-8685-8F03-3341EC8D232B}"/>
              </a:ext>
            </a:extLst>
          </p:cNvPr>
          <p:cNvSpPr txBox="1">
            <a:spLocks/>
          </p:cNvSpPr>
          <p:nvPr/>
        </p:nvSpPr>
        <p:spPr>
          <a:xfrm>
            <a:off x="1287478" y="28739"/>
            <a:ext cx="13205839" cy="1274913"/>
          </a:xfrm>
          <a:prstGeom prst="rect">
            <a:avLst/>
          </a:prstGeom>
          <a:solidFill>
            <a:schemeClr val="bg1"/>
          </a:solidFill>
        </p:spPr>
        <p:txBody>
          <a:bodyPr vert="horz" lIns="91440" tIns="45720" rIns="91440" bIns="45720" rtlCol="0" anchor="ctr">
            <a:no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Mean Degree and Link/edge Density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9645F0C6-7614-4E94-CA73-EA70AF900FC6}"/>
              </a:ext>
            </a:extLst>
          </p:cNvPr>
          <p:cNvPicPr>
            <a:picLocks noChangeAspect="1"/>
          </p:cNvPicPr>
          <p:nvPr/>
        </p:nvPicPr>
        <p:blipFill rotWithShape="1">
          <a:blip r:embed="rId3">
            <a:alphaModFix amt="60000"/>
          </a:blip>
          <a:srcRect r="-1" b="3428"/>
          <a:stretch/>
        </p:blipFill>
        <p:spPr>
          <a:xfrm>
            <a:off x="1042790" y="620945"/>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Title 1"/>
          <p:cNvSpPr>
            <a:spLocks noGrp="1"/>
          </p:cNvSpPr>
          <p:nvPr>
            <p:ph type="title"/>
          </p:nvPr>
        </p:nvSpPr>
        <p:spPr/>
        <p:txBody>
          <a:bodyPr/>
          <a:lstStyle/>
          <a:p>
            <a:r>
              <a:rPr lang="en-US" dirty="0"/>
              <a:t> </a:t>
            </a:r>
          </a:p>
        </p:txBody>
      </p:sp>
      <p:sp>
        <p:nvSpPr>
          <p:cNvPr id="11" name="Date Placeholder 10"/>
          <p:cNvSpPr>
            <a:spLocks noGrp="1"/>
          </p:cNvSpPr>
          <p:nvPr>
            <p:ph type="dt" sz="half" idx="10"/>
          </p:nvPr>
        </p:nvSpPr>
        <p:spPr/>
        <p:txBody>
          <a:bodyPr/>
          <a:lstStyle/>
          <a:p>
            <a:fld id="{F6D7A366-03B3-4E9F-9CAF-FF3581C8F4B0}" type="datetime1">
              <a:rPr lang="en-US" smtClean="0"/>
              <a:pPr/>
              <a:t>8/5/2026</a:t>
            </a:fld>
            <a:endParaRPr lang="en-IN"/>
          </a:p>
        </p:txBody>
      </p:sp>
      <p:sp>
        <p:nvSpPr>
          <p:cNvPr id="8" name="TextBox 7">
            <a:extLst>
              <a:ext uri="{FF2B5EF4-FFF2-40B4-BE49-F238E27FC236}">
                <a16:creationId xmlns:a16="http://schemas.microsoft.com/office/drawing/2014/main" id="{1B6D1CE5-93A7-8D8A-C5F6-669223E63BF1}"/>
              </a:ext>
            </a:extLst>
          </p:cNvPr>
          <p:cNvSpPr txBox="1"/>
          <p:nvPr/>
        </p:nvSpPr>
        <p:spPr>
          <a:xfrm>
            <a:off x="2667811" y="4319761"/>
            <a:ext cx="11048387" cy="923330"/>
          </a:xfrm>
          <a:prstGeom prst="rect">
            <a:avLst/>
          </a:prstGeom>
          <a:solidFill>
            <a:schemeClr val="bg1"/>
          </a:solidFill>
        </p:spPr>
        <p:txBody>
          <a:bodyPr wrap="square">
            <a:spAutoFit/>
          </a:bodyPr>
          <a:lstStyle/>
          <a:p>
            <a:pPr algn="just"/>
            <a:r>
              <a:rPr lang="en-IN" sz="5400" dirty="0">
                <a:solidFill>
                  <a:srgbClr val="FF0000"/>
                </a:solidFill>
                <a:latin typeface="Cambria" panose="02040503050406030204" pitchFamily="18" charset="0"/>
                <a:ea typeface="Cambria" panose="02040503050406030204" pitchFamily="18" charset="0"/>
              </a:rPr>
              <a:t>Walk, Trail, Path, Cycle, Shortest Path</a:t>
            </a:r>
          </a:p>
        </p:txBody>
      </p:sp>
    </p:spTree>
    <p:extLst>
      <p:ext uri="{BB962C8B-B14F-4D97-AF65-F5344CB8AC3E}">
        <p14:creationId xmlns:p14="http://schemas.microsoft.com/office/powerpoint/2010/main" val="21376772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9645F0C6-7614-4E94-CA73-EA70AF900FC6}"/>
              </a:ext>
            </a:extLst>
          </p:cNvPr>
          <p:cNvPicPr>
            <a:picLocks noChangeAspect="1"/>
          </p:cNvPicPr>
          <p:nvPr/>
        </p:nvPicPr>
        <p:blipFill rotWithShape="1">
          <a:blip r:embed="rId3">
            <a:alphaModFix amt="60000"/>
          </a:blip>
          <a:srcRect r="-1" b="3428"/>
          <a:stretch/>
        </p:blipFill>
        <p:spPr>
          <a:xfrm>
            <a:off x="1042790" y="620945"/>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Title 1"/>
          <p:cNvSpPr>
            <a:spLocks noGrp="1"/>
          </p:cNvSpPr>
          <p:nvPr>
            <p:ph type="title"/>
          </p:nvPr>
        </p:nvSpPr>
        <p:spPr/>
        <p:txBody>
          <a:bodyPr/>
          <a:lstStyle/>
          <a:p>
            <a:r>
              <a:rPr lang="en-US" dirty="0"/>
              <a:t> </a:t>
            </a:r>
          </a:p>
        </p:txBody>
      </p:sp>
      <p:sp>
        <p:nvSpPr>
          <p:cNvPr id="7" name="TextBox 6"/>
          <p:cNvSpPr txBox="1"/>
          <p:nvPr/>
        </p:nvSpPr>
        <p:spPr>
          <a:xfrm>
            <a:off x="802006" y="2103996"/>
            <a:ext cx="7547124" cy="3539430"/>
          </a:xfrm>
          <a:prstGeom prst="rect">
            <a:avLst/>
          </a:prstGeom>
          <a:solidFill>
            <a:schemeClr val="bg1"/>
          </a:solidFill>
        </p:spPr>
        <p:txBody>
          <a:bodyPr wrap="square" rtlCol="0">
            <a:spAutoFit/>
          </a:bodyPr>
          <a:lstStyle/>
          <a:p>
            <a:pPr>
              <a:buNone/>
            </a:pPr>
            <a:r>
              <a:rPr lang="en-US" sz="3200" b="1" i="1" dirty="0">
                <a:latin typeface="Cambria" panose="02040503050406030204" pitchFamily="18" charset="0"/>
                <a:ea typeface="Cambria" panose="02040503050406030204" pitchFamily="18" charset="0"/>
              </a:rPr>
              <a:t>Walk</a:t>
            </a:r>
            <a:r>
              <a:rPr lang="en-US" sz="3200" dirty="0">
                <a:latin typeface="Cambria" panose="02040503050406030204" pitchFamily="18" charset="0"/>
                <a:ea typeface="Cambria" panose="02040503050406030204" pitchFamily="18" charset="0"/>
              </a:rPr>
              <a:t>:</a:t>
            </a:r>
            <a:r>
              <a:rPr lang="en-IN" sz="3200" dirty="0">
                <a:latin typeface="Cambria" panose="02040503050406030204" pitchFamily="18" charset="0"/>
                <a:ea typeface="Cambria" panose="02040503050406030204" pitchFamily="18" charset="0"/>
              </a:rPr>
              <a:t>  any route through a graph from vertex to vertex along edges</a:t>
            </a:r>
            <a:endParaRPr lang="en-US" sz="3200" b="1" i="1" dirty="0">
              <a:latin typeface="Cambria" panose="02040503050406030204" pitchFamily="18" charset="0"/>
              <a:ea typeface="Cambria" panose="02040503050406030204" pitchFamily="18" charset="0"/>
            </a:endParaRPr>
          </a:p>
          <a:p>
            <a:pPr>
              <a:buNone/>
            </a:pPr>
            <a:r>
              <a:rPr lang="en-US" sz="3200" b="1" i="1" dirty="0">
                <a:latin typeface="Cambria" panose="02040503050406030204" pitchFamily="18" charset="0"/>
                <a:ea typeface="Cambria" panose="02040503050406030204" pitchFamily="18" charset="0"/>
              </a:rPr>
              <a:t>Trail</a:t>
            </a:r>
            <a:r>
              <a:rPr lang="en-US" sz="3200" dirty="0">
                <a:latin typeface="Cambria" panose="02040503050406030204" pitchFamily="18" charset="0"/>
                <a:ea typeface="Cambria" panose="02040503050406030204" pitchFamily="18" charset="0"/>
              </a:rPr>
              <a:t>:    </a:t>
            </a:r>
            <a:r>
              <a:rPr lang="en-IN" sz="3200" dirty="0">
                <a:latin typeface="Cambria" panose="02040503050406030204" pitchFamily="18" charset="0"/>
                <a:ea typeface="Cambria" panose="02040503050406030204" pitchFamily="18" charset="0"/>
              </a:rPr>
              <a:t>A </a:t>
            </a:r>
            <a:r>
              <a:rPr lang="en-IN" sz="3200" i="1" dirty="0">
                <a:latin typeface="Cambria" panose="02040503050406030204" pitchFamily="18" charset="0"/>
                <a:ea typeface="Cambria" panose="02040503050406030204" pitchFamily="18" charset="0"/>
              </a:rPr>
              <a:t>trail</a:t>
            </a:r>
            <a:r>
              <a:rPr lang="en-IN" sz="3200" dirty="0">
                <a:latin typeface="Cambria" panose="02040503050406030204" pitchFamily="18" charset="0"/>
                <a:ea typeface="Cambria" panose="02040503050406030204" pitchFamily="18" charset="0"/>
              </a:rPr>
              <a:t> is a walk that does not pass over the </a:t>
            </a:r>
            <a:r>
              <a:rPr lang="en-IN" sz="3200" i="1" dirty="0">
                <a:solidFill>
                  <a:srgbClr val="FF0000"/>
                </a:solidFill>
                <a:latin typeface="Cambria" panose="02040503050406030204" pitchFamily="18" charset="0"/>
                <a:ea typeface="Cambria" panose="02040503050406030204" pitchFamily="18" charset="0"/>
              </a:rPr>
              <a:t>same edge twice</a:t>
            </a:r>
            <a:r>
              <a:rPr lang="en-IN" sz="3200" dirty="0">
                <a:latin typeface="Cambria" panose="02040503050406030204" pitchFamily="18" charset="0"/>
                <a:ea typeface="Cambria" panose="02040503050406030204" pitchFamily="18" charset="0"/>
              </a:rPr>
              <a:t>.  A trail might visit the same vertex twice, but only if it comes and goes from a different edge each time.</a:t>
            </a:r>
            <a:r>
              <a:rPr lang="en-US" sz="3200" dirty="0">
                <a:latin typeface="Cambria" panose="02040503050406030204" pitchFamily="18" charset="0"/>
                <a:ea typeface="Cambria" panose="02040503050406030204" pitchFamily="18" charset="0"/>
              </a:rPr>
              <a:t>             </a:t>
            </a:r>
          </a:p>
        </p:txBody>
      </p:sp>
      <p:sp>
        <p:nvSpPr>
          <p:cNvPr id="11" name="Date Placeholder 10"/>
          <p:cNvSpPr>
            <a:spLocks noGrp="1"/>
          </p:cNvSpPr>
          <p:nvPr>
            <p:ph type="dt" sz="half" idx="10"/>
          </p:nvPr>
        </p:nvSpPr>
        <p:spPr/>
        <p:txBody>
          <a:bodyPr/>
          <a:lstStyle/>
          <a:p>
            <a:fld id="{F6D7A366-03B3-4E9F-9CAF-FF3581C8F4B0}" type="datetime1">
              <a:rPr lang="en-US" smtClean="0"/>
              <a:pPr/>
              <a:t>8/5/2026</a:t>
            </a:fld>
            <a:endParaRPr lang="en-IN"/>
          </a:p>
        </p:txBody>
      </p:sp>
      <p:sp>
        <p:nvSpPr>
          <p:cNvPr id="4" name="Title 6">
            <a:extLst>
              <a:ext uri="{FF2B5EF4-FFF2-40B4-BE49-F238E27FC236}">
                <a16:creationId xmlns:a16="http://schemas.microsoft.com/office/drawing/2014/main" id="{CCCA8A31-A425-805B-7E82-14BF6F08B0E6}"/>
              </a:ext>
            </a:extLst>
          </p:cNvPr>
          <p:cNvSpPr txBox="1">
            <a:spLocks/>
          </p:cNvSpPr>
          <p:nvPr/>
        </p:nvSpPr>
        <p:spPr>
          <a:xfrm>
            <a:off x="805181" y="486009"/>
            <a:ext cx="13283089" cy="1263304"/>
          </a:xfrm>
          <a:prstGeom prst="rect">
            <a:avLst/>
          </a:prstGeom>
          <a:solidFill>
            <a:schemeClr val="bg1"/>
          </a:solidFill>
        </p:spPr>
        <p:txBody>
          <a:bodyPr vert="horz" lIns="91440" tIns="45720" rIns="91440" bIns="45720" rtlCol="0" anchor="ctr">
            <a:norm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Walk, Trail, Path, Cycle</a:t>
            </a:r>
            <a:endParaRPr lang="en-US" sz="4400" dirty="0">
              <a:solidFill>
                <a:srgbClr val="0000FF"/>
              </a:solidFill>
              <a:latin typeface="Cambria" panose="02040503050406030204" pitchFamily="18" charset="0"/>
              <a:ea typeface="Cambria" panose="02040503050406030204" pitchFamily="18" charset="0"/>
            </a:endParaRPr>
          </a:p>
        </p:txBody>
      </p:sp>
      <p:pic>
        <p:nvPicPr>
          <p:cNvPr id="5" name="Picture 3">
            <a:extLst>
              <a:ext uri="{FF2B5EF4-FFF2-40B4-BE49-F238E27FC236}">
                <a16:creationId xmlns:a16="http://schemas.microsoft.com/office/drawing/2014/main" id="{71171681-20A5-D7EB-CA30-71ADFCE220F6}"/>
              </a:ext>
            </a:extLst>
          </p:cNvPr>
          <p:cNvPicPr>
            <a:picLocks noChangeAspect="1" noChangeArrowheads="1"/>
          </p:cNvPicPr>
          <p:nvPr/>
        </p:nvPicPr>
        <p:blipFill>
          <a:blip r:embed="rId4" cstate="print"/>
          <a:srcRect/>
          <a:stretch>
            <a:fillRect/>
          </a:stretch>
        </p:blipFill>
        <p:spPr bwMode="auto">
          <a:xfrm>
            <a:off x="8321909" y="2015505"/>
            <a:ext cx="5976664" cy="3024336"/>
          </a:xfrm>
          <a:prstGeom prst="rect">
            <a:avLst/>
          </a:prstGeom>
          <a:noFill/>
          <a:ln w="9525">
            <a:noFill/>
            <a:miter lim="800000"/>
            <a:headEnd/>
            <a:tailEnd/>
          </a:ln>
        </p:spPr>
      </p:pic>
      <p:sp>
        <p:nvSpPr>
          <p:cNvPr id="12" name="TextBox 11">
            <a:extLst>
              <a:ext uri="{FF2B5EF4-FFF2-40B4-BE49-F238E27FC236}">
                <a16:creationId xmlns:a16="http://schemas.microsoft.com/office/drawing/2014/main" id="{4C653E79-0A46-588F-60E6-A350327114CC}"/>
              </a:ext>
            </a:extLst>
          </p:cNvPr>
          <p:cNvSpPr txBox="1"/>
          <p:nvPr/>
        </p:nvSpPr>
        <p:spPr>
          <a:xfrm>
            <a:off x="8321908" y="5039841"/>
            <a:ext cx="5976663" cy="584775"/>
          </a:xfrm>
          <a:prstGeom prst="rect">
            <a:avLst/>
          </a:prstGeom>
          <a:solidFill>
            <a:schemeClr val="bg1"/>
          </a:solidFill>
        </p:spPr>
        <p:txBody>
          <a:bodyPr wrap="square">
            <a:spAutoFit/>
          </a:bodyPr>
          <a:lstStyle/>
          <a:p>
            <a:r>
              <a:rPr lang="pl-PL" sz="3200" dirty="0">
                <a:latin typeface="Cambria" panose="02040503050406030204" pitchFamily="18" charset="0"/>
                <a:ea typeface="Cambria" panose="02040503050406030204" pitchFamily="18" charset="0"/>
              </a:rPr>
              <a:t> Trail:  v-&gt;w-&gt;x-&gt;y-&gt;z-&gt;z-&gt;x</a:t>
            </a:r>
            <a:endParaRPr lang="en-IN" sz="3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746851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9645F0C6-7614-4E94-CA73-EA70AF900FC6}"/>
              </a:ext>
            </a:extLst>
          </p:cNvPr>
          <p:cNvPicPr>
            <a:picLocks noChangeAspect="1"/>
          </p:cNvPicPr>
          <p:nvPr/>
        </p:nvPicPr>
        <p:blipFill rotWithShape="1">
          <a:blip r:embed="rId3">
            <a:alphaModFix amt="60000"/>
          </a:blip>
          <a:srcRect r="-1" b="3428"/>
          <a:stretch/>
        </p:blipFill>
        <p:spPr>
          <a:xfrm>
            <a:off x="1042790" y="620945"/>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Title 1"/>
          <p:cNvSpPr>
            <a:spLocks noGrp="1"/>
          </p:cNvSpPr>
          <p:nvPr>
            <p:ph type="title"/>
          </p:nvPr>
        </p:nvSpPr>
        <p:spPr/>
        <p:txBody>
          <a:bodyPr/>
          <a:lstStyle/>
          <a:p>
            <a:r>
              <a:rPr lang="en-US" dirty="0"/>
              <a:t> </a:t>
            </a:r>
          </a:p>
        </p:txBody>
      </p:sp>
      <p:sp>
        <p:nvSpPr>
          <p:cNvPr id="7" name="TextBox 6"/>
          <p:cNvSpPr txBox="1"/>
          <p:nvPr/>
        </p:nvSpPr>
        <p:spPr>
          <a:xfrm>
            <a:off x="802006" y="2103996"/>
            <a:ext cx="7547124" cy="5509200"/>
          </a:xfrm>
          <a:prstGeom prst="rect">
            <a:avLst/>
          </a:prstGeom>
          <a:solidFill>
            <a:schemeClr val="bg1"/>
          </a:solidFill>
        </p:spPr>
        <p:txBody>
          <a:bodyPr wrap="square" rtlCol="0">
            <a:spAutoFit/>
          </a:bodyPr>
          <a:lstStyle/>
          <a:p>
            <a:pPr>
              <a:buNone/>
            </a:pPr>
            <a:r>
              <a:rPr lang="en-US" sz="3200" b="1" i="1" dirty="0">
                <a:latin typeface="Cambria" panose="02040503050406030204" pitchFamily="18" charset="0"/>
                <a:ea typeface="Cambria" panose="02040503050406030204" pitchFamily="18" charset="0"/>
              </a:rPr>
              <a:t>Walk</a:t>
            </a:r>
            <a:r>
              <a:rPr lang="en-US" sz="3200" dirty="0">
                <a:latin typeface="Cambria" panose="02040503050406030204" pitchFamily="18" charset="0"/>
                <a:ea typeface="Cambria" panose="02040503050406030204" pitchFamily="18" charset="0"/>
              </a:rPr>
              <a:t>:</a:t>
            </a:r>
            <a:r>
              <a:rPr lang="en-IN" sz="3200" dirty="0">
                <a:latin typeface="Cambria" panose="02040503050406030204" pitchFamily="18" charset="0"/>
                <a:ea typeface="Cambria" panose="02040503050406030204" pitchFamily="18" charset="0"/>
              </a:rPr>
              <a:t>  any route through a graph from vertex to vertex along edges</a:t>
            </a:r>
            <a:endParaRPr lang="en-US" sz="3200" b="1" i="1" dirty="0">
              <a:latin typeface="Cambria" panose="02040503050406030204" pitchFamily="18" charset="0"/>
              <a:ea typeface="Cambria" panose="02040503050406030204" pitchFamily="18" charset="0"/>
            </a:endParaRPr>
          </a:p>
          <a:p>
            <a:pPr>
              <a:buNone/>
            </a:pPr>
            <a:r>
              <a:rPr lang="en-US" sz="3200" b="1" i="1" dirty="0">
                <a:latin typeface="Cambria" panose="02040503050406030204" pitchFamily="18" charset="0"/>
                <a:ea typeface="Cambria" panose="02040503050406030204" pitchFamily="18" charset="0"/>
              </a:rPr>
              <a:t>Trail</a:t>
            </a:r>
            <a:r>
              <a:rPr lang="en-US" sz="3200" dirty="0">
                <a:latin typeface="Cambria" panose="02040503050406030204" pitchFamily="18" charset="0"/>
                <a:ea typeface="Cambria" panose="02040503050406030204" pitchFamily="18" charset="0"/>
              </a:rPr>
              <a:t>:    </a:t>
            </a:r>
            <a:r>
              <a:rPr lang="en-IN" sz="3200" dirty="0">
                <a:latin typeface="Cambria" panose="02040503050406030204" pitchFamily="18" charset="0"/>
                <a:ea typeface="Cambria" panose="02040503050406030204" pitchFamily="18" charset="0"/>
              </a:rPr>
              <a:t>A </a:t>
            </a:r>
            <a:r>
              <a:rPr lang="en-IN" sz="3200" i="1" dirty="0">
                <a:latin typeface="Cambria" panose="02040503050406030204" pitchFamily="18" charset="0"/>
                <a:ea typeface="Cambria" panose="02040503050406030204" pitchFamily="18" charset="0"/>
              </a:rPr>
              <a:t>trail</a:t>
            </a:r>
            <a:r>
              <a:rPr lang="en-IN" sz="3200" dirty="0">
                <a:latin typeface="Cambria" panose="02040503050406030204" pitchFamily="18" charset="0"/>
                <a:ea typeface="Cambria" panose="02040503050406030204" pitchFamily="18" charset="0"/>
              </a:rPr>
              <a:t> is a walk that does </a:t>
            </a:r>
            <a:r>
              <a:rPr lang="en-IN" sz="3200" dirty="0">
                <a:solidFill>
                  <a:srgbClr val="FF0000"/>
                </a:solidFill>
                <a:latin typeface="Cambria" panose="02040503050406030204" pitchFamily="18" charset="0"/>
                <a:ea typeface="Cambria" panose="02040503050406030204" pitchFamily="18" charset="0"/>
              </a:rPr>
              <a:t>not pass </a:t>
            </a:r>
            <a:r>
              <a:rPr lang="en-IN" sz="3200" dirty="0">
                <a:latin typeface="Cambria" panose="02040503050406030204" pitchFamily="18" charset="0"/>
                <a:ea typeface="Cambria" panose="02040503050406030204" pitchFamily="18" charset="0"/>
              </a:rPr>
              <a:t>over the </a:t>
            </a:r>
            <a:r>
              <a:rPr lang="en-IN" sz="3200" i="1" dirty="0">
                <a:solidFill>
                  <a:srgbClr val="FF0000"/>
                </a:solidFill>
                <a:latin typeface="Cambria" panose="02040503050406030204" pitchFamily="18" charset="0"/>
                <a:ea typeface="Cambria" panose="02040503050406030204" pitchFamily="18" charset="0"/>
              </a:rPr>
              <a:t>same edge twice</a:t>
            </a:r>
            <a:r>
              <a:rPr lang="en-IN" sz="3200" dirty="0">
                <a:latin typeface="Cambria" panose="02040503050406030204" pitchFamily="18" charset="0"/>
                <a:ea typeface="Cambria" panose="02040503050406030204" pitchFamily="18" charset="0"/>
              </a:rPr>
              <a:t>.  A trail might visit the same vertex twice, but only if it comes and goes from a different edge each time.</a:t>
            </a:r>
            <a:r>
              <a:rPr lang="en-US" sz="3200" dirty="0">
                <a:latin typeface="Cambria" panose="02040503050406030204" pitchFamily="18" charset="0"/>
                <a:ea typeface="Cambria" panose="02040503050406030204" pitchFamily="18" charset="0"/>
              </a:rPr>
              <a:t>             </a:t>
            </a:r>
          </a:p>
          <a:p>
            <a:pPr>
              <a:buNone/>
            </a:pPr>
            <a:r>
              <a:rPr lang="en-US" sz="3200" b="1" i="1" dirty="0">
                <a:latin typeface="Cambria" panose="02040503050406030204" pitchFamily="18" charset="0"/>
                <a:ea typeface="Cambria" panose="02040503050406030204" pitchFamily="18" charset="0"/>
              </a:rPr>
              <a:t>Path</a:t>
            </a:r>
            <a:r>
              <a:rPr lang="en-US" sz="3200" dirty="0">
                <a:latin typeface="Cambria" panose="02040503050406030204" pitchFamily="18" charset="0"/>
                <a:ea typeface="Cambria" panose="02040503050406030204" pitchFamily="18" charset="0"/>
              </a:rPr>
              <a:t>:   </a:t>
            </a:r>
            <a:r>
              <a:rPr lang="en-IN" sz="3200" dirty="0">
                <a:latin typeface="Cambria" panose="02040503050406030204" pitchFamily="18" charset="0"/>
                <a:ea typeface="Cambria" panose="02040503050406030204" pitchFamily="18" charset="0"/>
              </a:rPr>
              <a:t>A </a:t>
            </a:r>
            <a:r>
              <a:rPr lang="en-IN" sz="3200" i="1" dirty="0">
                <a:latin typeface="Cambria" panose="02040503050406030204" pitchFamily="18" charset="0"/>
                <a:ea typeface="Cambria" panose="02040503050406030204" pitchFamily="18" charset="0"/>
              </a:rPr>
              <a:t>path</a:t>
            </a:r>
            <a:r>
              <a:rPr lang="en-IN" sz="3200" dirty="0">
                <a:latin typeface="Cambria" panose="02040503050406030204" pitchFamily="18" charset="0"/>
                <a:ea typeface="Cambria" panose="02040503050406030204" pitchFamily="18" charset="0"/>
              </a:rPr>
              <a:t> is a walk that </a:t>
            </a:r>
            <a:r>
              <a:rPr lang="en-IN" sz="3200" dirty="0">
                <a:solidFill>
                  <a:srgbClr val="FF0000"/>
                </a:solidFill>
                <a:latin typeface="Cambria" panose="02040503050406030204" pitchFamily="18" charset="0"/>
                <a:ea typeface="Cambria" panose="02040503050406030204" pitchFamily="18" charset="0"/>
              </a:rPr>
              <a:t>does not include </a:t>
            </a:r>
            <a:r>
              <a:rPr lang="en-IN" sz="3200" i="1" dirty="0">
                <a:solidFill>
                  <a:srgbClr val="FF0000"/>
                </a:solidFill>
                <a:latin typeface="Cambria" panose="02040503050406030204" pitchFamily="18" charset="0"/>
                <a:ea typeface="Cambria" panose="02040503050406030204" pitchFamily="18" charset="0"/>
              </a:rPr>
              <a:t>any vertex twice</a:t>
            </a:r>
            <a:r>
              <a:rPr lang="en-IN" sz="3200" dirty="0">
                <a:latin typeface="Cambria" panose="02040503050406030204" pitchFamily="18" charset="0"/>
                <a:ea typeface="Cambria" panose="02040503050406030204" pitchFamily="18" charset="0"/>
              </a:rPr>
              <a:t>, except that its first vertex might be the same as its last. </a:t>
            </a:r>
          </a:p>
          <a:p>
            <a:pPr>
              <a:buNone/>
            </a:pPr>
            <a:endParaRPr lang="en-US" sz="3200" dirty="0">
              <a:solidFill>
                <a:srgbClr val="FF0000"/>
              </a:solidFill>
              <a:latin typeface="Cambria" panose="02040503050406030204" pitchFamily="18" charset="0"/>
              <a:ea typeface="Cambria" panose="02040503050406030204" pitchFamily="18" charset="0"/>
            </a:endParaRPr>
          </a:p>
        </p:txBody>
      </p:sp>
      <p:sp>
        <p:nvSpPr>
          <p:cNvPr id="11" name="Date Placeholder 10"/>
          <p:cNvSpPr>
            <a:spLocks noGrp="1"/>
          </p:cNvSpPr>
          <p:nvPr>
            <p:ph type="dt" sz="half" idx="10"/>
          </p:nvPr>
        </p:nvSpPr>
        <p:spPr/>
        <p:txBody>
          <a:bodyPr/>
          <a:lstStyle/>
          <a:p>
            <a:fld id="{F6D7A366-03B3-4E9F-9CAF-FF3581C8F4B0}" type="datetime1">
              <a:rPr lang="en-US" smtClean="0"/>
              <a:pPr/>
              <a:t>8/5/2026</a:t>
            </a:fld>
            <a:endParaRPr lang="en-IN"/>
          </a:p>
        </p:txBody>
      </p:sp>
      <p:sp>
        <p:nvSpPr>
          <p:cNvPr id="4" name="Title 6">
            <a:extLst>
              <a:ext uri="{FF2B5EF4-FFF2-40B4-BE49-F238E27FC236}">
                <a16:creationId xmlns:a16="http://schemas.microsoft.com/office/drawing/2014/main" id="{CCCA8A31-A425-805B-7E82-14BF6F08B0E6}"/>
              </a:ext>
            </a:extLst>
          </p:cNvPr>
          <p:cNvSpPr txBox="1">
            <a:spLocks/>
          </p:cNvSpPr>
          <p:nvPr/>
        </p:nvSpPr>
        <p:spPr>
          <a:xfrm>
            <a:off x="898367" y="376612"/>
            <a:ext cx="13283089" cy="1263304"/>
          </a:xfrm>
          <a:prstGeom prst="rect">
            <a:avLst/>
          </a:prstGeom>
          <a:solidFill>
            <a:schemeClr val="bg1"/>
          </a:solidFill>
        </p:spPr>
        <p:txBody>
          <a:bodyPr vert="horz" lIns="91440" tIns="45720" rIns="91440" bIns="45720" rtlCol="0" anchor="ctr">
            <a:norm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Walk, Trail, Path, Cycle</a:t>
            </a:r>
          </a:p>
        </p:txBody>
      </p:sp>
      <p:pic>
        <p:nvPicPr>
          <p:cNvPr id="5" name="Picture 3">
            <a:extLst>
              <a:ext uri="{FF2B5EF4-FFF2-40B4-BE49-F238E27FC236}">
                <a16:creationId xmlns:a16="http://schemas.microsoft.com/office/drawing/2014/main" id="{71171681-20A5-D7EB-CA30-71ADFCE220F6}"/>
              </a:ext>
            </a:extLst>
          </p:cNvPr>
          <p:cNvPicPr>
            <a:picLocks noChangeAspect="1" noChangeArrowheads="1"/>
          </p:cNvPicPr>
          <p:nvPr/>
        </p:nvPicPr>
        <p:blipFill>
          <a:blip r:embed="rId4" cstate="print"/>
          <a:srcRect/>
          <a:stretch>
            <a:fillRect/>
          </a:stretch>
        </p:blipFill>
        <p:spPr bwMode="auto">
          <a:xfrm>
            <a:off x="8321909" y="2070445"/>
            <a:ext cx="5976664" cy="3024336"/>
          </a:xfrm>
          <a:prstGeom prst="rect">
            <a:avLst/>
          </a:prstGeom>
          <a:noFill/>
          <a:ln w="9525">
            <a:noFill/>
            <a:miter lim="800000"/>
            <a:headEnd/>
            <a:tailEnd/>
          </a:ln>
        </p:spPr>
      </p:pic>
      <p:sp>
        <p:nvSpPr>
          <p:cNvPr id="12" name="TextBox 11">
            <a:extLst>
              <a:ext uri="{FF2B5EF4-FFF2-40B4-BE49-F238E27FC236}">
                <a16:creationId xmlns:a16="http://schemas.microsoft.com/office/drawing/2014/main" id="{4C653E79-0A46-588F-60E6-A350327114CC}"/>
              </a:ext>
            </a:extLst>
          </p:cNvPr>
          <p:cNvSpPr txBox="1"/>
          <p:nvPr/>
        </p:nvSpPr>
        <p:spPr>
          <a:xfrm>
            <a:off x="8349130" y="5094781"/>
            <a:ext cx="6409858" cy="1446550"/>
          </a:xfrm>
          <a:prstGeom prst="rect">
            <a:avLst/>
          </a:prstGeom>
          <a:solidFill>
            <a:schemeClr val="bg1"/>
          </a:solidFill>
        </p:spPr>
        <p:txBody>
          <a:bodyPr wrap="square">
            <a:spAutoFit/>
          </a:bodyPr>
          <a:lstStyle/>
          <a:p>
            <a:r>
              <a:rPr lang="pl-PL" sz="3200" dirty="0">
                <a:latin typeface="Cambria" panose="02040503050406030204" pitchFamily="18" charset="0"/>
                <a:ea typeface="Cambria" panose="02040503050406030204" pitchFamily="18" charset="0"/>
              </a:rPr>
              <a:t> </a:t>
            </a:r>
            <a:r>
              <a:rPr lang="pl-PL" sz="2800" dirty="0">
                <a:latin typeface="Cambria" panose="02040503050406030204" pitchFamily="18" charset="0"/>
                <a:ea typeface="Cambria" panose="02040503050406030204" pitchFamily="18" charset="0"/>
              </a:rPr>
              <a:t>Trail:  v-&gt;w-&gt;x-&gt;y-&gt;z-&gt;z-&gt;x</a:t>
            </a:r>
            <a:endParaRPr lang="en-US" sz="2800" dirty="0">
              <a:latin typeface="Cambria" panose="02040503050406030204" pitchFamily="18" charset="0"/>
              <a:ea typeface="Cambria" panose="02040503050406030204" pitchFamily="18" charset="0"/>
            </a:endParaRPr>
          </a:p>
          <a:p>
            <a:r>
              <a:rPr lang="en-US" sz="2800" dirty="0">
                <a:latin typeface="Cambria" panose="02040503050406030204" pitchFamily="18" charset="0"/>
                <a:ea typeface="Cambria" panose="02040503050406030204" pitchFamily="18" charset="0"/>
              </a:rPr>
              <a:t> Path:  v-&gt;w-&gt;x-&gt;y-&gt;z</a:t>
            </a:r>
          </a:p>
          <a:p>
            <a:r>
              <a:rPr lang="en-US" sz="2800" dirty="0">
                <a:latin typeface="Cambria" panose="02040503050406030204" pitchFamily="18" charset="0"/>
                <a:ea typeface="Cambria" panose="02040503050406030204" pitchFamily="18" charset="0"/>
              </a:rPr>
              <a:t> Closed Trail: v-&gt;w-&gt;x-&gt;y-&gt;z-&gt;x-&gt;v </a:t>
            </a:r>
            <a:endParaRPr lang="en-IN"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427453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9645F0C6-7614-4E94-CA73-EA70AF900FC6}"/>
              </a:ext>
            </a:extLst>
          </p:cNvPr>
          <p:cNvPicPr>
            <a:picLocks noChangeAspect="1"/>
          </p:cNvPicPr>
          <p:nvPr/>
        </p:nvPicPr>
        <p:blipFill rotWithShape="1">
          <a:blip r:embed="rId3">
            <a:alphaModFix amt="60000"/>
          </a:blip>
          <a:srcRect r="-1" b="3428"/>
          <a:stretch/>
        </p:blipFill>
        <p:spPr>
          <a:xfrm>
            <a:off x="1042790" y="620945"/>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Title 1"/>
          <p:cNvSpPr>
            <a:spLocks noGrp="1"/>
          </p:cNvSpPr>
          <p:nvPr>
            <p:ph type="title"/>
          </p:nvPr>
        </p:nvSpPr>
        <p:spPr/>
        <p:txBody>
          <a:bodyPr/>
          <a:lstStyle/>
          <a:p>
            <a:r>
              <a:rPr lang="en-US" dirty="0"/>
              <a:t> </a:t>
            </a:r>
          </a:p>
        </p:txBody>
      </p:sp>
      <p:sp>
        <p:nvSpPr>
          <p:cNvPr id="7" name="TextBox 6"/>
          <p:cNvSpPr txBox="1"/>
          <p:nvPr/>
        </p:nvSpPr>
        <p:spPr>
          <a:xfrm>
            <a:off x="802006" y="2103996"/>
            <a:ext cx="7547124" cy="7478970"/>
          </a:xfrm>
          <a:prstGeom prst="rect">
            <a:avLst/>
          </a:prstGeom>
          <a:solidFill>
            <a:schemeClr val="bg1"/>
          </a:solidFill>
        </p:spPr>
        <p:txBody>
          <a:bodyPr wrap="square" rtlCol="0">
            <a:spAutoFit/>
          </a:bodyPr>
          <a:lstStyle/>
          <a:p>
            <a:pPr>
              <a:buNone/>
            </a:pPr>
            <a:r>
              <a:rPr lang="en-US" sz="3200" b="1" i="1" dirty="0">
                <a:latin typeface="Cambria" panose="02040503050406030204" pitchFamily="18" charset="0"/>
                <a:ea typeface="Cambria" panose="02040503050406030204" pitchFamily="18" charset="0"/>
              </a:rPr>
              <a:t>Walk</a:t>
            </a:r>
            <a:r>
              <a:rPr lang="en-US" sz="3200" dirty="0">
                <a:latin typeface="Cambria" panose="02040503050406030204" pitchFamily="18" charset="0"/>
                <a:ea typeface="Cambria" panose="02040503050406030204" pitchFamily="18" charset="0"/>
              </a:rPr>
              <a:t>:</a:t>
            </a:r>
            <a:r>
              <a:rPr lang="en-IN" sz="3200" dirty="0">
                <a:latin typeface="Cambria" panose="02040503050406030204" pitchFamily="18" charset="0"/>
                <a:ea typeface="Cambria" panose="02040503050406030204" pitchFamily="18" charset="0"/>
              </a:rPr>
              <a:t>  any route through a graph from vertex to vertex along edges</a:t>
            </a:r>
            <a:endParaRPr lang="en-US" sz="3200" b="1" i="1" dirty="0">
              <a:latin typeface="Cambria" panose="02040503050406030204" pitchFamily="18" charset="0"/>
              <a:ea typeface="Cambria" panose="02040503050406030204" pitchFamily="18" charset="0"/>
            </a:endParaRPr>
          </a:p>
          <a:p>
            <a:pPr>
              <a:buNone/>
            </a:pPr>
            <a:r>
              <a:rPr lang="en-US" sz="3200" b="1" i="1" dirty="0">
                <a:latin typeface="Cambria" panose="02040503050406030204" pitchFamily="18" charset="0"/>
                <a:ea typeface="Cambria" panose="02040503050406030204" pitchFamily="18" charset="0"/>
              </a:rPr>
              <a:t>Trail</a:t>
            </a:r>
            <a:r>
              <a:rPr lang="en-US" sz="3200" dirty="0">
                <a:latin typeface="Cambria" panose="02040503050406030204" pitchFamily="18" charset="0"/>
                <a:ea typeface="Cambria" panose="02040503050406030204" pitchFamily="18" charset="0"/>
              </a:rPr>
              <a:t>:    </a:t>
            </a:r>
            <a:r>
              <a:rPr lang="en-IN" sz="3200" dirty="0">
                <a:latin typeface="Cambria" panose="02040503050406030204" pitchFamily="18" charset="0"/>
                <a:ea typeface="Cambria" panose="02040503050406030204" pitchFamily="18" charset="0"/>
              </a:rPr>
              <a:t>A </a:t>
            </a:r>
            <a:r>
              <a:rPr lang="en-IN" sz="3200" i="1" dirty="0">
                <a:latin typeface="Cambria" panose="02040503050406030204" pitchFamily="18" charset="0"/>
                <a:ea typeface="Cambria" panose="02040503050406030204" pitchFamily="18" charset="0"/>
              </a:rPr>
              <a:t>trail</a:t>
            </a:r>
            <a:r>
              <a:rPr lang="en-IN" sz="3200" dirty="0">
                <a:latin typeface="Cambria" panose="02040503050406030204" pitchFamily="18" charset="0"/>
                <a:ea typeface="Cambria" panose="02040503050406030204" pitchFamily="18" charset="0"/>
              </a:rPr>
              <a:t> is a walk that does not pass over the </a:t>
            </a:r>
            <a:r>
              <a:rPr lang="en-IN" sz="3200" i="1" dirty="0">
                <a:solidFill>
                  <a:srgbClr val="FF0000"/>
                </a:solidFill>
                <a:latin typeface="Cambria" panose="02040503050406030204" pitchFamily="18" charset="0"/>
                <a:ea typeface="Cambria" panose="02040503050406030204" pitchFamily="18" charset="0"/>
              </a:rPr>
              <a:t>same edge twice</a:t>
            </a:r>
            <a:r>
              <a:rPr lang="en-IN" sz="3200" dirty="0">
                <a:latin typeface="Cambria" panose="02040503050406030204" pitchFamily="18" charset="0"/>
                <a:ea typeface="Cambria" panose="02040503050406030204" pitchFamily="18" charset="0"/>
              </a:rPr>
              <a:t>.  A trail might visit the same vertex twice, but only if it comes and goes from a different edge each time.</a:t>
            </a:r>
            <a:r>
              <a:rPr lang="en-US" sz="3200" dirty="0">
                <a:latin typeface="Cambria" panose="02040503050406030204" pitchFamily="18" charset="0"/>
                <a:ea typeface="Cambria" panose="02040503050406030204" pitchFamily="18" charset="0"/>
              </a:rPr>
              <a:t>             </a:t>
            </a:r>
          </a:p>
          <a:p>
            <a:pPr>
              <a:buNone/>
            </a:pPr>
            <a:r>
              <a:rPr lang="en-US" sz="3200" b="1" i="1" dirty="0">
                <a:latin typeface="Cambria" panose="02040503050406030204" pitchFamily="18" charset="0"/>
                <a:ea typeface="Cambria" panose="02040503050406030204" pitchFamily="18" charset="0"/>
              </a:rPr>
              <a:t>Path</a:t>
            </a:r>
            <a:r>
              <a:rPr lang="en-US" sz="3200" dirty="0">
                <a:latin typeface="Cambria" panose="02040503050406030204" pitchFamily="18" charset="0"/>
                <a:ea typeface="Cambria" panose="02040503050406030204" pitchFamily="18" charset="0"/>
              </a:rPr>
              <a:t>:   </a:t>
            </a:r>
            <a:r>
              <a:rPr lang="en-IN" sz="3200" dirty="0">
                <a:latin typeface="Cambria" panose="02040503050406030204" pitchFamily="18" charset="0"/>
                <a:ea typeface="Cambria" panose="02040503050406030204" pitchFamily="18" charset="0"/>
              </a:rPr>
              <a:t>A </a:t>
            </a:r>
            <a:r>
              <a:rPr lang="en-IN" sz="3200" i="1" dirty="0">
                <a:latin typeface="Cambria" panose="02040503050406030204" pitchFamily="18" charset="0"/>
                <a:ea typeface="Cambria" panose="02040503050406030204" pitchFamily="18" charset="0"/>
              </a:rPr>
              <a:t>path</a:t>
            </a:r>
            <a:r>
              <a:rPr lang="en-IN" sz="3200" dirty="0">
                <a:latin typeface="Cambria" panose="02040503050406030204" pitchFamily="18" charset="0"/>
                <a:ea typeface="Cambria" panose="02040503050406030204" pitchFamily="18" charset="0"/>
              </a:rPr>
              <a:t> is a special type of walk that </a:t>
            </a:r>
            <a:r>
              <a:rPr lang="en-IN" sz="3200" dirty="0">
                <a:solidFill>
                  <a:srgbClr val="FF0000"/>
                </a:solidFill>
                <a:latin typeface="Cambria" panose="02040503050406030204" pitchFamily="18" charset="0"/>
                <a:ea typeface="Cambria" panose="02040503050406030204" pitchFamily="18" charset="0"/>
              </a:rPr>
              <a:t>does not include </a:t>
            </a:r>
            <a:r>
              <a:rPr lang="en-IN" sz="3200" i="1" dirty="0">
                <a:solidFill>
                  <a:srgbClr val="FF0000"/>
                </a:solidFill>
                <a:latin typeface="Cambria" panose="02040503050406030204" pitchFamily="18" charset="0"/>
                <a:ea typeface="Cambria" panose="02040503050406030204" pitchFamily="18" charset="0"/>
              </a:rPr>
              <a:t>any vertex twice</a:t>
            </a:r>
            <a:r>
              <a:rPr lang="en-IN" sz="3200" dirty="0">
                <a:latin typeface="Cambria" panose="02040503050406030204" pitchFamily="18" charset="0"/>
                <a:ea typeface="Cambria" panose="02040503050406030204" pitchFamily="18" charset="0"/>
              </a:rPr>
              <a:t>, except that its first vertex might be the same as its last. </a:t>
            </a:r>
          </a:p>
          <a:p>
            <a:pPr>
              <a:buNone/>
            </a:pPr>
            <a:endParaRPr lang="en-IN" sz="3200" dirty="0">
              <a:latin typeface="Cambria" panose="02040503050406030204" pitchFamily="18" charset="0"/>
              <a:ea typeface="Cambria" panose="02040503050406030204" pitchFamily="18" charset="0"/>
            </a:endParaRPr>
          </a:p>
          <a:p>
            <a:pPr>
              <a:buNone/>
            </a:pPr>
            <a:r>
              <a:rPr lang="en-IN" sz="3200" dirty="0">
                <a:latin typeface="Cambria" panose="02040503050406030204" pitchFamily="18" charset="0"/>
                <a:ea typeface="Cambria" panose="02040503050406030204" pitchFamily="18" charset="0"/>
              </a:rPr>
              <a:t>A </a:t>
            </a:r>
            <a:r>
              <a:rPr lang="en-IN" sz="3200" b="1" i="1" dirty="0">
                <a:latin typeface="Cambria" panose="02040503050406030204" pitchFamily="18" charset="0"/>
                <a:ea typeface="Cambria" panose="02040503050406030204" pitchFamily="18" charset="0"/>
              </a:rPr>
              <a:t>cycle</a:t>
            </a:r>
            <a:r>
              <a:rPr lang="en-IN" sz="3200" dirty="0">
                <a:latin typeface="Cambria" panose="02040503050406030204" pitchFamily="18" charset="0"/>
                <a:ea typeface="Cambria" panose="02040503050406030204" pitchFamily="18" charset="0"/>
              </a:rPr>
              <a:t> is </a:t>
            </a:r>
            <a:r>
              <a:rPr lang="en-IN" sz="3200" dirty="0">
                <a:solidFill>
                  <a:srgbClr val="FF0000"/>
                </a:solidFill>
                <a:latin typeface="Cambria" panose="02040503050406030204" pitchFamily="18" charset="0"/>
                <a:ea typeface="Cambria" panose="02040503050406030204" pitchFamily="18" charset="0"/>
              </a:rPr>
              <a:t>a path that begins and ends on the same vertex. </a:t>
            </a:r>
            <a:r>
              <a:rPr lang="en-IN" sz="3200" dirty="0">
                <a:latin typeface="Cambria" panose="02040503050406030204" pitchFamily="18" charset="0"/>
                <a:ea typeface="Cambria" panose="02040503050406030204" pitchFamily="18" charset="0"/>
              </a:rPr>
              <a:t>A </a:t>
            </a:r>
            <a:r>
              <a:rPr lang="en-IN" sz="3200" b="1" i="1" dirty="0">
                <a:latin typeface="Cambria" panose="02040503050406030204" pitchFamily="18" charset="0"/>
                <a:ea typeface="Cambria" panose="02040503050406030204" pitchFamily="18" charset="0"/>
              </a:rPr>
              <a:t>circuit </a:t>
            </a:r>
            <a:r>
              <a:rPr lang="en-IN" sz="3200" dirty="0">
                <a:latin typeface="Cambria" panose="02040503050406030204" pitchFamily="18" charset="0"/>
                <a:ea typeface="Cambria" panose="02040503050406030204" pitchFamily="18" charset="0"/>
              </a:rPr>
              <a:t>is a </a:t>
            </a:r>
            <a:r>
              <a:rPr lang="en-IN" sz="3200" dirty="0">
                <a:solidFill>
                  <a:srgbClr val="FF0000"/>
                </a:solidFill>
                <a:latin typeface="Cambria" panose="02040503050406030204" pitchFamily="18" charset="0"/>
                <a:ea typeface="Cambria" panose="02040503050406030204" pitchFamily="18" charset="0"/>
              </a:rPr>
              <a:t>trail </a:t>
            </a:r>
            <a:r>
              <a:rPr lang="en-IN" sz="3200" dirty="0">
                <a:latin typeface="Cambria" panose="02040503050406030204" pitchFamily="18" charset="0"/>
                <a:ea typeface="Cambria" panose="02040503050406030204" pitchFamily="18" charset="0"/>
              </a:rPr>
              <a:t>that begins and ends on the </a:t>
            </a:r>
            <a:r>
              <a:rPr lang="en-IN" sz="3200" dirty="0">
                <a:solidFill>
                  <a:srgbClr val="FF0000"/>
                </a:solidFill>
                <a:latin typeface="Cambria" panose="02040503050406030204" pitchFamily="18" charset="0"/>
                <a:ea typeface="Cambria" panose="02040503050406030204" pitchFamily="18" charset="0"/>
              </a:rPr>
              <a:t>same vertex.</a:t>
            </a:r>
            <a:endParaRPr lang="en-US" sz="3200" dirty="0">
              <a:solidFill>
                <a:srgbClr val="FF0000"/>
              </a:solidFill>
              <a:latin typeface="Cambria" panose="02040503050406030204" pitchFamily="18" charset="0"/>
              <a:ea typeface="Cambria" panose="02040503050406030204" pitchFamily="18" charset="0"/>
            </a:endParaRPr>
          </a:p>
        </p:txBody>
      </p:sp>
      <p:sp>
        <p:nvSpPr>
          <p:cNvPr id="11" name="Date Placeholder 10"/>
          <p:cNvSpPr>
            <a:spLocks noGrp="1"/>
          </p:cNvSpPr>
          <p:nvPr>
            <p:ph type="dt" sz="half" idx="10"/>
          </p:nvPr>
        </p:nvSpPr>
        <p:spPr/>
        <p:txBody>
          <a:bodyPr/>
          <a:lstStyle/>
          <a:p>
            <a:fld id="{F6D7A366-03B3-4E9F-9CAF-FF3581C8F4B0}" type="datetime1">
              <a:rPr lang="en-US" smtClean="0"/>
              <a:pPr/>
              <a:t>8/5/2026</a:t>
            </a:fld>
            <a:endParaRPr lang="en-IN"/>
          </a:p>
        </p:txBody>
      </p:sp>
      <p:sp>
        <p:nvSpPr>
          <p:cNvPr id="4" name="Title 6">
            <a:extLst>
              <a:ext uri="{FF2B5EF4-FFF2-40B4-BE49-F238E27FC236}">
                <a16:creationId xmlns:a16="http://schemas.microsoft.com/office/drawing/2014/main" id="{CCCA8A31-A425-805B-7E82-14BF6F08B0E6}"/>
              </a:ext>
            </a:extLst>
          </p:cNvPr>
          <p:cNvSpPr txBox="1">
            <a:spLocks/>
          </p:cNvSpPr>
          <p:nvPr/>
        </p:nvSpPr>
        <p:spPr>
          <a:xfrm>
            <a:off x="898367" y="376612"/>
            <a:ext cx="13283089" cy="1263304"/>
          </a:xfrm>
          <a:prstGeom prst="rect">
            <a:avLst/>
          </a:prstGeom>
          <a:solidFill>
            <a:schemeClr val="bg1"/>
          </a:solidFill>
        </p:spPr>
        <p:txBody>
          <a:bodyPr vert="horz" lIns="91440" tIns="45720" rIns="91440" bIns="45720" rtlCol="0" anchor="ctr">
            <a:norm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Walk, Trail, Path, Cycle</a:t>
            </a:r>
            <a:endParaRPr lang="en-US" sz="4400" dirty="0">
              <a:solidFill>
                <a:srgbClr val="0000FF"/>
              </a:solidFill>
              <a:latin typeface="Cambria" panose="02040503050406030204" pitchFamily="18" charset="0"/>
              <a:ea typeface="Cambria" panose="02040503050406030204" pitchFamily="18" charset="0"/>
            </a:endParaRPr>
          </a:p>
        </p:txBody>
      </p:sp>
      <p:pic>
        <p:nvPicPr>
          <p:cNvPr id="5" name="Picture 3">
            <a:extLst>
              <a:ext uri="{FF2B5EF4-FFF2-40B4-BE49-F238E27FC236}">
                <a16:creationId xmlns:a16="http://schemas.microsoft.com/office/drawing/2014/main" id="{71171681-20A5-D7EB-CA30-71ADFCE220F6}"/>
              </a:ext>
            </a:extLst>
          </p:cNvPr>
          <p:cNvPicPr>
            <a:picLocks noChangeAspect="1" noChangeArrowheads="1"/>
          </p:cNvPicPr>
          <p:nvPr/>
        </p:nvPicPr>
        <p:blipFill>
          <a:blip r:embed="rId4" cstate="print"/>
          <a:srcRect/>
          <a:stretch>
            <a:fillRect/>
          </a:stretch>
        </p:blipFill>
        <p:spPr bwMode="auto">
          <a:xfrm>
            <a:off x="8321909" y="2070445"/>
            <a:ext cx="5976664" cy="3024336"/>
          </a:xfrm>
          <a:prstGeom prst="rect">
            <a:avLst/>
          </a:prstGeom>
          <a:noFill/>
          <a:ln w="9525">
            <a:noFill/>
            <a:miter lim="800000"/>
            <a:headEnd/>
            <a:tailEnd/>
          </a:ln>
        </p:spPr>
      </p:pic>
      <p:sp>
        <p:nvSpPr>
          <p:cNvPr id="12" name="TextBox 11">
            <a:extLst>
              <a:ext uri="{FF2B5EF4-FFF2-40B4-BE49-F238E27FC236}">
                <a16:creationId xmlns:a16="http://schemas.microsoft.com/office/drawing/2014/main" id="{4C653E79-0A46-588F-60E6-A350327114CC}"/>
              </a:ext>
            </a:extLst>
          </p:cNvPr>
          <p:cNvSpPr txBox="1"/>
          <p:nvPr/>
        </p:nvSpPr>
        <p:spPr>
          <a:xfrm>
            <a:off x="8349130" y="5094781"/>
            <a:ext cx="6409858" cy="2246769"/>
          </a:xfrm>
          <a:prstGeom prst="rect">
            <a:avLst/>
          </a:prstGeom>
          <a:solidFill>
            <a:schemeClr val="bg1"/>
          </a:solidFill>
        </p:spPr>
        <p:txBody>
          <a:bodyPr wrap="square">
            <a:spAutoFit/>
          </a:bodyPr>
          <a:lstStyle/>
          <a:p>
            <a:r>
              <a:rPr lang="pl-PL" sz="2800" dirty="0">
                <a:latin typeface="Cambria" panose="02040503050406030204" pitchFamily="18" charset="0"/>
                <a:ea typeface="Cambria" panose="02040503050406030204" pitchFamily="18" charset="0"/>
              </a:rPr>
              <a:t> </a:t>
            </a:r>
            <a:r>
              <a:rPr lang="pl-PL" sz="2800" i="1" dirty="0">
                <a:latin typeface="Cambria" panose="02040503050406030204" pitchFamily="18" charset="0"/>
                <a:ea typeface="Cambria" panose="02040503050406030204" pitchFamily="18" charset="0"/>
              </a:rPr>
              <a:t>Trail:  </a:t>
            </a:r>
            <a:r>
              <a:rPr lang="pl-PL" sz="2800" dirty="0">
                <a:latin typeface="Cambria" panose="02040503050406030204" pitchFamily="18" charset="0"/>
                <a:ea typeface="Cambria" panose="02040503050406030204" pitchFamily="18" charset="0"/>
              </a:rPr>
              <a:t>v-&gt;w-&gt;x-&gt;y-&gt;z-&gt;z-&gt;x</a:t>
            </a:r>
            <a:endParaRPr lang="en-US" sz="2800" dirty="0">
              <a:latin typeface="Cambria" panose="02040503050406030204" pitchFamily="18" charset="0"/>
              <a:ea typeface="Cambria" panose="02040503050406030204" pitchFamily="18" charset="0"/>
            </a:endParaRPr>
          </a:p>
          <a:p>
            <a:r>
              <a:rPr lang="en-US" sz="2800" dirty="0">
                <a:latin typeface="Cambria" panose="02040503050406030204" pitchFamily="18" charset="0"/>
                <a:ea typeface="Cambria" panose="02040503050406030204" pitchFamily="18" charset="0"/>
              </a:rPr>
              <a:t> Path:  v-&gt;w-&gt;x-&gt;y-&gt;z</a:t>
            </a:r>
          </a:p>
          <a:p>
            <a:r>
              <a:rPr lang="en-US" sz="2800" dirty="0">
                <a:latin typeface="Cambria" panose="02040503050406030204" pitchFamily="18" charset="0"/>
                <a:ea typeface="Cambria" panose="02040503050406030204" pitchFamily="18" charset="0"/>
              </a:rPr>
              <a:t> Closed Trail: v-&gt;w-&gt;x-&gt;y-&gt;z-&gt;x-&gt;v</a:t>
            </a:r>
          </a:p>
          <a:p>
            <a:r>
              <a:rPr lang="en-US" sz="2800" dirty="0">
                <a:latin typeface="Cambria" panose="02040503050406030204" pitchFamily="18" charset="0"/>
                <a:ea typeface="Cambria" panose="02040503050406030204" pitchFamily="18" charset="0"/>
              </a:rPr>
              <a:t> </a:t>
            </a:r>
            <a:r>
              <a:rPr lang="en-US" sz="2800" i="1" dirty="0">
                <a:latin typeface="Cambria" panose="02040503050406030204" pitchFamily="18" charset="0"/>
                <a:ea typeface="Cambria" panose="02040503050406030204" pitchFamily="18" charset="0"/>
              </a:rPr>
              <a:t>Circuit: </a:t>
            </a:r>
            <a:r>
              <a:rPr lang="en-US" sz="2800" dirty="0">
                <a:latin typeface="Cambria" panose="02040503050406030204" pitchFamily="18" charset="0"/>
                <a:ea typeface="Cambria" panose="02040503050406030204" pitchFamily="18" charset="0"/>
              </a:rPr>
              <a:t>v-&gt;w-&gt;x-&gt;y-&gt;v</a:t>
            </a:r>
          </a:p>
          <a:p>
            <a:r>
              <a:rPr lang="en-US" sz="2800" dirty="0">
                <a:latin typeface="Cambria" panose="02040503050406030204" pitchFamily="18" charset="0"/>
                <a:ea typeface="Cambria" panose="02040503050406030204" pitchFamily="18" charset="0"/>
              </a:rPr>
              <a:t> Triangle:  v-&gt;w-&gt;x-&gt;v </a:t>
            </a:r>
            <a:endParaRPr lang="en-IN" sz="2800" dirty="0">
              <a:latin typeface="Cambria" panose="02040503050406030204" pitchFamily="18" charset="0"/>
              <a:ea typeface="Cambria" panose="02040503050406030204" pitchFamily="18" charset="0"/>
            </a:endParaRPr>
          </a:p>
        </p:txBody>
      </p:sp>
      <p:sp>
        <p:nvSpPr>
          <p:cNvPr id="8" name="TextBox 7">
            <a:extLst>
              <a:ext uri="{FF2B5EF4-FFF2-40B4-BE49-F238E27FC236}">
                <a16:creationId xmlns:a16="http://schemas.microsoft.com/office/drawing/2014/main" id="{E3DF218E-CE3A-1CF9-2EE3-34166649DBFC}"/>
              </a:ext>
            </a:extLst>
          </p:cNvPr>
          <p:cNvSpPr txBox="1"/>
          <p:nvPr/>
        </p:nvSpPr>
        <p:spPr>
          <a:xfrm>
            <a:off x="5147246" y="9401982"/>
            <a:ext cx="7635240" cy="646331"/>
          </a:xfrm>
          <a:prstGeom prst="rect">
            <a:avLst/>
          </a:prstGeom>
          <a:solidFill>
            <a:schemeClr val="bg1"/>
          </a:solidFill>
        </p:spPr>
        <p:txBody>
          <a:bodyPr wrap="square">
            <a:spAutoFit/>
          </a:bodyPr>
          <a:lstStyle/>
          <a:p>
            <a:r>
              <a:rPr lang="en-IN" sz="1800" dirty="0">
                <a:solidFill>
                  <a:srgbClr val="FF0000"/>
                </a:solidFill>
              </a:rPr>
              <a:t>https://www.monash.edu/student-academic-success/mathematics/graphs-and-networks/walks,-trails,-paths,-cycles-and-circuits</a:t>
            </a:r>
          </a:p>
        </p:txBody>
      </p:sp>
    </p:spTree>
    <p:extLst>
      <p:ext uri="{BB962C8B-B14F-4D97-AF65-F5344CB8AC3E}">
        <p14:creationId xmlns:p14="http://schemas.microsoft.com/office/powerpoint/2010/main" val="3511049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1000"/>
                                        <p:tgtEl>
                                          <p:spTgt spid="12">
                                            <p:txEl>
                                              <p:pRg st="0" end="0"/>
                                            </p:txEl>
                                          </p:spTgt>
                                        </p:tgtEl>
                                      </p:cBhvr>
                                    </p:animEffect>
                                    <p:anim calcmode="lin" valueType="num">
                                      <p:cBhvr>
                                        <p:cTn id="8"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2">
                                            <p:txEl>
                                              <p:pRg st="1" end="1"/>
                                            </p:txEl>
                                          </p:spTgt>
                                        </p:tgtEl>
                                        <p:attrNameLst>
                                          <p:attrName>style.visibility</p:attrName>
                                        </p:attrNameLst>
                                      </p:cBhvr>
                                      <p:to>
                                        <p:strVal val="visible"/>
                                      </p:to>
                                    </p:set>
                                    <p:animEffect transition="in" filter="barn(inVertical)">
                                      <p:cBhvr>
                                        <p:cTn id="14" dur="500"/>
                                        <p:tgtEl>
                                          <p:spTgt spid="12">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animEffect transition="in" filter="wipe(down)">
                                      <p:cBhvr>
                                        <p:cTn id="19" dur="500"/>
                                        <p:tgtEl>
                                          <p:spTgt spid="12">
                                            <p:txEl>
                                              <p:pRg st="2" end="2"/>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wipe(down)">
                                      <p:cBhvr>
                                        <p:cTn id="22" dur="500"/>
                                        <p:tgtEl>
                                          <p:spTgt spid="12">
                                            <p:txEl>
                                              <p:pRg st="3" end="3"/>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12">
                                            <p:txEl>
                                              <p:pRg st="4" end="4"/>
                                            </p:txEl>
                                          </p:spTgt>
                                        </p:tgtEl>
                                        <p:attrNameLst>
                                          <p:attrName>style.visibility</p:attrName>
                                        </p:attrNameLst>
                                      </p:cBhvr>
                                      <p:to>
                                        <p:strVal val="visible"/>
                                      </p:to>
                                    </p:set>
                                    <p:animEffect transition="in" filter="wipe(down)">
                                      <p:cBhvr>
                                        <p:cTn id="25" dur="50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71E1503B-6615-B2AB-52C3-D115D8481BA8}"/>
              </a:ext>
            </a:extLst>
          </p:cNvPr>
          <p:cNvPicPr>
            <a:picLocks noChangeAspect="1"/>
          </p:cNvPicPr>
          <p:nvPr/>
        </p:nvPicPr>
        <p:blipFill rotWithShape="1">
          <a:blip r:embed="rId2">
            <a:alphaModFix amt="60000"/>
          </a:blip>
          <a:srcRect r="-1" b="3428"/>
          <a:stretch/>
        </p:blipFill>
        <p:spPr>
          <a:xfrm>
            <a:off x="1042790" y="620945"/>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3" name="Content Placeholder 2"/>
          <p:cNvSpPr>
            <a:spLocks noGrp="1"/>
          </p:cNvSpPr>
          <p:nvPr>
            <p:ph idx="1"/>
          </p:nvPr>
        </p:nvSpPr>
        <p:spPr>
          <a:xfrm>
            <a:off x="1308880" y="2184956"/>
            <a:ext cx="12557295" cy="6183138"/>
          </a:xfrm>
          <a:solidFill>
            <a:schemeClr val="bg1"/>
          </a:solidFill>
        </p:spPr>
        <p:txBody>
          <a:bodyPr>
            <a:normAutofit/>
          </a:bodyPr>
          <a:lstStyle/>
          <a:p>
            <a:r>
              <a:rPr lang="en-US" sz="4000" dirty="0">
                <a:latin typeface="Cambria" panose="02040503050406030204" pitchFamily="18" charset="0"/>
                <a:ea typeface="Cambria" panose="02040503050406030204" pitchFamily="18" charset="0"/>
              </a:rPr>
              <a:t>A connected graph is </a:t>
            </a:r>
            <a:r>
              <a:rPr lang="en-US" sz="4000" b="1" i="1" dirty="0">
                <a:solidFill>
                  <a:srgbClr val="FF0000"/>
                </a:solidFill>
                <a:latin typeface="Cambria" panose="02040503050406030204" pitchFamily="18" charset="0"/>
                <a:ea typeface="Cambria" panose="02040503050406030204" pitchFamily="18" charset="0"/>
              </a:rPr>
              <a:t>Eulerian circuit</a:t>
            </a:r>
            <a:r>
              <a:rPr lang="en-US" sz="4000" dirty="0">
                <a:latin typeface="Cambria" panose="02040503050406030204" pitchFamily="18" charset="0"/>
                <a:ea typeface="Cambria" panose="02040503050406030204" pitchFamily="18" charset="0"/>
              </a:rPr>
              <a:t> if there exists a </a:t>
            </a:r>
            <a:r>
              <a:rPr lang="en-US" sz="4000" i="1" dirty="0">
                <a:latin typeface="Cambria" panose="02040503050406030204" pitchFamily="18" charset="0"/>
                <a:ea typeface="Cambria" panose="02040503050406030204" pitchFamily="18" charset="0"/>
              </a:rPr>
              <a:t>circuit </a:t>
            </a:r>
            <a:r>
              <a:rPr lang="en-US" sz="4000" dirty="0">
                <a:latin typeface="Cambria" panose="02040503050406030204" pitchFamily="18" charset="0"/>
                <a:ea typeface="Cambria" panose="02040503050406030204" pitchFamily="18" charset="0"/>
              </a:rPr>
              <a:t>using every edge exactly once. </a:t>
            </a:r>
          </a:p>
          <a:p>
            <a:r>
              <a:rPr lang="en-US" sz="4000" dirty="0">
                <a:latin typeface="Cambria" panose="02040503050406030204" pitchFamily="18" charset="0"/>
                <a:ea typeface="Cambria" panose="02040503050406030204" pitchFamily="18" charset="0"/>
              </a:rPr>
              <a:t>It is </a:t>
            </a:r>
            <a:r>
              <a:rPr lang="en-US" sz="4000" b="1" i="1" dirty="0">
                <a:solidFill>
                  <a:srgbClr val="FF0000"/>
                </a:solidFill>
                <a:latin typeface="Cambria" panose="02040503050406030204" pitchFamily="18" charset="0"/>
                <a:ea typeface="Cambria" panose="02040503050406030204" pitchFamily="18" charset="0"/>
              </a:rPr>
              <a:t>Hamiltonian circuit</a:t>
            </a:r>
            <a:r>
              <a:rPr lang="en-US" sz="4000" dirty="0">
                <a:latin typeface="Cambria" panose="02040503050406030204" pitchFamily="18" charset="0"/>
                <a:ea typeface="Cambria" panose="02040503050406030204" pitchFamily="18" charset="0"/>
              </a:rPr>
              <a:t> if there exists a </a:t>
            </a:r>
            <a:r>
              <a:rPr lang="en-US" sz="4000" i="1" dirty="0">
                <a:latin typeface="Cambria" panose="02040503050406030204" pitchFamily="18" charset="0"/>
                <a:ea typeface="Cambria" panose="02040503050406030204" pitchFamily="18" charset="0"/>
              </a:rPr>
              <a:t>circuit</a:t>
            </a:r>
            <a:r>
              <a:rPr lang="en-US" sz="4000" dirty="0">
                <a:latin typeface="Cambria" panose="02040503050406030204" pitchFamily="18" charset="0"/>
                <a:ea typeface="Cambria" panose="02040503050406030204" pitchFamily="18" charset="0"/>
              </a:rPr>
              <a:t> including every vertex exactly once.</a:t>
            </a:r>
          </a:p>
          <a:p>
            <a:endParaRPr lang="en-US" sz="4400" dirty="0">
              <a:latin typeface="Cambria" panose="02040503050406030204" pitchFamily="18" charset="0"/>
              <a:ea typeface="Cambria" panose="02040503050406030204" pitchFamily="18" charset="0"/>
            </a:endParaRPr>
          </a:p>
        </p:txBody>
      </p:sp>
      <p:sp>
        <p:nvSpPr>
          <p:cNvPr id="4" name="Rectangle 3"/>
          <p:cNvSpPr/>
          <p:nvPr/>
        </p:nvSpPr>
        <p:spPr>
          <a:xfrm>
            <a:off x="1042790" y="599713"/>
            <a:ext cx="13716198" cy="769441"/>
          </a:xfrm>
          <a:prstGeom prst="rect">
            <a:avLst/>
          </a:prstGeom>
          <a:solidFill>
            <a:schemeClr val="bg1"/>
          </a:solidFill>
        </p:spPr>
        <p:txBody>
          <a:bodyPr wrap="square">
            <a:spAutoFit/>
          </a:bodyPr>
          <a:lstStyle/>
          <a:p>
            <a:pPr algn="ctr"/>
            <a:r>
              <a:rPr lang="en-US" sz="4400" b="1" dirty="0" err="1">
                <a:solidFill>
                  <a:srgbClr val="0000FF"/>
                </a:solidFill>
                <a:latin typeface="Cambria" panose="02040503050406030204" pitchFamily="18" charset="0"/>
                <a:ea typeface="Cambria" panose="02040503050406030204" pitchFamily="18" charset="0"/>
              </a:rPr>
              <a:t>Eulerian</a:t>
            </a:r>
            <a:r>
              <a:rPr lang="en-US" sz="4400" b="1" dirty="0">
                <a:solidFill>
                  <a:srgbClr val="0000FF"/>
                </a:solidFill>
                <a:latin typeface="Cambria" panose="02040503050406030204" pitchFamily="18" charset="0"/>
                <a:ea typeface="Cambria" panose="02040503050406030204" pitchFamily="18" charset="0"/>
              </a:rPr>
              <a:t> and Hamiltonian Graph</a:t>
            </a:r>
            <a:endParaRPr lang="en-US" sz="4400" dirty="0">
              <a:solidFill>
                <a:srgbClr val="0000FF"/>
              </a:solidFill>
              <a:latin typeface="Cambria" panose="02040503050406030204" pitchFamily="18" charset="0"/>
              <a:ea typeface="Cambria" panose="02040503050406030204" pitchFamily="18" charset="0"/>
            </a:endParaRPr>
          </a:p>
        </p:txBody>
      </p:sp>
      <p:sp>
        <p:nvSpPr>
          <p:cNvPr id="5" name="Date Placeholder 4"/>
          <p:cNvSpPr>
            <a:spLocks noGrp="1"/>
          </p:cNvSpPr>
          <p:nvPr>
            <p:ph type="dt" sz="half" idx="10"/>
          </p:nvPr>
        </p:nvSpPr>
        <p:spPr/>
        <p:txBody>
          <a:bodyPr/>
          <a:lstStyle/>
          <a:p>
            <a:fld id="{DFB2B263-3B5E-421C-855E-D6AB9414CC32}" type="datetime1">
              <a:rPr lang="en-US" smtClean="0"/>
              <a:pPr/>
              <a:t>8/5/2026</a:t>
            </a:fld>
            <a:endParaRPr lang="en-IN"/>
          </a:p>
        </p:txBody>
      </p:sp>
    </p:spTree>
    <p:extLst>
      <p:ext uri="{BB962C8B-B14F-4D97-AF65-F5344CB8AC3E}">
        <p14:creationId xmlns:p14="http://schemas.microsoft.com/office/powerpoint/2010/main" val="7103127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71E1503B-6615-B2AB-52C3-D115D8481BA8}"/>
              </a:ext>
            </a:extLst>
          </p:cNvPr>
          <p:cNvPicPr>
            <a:picLocks noChangeAspect="1"/>
          </p:cNvPicPr>
          <p:nvPr/>
        </p:nvPicPr>
        <p:blipFill rotWithShape="1">
          <a:blip r:embed="rId2">
            <a:alphaModFix amt="60000"/>
          </a:blip>
          <a:srcRect r="-1" b="3428"/>
          <a:stretch/>
        </p:blipFill>
        <p:spPr>
          <a:xfrm>
            <a:off x="1042790" y="620945"/>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3" name="Content Placeholder 2"/>
          <p:cNvSpPr>
            <a:spLocks noGrp="1"/>
          </p:cNvSpPr>
          <p:nvPr>
            <p:ph idx="1"/>
          </p:nvPr>
        </p:nvSpPr>
        <p:spPr>
          <a:xfrm>
            <a:off x="1308880" y="2184956"/>
            <a:ext cx="12557295" cy="6183138"/>
          </a:xfrm>
          <a:solidFill>
            <a:schemeClr val="bg1"/>
          </a:solidFill>
        </p:spPr>
        <p:txBody>
          <a:bodyPr>
            <a:normAutofit/>
          </a:bodyPr>
          <a:lstStyle/>
          <a:p>
            <a:r>
              <a:rPr lang="en-US" sz="4000" dirty="0">
                <a:latin typeface="Cambria" panose="02040503050406030204" pitchFamily="18" charset="0"/>
                <a:ea typeface="Cambria" panose="02040503050406030204" pitchFamily="18" charset="0"/>
              </a:rPr>
              <a:t>A connected graph is </a:t>
            </a:r>
            <a:r>
              <a:rPr lang="en-US" sz="4000" b="1" i="1" dirty="0">
                <a:solidFill>
                  <a:srgbClr val="FF0000"/>
                </a:solidFill>
                <a:latin typeface="Cambria" panose="02040503050406030204" pitchFamily="18" charset="0"/>
                <a:ea typeface="Cambria" panose="02040503050406030204" pitchFamily="18" charset="0"/>
              </a:rPr>
              <a:t>Eulerian circuit</a:t>
            </a:r>
            <a:r>
              <a:rPr lang="en-US" sz="4000" dirty="0">
                <a:latin typeface="Cambria" panose="02040503050406030204" pitchFamily="18" charset="0"/>
                <a:ea typeface="Cambria" panose="02040503050406030204" pitchFamily="18" charset="0"/>
              </a:rPr>
              <a:t> if there exists a </a:t>
            </a:r>
            <a:r>
              <a:rPr lang="en-US" sz="4000" i="1" dirty="0">
                <a:latin typeface="Cambria" panose="02040503050406030204" pitchFamily="18" charset="0"/>
                <a:ea typeface="Cambria" panose="02040503050406030204" pitchFamily="18" charset="0"/>
              </a:rPr>
              <a:t>circuit </a:t>
            </a:r>
            <a:r>
              <a:rPr lang="en-US" sz="4000" dirty="0">
                <a:latin typeface="Cambria" panose="02040503050406030204" pitchFamily="18" charset="0"/>
                <a:ea typeface="Cambria" panose="02040503050406030204" pitchFamily="18" charset="0"/>
              </a:rPr>
              <a:t>using every edge exactly once. </a:t>
            </a:r>
          </a:p>
          <a:p>
            <a:r>
              <a:rPr lang="en-US" sz="4000" dirty="0">
                <a:latin typeface="Cambria" panose="02040503050406030204" pitchFamily="18" charset="0"/>
                <a:ea typeface="Cambria" panose="02040503050406030204" pitchFamily="18" charset="0"/>
              </a:rPr>
              <a:t>It is </a:t>
            </a:r>
            <a:r>
              <a:rPr lang="en-US" sz="4000" b="1" i="1" dirty="0">
                <a:solidFill>
                  <a:srgbClr val="FF0000"/>
                </a:solidFill>
                <a:latin typeface="Cambria" panose="02040503050406030204" pitchFamily="18" charset="0"/>
                <a:ea typeface="Cambria" panose="02040503050406030204" pitchFamily="18" charset="0"/>
              </a:rPr>
              <a:t>Hamiltonian circuit</a:t>
            </a:r>
            <a:r>
              <a:rPr lang="en-US" sz="4000" dirty="0">
                <a:latin typeface="Cambria" panose="02040503050406030204" pitchFamily="18" charset="0"/>
                <a:ea typeface="Cambria" panose="02040503050406030204" pitchFamily="18" charset="0"/>
              </a:rPr>
              <a:t> if there exists a </a:t>
            </a:r>
            <a:r>
              <a:rPr lang="en-US" sz="4000" i="1" dirty="0">
                <a:latin typeface="Cambria" panose="02040503050406030204" pitchFamily="18" charset="0"/>
                <a:ea typeface="Cambria" panose="02040503050406030204" pitchFamily="18" charset="0"/>
              </a:rPr>
              <a:t>circuit</a:t>
            </a:r>
            <a:r>
              <a:rPr lang="en-US" sz="4000" dirty="0">
                <a:latin typeface="Cambria" panose="02040503050406030204" pitchFamily="18" charset="0"/>
                <a:ea typeface="Cambria" panose="02040503050406030204" pitchFamily="18" charset="0"/>
              </a:rPr>
              <a:t> including every vertex exactly once.</a:t>
            </a:r>
          </a:p>
          <a:p>
            <a:endParaRPr lang="en-US" sz="4000" dirty="0">
              <a:latin typeface="Cambria" panose="02040503050406030204" pitchFamily="18" charset="0"/>
              <a:ea typeface="Cambria" panose="02040503050406030204" pitchFamily="18" charset="0"/>
            </a:endParaRPr>
          </a:p>
          <a:p>
            <a:r>
              <a:rPr lang="en-US" sz="4000" dirty="0">
                <a:latin typeface="Cambria" panose="02040503050406030204" pitchFamily="18" charset="0"/>
                <a:ea typeface="Cambria" panose="02040503050406030204" pitchFamily="18" charset="0"/>
              </a:rPr>
              <a:t>A graph is said to be </a:t>
            </a:r>
            <a:r>
              <a:rPr lang="en-US" sz="4000" i="1" dirty="0">
                <a:solidFill>
                  <a:srgbClr val="FF0000"/>
                </a:solidFill>
                <a:latin typeface="Cambria" panose="02040503050406030204" pitchFamily="18" charset="0"/>
                <a:ea typeface="Cambria" panose="02040503050406030204" pitchFamily="18" charset="0"/>
              </a:rPr>
              <a:t>Eulerian</a:t>
            </a:r>
            <a:r>
              <a:rPr lang="en-US" sz="4000" dirty="0">
                <a:latin typeface="Cambria" panose="02040503050406030204" pitchFamily="18" charset="0"/>
                <a:ea typeface="Cambria" panose="02040503050406030204" pitchFamily="18" charset="0"/>
              </a:rPr>
              <a:t> if it contains at least one Eulerian circuit, or semi-Eulerian if it contains at least one Eulerian trail.</a:t>
            </a:r>
          </a:p>
          <a:p>
            <a:endParaRPr lang="en-US" sz="4000" dirty="0">
              <a:latin typeface="Cambria" panose="02040503050406030204" pitchFamily="18" charset="0"/>
              <a:ea typeface="Cambria" panose="02040503050406030204" pitchFamily="18" charset="0"/>
            </a:endParaRPr>
          </a:p>
        </p:txBody>
      </p:sp>
      <p:sp>
        <p:nvSpPr>
          <p:cNvPr id="4" name="Rectangle 3"/>
          <p:cNvSpPr/>
          <p:nvPr/>
        </p:nvSpPr>
        <p:spPr>
          <a:xfrm>
            <a:off x="1042790" y="599713"/>
            <a:ext cx="13716198" cy="769441"/>
          </a:xfrm>
          <a:prstGeom prst="rect">
            <a:avLst/>
          </a:prstGeom>
          <a:solidFill>
            <a:schemeClr val="bg1"/>
          </a:solidFill>
        </p:spPr>
        <p:txBody>
          <a:bodyPr wrap="square">
            <a:spAutoFit/>
          </a:bodyPr>
          <a:lstStyle/>
          <a:p>
            <a:pPr algn="ctr"/>
            <a:r>
              <a:rPr lang="en-US" sz="4400" b="1" dirty="0" err="1">
                <a:solidFill>
                  <a:srgbClr val="0000FF"/>
                </a:solidFill>
                <a:latin typeface="Cambria" panose="02040503050406030204" pitchFamily="18" charset="0"/>
                <a:ea typeface="Cambria" panose="02040503050406030204" pitchFamily="18" charset="0"/>
              </a:rPr>
              <a:t>Eulerian</a:t>
            </a:r>
            <a:r>
              <a:rPr lang="en-US" sz="4400" b="1" dirty="0">
                <a:solidFill>
                  <a:srgbClr val="0000FF"/>
                </a:solidFill>
                <a:latin typeface="Cambria" panose="02040503050406030204" pitchFamily="18" charset="0"/>
                <a:ea typeface="Cambria" panose="02040503050406030204" pitchFamily="18" charset="0"/>
              </a:rPr>
              <a:t> and Hamiltonian Graph</a:t>
            </a:r>
            <a:endParaRPr lang="en-US" sz="4400" dirty="0">
              <a:solidFill>
                <a:srgbClr val="0000FF"/>
              </a:solidFill>
              <a:latin typeface="Cambria" panose="02040503050406030204" pitchFamily="18" charset="0"/>
              <a:ea typeface="Cambria" panose="02040503050406030204" pitchFamily="18" charset="0"/>
            </a:endParaRPr>
          </a:p>
        </p:txBody>
      </p:sp>
      <p:sp>
        <p:nvSpPr>
          <p:cNvPr id="5" name="Date Placeholder 4"/>
          <p:cNvSpPr>
            <a:spLocks noGrp="1"/>
          </p:cNvSpPr>
          <p:nvPr>
            <p:ph type="dt" sz="half" idx="10"/>
          </p:nvPr>
        </p:nvSpPr>
        <p:spPr/>
        <p:txBody>
          <a:bodyPr/>
          <a:lstStyle/>
          <a:p>
            <a:fld id="{DFB2B263-3B5E-421C-855E-D6AB9414CC32}" type="datetime1">
              <a:rPr lang="en-US" smtClean="0"/>
              <a:pPr/>
              <a:t>8/5/2026</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71E1503B-6615-B2AB-52C3-D115D8481BA8}"/>
              </a:ext>
            </a:extLst>
          </p:cNvPr>
          <p:cNvPicPr>
            <a:picLocks noChangeAspect="1"/>
          </p:cNvPicPr>
          <p:nvPr/>
        </p:nvPicPr>
        <p:blipFill rotWithShape="1">
          <a:blip r:embed="rId2">
            <a:alphaModFix amt="60000"/>
            <a:lum bright="70000" contrast="-70000"/>
            <a:extLst>
              <a:ext uri="{BEBA8EAE-BF5A-486C-A8C5-ECC9F3942E4B}">
                <a14:imgProps xmlns:a14="http://schemas.microsoft.com/office/drawing/2010/main">
                  <a14:imgLayer r:embed="rId3">
                    <a14:imgEffect>
                      <a14:saturation sat="0"/>
                    </a14:imgEffect>
                  </a14:imgLayer>
                </a14:imgProps>
              </a:ext>
            </a:extLst>
          </a:blip>
          <a:srcRect r="-1" b="3428"/>
          <a:stretch/>
        </p:blipFill>
        <p:spPr>
          <a:xfrm>
            <a:off x="1065263" y="482906"/>
            <a:ext cx="13038362" cy="8710425"/>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
        <p:nvSpPr>
          <p:cNvPr id="5" name="Date Placeholder 4"/>
          <p:cNvSpPr>
            <a:spLocks noGrp="1"/>
          </p:cNvSpPr>
          <p:nvPr>
            <p:ph type="dt" sz="half" idx="10"/>
          </p:nvPr>
        </p:nvSpPr>
        <p:spPr/>
        <p:txBody>
          <a:bodyPr/>
          <a:lstStyle/>
          <a:p>
            <a:fld id="{DFB2B263-3B5E-421C-855E-D6AB9414CC32}" type="datetime1">
              <a:rPr lang="en-US" smtClean="0"/>
              <a:pPr/>
              <a:t>8/5/2026</a:t>
            </a:fld>
            <a:endParaRPr lang="en-IN"/>
          </a:p>
        </p:txBody>
      </p:sp>
      <p:grpSp>
        <p:nvGrpSpPr>
          <p:cNvPr id="8" name="Group 7">
            <a:extLst>
              <a:ext uri="{FF2B5EF4-FFF2-40B4-BE49-F238E27FC236}">
                <a16:creationId xmlns:a16="http://schemas.microsoft.com/office/drawing/2014/main" id="{F0DAABB3-9089-6F1E-1A53-3953CAC52752}"/>
              </a:ext>
            </a:extLst>
          </p:cNvPr>
          <p:cNvGrpSpPr/>
          <p:nvPr/>
        </p:nvGrpSpPr>
        <p:grpSpPr>
          <a:xfrm>
            <a:off x="331174" y="3105255"/>
            <a:ext cx="4309624" cy="4315687"/>
            <a:chOff x="73152" y="7418697"/>
            <a:chExt cx="2670048" cy="2673804"/>
          </a:xfrm>
        </p:grpSpPr>
        <p:grpSp>
          <p:nvGrpSpPr>
            <p:cNvPr id="9" name="Group 415">
              <a:extLst>
                <a:ext uri="{FF2B5EF4-FFF2-40B4-BE49-F238E27FC236}">
                  <a16:creationId xmlns:a16="http://schemas.microsoft.com/office/drawing/2014/main" id="{BE269DA2-3FC3-1FBE-92AE-17B322A60437}"/>
                </a:ext>
              </a:extLst>
            </p:cNvPr>
            <p:cNvGrpSpPr/>
            <p:nvPr/>
          </p:nvGrpSpPr>
          <p:grpSpPr>
            <a:xfrm>
              <a:off x="73152" y="7418697"/>
              <a:ext cx="2670048" cy="2673804"/>
              <a:chOff x="73152" y="69396"/>
              <a:chExt cx="2670048" cy="2673804"/>
            </a:xfrm>
          </p:grpSpPr>
          <p:cxnSp>
            <p:nvCxnSpPr>
              <p:cNvPr id="12" name="Straight Connector 11">
                <a:extLst>
                  <a:ext uri="{FF2B5EF4-FFF2-40B4-BE49-F238E27FC236}">
                    <a16:creationId xmlns:a16="http://schemas.microsoft.com/office/drawing/2014/main" id="{0C2045BF-59C8-9DE4-1B42-20278BE1C7BF}"/>
                  </a:ext>
                </a:extLst>
              </p:cNvPr>
              <p:cNvCxnSpPr>
                <a:stCxn id="15" idx="2"/>
                <a:endCxn id="14" idx="6"/>
              </p:cNvCxnSpPr>
              <p:nvPr/>
            </p:nvCxnSpPr>
            <p:spPr>
              <a:xfrm flipH="1">
                <a:off x="1371600" y="1143000"/>
                <a:ext cx="914400" cy="0"/>
              </a:xfrm>
              <a:prstGeom prst="line">
                <a:avLst/>
              </a:prstGeom>
              <a:ln w="50800">
                <a:solidFill>
                  <a:schemeClr val="tx1"/>
                </a:solidFill>
                <a:headEnd type="none"/>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A0022C7-DDDF-74DB-B409-AC67C5281101}"/>
                  </a:ext>
                </a:extLst>
              </p:cNvPr>
              <p:cNvCxnSpPr>
                <a:stCxn id="14" idx="4"/>
                <a:endCxn id="17" idx="0"/>
              </p:cNvCxnSpPr>
              <p:nvPr/>
            </p:nvCxnSpPr>
            <p:spPr>
              <a:xfrm>
                <a:off x="1143000" y="1371600"/>
                <a:ext cx="0" cy="914400"/>
              </a:xfrm>
              <a:prstGeom prst="line">
                <a:avLst/>
              </a:prstGeom>
              <a:ln w="50800">
                <a:solidFill>
                  <a:schemeClr val="tx1"/>
                </a:solidFill>
                <a:headEnd type="none"/>
              </a:ln>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57C5794C-DD6B-8BD4-5F62-9761EF501346}"/>
                  </a:ext>
                </a:extLst>
              </p:cNvPr>
              <p:cNvSpPr>
                <a:spLocks noChangeAspect="1"/>
              </p:cNvSpPr>
              <p:nvPr/>
            </p:nvSpPr>
            <p:spPr>
              <a:xfrm>
                <a:off x="914400" y="914400"/>
                <a:ext cx="457200" cy="457200"/>
              </a:xfrm>
              <a:prstGeom prst="ellipse">
                <a:avLst/>
              </a:prstGeom>
              <a:solidFill>
                <a:srgbClr val="FF0000"/>
              </a:solidFill>
              <a:ln w="50800">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normAutofit fontScale="92500" lnSpcReduction="10000"/>
              </a:bodyPr>
              <a:lstStyle/>
              <a:p>
                <a:pPr algn="ctr"/>
                <a:r>
                  <a:rPr lang="en-US" sz="3874" b="1" dirty="0">
                    <a:solidFill>
                      <a:schemeClr val="tx1"/>
                    </a:solidFill>
                  </a:rPr>
                  <a:t>2</a:t>
                </a:r>
              </a:p>
            </p:txBody>
          </p:sp>
          <p:sp>
            <p:nvSpPr>
              <p:cNvPr id="15" name="Oval 14">
                <a:extLst>
                  <a:ext uri="{FF2B5EF4-FFF2-40B4-BE49-F238E27FC236}">
                    <a16:creationId xmlns:a16="http://schemas.microsoft.com/office/drawing/2014/main" id="{50B0F139-A0B5-67F3-D74D-8926B4C5D47D}"/>
                  </a:ext>
                </a:extLst>
              </p:cNvPr>
              <p:cNvSpPr>
                <a:spLocks noChangeAspect="1"/>
              </p:cNvSpPr>
              <p:nvPr/>
            </p:nvSpPr>
            <p:spPr>
              <a:xfrm>
                <a:off x="2286000" y="914400"/>
                <a:ext cx="457200" cy="457200"/>
              </a:xfrm>
              <a:prstGeom prst="ellipse">
                <a:avLst/>
              </a:prstGeom>
              <a:solidFill>
                <a:srgbClr val="FF0000"/>
              </a:solidFill>
              <a:ln w="50800">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normAutofit fontScale="92500" lnSpcReduction="10000"/>
              </a:bodyPr>
              <a:lstStyle/>
              <a:p>
                <a:pPr algn="ctr"/>
                <a:r>
                  <a:rPr lang="en-US" sz="3874" b="1" dirty="0">
                    <a:solidFill>
                      <a:schemeClr val="tx1"/>
                    </a:solidFill>
                  </a:rPr>
                  <a:t>5</a:t>
                </a:r>
              </a:p>
            </p:txBody>
          </p:sp>
          <p:sp>
            <p:nvSpPr>
              <p:cNvPr id="16" name="Oval 15">
                <a:extLst>
                  <a:ext uri="{FF2B5EF4-FFF2-40B4-BE49-F238E27FC236}">
                    <a16:creationId xmlns:a16="http://schemas.microsoft.com/office/drawing/2014/main" id="{CAA2E0FA-EC03-0195-D300-92E5103928A4}"/>
                  </a:ext>
                </a:extLst>
              </p:cNvPr>
              <p:cNvSpPr>
                <a:spLocks noChangeAspect="1"/>
              </p:cNvSpPr>
              <p:nvPr/>
            </p:nvSpPr>
            <p:spPr>
              <a:xfrm>
                <a:off x="2286000" y="2286000"/>
                <a:ext cx="457200" cy="457200"/>
              </a:xfrm>
              <a:prstGeom prst="ellipse">
                <a:avLst/>
              </a:prstGeom>
              <a:solidFill>
                <a:srgbClr val="FF0000"/>
              </a:solidFill>
              <a:ln w="50800">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normAutofit fontScale="92500" lnSpcReduction="10000"/>
              </a:bodyPr>
              <a:lstStyle/>
              <a:p>
                <a:pPr algn="ctr"/>
                <a:r>
                  <a:rPr lang="en-US" sz="3874" b="1" dirty="0">
                    <a:solidFill>
                      <a:schemeClr val="tx1"/>
                    </a:solidFill>
                  </a:rPr>
                  <a:t>4</a:t>
                </a:r>
              </a:p>
            </p:txBody>
          </p:sp>
          <p:sp>
            <p:nvSpPr>
              <p:cNvPr id="17" name="Oval 16">
                <a:extLst>
                  <a:ext uri="{FF2B5EF4-FFF2-40B4-BE49-F238E27FC236}">
                    <a16:creationId xmlns:a16="http://schemas.microsoft.com/office/drawing/2014/main" id="{A1488194-1515-EC13-2C96-4D17DD12DEB5}"/>
                  </a:ext>
                </a:extLst>
              </p:cNvPr>
              <p:cNvSpPr>
                <a:spLocks noChangeAspect="1"/>
              </p:cNvSpPr>
              <p:nvPr/>
            </p:nvSpPr>
            <p:spPr>
              <a:xfrm>
                <a:off x="914400" y="2286000"/>
                <a:ext cx="457200" cy="457200"/>
              </a:xfrm>
              <a:prstGeom prst="ellipse">
                <a:avLst/>
              </a:prstGeom>
              <a:solidFill>
                <a:srgbClr val="FF0000"/>
              </a:solidFill>
              <a:ln w="50800">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normAutofit fontScale="92500" lnSpcReduction="10000"/>
              </a:bodyPr>
              <a:lstStyle/>
              <a:p>
                <a:pPr algn="ctr"/>
                <a:r>
                  <a:rPr lang="en-US" sz="3874" b="1" dirty="0">
                    <a:solidFill>
                      <a:schemeClr val="tx1"/>
                    </a:solidFill>
                  </a:rPr>
                  <a:t>3</a:t>
                </a:r>
              </a:p>
            </p:txBody>
          </p:sp>
          <p:cxnSp>
            <p:nvCxnSpPr>
              <p:cNvPr id="18" name="Straight Connector 17">
                <a:extLst>
                  <a:ext uri="{FF2B5EF4-FFF2-40B4-BE49-F238E27FC236}">
                    <a16:creationId xmlns:a16="http://schemas.microsoft.com/office/drawing/2014/main" id="{1475FE84-628C-E24A-BBE0-98FD16D28555}"/>
                  </a:ext>
                </a:extLst>
              </p:cNvPr>
              <p:cNvCxnSpPr>
                <a:stCxn id="17" idx="6"/>
                <a:endCxn id="16" idx="2"/>
              </p:cNvCxnSpPr>
              <p:nvPr/>
            </p:nvCxnSpPr>
            <p:spPr>
              <a:xfrm>
                <a:off x="1371600" y="2514600"/>
                <a:ext cx="914400" cy="0"/>
              </a:xfrm>
              <a:prstGeom prst="line">
                <a:avLst/>
              </a:prstGeom>
              <a:ln w="50800">
                <a:solidFill>
                  <a:schemeClr val="tx1"/>
                </a:solidFill>
                <a:headEnd type="none"/>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C085B2D4-CCF5-E0CE-6EAD-3A84C825AC5E}"/>
                  </a:ext>
                </a:extLst>
              </p:cNvPr>
              <p:cNvCxnSpPr>
                <a:stCxn id="16" idx="0"/>
                <a:endCxn id="15" idx="4"/>
              </p:cNvCxnSpPr>
              <p:nvPr/>
            </p:nvCxnSpPr>
            <p:spPr>
              <a:xfrm flipV="1">
                <a:off x="2514600" y="1371600"/>
                <a:ext cx="0" cy="914400"/>
              </a:xfrm>
              <a:prstGeom prst="line">
                <a:avLst/>
              </a:prstGeom>
              <a:ln w="50800">
                <a:solidFill>
                  <a:schemeClr val="tx1"/>
                </a:solidFill>
                <a:headEnd type="none"/>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693858C-9A9C-215A-9C69-869B88F8C543}"/>
                  </a:ext>
                </a:extLst>
              </p:cNvPr>
              <p:cNvSpPr>
                <a:spLocks noChangeAspect="1"/>
              </p:cNvSpPr>
              <p:nvPr/>
            </p:nvSpPr>
            <p:spPr>
              <a:xfrm>
                <a:off x="73152" y="69396"/>
                <a:ext cx="457200" cy="457200"/>
              </a:xfrm>
              <a:prstGeom prst="ellipse">
                <a:avLst/>
              </a:prstGeom>
              <a:solidFill>
                <a:srgbClr val="FF0000"/>
              </a:solidFill>
              <a:ln w="50800">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normAutofit fontScale="92500" lnSpcReduction="10000"/>
              </a:bodyPr>
              <a:lstStyle/>
              <a:p>
                <a:pPr algn="ctr"/>
                <a:r>
                  <a:rPr lang="en-US" sz="3874" b="1" dirty="0">
                    <a:solidFill>
                      <a:schemeClr val="tx1"/>
                    </a:solidFill>
                  </a:rPr>
                  <a:t>1</a:t>
                </a:r>
              </a:p>
            </p:txBody>
          </p:sp>
          <p:cxnSp>
            <p:nvCxnSpPr>
              <p:cNvPr id="21" name="Straight Connector 20">
                <a:extLst>
                  <a:ext uri="{FF2B5EF4-FFF2-40B4-BE49-F238E27FC236}">
                    <a16:creationId xmlns:a16="http://schemas.microsoft.com/office/drawing/2014/main" id="{74101670-D7FC-CE6B-35FC-0CD147535667}"/>
                  </a:ext>
                </a:extLst>
              </p:cNvPr>
              <p:cNvCxnSpPr>
                <a:stCxn id="20" idx="5"/>
                <a:endCxn id="14" idx="1"/>
              </p:cNvCxnSpPr>
              <p:nvPr/>
            </p:nvCxnSpPr>
            <p:spPr>
              <a:xfrm>
                <a:off x="463397" y="459641"/>
                <a:ext cx="517958" cy="521714"/>
              </a:xfrm>
              <a:prstGeom prst="line">
                <a:avLst/>
              </a:prstGeom>
              <a:ln w="508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0" name="Freeform 5">
              <a:extLst>
                <a:ext uri="{FF2B5EF4-FFF2-40B4-BE49-F238E27FC236}">
                  <a16:creationId xmlns:a16="http://schemas.microsoft.com/office/drawing/2014/main" id="{772BAA8A-61FB-90E5-5738-3E98301E6A4E}"/>
                </a:ext>
              </a:extLst>
            </p:cNvPr>
            <p:cNvSpPr/>
            <p:nvPr/>
          </p:nvSpPr>
          <p:spPr>
            <a:xfrm>
              <a:off x="384086" y="7505986"/>
              <a:ext cx="2000968" cy="2224024"/>
            </a:xfrm>
            <a:custGeom>
              <a:avLst/>
              <a:gdLst>
                <a:gd name="connsiteX0" fmla="*/ 0 w 2304520"/>
                <a:gd name="connsiteY0" fmla="*/ 0 h 2217830"/>
                <a:gd name="connsiteX1" fmla="*/ 799148 w 2304520"/>
                <a:gd name="connsiteY1" fmla="*/ 774382 h 2217830"/>
                <a:gd name="connsiteX2" fmla="*/ 2285935 w 2304520"/>
                <a:gd name="connsiteY2" fmla="*/ 768187 h 2217830"/>
                <a:gd name="connsiteX3" fmla="*/ 2304520 w 2304520"/>
                <a:gd name="connsiteY3" fmla="*/ 2217830 h 2217830"/>
                <a:gd name="connsiteX4" fmla="*/ 1994773 w 2304520"/>
                <a:gd name="connsiteY4" fmla="*/ 2211635 h 2217830"/>
                <a:gd name="connsiteX5" fmla="*/ 1982383 w 2304520"/>
                <a:gd name="connsiteY5" fmla="*/ 1096525 h 2217830"/>
                <a:gd name="connsiteX6" fmla="*/ 947827 w 2304520"/>
                <a:gd name="connsiteY6" fmla="*/ 1090330 h 2217830"/>
                <a:gd name="connsiteX0" fmla="*/ 0 w 2304520"/>
                <a:gd name="connsiteY0" fmla="*/ 0 h 2230220"/>
                <a:gd name="connsiteX1" fmla="*/ 799148 w 2304520"/>
                <a:gd name="connsiteY1" fmla="*/ 774382 h 2230220"/>
                <a:gd name="connsiteX2" fmla="*/ 2285935 w 2304520"/>
                <a:gd name="connsiteY2" fmla="*/ 768187 h 2230220"/>
                <a:gd name="connsiteX3" fmla="*/ 2304520 w 2304520"/>
                <a:gd name="connsiteY3" fmla="*/ 2217830 h 2230220"/>
                <a:gd name="connsiteX4" fmla="*/ 1994773 w 2304520"/>
                <a:gd name="connsiteY4" fmla="*/ 2230220 h 2230220"/>
                <a:gd name="connsiteX5" fmla="*/ 1982383 w 2304520"/>
                <a:gd name="connsiteY5" fmla="*/ 1096525 h 2230220"/>
                <a:gd name="connsiteX6" fmla="*/ 947827 w 2304520"/>
                <a:gd name="connsiteY6" fmla="*/ 1090330 h 2230220"/>
                <a:gd name="connsiteX0" fmla="*/ 0 w 2304520"/>
                <a:gd name="connsiteY0" fmla="*/ 0 h 2217830"/>
                <a:gd name="connsiteX1" fmla="*/ 799148 w 2304520"/>
                <a:gd name="connsiteY1" fmla="*/ 774382 h 2217830"/>
                <a:gd name="connsiteX2" fmla="*/ 2285935 w 2304520"/>
                <a:gd name="connsiteY2" fmla="*/ 768187 h 2217830"/>
                <a:gd name="connsiteX3" fmla="*/ 2304520 w 2304520"/>
                <a:gd name="connsiteY3" fmla="*/ 2217830 h 2217830"/>
                <a:gd name="connsiteX4" fmla="*/ 1994773 w 2304520"/>
                <a:gd name="connsiteY4" fmla="*/ 2211635 h 2217830"/>
                <a:gd name="connsiteX5" fmla="*/ 1982383 w 2304520"/>
                <a:gd name="connsiteY5" fmla="*/ 1096525 h 2217830"/>
                <a:gd name="connsiteX6" fmla="*/ 947827 w 2304520"/>
                <a:gd name="connsiteY6" fmla="*/ 1090330 h 2217830"/>
                <a:gd name="connsiteX0" fmla="*/ 0 w 2292130"/>
                <a:gd name="connsiteY0" fmla="*/ 0 h 2211635"/>
                <a:gd name="connsiteX1" fmla="*/ 799148 w 2292130"/>
                <a:gd name="connsiteY1" fmla="*/ 774382 h 2211635"/>
                <a:gd name="connsiteX2" fmla="*/ 2285935 w 2292130"/>
                <a:gd name="connsiteY2" fmla="*/ 768187 h 2211635"/>
                <a:gd name="connsiteX3" fmla="*/ 2292130 w 2292130"/>
                <a:gd name="connsiteY3" fmla="*/ 2199245 h 2211635"/>
                <a:gd name="connsiteX4" fmla="*/ 1994773 w 2292130"/>
                <a:gd name="connsiteY4" fmla="*/ 2211635 h 2211635"/>
                <a:gd name="connsiteX5" fmla="*/ 1982383 w 2292130"/>
                <a:gd name="connsiteY5" fmla="*/ 1096525 h 2211635"/>
                <a:gd name="connsiteX6" fmla="*/ 947827 w 2292130"/>
                <a:gd name="connsiteY6" fmla="*/ 1090330 h 2211635"/>
                <a:gd name="connsiteX0" fmla="*/ 0 w 2292130"/>
                <a:gd name="connsiteY0" fmla="*/ 0 h 2211635"/>
                <a:gd name="connsiteX1" fmla="*/ 799148 w 2292130"/>
                <a:gd name="connsiteY1" fmla="*/ 774382 h 2211635"/>
                <a:gd name="connsiteX2" fmla="*/ 2285935 w 2292130"/>
                <a:gd name="connsiteY2" fmla="*/ 768187 h 2211635"/>
                <a:gd name="connsiteX3" fmla="*/ 2292130 w 2292130"/>
                <a:gd name="connsiteY3" fmla="*/ 2149684 h 2211635"/>
                <a:gd name="connsiteX4" fmla="*/ 1994773 w 2292130"/>
                <a:gd name="connsiteY4" fmla="*/ 2211635 h 2211635"/>
                <a:gd name="connsiteX5" fmla="*/ 1982383 w 2292130"/>
                <a:gd name="connsiteY5" fmla="*/ 1096525 h 2211635"/>
                <a:gd name="connsiteX6" fmla="*/ 947827 w 2292130"/>
                <a:gd name="connsiteY6" fmla="*/ 1090330 h 2211635"/>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82383 w 2292130"/>
                <a:gd name="connsiteY5" fmla="*/ 1096525 h 2149684"/>
                <a:gd name="connsiteX6" fmla="*/ 947827 w 2292130"/>
                <a:gd name="connsiteY6" fmla="*/ 1090330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2000968 w 2292130"/>
                <a:gd name="connsiteY5" fmla="*/ 1084135 h 2149684"/>
                <a:gd name="connsiteX6" fmla="*/ 947827 w 2292130"/>
                <a:gd name="connsiteY6" fmla="*/ 1090330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94773 w 2292130"/>
                <a:gd name="connsiteY5" fmla="*/ 1127501 h 2149684"/>
                <a:gd name="connsiteX6" fmla="*/ 947827 w 2292130"/>
                <a:gd name="connsiteY6" fmla="*/ 1090330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94773 w 2292130"/>
                <a:gd name="connsiteY5" fmla="*/ 1127501 h 2149684"/>
                <a:gd name="connsiteX6" fmla="*/ 842512 w 2292130"/>
                <a:gd name="connsiteY6" fmla="*/ 1121305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94773 w 2292130"/>
                <a:gd name="connsiteY5" fmla="*/ 1127501 h 2149684"/>
                <a:gd name="connsiteX6" fmla="*/ 761978 w 2292130"/>
                <a:gd name="connsiteY6" fmla="*/ 1133695 h 2149684"/>
                <a:gd name="connsiteX0" fmla="*/ 0 w 2292130"/>
                <a:gd name="connsiteY0" fmla="*/ 0 h 2174464"/>
                <a:gd name="connsiteX1" fmla="*/ 799148 w 2292130"/>
                <a:gd name="connsiteY1" fmla="*/ 799162 h 2174464"/>
                <a:gd name="connsiteX2" fmla="*/ 2285935 w 2292130"/>
                <a:gd name="connsiteY2" fmla="*/ 792967 h 2174464"/>
                <a:gd name="connsiteX3" fmla="*/ 2292130 w 2292130"/>
                <a:gd name="connsiteY3" fmla="*/ 2174464 h 2174464"/>
                <a:gd name="connsiteX4" fmla="*/ 2000968 w 2292130"/>
                <a:gd name="connsiteY4" fmla="*/ 2174464 h 2174464"/>
                <a:gd name="connsiteX5" fmla="*/ 1994773 w 2292130"/>
                <a:gd name="connsiteY5" fmla="*/ 1152281 h 2174464"/>
                <a:gd name="connsiteX6" fmla="*/ 761978 w 2292130"/>
                <a:gd name="connsiteY6" fmla="*/ 1158475 h 2174464"/>
                <a:gd name="connsiteX0" fmla="*/ 0 w 2310715"/>
                <a:gd name="connsiteY0" fmla="*/ 0 h 2521387"/>
                <a:gd name="connsiteX1" fmla="*/ 799148 w 2310715"/>
                <a:gd name="connsiteY1" fmla="*/ 799162 h 2521387"/>
                <a:gd name="connsiteX2" fmla="*/ 2285935 w 2310715"/>
                <a:gd name="connsiteY2" fmla="*/ 792967 h 2521387"/>
                <a:gd name="connsiteX3" fmla="*/ 2310715 w 2310715"/>
                <a:gd name="connsiteY3" fmla="*/ 2521387 h 2521387"/>
                <a:gd name="connsiteX4" fmla="*/ 2000968 w 2310715"/>
                <a:gd name="connsiteY4" fmla="*/ 2174464 h 2521387"/>
                <a:gd name="connsiteX5" fmla="*/ 1994773 w 2310715"/>
                <a:gd name="connsiteY5" fmla="*/ 1152281 h 2521387"/>
                <a:gd name="connsiteX6" fmla="*/ 761978 w 2310715"/>
                <a:gd name="connsiteY6" fmla="*/ 1158475 h 2521387"/>
                <a:gd name="connsiteX0" fmla="*/ 0 w 2310715"/>
                <a:gd name="connsiteY0" fmla="*/ 0 h 2527582"/>
                <a:gd name="connsiteX1" fmla="*/ 799148 w 2310715"/>
                <a:gd name="connsiteY1" fmla="*/ 799162 h 2527582"/>
                <a:gd name="connsiteX2" fmla="*/ 2285935 w 2310715"/>
                <a:gd name="connsiteY2" fmla="*/ 792967 h 2527582"/>
                <a:gd name="connsiteX3" fmla="*/ 2310715 w 2310715"/>
                <a:gd name="connsiteY3" fmla="*/ 2521387 h 2527582"/>
                <a:gd name="connsiteX4" fmla="*/ 799148 w 2310715"/>
                <a:gd name="connsiteY4" fmla="*/ 2527582 h 2527582"/>
                <a:gd name="connsiteX5" fmla="*/ 1994773 w 2310715"/>
                <a:gd name="connsiteY5" fmla="*/ 1152281 h 2527582"/>
                <a:gd name="connsiteX6" fmla="*/ 761978 w 2310715"/>
                <a:gd name="connsiteY6" fmla="*/ 1158475 h 2527582"/>
                <a:gd name="connsiteX0" fmla="*/ 0 w 2310715"/>
                <a:gd name="connsiteY0" fmla="*/ 0 h 2527582"/>
                <a:gd name="connsiteX1" fmla="*/ 799148 w 2310715"/>
                <a:gd name="connsiteY1" fmla="*/ 799162 h 2527582"/>
                <a:gd name="connsiteX2" fmla="*/ 2285935 w 2310715"/>
                <a:gd name="connsiteY2" fmla="*/ 792967 h 2527582"/>
                <a:gd name="connsiteX3" fmla="*/ 2310715 w 2310715"/>
                <a:gd name="connsiteY3" fmla="*/ 2521387 h 2527582"/>
                <a:gd name="connsiteX4" fmla="*/ 799148 w 2310715"/>
                <a:gd name="connsiteY4" fmla="*/ 2527582 h 2527582"/>
                <a:gd name="connsiteX5" fmla="*/ 761978 w 2310715"/>
                <a:gd name="connsiteY5" fmla="*/ 1158475 h 2527582"/>
                <a:gd name="connsiteX0" fmla="*/ 0 w 2310715"/>
                <a:gd name="connsiteY0" fmla="*/ 0 h 2527582"/>
                <a:gd name="connsiteX1" fmla="*/ 799148 w 2310715"/>
                <a:gd name="connsiteY1" fmla="*/ 799162 h 2527582"/>
                <a:gd name="connsiteX2" fmla="*/ 2285935 w 2310715"/>
                <a:gd name="connsiteY2" fmla="*/ 792967 h 2527582"/>
                <a:gd name="connsiteX3" fmla="*/ 2310715 w 2310715"/>
                <a:gd name="connsiteY3" fmla="*/ 2521387 h 2527582"/>
                <a:gd name="connsiteX4" fmla="*/ 799148 w 2310715"/>
                <a:gd name="connsiteY4" fmla="*/ 2527582 h 2527582"/>
                <a:gd name="connsiteX0" fmla="*/ 0 w 2310715"/>
                <a:gd name="connsiteY0" fmla="*/ 0 h 2527582"/>
                <a:gd name="connsiteX1" fmla="*/ 774368 w 2310715"/>
                <a:gd name="connsiteY1" fmla="*/ 774382 h 2527582"/>
                <a:gd name="connsiteX2" fmla="*/ 2285935 w 2310715"/>
                <a:gd name="connsiteY2" fmla="*/ 792967 h 2527582"/>
                <a:gd name="connsiteX3" fmla="*/ 2310715 w 2310715"/>
                <a:gd name="connsiteY3" fmla="*/ 2521387 h 2527582"/>
                <a:gd name="connsiteX4" fmla="*/ 799148 w 2310715"/>
                <a:gd name="connsiteY4" fmla="*/ 2527582 h 2527582"/>
                <a:gd name="connsiteX0" fmla="*/ 0 w 2310715"/>
                <a:gd name="connsiteY0" fmla="*/ 0 h 2527582"/>
                <a:gd name="connsiteX1" fmla="*/ 799148 w 2310715"/>
                <a:gd name="connsiteY1" fmla="*/ 811552 h 2527582"/>
                <a:gd name="connsiteX2" fmla="*/ 2285935 w 2310715"/>
                <a:gd name="connsiteY2" fmla="*/ 792967 h 2527582"/>
                <a:gd name="connsiteX3" fmla="*/ 2310715 w 2310715"/>
                <a:gd name="connsiteY3" fmla="*/ 2521387 h 2527582"/>
                <a:gd name="connsiteX4" fmla="*/ 799148 w 2310715"/>
                <a:gd name="connsiteY4" fmla="*/ 2527582 h 2527582"/>
                <a:gd name="connsiteX0" fmla="*/ 0 w 2310715"/>
                <a:gd name="connsiteY0" fmla="*/ 0 h 2527582"/>
                <a:gd name="connsiteX1" fmla="*/ 774368 w 2310715"/>
                <a:gd name="connsiteY1" fmla="*/ 792967 h 2527582"/>
                <a:gd name="connsiteX2" fmla="*/ 2285935 w 2310715"/>
                <a:gd name="connsiteY2" fmla="*/ 792967 h 2527582"/>
                <a:gd name="connsiteX3" fmla="*/ 2310715 w 2310715"/>
                <a:gd name="connsiteY3" fmla="*/ 2521387 h 2527582"/>
                <a:gd name="connsiteX4" fmla="*/ 799148 w 2310715"/>
                <a:gd name="connsiteY4" fmla="*/ 2527582 h 2527582"/>
                <a:gd name="connsiteX0" fmla="*/ 0 w 2310715"/>
                <a:gd name="connsiteY0" fmla="*/ 0 h 2527582"/>
                <a:gd name="connsiteX1" fmla="*/ 774368 w 2310715"/>
                <a:gd name="connsiteY1" fmla="*/ 792967 h 2527582"/>
                <a:gd name="connsiteX2" fmla="*/ 2285935 w 2310715"/>
                <a:gd name="connsiteY2" fmla="*/ 792967 h 2527582"/>
                <a:gd name="connsiteX3" fmla="*/ 2310715 w 2310715"/>
                <a:gd name="connsiteY3" fmla="*/ 2521387 h 2527582"/>
                <a:gd name="connsiteX4" fmla="*/ 613300 w 2310715"/>
                <a:gd name="connsiteY4" fmla="*/ 2527582 h 2527582"/>
                <a:gd name="connsiteX0" fmla="*/ 0 w 2310715"/>
                <a:gd name="connsiteY0" fmla="*/ 0 h 2530004"/>
                <a:gd name="connsiteX1" fmla="*/ 774368 w 2310715"/>
                <a:gd name="connsiteY1" fmla="*/ 792967 h 2530004"/>
                <a:gd name="connsiteX2" fmla="*/ 2285935 w 2310715"/>
                <a:gd name="connsiteY2" fmla="*/ 792967 h 2530004"/>
                <a:gd name="connsiteX3" fmla="*/ 2310715 w 2310715"/>
                <a:gd name="connsiteY3" fmla="*/ 2521387 h 2530004"/>
                <a:gd name="connsiteX4" fmla="*/ 613300 w 2310715"/>
                <a:gd name="connsiteY4" fmla="*/ 2527582 h 2530004"/>
                <a:gd name="connsiteX5" fmla="*/ 600910 w 2310715"/>
                <a:gd name="connsiteY5" fmla="*/ 2530004 h 2530004"/>
                <a:gd name="connsiteX0" fmla="*/ 0 w 2310715"/>
                <a:gd name="connsiteY0" fmla="*/ 0 h 2527583"/>
                <a:gd name="connsiteX1" fmla="*/ 774368 w 2310715"/>
                <a:gd name="connsiteY1" fmla="*/ 792967 h 2527583"/>
                <a:gd name="connsiteX2" fmla="*/ 2285935 w 2310715"/>
                <a:gd name="connsiteY2" fmla="*/ 792967 h 2527583"/>
                <a:gd name="connsiteX3" fmla="*/ 2310715 w 2310715"/>
                <a:gd name="connsiteY3" fmla="*/ 2521387 h 2527583"/>
                <a:gd name="connsiteX4" fmla="*/ 613300 w 2310715"/>
                <a:gd name="connsiteY4" fmla="*/ 2527582 h 2527583"/>
                <a:gd name="connsiteX5" fmla="*/ 569935 w 2310715"/>
                <a:gd name="connsiteY5" fmla="*/ 1439674 h 2527583"/>
                <a:gd name="connsiteX0" fmla="*/ 0 w 2310715"/>
                <a:gd name="connsiteY0" fmla="*/ 0 h 2527584"/>
                <a:gd name="connsiteX1" fmla="*/ 774368 w 2310715"/>
                <a:gd name="connsiteY1" fmla="*/ 792967 h 2527584"/>
                <a:gd name="connsiteX2" fmla="*/ 2285935 w 2310715"/>
                <a:gd name="connsiteY2" fmla="*/ 792967 h 2527584"/>
                <a:gd name="connsiteX3" fmla="*/ 2310715 w 2310715"/>
                <a:gd name="connsiteY3" fmla="*/ 2521387 h 2527584"/>
                <a:gd name="connsiteX4" fmla="*/ 613300 w 2310715"/>
                <a:gd name="connsiteY4" fmla="*/ 2527582 h 2527584"/>
                <a:gd name="connsiteX5" fmla="*/ 569935 w 2310715"/>
                <a:gd name="connsiteY5" fmla="*/ 1439674 h 2527584"/>
                <a:gd name="connsiteX0" fmla="*/ 0 w 2310715"/>
                <a:gd name="connsiteY0" fmla="*/ 0 h 2527582"/>
                <a:gd name="connsiteX1" fmla="*/ 774368 w 2310715"/>
                <a:gd name="connsiteY1" fmla="*/ 792967 h 2527582"/>
                <a:gd name="connsiteX2" fmla="*/ 2285935 w 2310715"/>
                <a:gd name="connsiteY2" fmla="*/ 792967 h 2527582"/>
                <a:gd name="connsiteX3" fmla="*/ 2310715 w 2310715"/>
                <a:gd name="connsiteY3" fmla="*/ 2521387 h 2527582"/>
                <a:gd name="connsiteX4" fmla="*/ 613300 w 2310715"/>
                <a:gd name="connsiteY4" fmla="*/ 2527582 h 2527582"/>
                <a:gd name="connsiteX5" fmla="*/ 569935 w 2310715"/>
                <a:gd name="connsiteY5" fmla="*/ 1439674 h 2527582"/>
                <a:gd name="connsiteX0" fmla="*/ 0 w 2310715"/>
                <a:gd name="connsiteY0" fmla="*/ 0 h 2527582"/>
                <a:gd name="connsiteX1" fmla="*/ 774368 w 2310715"/>
                <a:gd name="connsiteY1" fmla="*/ 792967 h 2527582"/>
                <a:gd name="connsiteX2" fmla="*/ 2285935 w 2310715"/>
                <a:gd name="connsiteY2" fmla="*/ 792967 h 2527582"/>
                <a:gd name="connsiteX3" fmla="*/ 2310715 w 2310715"/>
                <a:gd name="connsiteY3" fmla="*/ 2521387 h 2527582"/>
                <a:gd name="connsiteX4" fmla="*/ 613300 w 2310715"/>
                <a:gd name="connsiteY4" fmla="*/ 2527582 h 2527582"/>
                <a:gd name="connsiteX5" fmla="*/ 619494 w 2310715"/>
                <a:gd name="connsiteY5" fmla="*/ 1080361 h 2527582"/>
                <a:gd name="connsiteX0" fmla="*/ 0 w 2310715"/>
                <a:gd name="connsiteY0" fmla="*/ 0 h 2527582"/>
                <a:gd name="connsiteX1" fmla="*/ 774368 w 2310715"/>
                <a:gd name="connsiteY1" fmla="*/ 792967 h 2527582"/>
                <a:gd name="connsiteX2" fmla="*/ 2285935 w 2310715"/>
                <a:gd name="connsiteY2" fmla="*/ 792967 h 2527582"/>
                <a:gd name="connsiteX3" fmla="*/ 2310715 w 2310715"/>
                <a:gd name="connsiteY3" fmla="*/ 2521387 h 2527582"/>
                <a:gd name="connsiteX4" fmla="*/ 613300 w 2310715"/>
                <a:gd name="connsiteY4" fmla="*/ 2527582 h 2527582"/>
                <a:gd name="connsiteX5" fmla="*/ 600910 w 2310715"/>
                <a:gd name="connsiteY5" fmla="*/ 1080361 h 2527582"/>
                <a:gd name="connsiteX0" fmla="*/ 0 w 2310715"/>
                <a:gd name="connsiteY0" fmla="*/ 0 h 2527582"/>
                <a:gd name="connsiteX1" fmla="*/ 774368 w 2310715"/>
                <a:gd name="connsiteY1" fmla="*/ 792967 h 2527582"/>
                <a:gd name="connsiteX2" fmla="*/ 2285935 w 2310715"/>
                <a:gd name="connsiteY2" fmla="*/ 792967 h 2527582"/>
                <a:gd name="connsiteX3" fmla="*/ 2310715 w 2310715"/>
                <a:gd name="connsiteY3" fmla="*/ 2521387 h 2527582"/>
                <a:gd name="connsiteX4" fmla="*/ 613300 w 2310715"/>
                <a:gd name="connsiteY4" fmla="*/ 2527582 h 2527582"/>
                <a:gd name="connsiteX5" fmla="*/ 619494 w 2310715"/>
                <a:gd name="connsiteY5" fmla="*/ 1080361 h 2527582"/>
                <a:gd name="connsiteX0" fmla="*/ 0 w 2310715"/>
                <a:gd name="connsiteY0" fmla="*/ 0 h 2527582"/>
                <a:gd name="connsiteX1" fmla="*/ 1108895 w 2310715"/>
                <a:gd name="connsiteY1" fmla="*/ 1108915 h 2527582"/>
                <a:gd name="connsiteX2" fmla="*/ 2285935 w 2310715"/>
                <a:gd name="connsiteY2" fmla="*/ 792967 h 2527582"/>
                <a:gd name="connsiteX3" fmla="*/ 2310715 w 2310715"/>
                <a:gd name="connsiteY3" fmla="*/ 2521387 h 2527582"/>
                <a:gd name="connsiteX4" fmla="*/ 613300 w 2310715"/>
                <a:gd name="connsiteY4" fmla="*/ 2527582 h 2527582"/>
                <a:gd name="connsiteX5" fmla="*/ 619494 w 2310715"/>
                <a:gd name="connsiteY5" fmla="*/ 1080361 h 2527582"/>
                <a:gd name="connsiteX0" fmla="*/ 0 w 2310715"/>
                <a:gd name="connsiteY0" fmla="*/ 0 h 2527582"/>
                <a:gd name="connsiteX1" fmla="*/ 1108895 w 2310715"/>
                <a:gd name="connsiteY1" fmla="*/ 1108915 h 2527582"/>
                <a:gd name="connsiteX2" fmla="*/ 1994773 w 2310715"/>
                <a:gd name="connsiteY2" fmla="*/ 1115110 h 2527582"/>
                <a:gd name="connsiteX3" fmla="*/ 2310715 w 2310715"/>
                <a:gd name="connsiteY3" fmla="*/ 2521387 h 2527582"/>
                <a:gd name="connsiteX4" fmla="*/ 613300 w 2310715"/>
                <a:gd name="connsiteY4" fmla="*/ 2527582 h 2527582"/>
                <a:gd name="connsiteX5" fmla="*/ 619494 w 2310715"/>
                <a:gd name="connsiteY5" fmla="*/ 1080361 h 2527582"/>
                <a:gd name="connsiteX0" fmla="*/ 0 w 2000968"/>
                <a:gd name="connsiteY0" fmla="*/ 0 h 2527582"/>
                <a:gd name="connsiteX1" fmla="*/ 1108895 w 2000968"/>
                <a:gd name="connsiteY1" fmla="*/ 1108915 h 2527582"/>
                <a:gd name="connsiteX2" fmla="*/ 1994773 w 2000968"/>
                <a:gd name="connsiteY2" fmla="*/ 1115110 h 2527582"/>
                <a:gd name="connsiteX3" fmla="*/ 2000968 w 2000968"/>
                <a:gd name="connsiteY3" fmla="*/ 2248805 h 2527582"/>
                <a:gd name="connsiteX4" fmla="*/ 613300 w 2000968"/>
                <a:gd name="connsiteY4" fmla="*/ 2527582 h 2527582"/>
                <a:gd name="connsiteX5" fmla="*/ 619494 w 2000968"/>
                <a:gd name="connsiteY5" fmla="*/ 1080361 h 2527582"/>
                <a:gd name="connsiteX0" fmla="*/ 0 w 1994773"/>
                <a:gd name="connsiteY0" fmla="*/ 0 h 2527582"/>
                <a:gd name="connsiteX1" fmla="*/ 1108895 w 1994773"/>
                <a:gd name="connsiteY1" fmla="*/ 1108915 h 2527582"/>
                <a:gd name="connsiteX2" fmla="*/ 1994773 w 1994773"/>
                <a:gd name="connsiteY2" fmla="*/ 1115110 h 2527582"/>
                <a:gd name="connsiteX3" fmla="*/ 1976188 w 1994773"/>
                <a:gd name="connsiteY3" fmla="*/ 2230220 h 2527582"/>
                <a:gd name="connsiteX4" fmla="*/ 613300 w 1994773"/>
                <a:gd name="connsiteY4" fmla="*/ 2527582 h 2527582"/>
                <a:gd name="connsiteX5" fmla="*/ 619494 w 1994773"/>
                <a:gd name="connsiteY5" fmla="*/ 1080361 h 2527582"/>
                <a:gd name="connsiteX0" fmla="*/ 0 w 2007163"/>
                <a:gd name="connsiteY0" fmla="*/ 0 h 2527582"/>
                <a:gd name="connsiteX1" fmla="*/ 1108895 w 2007163"/>
                <a:gd name="connsiteY1" fmla="*/ 1108915 h 2527582"/>
                <a:gd name="connsiteX2" fmla="*/ 1994773 w 2007163"/>
                <a:gd name="connsiteY2" fmla="*/ 1115110 h 2527582"/>
                <a:gd name="connsiteX3" fmla="*/ 2007163 w 2007163"/>
                <a:gd name="connsiteY3" fmla="*/ 2224024 h 2527582"/>
                <a:gd name="connsiteX4" fmla="*/ 613300 w 2007163"/>
                <a:gd name="connsiteY4" fmla="*/ 2527582 h 2527582"/>
                <a:gd name="connsiteX5" fmla="*/ 619494 w 2007163"/>
                <a:gd name="connsiteY5" fmla="*/ 1080361 h 2527582"/>
                <a:gd name="connsiteX0" fmla="*/ 0 w 2000968"/>
                <a:gd name="connsiteY0" fmla="*/ 0 h 2527582"/>
                <a:gd name="connsiteX1" fmla="*/ 1108895 w 2000968"/>
                <a:gd name="connsiteY1" fmla="*/ 1108915 h 2527582"/>
                <a:gd name="connsiteX2" fmla="*/ 1994773 w 2000968"/>
                <a:gd name="connsiteY2" fmla="*/ 1115110 h 2527582"/>
                <a:gd name="connsiteX3" fmla="*/ 2000968 w 2000968"/>
                <a:gd name="connsiteY3" fmla="*/ 2224024 h 2527582"/>
                <a:gd name="connsiteX4" fmla="*/ 613300 w 2000968"/>
                <a:gd name="connsiteY4" fmla="*/ 2527582 h 2527582"/>
                <a:gd name="connsiteX5" fmla="*/ 619494 w 2000968"/>
                <a:gd name="connsiteY5" fmla="*/ 1080361 h 2527582"/>
                <a:gd name="connsiteX0" fmla="*/ 0 w 2000968"/>
                <a:gd name="connsiteY0" fmla="*/ 0 h 2261195"/>
                <a:gd name="connsiteX1" fmla="*/ 1108895 w 2000968"/>
                <a:gd name="connsiteY1" fmla="*/ 1108915 h 2261195"/>
                <a:gd name="connsiteX2" fmla="*/ 1994773 w 2000968"/>
                <a:gd name="connsiteY2" fmla="*/ 1115110 h 2261195"/>
                <a:gd name="connsiteX3" fmla="*/ 2000968 w 2000968"/>
                <a:gd name="connsiteY3" fmla="*/ 2224024 h 2261195"/>
                <a:gd name="connsiteX4" fmla="*/ 873488 w 2000968"/>
                <a:gd name="connsiteY4" fmla="*/ 2261195 h 2261195"/>
                <a:gd name="connsiteX5" fmla="*/ 619494 w 2000968"/>
                <a:gd name="connsiteY5" fmla="*/ 1080361 h 2261195"/>
                <a:gd name="connsiteX0" fmla="*/ 0 w 2000968"/>
                <a:gd name="connsiteY0" fmla="*/ 0 h 2261195"/>
                <a:gd name="connsiteX1" fmla="*/ 1108895 w 2000968"/>
                <a:gd name="connsiteY1" fmla="*/ 1108915 h 2261195"/>
                <a:gd name="connsiteX2" fmla="*/ 1994773 w 2000968"/>
                <a:gd name="connsiteY2" fmla="*/ 1115110 h 2261195"/>
                <a:gd name="connsiteX3" fmla="*/ 2000968 w 2000968"/>
                <a:gd name="connsiteY3" fmla="*/ 2224024 h 2261195"/>
                <a:gd name="connsiteX4" fmla="*/ 873488 w 2000968"/>
                <a:gd name="connsiteY4" fmla="*/ 2261195 h 2261195"/>
                <a:gd name="connsiteX5" fmla="*/ 873488 w 2000968"/>
                <a:gd name="connsiteY5" fmla="*/ 1111337 h 2261195"/>
                <a:gd name="connsiteX6" fmla="*/ 619494 w 2000968"/>
                <a:gd name="connsiteY6" fmla="*/ 1080361 h 2261195"/>
                <a:gd name="connsiteX0" fmla="*/ 0 w 2000968"/>
                <a:gd name="connsiteY0" fmla="*/ 0 h 2261195"/>
                <a:gd name="connsiteX1" fmla="*/ 1108895 w 2000968"/>
                <a:gd name="connsiteY1" fmla="*/ 1108915 h 2261195"/>
                <a:gd name="connsiteX2" fmla="*/ 1994773 w 2000968"/>
                <a:gd name="connsiteY2" fmla="*/ 1115110 h 2261195"/>
                <a:gd name="connsiteX3" fmla="*/ 2000968 w 2000968"/>
                <a:gd name="connsiteY3" fmla="*/ 2224024 h 2261195"/>
                <a:gd name="connsiteX4" fmla="*/ 873488 w 2000968"/>
                <a:gd name="connsiteY4" fmla="*/ 2261195 h 2261195"/>
                <a:gd name="connsiteX5" fmla="*/ 619494 w 2000968"/>
                <a:gd name="connsiteY5" fmla="*/ 1080361 h 2261195"/>
                <a:gd name="connsiteX0" fmla="*/ 0 w 2000968"/>
                <a:gd name="connsiteY0" fmla="*/ 0 h 2261195"/>
                <a:gd name="connsiteX1" fmla="*/ 1108895 w 2000968"/>
                <a:gd name="connsiteY1" fmla="*/ 1108915 h 2261195"/>
                <a:gd name="connsiteX2" fmla="*/ 1994773 w 2000968"/>
                <a:gd name="connsiteY2" fmla="*/ 1115110 h 2261195"/>
                <a:gd name="connsiteX3" fmla="*/ 2000968 w 2000968"/>
                <a:gd name="connsiteY3" fmla="*/ 2224024 h 2261195"/>
                <a:gd name="connsiteX4" fmla="*/ 873488 w 2000968"/>
                <a:gd name="connsiteY4" fmla="*/ 2261195 h 2261195"/>
                <a:gd name="connsiteX5" fmla="*/ 854902 w 2000968"/>
                <a:gd name="connsiteY5" fmla="*/ 1074166 h 2261195"/>
                <a:gd name="connsiteX0" fmla="*/ 0 w 2000968"/>
                <a:gd name="connsiteY0" fmla="*/ 0 h 2261195"/>
                <a:gd name="connsiteX1" fmla="*/ 1108895 w 2000968"/>
                <a:gd name="connsiteY1" fmla="*/ 1108915 h 2261195"/>
                <a:gd name="connsiteX2" fmla="*/ 1994773 w 2000968"/>
                <a:gd name="connsiteY2" fmla="*/ 1115110 h 2261195"/>
                <a:gd name="connsiteX3" fmla="*/ 2000968 w 2000968"/>
                <a:gd name="connsiteY3" fmla="*/ 2224024 h 2261195"/>
                <a:gd name="connsiteX4" fmla="*/ 873488 w 2000968"/>
                <a:gd name="connsiteY4" fmla="*/ 2261195 h 2261195"/>
                <a:gd name="connsiteX5" fmla="*/ 854902 w 2000968"/>
                <a:gd name="connsiteY5" fmla="*/ 1074166 h 2261195"/>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48709 w 2000968"/>
                <a:gd name="connsiteY4" fmla="*/ 2205439 h 2224024"/>
                <a:gd name="connsiteX5" fmla="*/ 854902 w 2000968"/>
                <a:gd name="connsiteY5" fmla="*/ 1074166 h 2224024"/>
                <a:gd name="connsiteX0" fmla="*/ 0 w 2000968"/>
                <a:gd name="connsiteY0" fmla="*/ 0 h 2236415"/>
                <a:gd name="connsiteX1" fmla="*/ 1108895 w 2000968"/>
                <a:gd name="connsiteY1" fmla="*/ 1108915 h 2236415"/>
                <a:gd name="connsiteX2" fmla="*/ 1994773 w 2000968"/>
                <a:gd name="connsiteY2" fmla="*/ 1115110 h 2236415"/>
                <a:gd name="connsiteX3" fmla="*/ 2000968 w 2000968"/>
                <a:gd name="connsiteY3" fmla="*/ 2224024 h 2236415"/>
                <a:gd name="connsiteX4" fmla="*/ 854904 w 2000968"/>
                <a:gd name="connsiteY4" fmla="*/ 2236415 h 2236415"/>
                <a:gd name="connsiteX5" fmla="*/ 854902 w 2000968"/>
                <a:gd name="connsiteY5" fmla="*/ 1074166 h 2236415"/>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54904 w 2000968"/>
                <a:gd name="connsiteY4" fmla="*/ 2217829 h 2224024"/>
                <a:gd name="connsiteX5" fmla="*/ 854902 w 2000968"/>
                <a:gd name="connsiteY5" fmla="*/ 1074166 h 2224024"/>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54902 w 2000968"/>
                <a:gd name="connsiteY5" fmla="*/ 1074166 h 2224024"/>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904462 w 2000968"/>
                <a:gd name="connsiteY5" fmla="*/ 1098946 h 2224024"/>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79682 w 2000968"/>
                <a:gd name="connsiteY5" fmla="*/ 1111337 h 2224024"/>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79682 w 2000968"/>
                <a:gd name="connsiteY5" fmla="*/ 1111337 h 2224024"/>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92072 w 2000968"/>
                <a:gd name="connsiteY5" fmla="*/ 1105142 h 2224024"/>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92072 w 2000968"/>
                <a:gd name="connsiteY5" fmla="*/ 1105142 h 2224024"/>
                <a:gd name="connsiteX0" fmla="*/ 0 w 2000968"/>
                <a:gd name="connsiteY0" fmla="*/ 0 h 2224024"/>
                <a:gd name="connsiteX1" fmla="*/ 1115090 w 2000968"/>
                <a:gd name="connsiteY1" fmla="*/ 1127501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92072 w 2000968"/>
                <a:gd name="connsiteY5" fmla="*/ 1105142 h 2224024"/>
                <a:gd name="connsiteX0" fmla="*/ 0 w 2000968"/>
                <a:gd name="connsiteY0" fmla="*/ 0 h 2224024"/>
                <a:gd name="connsiteX1" fmla="*/ 1115090 w 2000968"/>
                <a:gd name="connsiteY1" fmla="*/ 1127501 h 2224024"/>
                <a:gd name="connsiteX2" fmla="*/ 1146066 w 2000968"/>
                <a:gd name="connsiteY2" fmla="*/ 1105142 h 2224024"/>
                <a:gd name="connsiteX3" fmla="*/ 1994773 w 2000968"/>
                <a:gd name="connsiteY3" fmla="*/ 1115110 h 2224024"/>
                <a:gd name="connsiteX4" fmla="*/ 2000968 w 2000968"/>
                <a:gd name="connsiteY4" fmla="*/ 2224024 h 2224024"/>
                <a:gd name="connsiteX5" fmla="*/ 892074 w 2000968"/>
                <a:gd name="connsiteY5" fmla="*/ 2211634 h 2224024"/>
                <a:gd name="connsiteX6" fmla="*/ 892072 w 2000968"/>
                <a:gd name="connsiteY6" fmla="*/ 1105142 h 2224024"/>
                <a:gd name="connsiteX0" fmla="*/ 0 w 2000968"/>
                <a:gd name="connsiteY0" fmla="*/ 0 h 2224024"/>
                <a:gd name="connsiteX1" fmla="*/ 1115090 w 2000968"/>
                <a:gd name="connsiteY1" fmla="*/ 1127501 h 2224024"/>
                <a:gd name="connsiteX2" fmla="*/ 1139871 w 2000968"/>
                <a:gd name="connsiteY2" fmla="*/ 1129923 h 2224024"/>
                <a:gd name="connsiteX3" fmla="*/ 1994773 w 2000968"/>
                <a:gd name="connsiteY3" fmla="*/ 1115110 h 2224024"/>
                <a:gd name="connsiteX4" fmla="*/ 2000968 w 2000968"/>
                <a:gd name="connsiteY4" fmla="*/ 2224024 h 2224024"/>
                <a:gd name="connsiteX5" fmla="*/ 892074 w 2000968"/>
                <a:gd name="connsiteY5" fmla="*/ 2211634 h 2224024"/>
                <a:gd name="connsiteX6" fmla="*/ 892072 w 2000968"/>
                <a:gd name="connsiteY6" fmla="*/ 1105142 h 2224024"/>
                <a:gd name="connsiteX0" fmla="*/ 0 w 2000968"/>
                <a:gd name="connsiteY0" fmla="*/ 0 h 2224024"/>
                <a:gd name="connsiteX1" fmla="*/ 1115090 w 2000968"/>
                <a:gd name="connsiteY1" fmla="*/ 1127501 h 2224024"/>
                <a:gd name="connsiteX2" fmla="*/ 1245185 w 2000968"/>
                <a:gd name="connsiteY2" fmla="*/ 1136119 h 2224024"/>
                <a:gd name="connsiteX3" fmla="*/ 1994773 w 2000968"/>
                <a:gd name="connsiteY3" fmla="*/ 1115110 h 2224024"/>
                <a:gd name="connsiteX4" fmla="*/ 2000968 w 2000968"/>
                <a:gd name="connsiteY4" fmla="*/ 2224024 h 2224024"/>
                <a:gd name="connsiteX5" fmla="*/ 892074 w 2000968"/>
                <a:gd name="connsiteY5" fmla="*/ 2211634 h 2224024"/>
                <a:gd name="connsiteX6" fmla="*/ 892072 w 2000968"/>
                <a:gd name="connsiteY6" fmla="*/ 1105142 h 2224024"/>
                <a:gd name="connsiteX0" fmla="*/ 0 w 2000968"/>
                <a:gd name="connsiteY0" fmla="*/ 0 h 2224024"/>
                <a:gd name="connsiteX1" fmla="*/ 1115090 w 2000968"/>
                <a:gd name="connsiteY1" fmla="*/ 1127501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92072 w 2000968"/>
                <a:gd name="connsiteY5" fmla="*/ 1105142 h 2224024"/>
                <a:gd name="connsiteX0" fmla="*/ 0 w 2000968"/>
                <a:gd name="connsiteY0" fmla="*/ 0 h 2224024"/>
                <a:gd name="connsiteX1" fmla="*/ 1115090 w 2000968"/>
                <a:gd name="connsiteY1" fmla="*/ 1127501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92072 w 2000968"/>
                <a:gd name="connsiteY5" fmla="*/ 1105142 h 222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0968" h="2224024">
                  <a:moveTo>
                    <a:pt x="0" y="0"/>
                  </a:moveTo>
                  <a:lnTo>
                    <a:pt x="1115090" y="1127501"/>
                  </a:lnTo>
                  <a:lnTo>
                    <a:pt x="1994773" y="1115110"/>
                  </a:lnTo>
                  <a:lnTo>
                    <a:pt x="2000968" y="2224024"/>
                  </a:lnTo>
                  <a:lnTo>
                    <a:pt x="892074" y="2211634"/>
                  </a:lnTo>
                  <a:cubicBezTo>
                    <a:pt x="892073" y="1842803"/>
                    <a:pt x="892073" y="1473973"/>
                    <a:pt x="892072" y="1105142"/>
                  </a:cubicBezTo>
                </a:path>
              </a:pathLst>
            </a:custGeom>
            <a:ln w="50800">
              <a:headEnd type="oval"/>
              <a:tailEnd type="ova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7843"/>
            </a:p>
          </p:txBody>
        </p:sp>
        <p:sp>
          <p:nvSpPr>
            <p:cNvPr id="11" name="Freeform 6">
              <a:extLst>
                <a:ext uri="{FF2B5EF4-FFF2-40B4-BE49-F238E27FC236}">
                  <a16:creationId xmlns:a16="http://schemas.microsoft.com/office/drawing/2014/main" id="{7666768E-91FD-DD2A-B8C0-195E65C7D7D1}"/>
                </a:ext>
              </a:extLst>
            </p:cNvPr>
            <p:cNvSpPr/>
            <p:nvPr/>
          </p:nvSpPr>
          <p:spPr>
            <a:xfrm>
              <a:off x="158595" y="7779924"/>
              <a:ext cx="2567382" cy="2285975"/>
            </a:xfrm>
            <a:custGeom>
              <a:avLst/>
              <a:gdLst>
                <a:gd name="connsiteX0" fmla="*/ 0 w 2304520"/>
                <a:gd name="connsiteY0" fmla="*/ 0 h 2217830"/>
                <a:gd name="connsiteX1" fmla="*/ 799148 w 2304520"/>
                <a:gd name="connsiteY1" fmla="*/ 774382 h 2217830"/>
                <a:gd name="connsiteX2" fmla="*/ 2285935 w 2304520"/>
                <a:gd name="connsiteY2" fmla="*/ 768187 h 2217830"/>
                <a:gd name="connsiteX3" fmla="*/ 2304520 w 2304520"/>
                <a:gd name="connsiteY3" fmla="*/ 2217830 h 2217830"/>
                <a:gd name="connsiteX4" fmla="*/ 1994773 w 2304520"/>
                <a:gd name="connsiteY4" fmla="*/ 2211635 h 2217830"/>
                <a:gd name="connsiteX5" fmla="*/ 1982383 w 2304520"/>
                <a:gd name="connsiteY5" fmla="*/ 1096525 h 2217830"/>
                <a:gd name="connsiteX6" fmla="*/ 947827 w 2304520"/>
                <a:gd name="connsiteY6" fmla="*/ 1090330 h 2217830"/>
                <a:gd name="connsiteX0" fmla="*/ 0 w 2304520"/>
                <a:gd name="connsiteY0" fmla="*/ 0 h 2230220"/>
                <a:gd name="connsiteX1" fmla="*/ 799148 w 2304520"/>
                <a:gd name="connsiteY1" fmla="*/ 774382 h 2230220"/>
                <a:gd name="connsiteX2" fmla="*/ 2285935 w 2304520"/>
                <a:gd name="connsiteY2" fmla="*/ 768187 h 2230220"/>
                <a:gd name="connsiteX3" fmla="*/ 2304520 w 2304520"/>
                <a:gd name="connsiteY3" fmla="*/ 2217830 h 2230220"/>
                <a:gd name="connsiteX4" fmla="*/ 1994773 w 2304520"/>
                <a:gd name="connsiteY4" fmla="*/ 2230220 h 2230220"/>
                <a:gd name="connsiteX5" fmla="*/ 1982383 w 2304520"/>
                <a:gd name="connsiteY5" fmla="*/ 1096525 h 2230220"/>
                <a:gd name="connsiteX6" fmla="*/ 947827 w 2304520"/>
                <a:gd name="connsiteY6" fmla="*/ 1090330 h 2230220"/>
                <a:gd name="connsiteX0" fmla="*/ 0 w 2304520"/>
                <a:gd name="connsiteY0" fmla="*/ 0 h 2217830"/>
                <a:gd name="connsiteX1" fmla="*/ 799148 w 2304520"/>
                <a:gd name="connsiteY1" fmla="*/ 774382 h 2217830"/>
                <a:gd name="connsiteX2" fmla="*/ 2285935 w 2304520"/>
                <a:gd name="connsiteY2" fmla="*/ 768187 h 2217830"/>
                <a:gd name="connsiteX3" fmla="*/ 2304520 w 2304520"/>
                <a:gd name="connsiteY3" fmla="*/ 2217830 h 2217830"/>
                <a:gd name="connsiteX4" fmla="*/ 1994773 w 2304520"/>
                <a:gd name="connsiteY4" fmla="*/ 2211635 h 2217830"/>
                <a:gd name="connsiteX5" fmla="*/ 1982383 w 2304520"/>
                <a:gd name="connsiteY5" fmla="*/ 1096525 h 2217830"/>
                <a:gd name="connsiteX6" fmla="*/ 947827 w 2304520"/>
                <a:gd name="connsiteY6" fmla="*/ 1090330 h 2217830"/>
                <a:gd name="connsiteX0" fmla="*/ 0 w 2292130"/>
                <a:gd name="connsiteY0" fmla="*/ 0 h 2211635"/>
                <a:gd name="connsiteX1" fmla="*/ 799148 w 2292130"/>
                <a:gd name="connsiteY1" fmla="*/ 774382 h 2211635"/>
                <a:gd name="connsiteX2" fmla="*/ 2285935 w 2292130"/>
                <a:gd name="connsiteY2" fmla="*/ 768187 h 2211635"/>
                <a:gd name="connsiteX3" fmla="*/ 2292130 w 2292130"/>
                <a:gd name="connsiteY3" fmla="*/ 2199245 h 2211635"/>
                <a:gd name="connsiteX4" fmla="*/ 1994773 w 2292130"/>
                <a:gd name="connsiteY4" fmla="*/ 2211635 h 2211635"/>
                <a:gd name="connsiteX5" fmla="*/ 1982383 w 2292130"/>
                <a:gd name="connsiteY5" fmla="*/ 1096525 h 2211635"/>
                <a:gd name="connsiteX6" fmla="*/ 947827 w 2292130"/>
                <a:gd name="connsiteY6" fmla="*/ 1090330 h 2211635"/>
                <a:gd name="connsiteX0" fmla="*/ 0 w 2292130"/>
                <a:gd name="connsiteY0" fmla="*/ 0 h 2211635"/>
                <a:gd name="connsiteX1" fmla="*/ 799148 w 2292130"/>
                <a:gd name="connsiteY1" fmla="*/ 774382 h 2211635"/>
                <a:gd name="connsiteX2" fmla="*/ 2285935 w 2292130"/>
                <a:gd name="connsiteY2" fmla="*/ 768187 h 2211635"/>
                <a:gd name="connsiteX3" fmla="*/ 2292130 w 2292130"/>
                <a:gd name="connsiteY3" fmla="*/ 2149684 h 2211635"/>
                <a:gd name="connsiteX4" fmla="*/ 1994773 w 2292130"/>
                <a:gd name="connsiteY4" fmla="*/ 2211635 h 2211635"/>
                <a:gd name="connsiteX5" fmla="*/ 1982383 w 2292130"/>
                <a:gd name="connsiteY5" fmla="*/ 1096525 h 2211635"/>
                <a:gd name="connsiteX6" fmla="*/ 947827 w 2292130"/>
                <a:gd name="connsiteY6" fmla="*/ 1090330 h 2211635"/>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82383 w 2292130"/>
                <a:gd name="connsiteY5" fmla="*/ 1096525 h 2149684"/>
                <a:gd name="connsiteX6" fmla="*/ 947827 w 2292130"/>
                <a:gd name="connsiteY6" fmla="*/ 1090330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2000968 w 2292130"/>
                <a:gd name="connsiteY5" fmla="*/ 1084135 h 2149684"/>
                <a:gd name="connsiteX6" fmla="*/ 947827 w 2292130"/>
                <a:gd name="connsiteY6" fmla="*/ 1090330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94773 w 2292130"/>
                <a:gd name="connsiteY5" fmla="*/ 1127501 h 2149684"/>
                <a:gd name="connsiteX6" fmla="*/ 947827 w 2292130"/>
                <a:gd name="connsiteY6" fmla="*/ 1090330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94773 w 2292130"/>
                <a:gd name="connsiteY5" fmla="*/ 1127501 h 2149684"/>
                <a:gd name="connsiteX6" fmla="*/ 842512 w 2292130"/>
                <a:gd name="connsiteY6" fmla="*/ 1121305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94773 w 2292130"/>
                <a:gd name="connsiteY5" fmla="*/ 1127501 h 2149684"/>
                <a:gd name="connsiteX6" fmla="*/ 761978 w 2292130"/>
                <a:gd name="connsiteY6" fmla="*/ 1133695 h 2149684"/>
                <a:gd name="connsiteX0" fmla="*/ 0 w 2292130"/>
                <a:gd name="connsiteY0" fmla="*/ 0 h 2174464"/>
                <a:gd name="connsiteX1" fmla="*/ 799148 w 2292130"/>
                <a:gd name="connsiteY1" fmla="*/ 799162 h 2174464"/>
                <a:gd name="connsiteX2" fmla="*/ 2285935 w 2292130"/>
                <a:gd name="connsiteY2" fmla="*/ 792967 h 2174464"/>
                <a:gd name="connsiteX3" fmla="*/ 2292130 w 2292130"/>
                <a:gd name="connsiteY3" fmla="*/ 2174464 h 2174464"/>
                <a:gd name="connsiteX4" fmla="*/ 2000968 w 2292130"/>
                <a:gd name="connsiteY4" fmla="*/ 2174464 h 2174464"/>
                <a:gd name="connsiteX5" fmla="*/ 1994773 w 2292130"/>
                <a:gd name="connsiteY5" fmla="*/ 1152281 h 2174464"/>
                <a:gd name="connsiteX6" fmla="*/ 761978 w 2292130"/>
                <a:gd name="connsiteY6" fmla="*/ 1158475 h 2174464"/>
                <a:gd name="connsiteX0" fmla="*/ 0 w 2292130"/>
                <a:gd name="connsiteY0" fmla="*/ 0 h 2174464"/>
                <a:gd name="connsiteX1" fmla="*/ 799148 w 2292130"/>
                <a:gd name="connsiteY1" fmla="*/ 799162 h 2174464"/>
                <a:gd name="connsiteX2" fmla="*/ 2285935 w 2292130"/>
                <a:gd name="connsiteY2" fmla="*/ 792967 h 2174464"/>
                <a:gd name="connsiteX3" fmla="*/ 2292130 w 2292130"/>
                <a:gd name="connsiteY3" fmla="*/ 2174464 h 2174464"/>
                <a:gd name="connsiteX4" fmla="*/ 1994773 w 2292130"/>
                <a:gd name="connsiteY4" fmla="*/ 1152281 h 2174464"/>
                <a:gd name="connsiteX5" fmla="*/ 761978 w 2292130"/>
                <a:gd name="connsiteY5" fmla="*/ 1158475 h 2174464"/>
                <a:gd name="connsiteX0" fmla="*/ 0 w 2292130"/>
                <a:gd name="connsiteY0" fmla="*/ 0 h 2174464"/>
                <a:gd name="connsiteX1" fmla="*/ 799148 w 2292130"/>
                <a:gd name="connsiteY1" fmla="*/ 799162 h 2174464"/>
                <a:gd name="connsiteX2" fmla="*/ 2285935 w 2292130"/>
                <a:gd name="connsiteY2" fmla="*/ 792967 h 2174464"/>
                <a:gd name="connsiteX3" fmla="*/ 2292130 w 2292130"/>
                <a:gd name="connsiteY3" fmla="*/ 2174464 h 2174464"/>
                <a:gd name="connsiteX4" fmla="*/ 761978 w 2292130"/>
                <a:gd name="connsiteY4" fmla="*/ 1158475 h 2174464"/>
                <a:gd name="connsiteX0" fmla="*/ 0 w 2292130"/>
                <a:gd name="connsiteY0" fmla="*/ 0 h 2174464"/>
                <a:gd name="connsiteX1" fmla="*/ 799148 w 2292130"/>
                <a:gd name="connsiteY1" fmla="*/ 799162 h 2174464"/>
                <a:gd name="connsiteX2" fmla="*/ 2285935 w 2292130"/>
                <a:gd name="connsiteY2" fmla="*/ 792967 h 2174464"/>
                <a:gd name="connsiteX3" fmla="*/ 2292130 w 2292130"/>
                <a:gd name="connsiteY3" fmla="*/ 2174464 h 2174464"/>
                <a:gd name="connsiteX0" fmla="*/ 0 w 2285935"/>
                <a:gd name="connsiteY0" fmla="*/ 0 h 2335535"/>
                <a:gd name="connsiteX1" fmla="*/ 799148 w 2285935"/>
                <a:gd name="connsiteY1" fmla="*/ 799162 h 2335535"/>
                <a:gd name="connsiteX2" fmla="*/ 2285935 w 2285935"/>
                <a:gd name="connsiteY2" fmla="*/ 792967 h 2335535"/>
                <a:gd name="connsiteX3" fmla="*/ 2285935 w 2285935"/>
                <a:gd name="connsiteY3" fmla="*/ 2335535 h 2335535"/>
                <a:gd name="connsiteX0" fmla="*/ 0 w 2298325"/>
                <a:gd name="connsiteY0" fmla="*/ 0 h 2304560"/>
                <a:gd name="connsiteX1" fmla="*/ 799148 w 2298325"/>
                <a:gd name="connsiteY1" fmla="*/ 799162 h 2304560"/>
                <a:gd name="connsiteX2" fmla="*/ 2285935 w 2298325"/>
                <a:gd name="connsiteY2" fmla="*/ 792967 h 2304560"/>
                <a:gd name="connsiteX3" fmla="*/ 2298325 w 2298325"/>
                <a:gd name="connsiteY3" fmla="*/ 2304560 h 2304560"/>
                <a:gd name="connsiteX0" fmla="*/ 0 w 2285935"/>
                <a:gd name="connsiteY0" fmla="*/ 0 h 2304560"/>
                <a:gd name="connsiteX1" fmla="*/ 799148 w 2285935"/>
                <a:gd name="connsiteY1" fmla="*/ 799162 h 2304560"/>
                <a:gd name="connsiteX2" fmla="*/ 2285935 w 2285935"/>
                <a:gd name="connsiteY2" fmla="*/ 792967 h 2304560"/>
                <a:gd name="connsiteX3" fmla="*/ 2279740 w 2285935"/>
                <a:gd name="connsiteY3" fmla="*/ 2304560 h 2304560"/>
                <a:gd name="connsiteX0" fmla="*/ 0 w 2298325"/>
                <a:gd name="connsiteY0" fmla="*/ 0 h 2304560"/>
                <a:gd name="connsiteX1" fmla="*/ 799148 w 2298325"/>
                <a:gd name="connsiteY1" fmla="*/ 799162 h 2304560"/>
                <a:gd name="connsiteX2" fmla="*/ 2285935 w 2298325"/>
                <a:gd name="connsiteY2" fmla="*/ 792967 h 2304560"/>
                <a:gd name="connsiteX3" fmla="*/ 2298325 w 2298325"/>
                <a:gd name="connsiteY3" fmla="*/ 2304560 h 2304560"/>
                <a:gd name="connsiteX0" fmla="*/ 0 w 2298325"/>
                <a:gd name="connsiteY0" fmla="*/ 0 h 2304561"/>
                <a:gd name="connsiteX1" fmla="*/ 799148 w 2298325"/>
                <a:gd name="connsiteY1" fmla="*/ 799162 h 2304561"/>
                <a:gd name="connsiteX2" fmla="*/ 792953 w 2298325"/>
                <a:gd name="connsiteY2" fmla="*/ 2304561 h 2304561"/>
                <a:gd name="connsiteX3" fmla="*/ 2298325 w 2298325"/>
                <a:gd name="connsiteY3" fmla="*/ 2304560 h 2304561"/>
                <a:gd name="connsiteX0" fmla="*/ 0 w 2298325"/>
                <a:gd name="connsiteY0" fmla="*/ 0 h 2304560"/>
                <a:gd name="connsiteX1" fmla="*/ 799148 w 2298325"/>
                <a:gd name="connsiteY1" fmla="*/ 799162 h 2304560"/>
                <a:gd name="connsiteX2" fmla="*/ 823928 w 2298325"/>
                <a:gd name="connsiteY2" fmla="*/ 2298366 h 2304560"/>
                <a:gd name="connsiteX3" fmla="*/ 2298325 w 2298325"/>
                <a:gd name="connsiteY3" fmla="*/ 2304560 h 2304560"/>
                <a:gd name="connsiteX0" fmla="*/ 0 w 2298325"/>
                <a:gd name="connsiteY0" fmla="*/ 0 h 2304561"/>
                <a:gd name="connsiteX1" fmla="*/ 799148 w 2298325"/>
                <a:gd name="connsiteY1" fmla="*/ 799162 h 2304561"/>
                <a:gd name="connsiteX2" fmla="*/ 805343 w 2298325"/>
                <a:gd name="connsiteY2" fmla="*/ 2304561 h 2304561"/>
                <a:gd name="connsiteX3" fmla="*/ 2298325 w 2298325"/>
                <a:gd name="connsiteY3" fmla="*/ 2304560 h 2304561"/>
                <a:gd name="connsiteX0" fmla="*/ 0 w 2515148"/>
                <a:gd name="connsiteY0" fmla="*/ 0 h 2304561"/>
                <a:gd name="connsiteX1" fmla="*/ 799148 w 2515148"/>
                <a:gd name="connsiteY1" fmla="*/ 799162 h 2304561"/>
                <a:gd name="connsiteX2" fmla="*/ 805343 w 2515148"/>
                <a:gd name="connsiteY2" fmla="*/ 2304561 h 2304561"/>
                <a:gd name="connsiteX3" fmla="*/ 2515148 w 2515148"/>
                <a:gd name="connsiteY3" fmla="*/ 2292170 h 2304561"/>
                <a:gd name="connsiteX0" fmla="*/ 0 w 2515148"/>
                <a:gd name="connsiteY0" fmla="*/ 0 h 2329340"/>
                <a:gd name="connsiteX1" fmla="*/ 799148 w 2515148"/>
                <a:gd name="connsiteY1" fmla="*/ 799162 h 2329340"/>
                <a:gd name="connsiteX2" fmla="*/ 805343 w 2515148"/>
                <a:gd name="connsiteY2" fmla="*/ 2304561 h 2329340"/>
                <a:gd name="connsiteX3" fmla="*/ 2515148 w 2515148"/>
                <a:gd name="connsiteY3" fmla="*/ 2329340 h 2329340"/>
                <a:gd name="connsiteX0" fmla="*/ 0 w 2515148"/>
                <a:gd name="connsiteY0" fmla="*/ 0 h 2304561"/>
                <a:gd name="connsiteX1" fmla="*/ 799148 w 2515148"/>
                <a:gd name="connsiteY1" fmla="*/ 799162 h 2304561"/>
                <a:gd name="connsiteX2" fmla="*/ 805343 w 2515148"/>
                <a:gd name="connsiteY2" fmla="*/ 2304561 h 2304561"/>
                <a:gd name="connsiteX3" fmla="*/ 2515148 w 2515148"/>
                <a:gd name="connsiteY3" fmla="*/ 2304560 h 2304561"/>
                <a:gd name="connsiteX0" fmla="*/ 0 w 2515148"/>
                <a:gd name="connsiteY0" fmla="*/ 0 h 2329340"/>
                <a:gd name="connsiteX1" fmla="*/ 799148 w 2515148"/>
                <a:gd name="connsiteY1" fmla="*/ 799162 h 2329340"/>
                <a:gd name="connsiteX2" fmla="*/ 805343 w 2515148"/>
                <a:gd name="connsiteY2" fmla="*/ 2304561 h 2329340"/>
                <a:gd name="connsiteX3" fmla="*/ 2515148 w 2515148"/>
                <a:gd name="connsiteY3" fmla="*/ 2329340 h 2329340"/>
                <a:gd name="connsiteX0" fmla="*/ 0 w 2558513"/>
                <a:gd name="connsiteY0" fmla="*/ 0 h 2316950"/>
                <a:gd name="connsiteX1" fmla="*/ 799148 w 2558513"/>
                <a:gd name="connsiteY1" fmla="*/ 799162 h 2316950"/>
                <a:gd name="connsiteX2" fmla="*/ 805343 w 2558513"/>
                <a:gd name="connsiteY2" fmla="*/ 2304561 h 2316950"/>
                <a:gd name="connsiteX3" fmla="*/ 2558513 w 2558513"/>
                <a:gd name="connsiteY3" fmla="*/ 2316950 h 2316950"/>
                <a:gd name="connsiteX0" fmla="*/ 0 w 2690893"/>
                <a:gd name="connsiteY0" fmla="*/ 0 h 2316952"/>
                <a:gd name="connsiteX1" fmla="*/ 799148 w 2690893"/>
                <a:gd name="connsiteY1" fmla="*/ 799162 h 2316952"/>
                <a:gd name="connsiteX2" fmla="*/ 805343 w 2690893"/>
                <a:gd name="connsiteY2" fmla="*/ 2304561 h 2316952"/>
                <a:gd name="connsiteX3" fmla="*/ 2558513 w 2690893"/>
                <a:gd name="connsiteY3" fmla="*/ 2316950 h 2316952"/>
                <a:gd name="connsiteX4" fmla="*/ 2567182 w 2690893"/>
                <a:gd name="connsiteY4" fmla="*/ 2305627 h 2316952"/>
                <a:gd name="connsiteX0" fmla="*/ 0 w 2677496"/>
                <a:gd name="connsiteY0" fmla="*/ 0 h 2316950"/>
                <a:gd name="connsiteX1" fmla="*/ 799148 w 2677496"/>
                <a:gd name="connsiteY1" fmla="*/ 799162 h 2316950"/>
                <a:gd name="connsiteX2" fmla="*/ 805343 w 2677496"/>
                <a:gd name="connsiteY2" fmla="*/ 2304561 h 2316950"/>
                <a:gd name="connsiteX3" fmla="*/ 2558513 w 2677496"/>
                <a:gd name="connsiteY3" fmla="*/ 2316950 h 2316950"/>
                <a:gd name="connsiteX4" fmla="*/ 2511427 w 2677496"/>
                <a:gd name="connsiteY4" fmla="*/ 471890 h 2316950"/>
                <a:gd name="connsiteX0" fmla="*/ 0 w 2677496"/>
                <a:gd name="connsiteY0" fmla="*/ 0 h 2316950"/>
                <a:gd name="connsiteX1" fmla="*/ 799148 w 2677496"/>
                <a:gd name="connsiteY1" fmla="*/ 799162 h 2316950"/>
                <a:gd name="connsiteX2" fmla="*/ 805343 w 2677496"/>
                <a:gd name="connsiteY2" fmla="*/ 2304561 h 2316950"/>
                <a:gd name="connsiteX3" fmla="*/ 2558513 w 2677496"/>
                <a:gd name="connsiteY3" fmla="*/ 2316950 h 2316950"/>
                <a:gd name="connsiteX4" fmla="*/ 2511427 w 2677496"/>
                <a:gd name="connsiteY4" fmla="*/ 471890 h 2316950"/>
                <a:gd name="connsiteX5" fmla="*/ 2505232 w 2677496"/>
                <a:gd name="connsiteY5" fmla="*/ 471890 h 2316950"/>
                <a:gd name="connsiteX0" fmla="*/ 0 w 2677496"/>
                <a:gd name="connsiteY0" fmla="*/ 0 h 2316950"/>
                <a:gd name="connsiteX1" fmla="*/ 799148 w 2677496"/>
                <a:gd name="connsiteY1" fmla="*/ 799162 h 2316950"/>
                <a:gd name="connsiteX2" fmla="*/ 805343 w 2677496"/>
                <a:gd name="connsiteY2" fmla="*/ 2304561 h 2316950"/>
                <a:gd name="connsiteX3" fmla="*/ 2558513 w 2677496"/>
                <a:gd name="connsiteY3" fmla="*/ 2316950 h 2316950"/>
                <a:gd name="connsiteX4" fmla="*/ 2511427 w 2677496"/>
                <a:gd name="connsiteY4" fmla="*/ 471890 h 2316950"/>
                <a:gd name="connsiteX5" fmla="*/ 1080395 w 2677496"/>
                <a:gd name="connsiteY5" fmla="*/ 502865 h 2316950"/>
                <a:gd name="connsiteX0" fmla="*/ 0 w 2682450"/>
                <a:gd name="connsiteY0" fmla="*/ 0 h 2316950"/>
                <a:gd name="connsiteX1" fmla="*/ 799148 w 2682450"/>
                <a:gd name="connsiteY1" fmla="*/ 799162 h 2316950"/>
                <a:gd name="connsiteX2" fmla="*/ 805343 w 2682450"/>
                <a:gd name="connsiteY2" fmla="*/ 2304561 h 2316950"/>
                <a:gd name="connsiteX3" fmla="*/ 2558513 w 2682450"/>
                <a:gd name="connsiteY3" fmla="*/ 2316950 h 2316950"/>
                <a:gd name="connsiteX4" fmla="*/ 2511427 w 2682450"/>
                <a:gd name="connsiteY4" fmla="*/ 471890 h 2316950"/>
                <a:gd name="connsiteX5" fmla="*/ 1080395 w 2682450"/>
                <a:gd name="connsiteY5" fmla="*/ 502865 h 2316950"/>
                <a:gd name="connsiteX0" fmla="*/ 0 w 2682450"/>
                <a:gd name="connsiteY0" fmla="*/ 0 h 2316950"/>
                <a:gd name="connsiteX1" fmla="*/ 799148 w 2682450"/>
                <a:gd name="connsiteY1" fmla="*/ 799162 h 2316950"/>
                <a:gd name="connsiteX2" fmla="*/ 805343 w 2682450"/>
                <a:gd name="connsiteY2" fmla="*/ 2304561 h 2316950"/>
                <a:gd name="connsiteX3" fmla="*/ 2558513 w 2682450"/>
                <a:gd name="connsiteY3" fmla="*/ 2316950 h 2316950"/>
                <a:gd name="connsiteX4" fmla="*/ 2511427 w 2682450"/>
                <a:gd name="connsiteY4" fmla="*/ 471890 h 2316950"/>
                <a:gd name="connsiteX5" fmla="*/ 1080395 w 2682450"/>
                <a:gd name="connsiteY5" fmla="*/ 502865 h 2316950"/>
                <a:gd name="connsiteX0" fmla="*/ 0 w 2682450"/>
                <a:gd name="connsiteY0" fmla="*/ 0 h 2316950"/>
                <a:gd name="connsiteX1" fmla="*/ 799148 w 2682450"/>
                <a:gd name="connsiteY1" fmla="*/ 799162 h 2316950"/>
                <a:gd name="connsiteX2" fmla="*/ 805343 w 2682450"/>
                <a:gd name="connsiteY2" fmla="*/ 2304561 h 2316950"/>
                <a:gd name="connsiteX3" fmla="*/ 2558513 w 2682450"/>
                <a:gd name="connsiteY3" fmla="*/ 2316950 h 2316950"/>
                <a:gd name="connsiteX4" fmla="*/ 2511427 w 2682450"/>
                <a:gd name="connsiteY4" fmla="*/ 471890 h 2316950"/>
                <a:gd name="connsiteX5" fmla="*/ 1080395 w 2682450"/>
                <a:gd name="connsiteY5" fmla="*/ 502865 h 2316950"/>
                <a:gd name="connsiteX0" fmla="*/ 0 w 2558513"/>
                <a:gd name="connsiteY0" fmla="*/ 0 h 2316950"/>
                <a:gd name="connsiteX1" fmla="*/ 799148 w 2558513"/>
                <a:gd name="connsiteY1" fmla="*/ 799162 h 2316950"/>
                <a:gd name="connsiteX2" fmla="*/ 805343 w 2558513"/>
                <a:gd name="connsiteY2" fmla="*/ 2304561 h 2316950"/>
                <a:gd name="connsiteX3" fmla="*/ 2558513 w 2558513"/>
                <a:gd name="connsiteY3" fmla="*/ 2316950 h 2316950"/>
                <a:gd name="connsiteX4" fmla="*/ 2511427 w 2558513"/>
                <a:gd name="connsiteY4" fmla="*/ 471890 h 2316950"/>
                <a:gd name="connsiteX5" fmla="*/ 1080395 w 2558513"/>
                <a:gd name="connsiteY5" fmla="*/ 502865 h 2316950"/>
                <a:gd name="connsiteX0" fmla="*/ 0 w 2558513"/>
                <a:gd name="connsiteY0" fmla="*/ 0 h 2316950"/>
                <a:gd name="connsiteX1" fmla="*/ 799148 w 2558513"/>
                <a:gd name="connsiteY1" fmla="*/ 799162 h 2316950"/>
                <a:gd name="connsiteX2" fmla="*/ 805343 w 2558513"/>
                <a:gd name="connsiteY2" fmla="*/ 2304561 h 2316950"/>
                <a:gd name="connsiteX3" fmla="*/ 2558513 w 2558513"/>
                <a:gd name="connsiteY3" fmla="*/ 2316950 h 2316950"/>
                <a:gd name="connsiteX4" fmla="*/ 2554792 w 2558513"/>
                <a:gd name="connsiteY4" fmla="*/ 502865 h 2316950"/>
                <a:gd name="connsiteX5" fmla="*/ 1080395 w 2558513"/>
                <a:gd name="connsiteY5" fmla="*/ 502865 h 2316950"/>
                <a:gd name="connsiteX0" fmla="*/ 0 w 2567278"/>
                <a:gd name="connsiteY0" fmla="*/ 0 h 2316950"/>
                <a:gd name="connsiteX1" fmla="*/ 799148 w 2567278"/>
                <a:gd name="connsiteY1" fmla="*/ 799162 h 2316950"/>
                <a:gd name="connsiteX2" fmla="*/ 805343 w 2567278"/>
                <a:gd name="connsiteY2" fmla="*/ 2304561 h 2316950"/>
                <a:gd name="connsiteX3" fmla="*/ 2558513 w 2567278"/>
                <a:gd name="connsiteY3" fmla="*/ 2316950 h 2316950"/>
                <a:gd name="connsiteX4" fmla="*/ 2567182 w 2567278"/>
                <a:gd name="connsiteY4" fmla="*/ 478085 h 2316950"/>
                <a:gd name="connsiteX5" fmla="*/ 1080395 w 2567278"/>
                <a:gd name="connsiteY5" fmla="*/ 502865 h 2316950"/>
                <a:gd name="connsiteX0" fmla="*/ 0 w 2567278"/>
                <a:gd name="connsiteY0" fmla="*/ 0 h 2316950"/>
                <a:gd name="connsiteX1" fmla="*/ 799148 w 2567278"/>
                <a:gd name="connsiteY1" fmla="*/ 799162 h 2316950"/>
                <a:gd name="connsiteX2" fmla="*/ 805343 w 2567278"/>
                <a:gd name="connsiteY2" fmla="*/ 2304561 h 2316950"/>
                <a:gd name="connsiteX3" fmla="*/ 2558513 w 2567278"/>
                <a:gd name="connsiteY3" fmla="*/ 2316950 h 2316950"/>
                <a:gd name="connsiteX4" fmla="*/ 2567182 w 2567278"/>
                <a:gd name="connsiteY4" fmla="*/ 478085 h 2316950"/>
                <a:gd name="connsiteX5" fmla="*/ 1030836 w 2567278"/>
                <a:gd name="connsiteY5" fmla="*/ 484280 h 2316950"/>
                <a:gd name="connsiteX0" fmla="*/ 0 w 2583293"/>
                <a:gd name="connsiteY0" fmla="*/ 0 h 2329340"/>
                <a:gd name="connsiteX1" fmla="*/ 799148 w 2583293"/>
                <a:gd name="connsiteY1" fmla="*/ 799162 h 2329340"/>
                <a:gd name="connsiteX2" fmla="*/ 805343 w 2583293"/>
                <a:gd name="connsiteY2" fmla="*/ 2304561 h 2329340"/>
                <a:gd name="connsiteX3" fmla="*/ 2583293 w 2583293"/>
                <a:gd name="connsiteY3" fmla="*/ 2329340 h 2329340"/>
                <a:gd name="connsiteX4" fmla="*/ 2567182 w 2583293"/>
                <a:gd name="connsiteY4" fmla="*/ 478085 h 2329340"/>
                <a:gd name="connsiteX5" fmla="*/ 1030836 w 2583293"/>
                <a:gd name="connsiteY5" fmla="*/ 484280 h 2329340"/>
                <a:gd name="connsiteX0" fmla="*/ 0 w 2577098"/>
                <a:gd name="connsiteY0" fmla="*/ 0 h 2304561"/>
                <a:gd name="connsiteX1" fmla="*/ 799148 w 2577098"/>
                <a:gd name="connsiteY1" fmla="*/ 799162 h 2304561"/>
                <a:gd name="connsiteX2" fmla="*/ 805343 w 2577098"/>
                <a:gd name="connsiteY2" fmla="*/ 2304561 h 2304561"/>
                <a:gd name="connsiteX3" fmla="*/ 2577098 w 2577098"/>
                <a:gd name="connsiteY3" fmla="*/ 2285975 h 2304561"/>
                <a:gd name="connsiteX4" fmla="*/ 2567182 w 2577098"/>
                <a:gd name="connsiteY4" fmla="*/ 478085 h 2304561"/>
                <a:gd name="connsiteX5" fmla="*/ 1030836 w 2577098"/>
                <a:gd name="connsiteY5" fmla="*/ 484280 h 2304561"/>
                <a:gd name="connsiteX0" fmla="*/ 0 w 2567229"/>
                <a:gd name="connsiteY0" fmla="*/ 0 h 2304561"/>
                <a:gd name="connsiteX1" fmla="*/ 799148 w 2567229"/>
                <a:gd name="connsiteY1" fmla="*/ 799162 h 2304561"/>
                <a:gd name="connsiteX2" fmla="*/ 805343 w 2567229"/>
                <a:gd name="connsiteY2" fmla="*/ 2304561 h 2304561"/>
                <a:gd name="connsiteX3" fmla="*/ 2546123 w 2567229"/>
                <a:gd name="connsiteY3" fmla="*/ 2285975 h 2304561"/>
                <a:gd name="connsiteX4" fmla="*/ 2567182 w 2567229"/>
                <a:gd name="connsiteY4" fmla="*/ 478085 h 2304561"/>
                <a:gd name="connsiteX5" fmla="*/ 1030836 w 2567229"/>
                <a:gd name="connsiteY5" fmla="*/ 484280 h 2304561"/>
                <a:gd name="connsiteX0" fmla="*/ 0 w 2567382"/>
                <a:gd name="connsiteY0" fmla="*/ 0 h 2304561"/>
                <a:gd name="connsiteX1" fmla="*/ 799148 w 2567382"/>
                <a:gd name="connsiteY1" fmla="*/ 799162 h 2304561"/>
                <a:gd name="connsiteX2" fmla="*/ 805343 w 2567382"/>
                <a:gd name="connsiteY2" fmla="*/ 2304561 h 2304561"/>
                <a:gd name="connsiteX3" fmla="*/ 2564708 w 2567382"/>
                <a:gd name="connsiteY3" fmla="*/ 2285975 h 2304561"/>
                <a:gd name="connsiteX4" fmla="*/ 2567182 w 2567382"/>
                <a:gd name="connsiteY4" fmla="*/ 478085 h 2304561"/>
                <a:gd name="connsiteX5" fmla="*/ 1030836 w 2567382"/>
                <a:gd name="connsiteY5" fmla="*/ 484280 h 2304561"/>
                <a:gd name="connsiteX0" fmla="*/ 0 w 2567382"/>
                <a:gd name="connsiteY0" fmla="*/ 0 h 2285975"/>
                <a:gd name="connsiteX1" fmla="*/ 799148 w 2567382"/>
                <a:gd name="connsiteY1" fmla="*/ 799162 h 2285975"/>
                <a:gd name="connsiteX2" fmla="*/ 768173 w 2567382"/>
                <a:gd name="connsiteY2" fmla="*/ 2279781 h 2285975"/>
                <a:gd name="connsiteX3" fmla="*/ 2564708 w 2567382"/>
                <a:gd name="connsiteY3" fmla="*/ 2285975 h 2285975"/>
                <a:gd name="connsiteX4" fmla="*/ 2567182 w 2567382"/>
                <a:gd name="connsiteY4" fmla="*/ 478085 h 2285975"/>
                <a:gd name="connsiteX5" fmla="*/ 1030836 w 2567382"/>
                <a:gd name="connsiteY5" fmla="*/ 484280 h 2285975"/>
                <a:gd name="connsiteX0" fmla="*/ 0 w 2567382"/>
                <a:gd name="connsiteY0" fmla="*/ 0 h 2285975"/>
                <a:gd name="connsiteX1" fmla="*/ 799148 w 2567382"/>
                <a:gd name="connsiteY1" fmla="*/ 799162 h 2285975"/>
                <a:gd name="connsiteX2" fmla="*/ 799148 w 2567382"/>
                <a:gd name="connsiteY2" fmla="*/ 2273586 h 2285975"/>
                <a:gd name="connsiteX3" fmla="*/ 2564708 w 2567382"/>
                <a:gd name="connsiteY3" fmla="*/ 2285975 h 2285975"/>
                <a:gd name="connsiteX4" fmla="*/ 2567182 w 2567382"/>
                <a:gd name="connsiteY4" fmla="*/ 478085 h 2285975"/>
                <a:gd name="connsiteX5" fmla="*/ 1030836 w 2567382"/>
                <a:gd name="connsiteY5" fmla="*/ 484280 h 2285975"/>
                <a:gd name="connsiteX0" fmla="*/ 0 w 2567382"/>
                <a:gd name="connsiteY0" fmla="*/ 0 h 2285975"/>
                <a:gd name="connsiteX1" fmla="*/ 799148 w 2567382"/>
                <a:gd name="connsiteY1" fmla="*/ 799162 h 2285975"/>
                <a:gd name="connsiteX2" fmla="*/ 761978 w 2567382"/>
                <a:gd name="connsiteY2" fmla="*/ 2273586 h 2285975"/>
                <a:gd name="connsiteX3" fmla="*/ 2564708 w 2567382"/>
                <a:gd name="connsiteY3" fmla="*/ 2285975 h 2285975"/>
                <a:gd name="connsiteX4" fmla="*/ 2567182 w 2567382"/>
                <a:gd name="connsiteY4" fmla="*/ 478085 h 2285975"/>
                <a:gd name="connsiteX5" fmla="*/ 1030836 w 2567382"/>
                <a:gd name="connsiteY5" fmla="*/ 484280 h 2285975"/>
                <a:gd name="connsiteX0" fmla="*/ 0 w 2567382"/>
                <a:gd name="connsiteY0" fmla="*/ 0 h 2285975"/>
                <a:gd name="connsiteX1" fmla="*/ 799148 w 2567382"/>
                <a:gd name="connsiteY1" fmla="*/ 799162 h 2285975"/>
                <a:gd name="connsiteX2" fmla="*/ 786758 w 2567382"/>
                <a:gd name="connsiteY2" fmla="*/ 2279781 h 2285975"/>
                <a:gd name="connsiteX3" fmla="*/ 2564708 w 2567382"/>
                <a:gd name="connsiteY3" fmla="*/ 2285975 h 2285975"/>
                <a:gd name="connsiteX4" fmla="*/ 2567182 w 2567382"/>
                <a:gd name="connsiteY4" fmla="*/ 478085 h 2285975"/>
                <a:gd name="connsiteX5" fmla="*/ 1030836 w 2567382"/>
                <a:gd name="connsiteY5" fmla="*/ 484280 h 228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67382" h="2285975">
                  <a:moveTo>
                    <a:pt x="0" y="0"/>
                  </a:moveTo>
                  <a:lnTo>
                    <a:pt x="799148" y="799162"/>
                  </a:lnTo>
                  <a:lnTo>
                    <a:pt x="786758" y="2279781"/>
                  </a:lnTo>
                  <a:lnTo>
                    <a:pt x="2564708" y="2285975"/>
                  </a:lnTo>
                  <a:cubicBezTo>
                    <a:pt x="2563468" y="1681280"/>
                    <a:pt x="2568422" y="1082780"/>
                    <a:pt x="2567182" y="478085"/>
                  </a:cubicBezTo>
                  <a:lnTo>
                    <a:pt x="1030836" y="484280"/>
                  </a:lnTo>
                </a:path>
              </a:pathLst>
            </a:custGeom>
            <a:ln w="50800">
              <a:solidFill>
                <a:schemeClr val="accent3">
                  <a:lumMod val="75000"/>
                </a:schemeClr>
              </a:solidFill>
              <a:headEnd type="oval"/>
              <a:tailEnd type="ova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7843" dirty="0">
                <a:solidFill>
                  <a:srgbClr val="00B050"/>
                </a:solidFill>
              </a:endParaRPr>
            </a:p>
          </p:txBody>
        </p:sp>
      </p:grpSp>
      <p:sp>
        <p:nvSpPr>
          <p:cNvPr id="36" name="TextBox 35">
            <a:extLst>
              <a:ext uri="{FF2B5EF4-FFF2-40B4-BE49-F238E27FC236}">
                <a16:creationId xmlns:a16="http://schemas.microsoft.com/office/drawing/2014/main" id="{27FBBAD5-756F-AE35-1D94-01B688748091}"/>
              </a:ext>
            </a:extLst>
          </p:cNvPr>
          <p:cNvSpPr txBox="1"/>
          <p:nvPr/>
        </p:nvSpPr>
        <p:spPr>
          <a:xfrm>
            <a:off x="1689002" y="2344928"/>
            <a:ext cx="2923998" cy="688522"/>
          </a:xfrm>
          <a:prstGeom prst="rect">
            <a:avLst/>
          </a:prstGeom>
          <a:solidFill>
            <a:schemeClr val="bg1"/>
          </a:solidFill>
        </p:spPr>
        <p:txBody>
          <a:bodyPr wrap="square" rtlCol="0">
            <a:spAutoFit/>
          </a:bodyPr>
          <a:lstStyle/>
          <a:p>
            <a:r>
              <a:rPr lang="en-US" sz="3874" u="sng" dirty="0"/>
              <a:t>Eulerian Trail</a:t>
            </a:r>
          </a:p>
        </p:txBody>
      </p:sp>
      <p:sp>
        <p:nvSpPr>
          <p:cNvPr id="39" name="Rectangle 38">
            <a:extLst>
              <a:ext uri="{FF2B5EF4-FFF2-40B4-BE49-F238E27FC236}">
                <a16:creationId xmlns:a16="http://schemas.microsoft.com/office/drawing/2014/main" id="{2F177D6F-933F-FBA8-A1AC-B8905F41CD5B}"/>
              </a:ext>
            </a:extLst>
          </p:cNvPr>
          <p:cNvSpPr/>
          <p:nvPr/>
        </p:nvSpPr>
        <p:spPr>
          <a:xfrm>
            <a:off x="1069124" y="8030532"/>
            <a:ext cx="4779809" cy="1077218"/>
          </a:xfrm>
          <a:prstGeom prst="rect">
            <a:avLst/>
          </a:prstGeom>
          <a:solidFill>
            <a:schemeClr val="bg1"/>
          </a:solidFill>
        </p:spPr>
        <p:txBody>
          <a:bodyPr wrap="square">
            <a:spAutoFit/>
          </a:bodyPr>
          <a:lstStyle/>
          <a:p>
            <a:pPr algn="ctr"/>
            <a:r>
              <a:rPr lang="en-US" sz="3200" dirty="0"/>
              <a:t>A path that traverses each link exactly once.</a:t>
            </a:r>
          </a:p>
        </p:txBody>
      </p:sp>
      <p:sp>
        <p:nvSpPr>
          <p:cNvPr id="40" name="TextBox 3">
            <a:extLst>
              <a:ext uri="{FF2B5EF4-FFF2-40B4-BE49-F238E27FC236}">
                <a16:creationId xmlns:a16="http://schemas.microsoft.com/office/drawing/2014/main" id="{D4F4C210-AB9B-D9E6-24BE-FEE017039247}"/>
              </a:ext>
            </a:extLst>
          </p:cNvPr>
          <p:cNvSpPr txBox="1">
            <a:spLocks noChangeArrowheads="1"/>
          </p:cNvSpPr>
          <p:nvPr/>
        </p:nvSpPr>
        <p:spPr bwMode="auto">
          <a:xfrm>
            <a:off x="10454283" y="9503474"/>
            <a:ext cx="4181713" cy="315920"/>
          </a:xfrm>
          <a:prstGeom prst="rect">
            <a:avLst/>
          </a:prstGeom>
          <a:noFill/>
          <a:ln w="9525">
            <a:noFill/>
            <a:miter lim="800000"/>
            <a:headEnd/>
            <a:tailEnd/>
          </a:ln>
        </p:spPr>
        <p:txBody>
          <a:bodyPr wrap="square">
            <a:prstTxWarp prst="textNoShape">
              <a:avLst/>
            </a:prstTxWarp>
            <a:spAutoFit/>
          </a:bodyPr>
          <a:lstStyle/>
          <a:p>
            <a:pPr algn="r"/>
            <a:r>
              <a:rPr lang="en-US" sz="1453" b="1" dirty="0">
                <a:solidFill>
                  <a:srgbClr val="BFBFBF"/>
                </a:solidFill>
                <a:latin typeface="Helvetica" pitchFamily="36" charset="0"/>
                <a:ea typeface="Helvetica" pitchFamily="36" charset="0"/>
                <a:cs typeface="Helvetica" pitchFamily="36" charset="0"/>
              </a:rPr>
              <a:t>Network Science: Graph Theory</a:t>
            </a:r>
            <a:r>
              <a:rPr lang="en-US" sz="968" i="1" dirty="0">
                <a:solidFill>
                  <a:srgbClr val="BFBFBF"/>
                </a:solidFill>
                <a:latin typeface="Helvetica" pitchFamily="36" charset="0"/>
                <a:ea typeface="Helvetica" pitchFamily="36" charset="0"/>
                <a:cs typeface="Helvetica" pitchFamily="36" charset="0"/>
              </a:rPr>
              <a:t>   2012</a:t>
            </a:r>
          </a:p>
        </p:txBody>
      </p:sp>
      <p:sp>
        <p:nvSpPr>
          <p:cNvPr id="3" name="Rectangle 2">
            <a:extLst>
              <a:ext uri="{FF2B5EF4-FFF2-40B4-BE49-F238E27FC236}">
                <a16:creationId xmlns:a16="http://schemas.microsoft.com/office/drawing/2014/main" id="{C416FB7C-5881-FE22-6998-29184C77497A}"/>
              </a:ext>
            </a:extLst>
          </p:cNvPr>
          <p:cNvSpPr/>
          <p:nvPr/>
        </p:nvSpPr>
        <p:spPr>
          <a:xfrm>
            <a:off x="1258814" y="599713"/>
            <a:ext cx="12762226" cy="769441"/>
          </a:xfrm>
          <a:prstGeom prst="rect">
            <a:avLst/>
          </a:prstGeom>
          <a:solidFill>
            <a:schemeClr val="bg1"/>
          </a:solidFill>
        </p:spPr>
        <p:txBody>
          <a:bodyPr wrap="square">
            <a:spAutoFit/>
          </a:bodyPr>
          <a:lstStyle/>
          <a:p>
            <a:pPr algn="ctr"/>
            <a:r>
              <a:rPr lang="en-US" sz="4400" b="1" dirty="0" err="1">
                <a:solidFill>
                  <a:srgbClr val="0000FF"/>
                </a:solidFill>
                <a:latin typeface="Cambria" panose="02040503050406030204" pitchFamily="18" charset="0"/>
                <a:ea typeface="Cambria" panose="02040503050406030204" pitchFamily="18" charset="0"/>
              </a:rPr>
              <a:t>Eulerian</a:t>
            </a:r>
            <a:r>
              <a:rPr lang="en-US" sz="4400" b="1" dirty="0">
                <a:solidFill>
                  <a:srgbClr val="0000FF"/>
                </a:solidFill>
                <a:latin typeface="Cambria" panose="02040503050406030204" pitchFamily="18" charset="0"/>
                <a:ea typeface="Cambria" panose="02040503050406030204" pitchFamily="18" charset="0"/>
              </a:rPr>
              <a:t> and Hamiltonian Graph</a:t>
            </a:r>
            <a:endParaRPr lang="en-US" sz="4400" dirty="0">
              <a:solidFill>
                <a:srgbClr val="0000FF"/>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47084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71E1503B-6615-B2AB-52C3-D115D8481BA8}"/>
              </a:ext>
            </a:extLst>
          </p:cNvPr>
          <p:cNvPicPr>
            <a:picLocks noChangeAspect="1"/>
          </p:cNvPicPr>
          <p:nvPr/>
        </p:nvPicPr>
        <p:blipFill rotWithShape="1">
          <a:blip r:embed="rId2">
            <a:alphaModFix amt="60000"/>
            <a:lum bright="70000" contrast="-70000"/>
            <a:extLst>
              <a:ext uri="{BEBA8EAE-BF5A-486C-A8C5-ECC9F3942E4B}">
                <a14:imgProps xmlns:a14="http://schemas.microsoft.com/office/drawing/2010/main">
                  <a14:imgLayer r:embed="rId3">
                    <a14:imgEffect>
                      <a14:saturation sat="0"/>
                    </a14:imgEffect>
                  </a14:imgLayer>
                </a14:imgProps>
              </a:ext>
            </a:extLst>
          </a:blip>
          <a:srcRect r="-1" b="3428"/>
          <a:stretch/>
        </p:blipFill>
        <p:spPr>
          <a:xfrm>
            <a:off x="1042790" y="620945"/>
            <a:ext cx="13038362" cy="8710425"/>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
        <p:nvSpPr>
          <p:cNvPr id="4" name="Rectangle 3"/>
          <p:cNvSpPr/>
          <p:nvPr/>
        </p:nvSpPr>
        <p:spPr>
          <a:xfrm>
            <a:off x="1402830" y="647353"/>
            <a:ext cx="12313367" cy="769441"/>
          </a:xfrm>
          <a:prstGeom prst="rect">
            <a:avLst/>
          </a:prstGeom>
          <a:solidFill>
            <a:schemeClr val="bg1"/>
          </a:solidFill>
        </p:spPr>
        <p:txBody>
          <a:bodyPr wrap="square">
            <a:spAutoFit/>
          </a:bodyPr>
          <a:lstStyle/>
          <a:p>
            <a:pPr algn="ctr"/>
            <a:r>
              <a:rPr lang="en-US" sz="4400" b="1" dirty="0" err="1">
                <a:solidFill>
                  <a:srgbClr val="0000FF"/>
                </a:solidFill>
                <a:latin typeface="Cambria" panose="02040503050406030204" pitchFamily="18" charset="0"/>
                <a:ea typeface="Cambria" panose="02040503050406030204" pitchFamily="18" charset="0"/>
              </a:rPr>
              <a:t>Eulerian</a:t>
            </a:r>
            <a:r>
              <a:rPr lang="en-US" sz="4400" b="1" dirty="0">
                <a:solidFill>
                  <a:srgbClr val="0000FF"/>
                </a:solidFill>
                <a:latin typeface="Cambria" panose="02040503050406030204" pitchFamily="18" charset="0"/>
                <a:ea typeface="Cambria" panose="02040503050406030204" pitchFamily="18" charset="0"/>
              </a:rPr>
              <a:t> and Hamiltonian Graph</a:t>
            </a:r>
            <a:endParaRPr lang="en-US" sz="4400" dirty="0">
              <a:solidFill>
                <a:srgbClr val="0000FF"/>
              </a:solidFill>
              <a:latin typeface="Cambria" panose="02040503050406030204" pitchFamily="18" charset="0"/>
              <a:ea typeface="Cambria" panose="02040503050406030204" pitchFamily="18" charset="0"/>
            </a:endParaRPr>
          </a:p>
        </p:txBody>
      </p:sp>
      <p:sp>
        <p:nvSpPr>
          <p:cNvPr id="5" name="Date Placeholder 4"/>
          <p:cNvSpPr>
            <a:spLocks noGrp="1"/>
          </p:cNvSpPr>
          <p:nvPr>
            <p:ph type="dt" sz="half" idx="10"/>
          </p:nvPr>
        </p:nvSpPr>
        <p:spPr/>
        <p:txBody>
          <a:bodyPr/>
          <a:lstStyle/>
          <a:p>
            <a:fld id="{DFB2B263-3B5E-421C-855E-D6AB9414CC32}" type="datetime1">
              <a:rPr lang="en-US" smtClean="0"/>
              <a:pPr/>
              <a:t>8/5/2026</a:t>
            </a:fld>
            <a:endParaRPr lang="en-IN"/>
          </a:p>
        </p:txBody>
      </p:sp>
      <p:grpSp>
        <p:nvGrpSpPr>
          <p:cNvPr id="8" name="Group 7">
            <a:extLst>
              <a:ext uri="{FF2B5EF4-FFF2-40B4-BE49-F238E27FC236}">
                <a16:creationId xmlns:a16="http://schemas.microsoft.com/office/drawing/2014/main" id="{F0DAABB3-9089-6F1E-1A53-3953CAC52752}"/>
              </a:ext>
            </a:extLst>
          </p:cNvPr>
          <p:cNvGrpSpPr/>
          <p:nvPr/>
        </p:nvGrpSpPr>
        <p:grpSpPr>
          <a:xfrm>
            <a:off x="331174" y="3105255"/>
            <a:ext cx="4309624" cy="4315687"/>
            <a:chOff x="73152" y="7418697"/>
            <a:chExt cx="2670048" cy="2673804"/>
          </a:xfrm>
        </p:grpSpPr>
        <p:grpSp>
          <p:nvGrpSpPr>
            <p:cNvPr id="9" name="Group 415">
              <a:extLst>
                <a:ext uri="{FF2B5EF4-FFF2-40B4-BE49-F238E27FC236}">
                  <a16:creationId xmlns:a16="http://schemas.microsoft.com/office/drawing/2014/main" id="{BE269DA2-3FC3-1FBE-92AE-17B322A60437}"/>
                </a:ext>
              </a:extLst>
            </p:cNvPr>
            <p:cNvGrpSpPr/>
            <p:nvPr/>
          </p:nvGrpSpPr>
          <p:grpSpPr>
            <a:xfrm>
              <a:off x="73152" y="7418697"/>
              <a:ext cx="2670048" cy="2673804"/>
              <a:chOff x="73152" y="69396"/>
              <a:chExt cx="2670048" cy="2673804"/>
            </a:xfrm>
          </p:grpSpPr>
          <p:cxnSp>
            <p:nvCxnSpPr>
              <p:cNvPr id="12" name="Straight Connector 11">
                <a:extLst>
                  <a:ext uri="{FF2B5EF4-FFF2-40B4-BE49-F238E27FC236}">
                    <a16:creationId xmlns:a16="http://schemas.microsoft.com/office/drawing/2014/main" id="{0C2045BF-59C8-9DE4-1B42-20278BE1C7BF}"/>
                  </a:ext>
                </a:extLst>
              </p:cNvPr>
              <p:cNvCxnSpPr>
                <a:stCxn id="15" idx="2"/>
                <a:endCxn id="14" idx="6"/>
              </p:cNvCxnSpPr>
              <p:nvPr/>
            </p:nvCxnSpPr>
            <p:spPr>
              <a:xfrm flipH="1">
                <a:off x="1371600" y="1143000"/>
                <a:ext cx="914400" cy="0"/>
              </a:xfrm>
              <a:prstGeom prst="line">
                <a:avLst/>
              </a:prstGeom>
              <a:ln w="50800">
                <a:solidFill>
                  <a:schemeClr val="tx1"/>
                </a:solidFill>
                <a:headEnd type="none"/>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A0022C7-DDDF-74DB-B409-AC67C5281101}"/>
                  </a:ext>
                </a:extLst>
              </p:cNvPr>
              <p:cNvCxnSpPr>
                <a:stCxn id="14" idx="4"/>
                <a:endCxn id="17" idx="0"/>
              </p:cNvCxnSpPr>
              <p:nvPr/>
            </p:nvCxnSpPr>
            <p:spPr>
              <a:xfrm>
                <a:off x="1143000" y="1371600"/>
                <a:ext cx="0" cy="914400"/>
              </a:xfrm>
              <a:prstGeom prst="line">
                <a:avLst/>
              </a:prstGeom>
              <a:ln w="50800">
                <a:solidFill>
                  <a:schemeClr val="tx1"/>
                </a:solidFill>
                <a:headEnd type="none"/>
              </a:ln>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57C5794C-DD6B-8BD4-5F62-9761EF501346}"/>
                  </a:ext>
                </a:extLst>
              </p:cNvPr>
              <p:cNvSpPr>
                <a:spLocks noChangeAspect="1"/>
              </p:cNvSpPr>
              <p:nvPr/>
            </p:nvSpPr>
            <p:spPr>
              <a:xfrm>
                <a:off x="914400" y="914400"/>
                <a:ext cx="457200" cy="457200"/>
              </a:xfrm>
              <a:prstGeom prst="ellipse">
                <a:avLst/>
              </a:prstGeom>
              <a:solidFill>
                <a:srgbClr val="FF0000"/>
              </a:solidFill>
              <a:ln w="50800">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normAutofit fontScale="92500" lnSpcReduction="10000"/>
              </a:bodyPr>
              <a:lstStyle/>
              <a:p>
                <a:pPr algn="ctr"/>
                <a:r>
                  <a:rPr lang="en-US" sz="3874" b="1" dirty="0">
                    <a:solidFill>
                      <a:schemeClr val="tx1"/>
                    </a:solidFill>
                  </a:rPr>
                  <a:t>2</a:t>
                </a:r>
              </a:p>
            </p:txBody>
          </p:sp>
          <p:sp>
            <p:nvSpPr>
              <p:cNvPr id="15" name="Oval 14">
                <a:extLst>
                  <a:ext uri="{FF2B5EF4-FFF2-40B4-BE49-F238E27FC236}">
                    <a16:creationId xmlns:a16="http://schemas.microsoft.com/office/drawing/2014/main" id="{50B0F139-A0B5-67F3-D74D-8926B4C5D47D}"/>
                  </a:ext>
                </a:extLst>
              </p:cNvPr>
              <p:cNvSpPr>
                <a:spLocks noChangeAspect="1"/>
              </p:cNvSpPr>
              <p:nvPr/>
            </p:nvSpPr>
            <p:spPr>
              <a:xfrm>
                <a:off x="2286000" y="914400"/>
                <a:ext cx="457200" cy="457200"/>
              </a:xfrm>
              <a:prstGeom prst="ellipse">
                <a:avLst/>
              </a:prstGeom>
              <a:solidFill>
                <a:srgbClr val="FF0000"/>
              </a:solidFill>
              <a:ln w="50800">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normAutofit fontScale="92500" lnSpcReduction="10000"/>
              </a:bodyPr>
              <a:lstStyle/>
              <a:p>
                <a:pPr algn="ctr"/>
                <a:r>
                  <a:rPr lang="en-US" sz="3874" b="1" dirty="0">
                    <a:solidFill>
                      <a:schemeClr val="tx1"/>
                    </a:solidFill>
                  </a:rPr>
                  <a:t>5</a:t>
                </a:r>
              </a:p>
            </p:txBody>
          </p:sp>
          <p:sp>
            <p:nvSpPr>
              <p:cNvPr id="16" name="Oval 15">
                <a:extLst>
                  <a:ext uri="{FF2B5EF4-FFF2-40B4-BE49-F238E27FC236}">
                    <a16:creationId xmlns:a16="http://schemas.microsoft.com/office/drawing/2014/main" id="{CAA2E0FA-EC03-0195-D300-92E5103928A4}"/>
                  </a:ext>
                </a:extLst>
              </p:cNvPr>
              <p:cNvSpPr>
                <a:spLocks noChangeAspect="1"/>
              </p:cNvSpPr>
              <p:nvPr/>
            </p:nvSpPr>
            <p:spPr>
              <a:xfrm>
                <a:off x="2286000" y="2286000"/>
                <a:ext cx="457200" cy="457200"/>
              </a:xfrm>
              <a:prstGeom prst="ellipse">
                <a:avLst/>
              </a:prstGeom>
              <a:solidFill>
                <a:srgbClr val="FF0000"/>
              </a:solidFill>
              <a:ln w="50800">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normAutofit fontScale="92500" lnSpcReduction="10000"/>
              </a:bodyPr>
              <a:lstStyle/>
              <a:p>
                <a:pPr algn="ctr"/>
                <a:r>
                  <a:rPr lang="en-US" sz="3874" b="1" dirty="0">
                    <a:solidFill>
                      <a:schemeClr val="tx1"/>
                    </a:solidFill>
                  </a:rPr>
                  <a:t>4</a:t>
                </a:r>
              </a:p>
            </p:txBody>
          </p:sp>
          <p:sp>
            <p:nvSpPr>
              <p:cNvPr id="17" name="Oval 16">
                <a:extLst>
                  <a:ext uri="{FF2B5EF4-FFF2-40B4-BE49-F238E27FC236}">
                    <a16:creationId xmlns:a16="http://schemas.microsoft.com/office/drawing/2014/main" id="{A1488194-1515-EC13-2C96-4D17DD12DEB5}"/>
                  </a:ext>
                </a:extLst>
              </p:cNvPr>
              <p:cNvSpPr>
                <a:spLocks noChangeAspect="1"/>
              </p:cNvSpPr>
              <p:nvPr/>
            </p:nvSpPr>
            <p:spPr>
              <a:xfrm>
                <a:off x="914400" y="2286000"/>
                <a:ext cx="457200" cy="457200"/>
              </a:xfrm>
              <a:prstGeom prst="ellipse">
                <a:avLst/>
              </a:prstGeom>
              <a:solidFill>
                <a:srgbClr val="FF0000"/>
              </a:solidFill>
              <a:ln w="50800">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normAutofit fontScale="92500" lnSpcReduction="10000"/>
              </a:bodyPr>
              <a:lstStyle/>
              <a:p>
                <a:pPr algn="ctr"/>
                <a:r>
                  <a:rPr lang="en-US" sz="3874" b="1" dirty="0">
                    <a:solidFill>
                      <a:schemeClr val="tx1"/>
                    </a:solidFill>
                  </a:rPr>
                  <a:t>3</a:t>
                </a:r>
              </a:p>
            </p:txBody>
          </p:sp>
          <p:cxnSp>
            <p:nvCxnSpPr>
              <p:cNvPr id="18" name="Straight Connector 17">
                <a:extLst>
                  <a:ext uri="{FF2B5EF4-FFF2-40B4-BE49-F238E27FC236}">
                    <a16:creationId xmlns:a16="http://schemas.microsoft.com/office/drawing/2014/main" id="{1475FE84-628C-E24A-BBE0-98FD16D28555}"/>
                  </a:ext>
                </a:extLst>
              </p:cNvPr>
              <p:cNvCxnSpPr>
                <a:stCxn id="17" idx="6"/>
                <a:endCxn id="16" idx="2"/>
              </p:cNvCxnSpPr>
              <p:nvPr/>
            </p:nvCxnSpPr>
            <p:spPr>
              <a:xfrm>
                <a:off x="1371600" y="2514600"/>
                <a:ext cx="914400" cy="0"/>
              </a:xfrm>
              <a:prstGeom prst="line">
                <a:avLst/>
              </a:prstGeom>
              <a:ln w="50800">
                <a:solidFill>
                  <a:schemeClr val="tx1"/>
                </a:solidFill>
                <a:headEnd type="none"/>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C085B2D4-CCF5-E0CE-6EAD-3A84C825AC5E}"/>
                  </a:ext>
                </a:extLst>
              </p:cNvPr>
              <p:cNvCxnSpPr>
                <a:stCxn id="16" idx="0"/>
                <a:endCxn id="15" idx="4"/>
              </p:cNvCxnSpPr>
              <p:nvPr/>
            </p:nvCxnSpPr>
            <p:spPr>
              <a:xfrm flipV="1">
                <a:off x="2514600" y="1371600"/>
                <a:ext cx="0" cy="914400"/>
              </a:xfrm>
              <a:prstGeom prst="line">
                <a:avLst/>
              </a:prstGeom>
              <a:ln w="50800">
                <a:solidFill>
                  <a:schemeClr val="tx1"/>
                </a:solidFill>
                <a:headEnd type="none"/>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693858C-9A9C-215A-9C69-869B88F8C543}"/>
                  </a:ext>
                </a:extLst>
              </p:cNvPr>
              <p:cNvSpPr>
                <a:spLocks noChangeAspect="1"/>
              </p:cNvSpPr>
              <p:nvPr/>
            </p:nvSpPr>
            <p:spPr>
              <a:xfrm>
                <a:off x="73152" y="69396"/>
                <a:ext cx="457200" cy="457200"/>
              </a:xfrm>
              <a:prstGeom prst="ellipse">
                <a:avLst/>
              </a:prstGeom>
              <a:solidFill>
                <a:srgbClr val="FF0000"/>
              </a:solidFill>
              <a:ln w="50800">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normAutofit fontScale="92500" lnSpcReduction="10000"/>
              </a:bodyPr>
              <a:lstStyle/>
              <a:p>
                <a:pPr algn="ctr"/>
                <a:r>
                  <a:rPr lang="en-US" sz="3874" b="1" dirty="0">
                    <a:solidFill>
                      <a:schemeClr val="tx1"/>
                    </a:solidFill>
                  </a:rPr>
                  <a:t>1</a:t>
                </a:r>
              </a:p>
            </p:txBody>
          </p:sp>
          <p:cxnSp>
            <p:nvCxnSpPr>
              <p:cNvPr id="21" name="Straight Connector 20">
                <a:extLst>
                  <a:ext uri="{FF2B5EF4-FFF2-40B4-BE49-F238E27FC236}">
                    <a16:creationId xmlns:a16="http://schemas.microsoft.com/office/drawing/2014/main" id="{74101670-D7FC-CE6B-35FC-0CD147535667}"/>
                  </a:ext>
                </a:extLst>
              </p:cNvPr>
              <p:cNvCxnSpPr>
                <a:stCxn id="20" idx="5"/>
                <a:endCxn id="14" idx="1"/>
              </p:cNvCxnSpPr>
              <p:nvPr/>
            </p:nvCxnSpPr>
            <p:spPr>
              <a:xfrm>
                <a:off x="463397" y="459641"/>
                <a:ext cx="517958" cy="521714"/>
              </a:xfrm>
              <a:prstGeom prst="line">
                <a:avLst/>
              </a:prstGeom>
              <a:ln w="508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0" name="Freeform 5">
              <a:extLst>
                <a:ext uri="{FF2B5EF4-FFF2-40B4-BE49-F238E27FC236}">
                  <a16:creationId xmlns:a16="http://schemas.microsoft.com/office/drawing/2014/main" id="{772BAA8A-61FB-90E5-5738-3E98301E6A4E}"/>
                </a:ext>
              </a:extLst>
            </p:cNvPr>
            <p:cNvSpPr/>
            <p:nvPr/>
          </p:nvSpPr>
          <p:spPr>
            <a:xfrm>
              <a:off x="384086" y="7505986"/>
              <a:ext cx="2000968" cy="2224024"/>
            </a:xfrm>
            <a:custGeom>
              <a:avLst/>
              <a:gdLst>
                <a:gd name="connsiteX0" fmla="*/ 0 w 2304520"/>
                <a:gd name="connsiteY0" fmla="*/ 0 h 2217830"/>
                <a:gd name="connsiteX1" fmla="*/ 799148 w 2304520"/>
                <a:gd name="connsiteY1" fmla="*/ 774382 h 2217830"/>
                <a:gd name="connsiteX2" fmla="*/ 2285935 w 2304520"/>
                <a:gd name="connsiteY2" fmla="*/ 768187 h 2217830"/>
                <a:gd name="connsiteX3" fmla="*/ 2304520 w 2304520"/>
                <a:gd name="connsiteY3" fmla="*/ 2217830 h 2217830"/>
                <a:gd name="connsiteX4" fmla="*/ 1994773 w 2304520"/>
                <a:gd name="connsiteY4" fmla="*/ 2211635 h 2217830"/>
                <a:gd name="connsiteX5" fmla="*/ 1982383 w 2304520"/>
                <a:gd name="connsiteY5" fmla="*/ 1096525 h 2217830"/>
                <a:gd name="connsiteX6" fmla="*/ 947827 w 2304520"/>
                <a:gd name="connsiteY6" fmla="*/ 1090330 h 2217830"/>
                <a:gd name="connsiteX0" fmla="*/ 0 w 2304520"/>
                <a:gd name="connsiteY0" fmla="*/ 0 h 2230220"/>
                <a:gd name="connsiteX1" fmla="*/ 799148 w 2304520"/>
                <a:gd name="connsiteY1" fmla="*/ 774382 h 2230220"/>
                <a:gd name="connsiteX2" fmla="*/ 2285935 w 2304520"/>
                <a:gd name="connsiteY2" fmla="*/ 768187 h 2230220"/>
                <a:gd name="connsiteX3" fmla="*/ 2304520 w 2304520"/>
                <a:gd name="connsiteY3" fmla="*/ 2217830 h 2230220"/>
                <a:gd name="connsiteX4" fmla="*/ 1994773 w 2304520"/>
                <a:gd name="connsiteY4" fmla="*/ 2230220 h 2230220"/>
                <a:gd name="connsiteX5" fmla="*/ 1982383 w 2304520"/>
                <a:gd name="connsiteY5" fmla="*/ 1096525 h 2230220"/>
                <a:gd name="connsiteX6" fmla="*/ 947827 w 2304520"/>
                <a:gd name="connsiteY6" fmla="*/ 1090330 h 2230220"/>
                <a:gd name="connsiteX0" fmla="*/ 0 w 2304520"/>
                <a:gd name="connsiteY0" fmla="*/ 0 h 2217830"/>
                <a:gd name="connsiteX1" fmla="*/ 799148 w 2304520"/>
                <a:gd name="connsiteY1" fmla="*/ 774382 h 2217830"/>
                <a:gd name="connsiteX2" fmla="*/ 2285935 w 2304520"/>
                <a:gd name="connsiteY2" fmla="*/ 768187 h 2217830"/>
                <a:gd name="connsiteX3" fmla="*/ 2304520 w 2304520"/>
                <a:gd name="connsiteY3" fmla="*/ 2217830 h 2217830"/>
                <a:gd name="connsiteX4" fmla="*/ 1994773 w 2304520"/>
                <a:gd name="connsiteY4" fmla="*/ 2211635 h 2217830"/>
                <a:gd name="connsiteX5" fmla="*/ 1982383 w 2304520"/>
                <a:gd name="connsiteY5" fmla="*/ 1096525 h 2217830"/>
                <a:gd name="connsiteX6" fmla="*/ 947827 w 2304520"/>
                <a:gd name="connsiteY6" fmla="*/ 1090330 h 2217830"/>
                <a:gd name="connsiteX0" fmla="*/ 0 w 2292130"/>
                <a:gd name="connsiteY0" fmla="*/ 0 h 2211635"/>
                <a:gd name="connsiteX1" fmla="*/ 799148 w 2292130"/>
                <a:gd name="connsiteY1" fmla="*/ 774382 h 2211635"/>
                <a:gd name="connsiteX2" fmla="*/ 2285935 w 2292130"/>
                <a:gd name="connsiteY2" fmla="*/ 768187 h 2211635"/>
                <a:gd name="connsiteX3" fmla="*/ 2292130 w 2292130"/>
                <a:gd name="connsiteY3" fmla="*/ 2199245 h 2211635"/>
                <a:gd name="connsiteX4" fmla="*/ 1994773 w 2292130"/>
                <a:gd name="connsiteY4" fmla="*/ 2211635 h 2211635"/>
                <a:gd name="connsiteX5" fmla="*/ 1982383 w 2292130"/>
                <a:gd name="connsiteY5" fmla="*/ 1096525 h 2211635"/>
                <a:gd name="connsiteX6" fmla="*/ 947827 w 2292130"/>
                <a:gd name="connsiteY6" fmla="*/ 1090330 h 2211635"/>
                <a:gd name="connsiteX0" fmla="*/ 0 w 2292130"/>
                <a:gd name="connsiteY0" fmla="*/ 0 h 2211635"/>
                <a:gd name="connsiteX1" fmla="*/ 799148 w 2292130"/>
                <a:gd name="connsiteY1" fmla="*/ 774382 h 2211635"/>
                <a:gd name="connsiteX2" fmla="*/ 2285935 w 2292130"/>
                <a:gd name="connsiteY2" fmla="*/ 768187 h 2211635"/>
                <a:gd name="connsiteX3" fmla="*/ 2292130 w 2292130"/>
                <a:gd name="connsiteY3" fmla="*/ 2149684 h 2211635"/>
                <a:gd name="connsiteX4" fmla="*/ 1994773 w 2292130"/>
                <a:gd name="connsiteY4" fmla="*/ 2211635 h 2211635"/>
                <a:gd name="connsiteX5" fmla="*/ 1982383 w 2292130"/>
                <a:gd name="connsiteY5" fmla="*/ 1096525 h 2211635"/>
                <a:gd name="connsiteX6" fmla="*/ 947827 w 2292130"/>
                <a:gd name="connsiteY6" fmla="*/ 1090330 h 2211635"/>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82383 w 2292130"/>
                <a:gd name="connsiteY5" fmla="*/ 1096525 h 2149684"/>
                <a:gd name="connsiteX6" fmla="*/ 947827 w 2292130"/>
                <a:gd name="connsiteY6" fmla="*/ 1090330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2000968 w 2292130"/>
                <a:gd name="connsiteY5" fmla="*/ 1084135 h 2149684"/>
                <a:gd name="connsiteX6" fmla="*/ 947827 w 2292130"/>
                <a:gd name="connsiteY6" fmla="*/ 1090330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94773 w 2292130"/>
                <a:gd name="connsiteY5" fmla="*/ 1127501 h 2149684"/>
                <a:gd name="connsiteX6" fmla="*/ 947827 w 2292130"/>
                <a:gd name="connsiteY6" fmla="*/ 1090330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94773 w 2292130"/>
                <a:gd name="connsiteY5" fmla="*/ 1127501 h 2149684"/>
                <a:gd name="connsiteX6" fmla="*/ 842512 w 2292130"/>
                <a:gd name="connsiteY6" fmla="*/ 1121305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94773 w 2292130"/>
                <a:gd name="connsiteY5" fmla="*/ 1127501 h 2149684"/>
                <a:gd name="connsiteX6" fmla="*/ 761978 w 2292130"/>
                <a:gd name="connsiteY6" fmla="*/ 1133695 h 2149684"/>
                <a:gd name="connsiteX0" fmla="*/ 0 w 2292130"/>
                <a:gd name="connsiteY0" fmla="*/ 0 h 2174464"/>
                <a:gd name="connsiteX1" fmla="*/ 799148 w 2292130"/>
                <a:gd name="connsiteY1" fmla="*/ 799162 h 2174464"/>
                <a:gd name="connsiteX2" fmla="*/ 2285935 w 2292130"/>
                <a:gd name="connsiteY2" fmla="*/ 792967 h 2174464"/>
                <a:gd name="connsiteX3" fmla="*/ 2292130 w 2292130"/>
                <a:gd name="connsiteY3" fmla="*/ 2174464 h 2174464"/>
                <a:gd name="connsiteX4" fmla="*/ 2000968 w 2292130"/>
                <a:gd name="connsiteY4" fmla="*/ 2174464 h 2174464"/>
                <a:gd name="connsiteX5" fmla="*/ 1994773 w 2292130"/>
                <a:gd name="connsiteY5" fmla="*/ 1152281 h 2174464"/>
                <a:gd name="connsiteX6" fmla="*/ 761978 w 2292130"/>
                <a:gd name="connsiteY6" fmla="*/ 1158475 h 2174464"/>
                <a:gd name="connsiteX0" fmla="*/ 0 w 2310715"/>
                <a:gd name="connsiteY0" fmla="*/ 0 h 2521387"/>
                <a:gd name="connsiteX1" fmla="*/ 799148 w 2310715"/>
                <a:gd name="connsiteY1" fmla="*/ 799162 h 2521387"/>
                <a:gd name="connsiteX2" fmla="*/ 2285935 w 2310715"/>
                <a:gd name="connsiteY2" fmla="*/ 792967 h 2521387"/>
                <a:gd name="connsiteX3" fmla="*/ 2310715 w 2310715"/>
                <a:gd name="connsiteY3" fmla="*/ 2521387 h 2521387"/>
                <a:gd name="connsiteX4" fmla="*/ 2000968 w 2310715"/>
                <a:gd name="connsiteY4" fmla="*/ 2174464 h 2521387"/>
                <a:gd name="connsiteX5" fmla="*/ 1994773 w 2310715"/>
                <a:gd name="connsiteY5" fmla="*/ 1152281 h 2521387"/>
                <a:gd name="connsiteX6" fmla="*/ 761978 w 2310715"/>
                <a:gd name="connsiteY6" fmla="*/ 1158475 h 2521387"/>
                <a:gd name="connsiteX0" fmla="*/ 0 w 2310715"/>
                <a:gd name="connsiteY0" fmla="*/ 0 h 2527582"/>
                <a:gd name="connsiteX1" fmla="*/ 799148 w 2310715"/>
                <a:gd name="connsiteY1" fmla="*/ 799162 h 2527582"/>
                <a:gd name="connsiteX2" fmla="*/ 2285935 w 2310715"/>
                <a:gd name="connsiteY2" fmla="*/ 792967 h 2527582"/>
                <a:gd name="connsiteX3" fmla="*/ 2310715 w 2310715"/>
                <a:gd name="connsiteY3" fmla="*/ 2521387 h 2527582"/>
                <a:gd name="connsiteX4" fmla="*/ 799148 w 2310715"/>
                <a:gd name="connsiteY4" fmla="*/ 2527582 h 2527582"/>
                <a:gd name="connsiteX5" fmla="*/ 1994773 w 2310715"/>
                <a:gd name="connsiteY5" fmla="*/ 1152281 h 2527582"/>
                <a:gd name="connsiteX6" fmla="*/ 761978 w 2310715"/>
                <a:gd name="connsiteY6" fmla="*/ 1158475 h 2527582"/>
                <a:gd name="connsiteX0" fmla="*/ 0 w 2310715"/>
                <a:gd name="connsiteY0" fmla="*/ 0 h 2527582"/>
                <a:gd name="connsiteX1" fmla="*/ 799148 w 2310715"/>
                <a:gd name="connsiteY1" fmla="*/ 799162 h 2527582"/>
                <a:gd name="connsiteX2" fmla="*/ 2285935 w 2310715"/>
                <a:gd name="connsiteY2" fmla="*/ 792967 h 2527582"/>
                <a:gd name="connsiteX3" fmla="*/ 2310715 w 2310715"/>
                <a:gd name="connsiteY3" fmla="*/ 2521387 h 2527582"/>
                <a:gd name="connsiteX4" fmla="*/ 799148 w 2310715"/>
                <a:gd name="connsiteY4" fmla="*/ 2527582 h 2527582"/>
                <a:gd name="connsiteX5" fmla="*/ 761978 w 2310715"/>
                <a:gd name="connsiteY5" fmla="*/ 1158475 h 2527582"/>
                <a:gd name="connsiteX0" fmla="*/ 0 w 2310715"/>
                <a:gd name="connsiteY0" fmla="*/ 0 h 2527582"/>
                <a:gd name="connsiteX1" fmla="*/ 799148 w 2310715"/>
                <a:gd name="connsiteY1" fmla="*/ 799162 h 2527582"/>
                <a:gd name="connsiteX2" fmla="*/ 2285935 w 2310715"/>
                <a:gd name="connsiteY2" fmla="*/ 792967 h 2527582"/>
                <a:gd name="connsiteX3" fmla="*/ 2310715 w 2310715"/>
                <a:gd name="connsiteY3" fmla="*/ 2521387 h 2527582"/>
                <a:gd name="connsiteX4" fmla="*/ 799148 w 2310715"/>
                <a:gd name="connsiteY4" fmla="*/ 2527582 h 2527582"/>
                <a:gd name="connsiteX0" fmla="*/ 0 w 2310715"/>
                <a:gd name="connsiteY0" fmla="*/ 0 h 2527582"/>
                <a:gd name="connsiteX1" fmla="*/ 774368 w 2310715"/>
                <a:gd name="connsiteY1" fmla="*/ 774382 h 2527582"/>
                <a:gd name="connsiteX2" fmla="*/ 2285935 w 2310715"/>
                <a:gd name="connsiteY2" fmla="*/ 792967 h 2527582"/>
                <a:gd name="connsiteX3" fmla="*/ 2310715 w 2310715"/>
                <a:gd name="connsiteY3" fmla="*/ 2521387 h 2527582"/>
                <a:gd name="connsiteX4" fmla="*/ 799148 w 2310715"/>
                <a:gd name="connsiteY4" fmla="*/ 2527582 h 2527582"/>
                <a:gd name="connsiteX0" fmla="*/ 0 w 2310715"/>
                <a:gd name="connsiteY0" fmla="*/ 0 h 2527582"/>
                <a:gd name="connsiteX1" fmla="*/ 799148 w 2310715"/>
                <a:gd name="connsiteY1" fmla="*/ 811552 h 2527582"/>
                <a:gd name="connsiteX2" fmla="*/ 2285935 w 2310715"/>
                <a:gd name="connsiteY2" fmla="*/ 792967 h 2527582"/>
                <a:gd name="connsiteX3" fmla="*/ 2310715 w 2310715"/>
                <a:gd name="connsiteY3" fmla="*/ 2521387 h 2527582"/>
                <a:gd name="connsiteX4" fmla="*/ 799148 w 2310715"/>
                <a:gd name="connsiteY4" fmla="*/ 2527582 h 2527582"/>
                <a:gd name="connsiteX0" fmla="*/ 0 w 2310715"/>
                <a:gd name="connsiteY0" fmla="*/ 0 h 2527582"/>
                <a:gd name="connsiteX1" fmla="*/ 774368 w 2310715"/>
                <a:gd name="connsiteY1" fmla="*/ 792967 h 2527582"/>
                <a:gd name="connsiteX2" fmla="*/ 2285935 w 2310715"/>
                <a:gd name="connsiteY2" fmla="*/ 792967 h 2527582"/>
                <a:gd name="connsiteX3" fmla="*/ 2310715 w 2310715"/>
                <a:gd name="connsiteY3" fmla="*/ 2521387 h 2527582"/>
                <a:gd name="connsiteX4" fmla="*/ 799148 w 2310715"/>
                <a:gd name="connsiteY4" fmla="*/ 2527582 h 2527582"/>
                <a:gd name="connsiteX0" fmla="*/ 0 w 2310715"/>
                <a:gd name="connsiteY0" fmla="*/ 0 h 2527582"/>
                <a:gd name="connsiteX1" fmla="*/ 774368 w 2310715"/>
                <a:gd name="connsiteY1" fmla="*/ 792967 h 2527582"/>
                <a:gd name="connsiteX2" fmla="*/ 2285935 w 2310715"/>
                <a:gd name="connsiteY2" fmla="*/ 792967 h 2527582"/>
                <a:gd name="connsiteX3" fmla="*/ 2310715 w 2310715"/>
                <a:gd name="connsiteY3" fmla="*/ 2521387 h 2527582"/>
                <a:gd name="connsiteX4" fmla="*/ 613300 w 2310715"/>
                <a:gd name="connsiteY4" fmla="*/ 2527582 h 2527582"/>
                <a:gd name="connsiteX0" fmla="*/ 0 w 2310715"/>
                <a:gd name="connsiteY0" fmla="*/ 0 h 2530004"/>
                <a:gd name="connsiteX1" fmla="*/ 774368 w 2310715"/>
                <a:gd name="connsiteY1" fmla="*/ 792967 h 2530004"/>
                <a:gd name="connsiteX2" fmla="*/ 2285935 w 2310715"/>
                <a:gd name="connsiteY2" fmla="*/ 792967 h 2530004"/>
                <a:gd name="connsiteX3" fmla="*/ 2310715 w 2310715"/>
                <a:gd name="connsiteY3" fmla="*/ 2521387 h 2530004"/>
                <a:gd name="connsiteX4" fmla="*/ 613300 w 2310715"/>
                <a:gd name="connsiteY4" fmla="*/ 2527582 h 2530004"/>
                <a:gd name="connsiteX5" fmla="*/ 600910 w 2310715"/>
                <a:gd name="connsiteY5" fmla="*/ 2530004 h 2530004"/>
                <a:gd name="connsiteX0" fmla="*/ 0 w 2310715"/>
                <a:gd name="connsiteY0" fmla="*/ 0 h 2527583"/>
                <a:gd name="connsiteX1" fmla="*/ 774368 w 2310715"/>
                <a:gd name="connsiteY1" fmla="*/ 792967 h 2527583"/>
                <a:gd name="connsiteX2" fmla="*/ 2285935 w 2310715"/>
                <a:gd name="connsiteY2" fmla="*/ 792967 h 2527583"/>
                <a:gd name="connsiteX3" fmla="*/ 2310715 w 2310715"/>
                <a:gd name="connsiteY3" fmla="*/ 2521387 h 2527583"/>
                <a:gd name="connsiteX4" fmla="*/ 613300 w 2310715"/>
                <a:gd name="connsiteY4" fmla="*/ 2527582 h 2527583"/>
                <a:gd name="connsiteX5" fmla="*/ 569935 w 2310715"/>
                <a:gd name="connsiteY5" fmla="*/ 1439674 h 2527583"/>
                <a:gd name="connsiteX0" fmla="*/ 0 w 2310715"/>
                <a:gd name="connsiteY0" fmla="*/ 0 h 2527584"/>
                <a:gd name="connsiteX1" fmla="*/ 774368 w 2310715"/>
                <a:gd name="connsiteY1" fmla="*/ 792967 h 2527584"/>
                <a:gd name="connsiteX2" fmla="*/ 2285935 w 2310715"/>
                <a:gd name="connsiteY2" fmla="*/ 792967 h 2527584"/>
                <a:gd name="connsiteX3" fmla="*/ 2310715 w 2310715"/>
                <a:gd name="connsiteY3" fmla="*/ 2521387 h 2527584"/>
                <a:gd name="connsiteX4" fmla="*/ 613300 w 2310715"/>
                <a:gd name="connsiteY4" fmla="*/ 2527582 h 2527584"/>
                <a:gd name="connsiteX5" fmla="*/ 569935 w 2310715"/>
                <a:gd name="connsiteY5" fmla="*/ 1439674 h 2527584"/>
                <a:gd name="connsiteX0" fmla="*/ 0 w 2310715"/>
                <a:gd name="connsiteY0" fmla="*/ 0 h 2527582"/>
                <a:gd name="connsiteX1" fmla="*/ 774368 w 2310715"/>
                <a:gd name="connsiteY1" fmla="*/ 792967 h 2527582"/>
                <a:gd name="connsiteX2" fmla="*/ 2285935 w 2310715"/>
                <a:gd name="connsiteY2" fmla="*/ 792967 h 2527582"/>
                <a:gd name="connsiteX3" fmla="*/ 2310715 w 2310715"/>
                <a:gd name="connsiteY3" fmla="*/ 2521387 h 2527582"/>
                <a:gd name="connsiteX4" fmla="*/ 613300 w 2310715"/>
                <a:gd name="connsiteY4" fmla="*/ 2527582 h 2527582"/>
                <a:gd name="connsiteX5" fmla="*/ 569935 w 2310715"/>
                <a:gd name="connsiteY5" fmla="*/ 1439674 h 2527582"/>
                <a:gd name="connsiteX0" fmla="*/ 0 w 2310715"/>
                <a:gd name="connsiteY0" fmla="*/ 0 h 2527582"/>
                <a:gd name="connsiteX1" fmla="*/ 774368 w 2310715"/>
                <a:gd name="connsiteY1" fmla="*/ 792967 h 2527582"/>
                <a:gd name="connsiteX2" fmla="*/ 2285935 w 2310715"/>
                <a:gd name="connsiteY2" fmla="*/ 792967 h 2527582"/>
                <a:gd name="connsiteX3" fmla="*/ 2310715 w 2310715"/>
                <a:gd name="connsiteY3" fmla="*/ 2521387 h 2527582"/>
                <a:gd name="connsiteX4" fmla="*/ 613300 w 2310715"/>
                <a:gd name="connsiteY4" fmla="*/ 2527582 h 2527582"/>
                <a:gd name="connsiteX5" fmla="*/ 619494 w 2310715"/>
                <a:gd name="connsiteY5" fmla="*/ 1080361 h 2527582"/>
                <a:gd name="connsiteX0" fmla="*/ 0 w 2310715"/>
                <a:gd name="connsiteY0" fmla="*/ 0 h 2527582"/>
                <a:gd name="connsiteX1" fmla="*/ 774368 w 2310715"/>
                <a:gd name="connsiteY1" fmla="*/ 792967 h 2527582"/>
                <a:gd name="connsiteX2" fmla="*/ 2285935 w 2310715"/>
                <a:gd name="connsiteY2" fmla="*/ 792967 h 2527582"/>
                <a:gd name="connsiteX3" fmla="*/ 2310715 w 2310715"/>
                <a:gd name="connsiteY3" fmla="*/ 2521387 h 2527582"/>
                <a:gd name="connsiteX4" fmla="*/ 613300 w 2310715"/>
                <a:gd name="connsiteY4" fmla="*/ 2527582 h 2527582"/>
                <a:gd name="connsiteX5" fmla="*/ 600910 w 2310715"/>
                <a:gd name="connsiteY5" fmla="*/ 1080361 h 2527582"/>
                <a:gd name="connsiteX0" fmla="*/ 0 w 2310715"/>
                <a:gd name="connsiteY0" fmla="*/ 0 h 2527582"/>
                <a:gd name="connsiteX1" fmla="*/ 774368 w 2310715"/>
                <a:gd name="connsiteY1" fmla="*/ 792967 h 2527582"/>
                <a:gd name="connsiteX2" fmla="*/ 2285935 w 2310715"/>
                <a:gd name="connsiteY2" fmla="*/ 792967 h 2527582"/>
                <a:gd name="connsiteX3" fmla="*/ 2310715 w 2310715"/>
                <a:gd name="connsiteY3" fmla="*/ 2521387 h 2527582"/>
                <a:gd name="connsiteX4" fmla="*/ 613300 w 2310715"/>
                <a:gd name="connsiteY4" fmla="*/ 2527582 h 2527582"/>
                <a:gd name="connsiteX5" fmla="*/ 619494 w 2310715"/>
                <a:gd name="connsiteY5" fmla="*/ 1080361 h 2527582"/>
                <a:gd name="connsiteX0" fmla="*/ 0 w 2310715"/>
                <a:gd name="connsiteY0" fmla="*/ 0 h 2527582"/>
                <a:gd name="connsiteX1" fmla="*/ 1108895 w 2310715"/>
                <a:gd name="connsiteY1" fmla="*/ 1108915 h 2527582"/>
                <a:gd name="connsiteX2" fmla="*/ 2285935 w 2310715"/>
                <a:gd name="connsiteY2" fmla="*/ 792967 h 2527582"/>
                <a:gd name="connsiteX3" fmla="*/ 2310715 w 2310715"/>
                <a:gd name="connsiteY3" fmla="*/ 2521387 h 2527582"/>
                <a:gd name="connsiteX4" fmla="*/ 613300 w 2310715"/>
                <a:gd name="connsiteY4" fmla="*/ 2527582 h 2527582"/>
                <a:gd name="connsiteX5" fmla="*/ 619494 w 2310715"/>
                <a:gd name="connsiteY5" fmla="*/ 1080361 h 2527582"/>
                <a:gd name="connsiteX0" fmla="*/ 0 w 2310715"/>
                <a:gd name="connsiteY0" fmla="*/ 0 h 2527582"/>
                <a:gd name="connsiteX1" fmla="*/ 1108895 w 2310715"/>
                <a:gd name="connsiteY1" fmla="*/ 1108915 h 2527582"/>
                <a:gd name="connsiteX2" fmla="*/ 1994773 w 2310715"/>
                <a:gd name="connsiteY2" fmla="*/ 1115110 h 2527582"/>
                <a:gd name="connsiteX3" fmla="*/ 2310715 w 2310715"/>
                <a:gd name="connsiteY3" fmla="*/ 2521387 h 2527582"/>
                <a:gd name="connsiteX4" fmla="*/ 613300 w 2310715"/>
                <a:gd name="connsiteY4" fmla="*/ 2527582 h 2527582"/>
                <a:gd name="connsiteX5" fmla="*/ 619494 w 2310715"/>
                <a:gd name="connsiteY5" fmla="*/ 1080361 h 2527582"/>
                <a:gd name="connsiteX0" fmla="*/ 0 w 2000968"/>
                <a:gd name="connsiteY0" fmla="*/ 0 h 2527582"/>
                <a:gd name="connsiteX1" fmla="*/ 1108895 w 2000968"/>
                <a:gd name="connsiteY1" fmla="*/ 1108915 h 2527582"/>
                <a:gd name="connsiteX2" fmla="*/ 1994773 w 2000968"/>
                <a:gd name="connsiteY2" fmla="*/ 1115110 h 2527582"/>
                <a:gd name="connsiteX3" fmla="*/ 2000968 w 2000968"/>
                <a:gd name="connsiteY3" fmla="*/ 2248805 h 2527582"/>
                <a:gd name="connsiteX4" fmla="*/ 613300 w 2000968"/>
                <a:gd name="connsiteY4" fmla="*/ 2527582 h 2527582"/>
                <a:gd name="connsiteX5" fmla="*/ 619494 w 2000968"/>
                <a:gd name="connsiteY5" fmla="*/ 1080361 h 2527582"/>
                <a:gd name="connsiteX0" fmla="*/ 0 w 1994773"/>
                <a:gd name="connsiteY0" fmla="*/ 0 h 2527582"/>
                <a:gd name="connsiteX1" fmla="*/ 1108895 w 1994773"/>
                <a:gd name="connsiteY1" fmla="*/ 1108915 h 2527582"/>
                <a:gd name="connsiteX2" fmla="*/ 1994773 w 1994773"/>
                <a:gd name="connsiteY2" fmla="*/ 1115110 h 2527582"/>
                <a:gd name="connsiteX3" fmla="*/ 1976188 w 1994773"/>
                <a:gd name="connsiteY3" fmla="*/ 2230220 h 2527582"/>
                <a:gd name="connsiteX4" fmla="*/ 613300 w 1994773"/>
                <a:gd name="connsiteY4" fmla="*/ 2527582 h 2527582"/>
                <a:gd name="connsiteX5" fmla="*/ 619494 w 1994773"/>
                <a:gd name="connsiteY5" fmla="*/ 1080361 h 2527582"/>
                <a:gd name="connsiteX0" fmla="*/ 0 w 2007163"/>
                <a:gd name="connsiteY0" fmla="*/ 0 h 2527582"/>
                <a:gd name="connsiteX1" fmla="*/ 1108895 w 2007163"/>
                <a:gd name="connsiteY1" fmla="*/ 1108915 h 2527582"/>
                <a:gd name="connsiteX2" fmla="*/ 1994773 w 2007163"/>
                <a:gd name="connsiteY2" fmla="*/ 1115110 h 2527582"/>
                <a:gd name="connsiteX3" fmla="*/ 2007163 w 2007163"/>
                <a:gd name="connsiteY3" fmla="*/ 2224024 h 2527582"/>
                <a:gd name="connsiteX4" fmla="*/ 613300 w 2007163"/>
                <a:gd name="connsiteY4" fmla="*/ 2527582 h 2527582"/>
                <a:gd name="connsiteX5" fmla="*/ 619494 w 2007163"/>
                <a:gd name="connsiteY5" fmla="*/ 1080361 h 2527582"/>
                <a:gd name="connsiteX0" fmla="*/ 0 w 2000968"/>
                <a:gd name="connsiteY0" fmla="*/ 0 h 2527582"/>
                <a:gd name="connsiteX1" fmla="*/ 1108895 w 2000968"/>
                <a:gd name="connsiteY1" fmla="*/ 1108915 h 2527582"/>
                <a:gd name="connsiteX2" fmla="*/ 1994773 w 2000968"/>
                <a:gd name="connsiteY2" fmla="*/ 1115110 h 2527582"/>
                <a:gd name="connsiteX3" fmla="*/ 2000968 w 2000968"/>
                <a:gd name="connsiteY3" fmla="*/ 2224024 h 2527582"/>
                <a:gd name="connsiteX4" fmla="*/ 613300 w 2000968"/>
                <a:gd name="connsiteY4" fmla="*/ 2527582 h 2527582"/>
                <a:gd name="connsiteX5" fmla="*/ 619494 w 2000968"/>
                <a:gd name="connsiteY5" fmla="*/ 1080361 h 2527582"/>
                <a:gd name="connsiteX0" fmla="*/ 0 w 2000968"/>
                <a:gd name="connsiteY0" fmla="*/ 0 h 2261195"/>
                <a:gd name="connsiteX1" fmla="*/ 1108895 w 2000968"/>
                <a:gd name="connsiteY1" fmla="*/ 1108915 h 2261195"/>
                <a:gd name="connsiteX2" fmla="*/ 1994773 w 2000968"/>
                <a:gd name="connsiteY2" fmla="*/ 1115110 h 2261195"/>
                <a:gd name="connsiteX3" fmla="*/ 2000968 w 2000968"/>
                <a:gd name="connsiteY3" fmla="*/ 2224024 h 2261195"/>
                <a:gd name="connsiteX4" fmla="*/ 873488 w 2000968"/>
                <a:gd name="connsiteY4" fmla="*/ 2261195 h 2261195"/>
                <a:gd name="connsiteX5" fmla="*/ 619494 w 2000968"/>
                <a:gd name="connsiteY5" fmla="*/ 1080361 h 2261195"/>
                <a:gd name="connsiteX0" fmla="*/ 0 w 2000968"/>
                <a:gd name="connsiteY0" fmla="*/ 0 h 2261195"/>
                <a:gd name="connsiteX1" fmla="*/ 1108895 w 2000968"/>
                <a:gd name="connsiteY1" fmla="*/ 1108915 h 2261195"/>
                <a:gd name="connsiteX2" fmla="*/ 1994773 w 2000968"/>
                <a:gd name="connsiteY2" fmla="*/ 1115110 h 2261195"/>
                <a:gd name="connsiteX3" fmla="*/ 2000968 w 2000968"/>
                <a:gd name="connsiteY3" fmla="*/ 2224024 h 2261195"/>
                <a:gd name="connsiteX4" fmla="*/ 873488 w 2000968"/>
                <a:gd name="connsiteY4" fmla="*/ 2261195 h 2261195"/>
                <a:gd name="connsiteX5" fmla="*/ 873488 w 2000968"/>
                <a:gd name="connsiteY5" fmla="*/ 1111337 h 2261195"/>
                <a:gd name="connsiteX6" fmla="*/ 619494 w 2000968"/>
                <a:gd name="connsiteY6" fmla="*/ 1080361 h 2261195"/>
                <a:gd name="connsiteX0" fmla="*/ 0 w 2000968"/>
                <a:gd name="connsiteY0" fmla="*/ 0 h 2261195"/>
                <a:gd name="connsiteX1" fmla="*/ 1108895 w 2000968"/>
                <a:gd name="connsiteY1" fmla="*/ 1108915 h 2261195"/>
                <a:gd name="connsiteX2" fmla="*/ 1994773 w 2000968"/>
                <a:gd name="connsiteY2" fmla="*/ 1115110 h 2261195"/>
                <a:gd name="connsiteX3" fmla="*/ 2000968 w 2000968"/>
                <a:gd name="connsiteY3" fmla="*/ 2224024 h 2261195"/>
                <a:gd name="connsiteX4" fmla="*/ 873488 w 2000968"/>
                <a:gd name="connsiteY4" fmla="*/ 2261195 h 2261195"/>
                <a:gd name="connsiteX5" fmla="*/ 619494 w 2000968"/>
                <a:gd name="connsiteY5" fmla="*/ 1080361 h 2261195"/>
                <a:gd name="connsiteX0" fmla="*/ 0 w 2000968"/>
                <a:gd name="connsiteY0" fmla="*/ 0 h 2261195"/>
                <a:gd name="connsiteX1" fmla="*/ 1108895 w 2000968"/>
                <a:gd name="connsiteY1" fmla="*/ 1108915 h 2261195"/>
                <a:gd name="connsiteX2" fmla="*/ 1994773 w 2000968"/>
                <a:gd name="connsiteY2" fmla="*/ 1115110 h 2261195"/>
                <a:gd name="connsiteX3" fmla="*/ 2000968 w 2000968"/>
                <a:gd name="connsiteY3" fmla="*/ 2224024 h 2261195"/>
                <a:gd name="connsiteX4" fmla="*/ 873488 w 2000968"/>
                <a:gd name="connsiteY4" fmla="*/ 2261195 h 2261195"/>
                <a:gd name="connsiteX5" fmla="*/ 854902 w 2000968"/>
                <a:gd name="connsiteY5" fmla="*/ 1074166 h 2261195"/>
                <a:gd name="connsiteX0" fmla="*/ 0 w 2000968"/>
                <a:gd name="connsiteY0" fmla="*/ 0 h 2261195"/>
                <a:gd name="connsiteX1" fmla="*/ 1108895 w 2000968"/>
                <a:gd name="connsiteY1" fmla="*/ 1108915 h 2261195"/>
                <a:gd name="connsiteX2" fmla="*/ 1994773 w 2000968"/>
                <a:gd name="connsiteY2" fmla="*/ 1115110 h 2261195"/>
                <a:gd name="connsiteX3" fmla="*/ 2000968 w 2000968"/>
                <a:gd name="connsiteY3" fmla="*/ 2224024 h 2261195"/>
                <a:gd name="connsiteX4" fmla="*/ 873488 w 2000968"/>
                <a:gd name="connsiteY4" fmla="*/ 2261195 h 2261195"/>
                <a:gd name="connsiteX5" fmla="*/ 854902 w 2000968"/>
                <a:gd name="connsiteY5" fmla="*/ 1074166 h 2261195"/>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48709 w 2000968"/>
                <a:gd name="connsiteY4" fmla="*/ 2205439 h 2224024"/>
                <a:gd name="connsiteX5" fmla="*/ 854902 w 2000968"/>
                <a:gd name="connsiteY5" fmla="*/ 1074166 h 2224024"/>
                <a:gd name="connsiteX0" fmla="*/ 0 w 2000968"/>
                <a:gd name="connsiteY0" fmla="*/ 0 h 2236415"/>
                <a:gd name="connsiteX1" fmla="*/ 1108895 w 2000968"/>
                <a:gd name="connsiteY1" fmla="*/ 1108915 h 2236415"/>
                <a:gd name="connsiteX2" fmla="*/ 1994773 w 2000968"/>
                <a:gd name="connsiteY2" fmla="*/ 1115110 h 2236415"/>
                <a:gd name="connsiteX3" fmla="*/ 2000968 w 2000968"/>
                <a:gd name="connsiteY3" fmla="*/ 2224024 h 2236415"/>
                <a:gd name="connsiteX4" fmla="*/ 854904 w 2000968"/>
                <a:gd name="connsiteY4" fmla="*/ 2236415 h 2236415"/>
                <a:gd name="connsiteX5" fmla="*/ 854902 w 2000968"/>
                <a:gd name="connsiteY5" fmla="*/ 1074166 h 2236415"/>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54904 w 2000968"/>
                <a:gd name="connsiteY4" fmla="*/ 2217829 h 2224024"/>
                <a:gd name="connsiteX5" fmla="*/ 854902 w 2000968"/>
                <a:gd name="connsiteY5" fmla="*/ 1074166 h 2224024"/>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54902 w 2000968"/>
                <a:gd name="connsiteY5" fmla="*/ 1074166 h 2224024"/>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904462 w 2000968"/>
                <a:gd name="connsiteY5" fmla="*/ 1098946 h 2224024"/>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79682 w 2000968"/>
                <a:gd name="connsiteY5" fmla="*/ 1111337 h 2224024"/>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79682 w 2000968"/>
                <a:gd name="connsiteY5" fmla="*/ 1111337 h 2224024"/>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92072 w 2000968"/>
                <a:gd name="connsiteY5" fmla="*/ 1105142 h 2224024"/>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92072 w 2000968"/>
                <a:gd name="connsiteY5" fmla="*/ 1105142 h 2224024"/>
                <a:gd name="connsiteX0" fmla="*/ 0 w 2000968"/>
                <a:gd name="connsiteY0" fmla="*/ 0 h 2224024"/>
                <a:gd name="connsiteX1" fmla="*/ 1115090 w 2000968"/>
                <a:gd name="connsiteY1" fmla="*/ 1127501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92072 w 2000968"/>
                <a:gd name="connsiteY5" fmla="*/ 1105142 h 2224024"/>
                <a:gd name="connsiteX0" fmla="*/ 0 w 2000968"/>
                <a:gd name="connsiteY0" fmla="*/ 0 h 2224024"/>
                <a:gd name="connsiteX1" fmla="*/ 1115090 w 2000968"/>
                <a:gd name="connsiteY1" fmla="*/ 1127501 h 2224024"/>
                <a:gd name="connsiteX2" fmla="*/ 1146066 w 2000968"/>
                <a:gd name="connsiteY2" fmla="*/ 1105142 h 2224024"/>
                <a:gd name="connsiteX3" fmla="*/ 1994773 w 2000968"/>
                <a:gd name="connsiteY3" fmla="*/ 1115110 h 2224024"/>
                <a:gd name="connsiteX4" fmla="*/ 2000968 w 2000968"/>
                <a:gd name="connsiteY4" fmla="*/ 2224024 h 2224024"/>
                <a:gd name="connsiteX5" fmla="*/ 892074 w 2000968"/>
                <a:gd name="connsiteY5" fmla="*/ 2211634 h 2224024"/>
                <a:gd name="connsiteX6" fmla="*/ 892072 w 2000968"/>
                <a:gd name="connsiteY6" fmla="*/ 1105142 h 2224024"/>
                <a:gd name="connsiteX0" fmla="*/ 0 w 2000968"/>
                <a:gd name="connsiteY0" fmla="*/ 0 h 2224024"/>
                <a:gd name="connsiteX1" fmla="*/ 1115090 w 2000968"/>
                <a:gd name="connsiteY1" fmla="*/ 1127501 h 2224024"/>
                <a:gd name="connsiteX2" fmla="*/ 1139871 w 2000968"/>
                <a:gd name="connsiteY2" fmla="*/ 1129923 h 2224024"/>
                <a:gd name="connsiteX3" fmla="*/ 1994773 w 2000968"/>
                <a:gd name="connsiteY3" fmla="*/ 1115110 h 2224024"/>
                <a:gd name="connsiteX4" fmla="*/ 2000968 w 2000968"/>
                <a:gd name="connsiteY4" fmla="*/ 2224024 h 2224024"/>
                <a:gd name="connsiteX5" fmla="*/ 892074 w 2000968"/>
                <a:gd name="connsiteY5" fmla="*/ 2211634 h 2224024"/>
                <a:gd name="connsiteX6" fmla="*/ 892072 w 2000968"/>
                <a:gd name="connsiteY6" fmla="*/ 1105142 h 2224024"/>
                <a:gd name="connsiteX0" fmla="*/ 0 w 2000968"/>
                <a:gd name="connsiteY0" fmla="*/ 0 h 2224024"/>
                <a:gd name="connsiteX1" fmla="*/ 1115090 w 2000968"/>
                <a:gd name="connsiteY1" fmla="*/ 1127501 h 2224024"/>
                <a:gd name="connsiteX2" fmla="*/ 1245185 w 2000968"/>
                <a:gd name="connsiteY2" fmla="*/ 1136119 h 2224024"/>
                <a:gd name="connsiteX3" fmla="*/ 1994773 w 2000968"/>
                <a:gd name="connsiteY3" fmla="*/ 1115110 h 2224024"/>
                <a:gd name="connsiteX4" fmla="*/ 2000968 w 2000968"/>
                <a:gd name="connsiteY4" fmla="*/ 2224024 h 2224024"/>
                <a:gd name="connsiteX5" fmla="*/ 892074 w 2000968"/>
                <a:gd name="connsiteY5" fmla="*/ 2211634 h 2224024"/>
                <a:gd name="connsiteX6" fmla="*/ 892072 w 2000968"/>
                <a:gd name="connsiteY6" fmla="*/ 1105142 h 2224024"/>
                <a:gd name="connsiteX0" fmla="*/ 0 w 2000968"/>
                <a:gd name="connsiteY0" fmla="*/ 0 h 2224024"/>
                <a:gd name="connsiteX1" fmla="*/ 1115090 w 2000968"/>
                <a:gd name="connsiteY1" fmla="*/ 1127501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92072 w 2000968"/>
                <a:gd name="connsiteY5" fmla="*/ 1105142 h 2224024"/>
                <a:gd name="connsiteX0" fmla="*/ 0 w 2000968"/>
                <a:gd name="connsiteY0" fmla="*/ 0 h 2224024"/>
                <a:gd name="connsiteX1" fmla="*/ 1115090 w 2000968"/>
                <a:gd name="connsiteY1" fmla="*/ 1127501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92072 w 2000968"/>
                <a:gd name="connsiteY5" fmla="*/ 1105142 h 222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0968" h="2224024">
                  <a:moveTo>
                    <a:pt x="0" y="0"/>
                  </a:moveTo>
                  <a:lnTo>
                    <a:pt x="1115090" y="1127501"/>
                  </a:lnTo>
                  <a:lnTo>
                    <a:pt x="1994773" y="1115110"/>
                  </a:lnTo>
                  <a:lnTo>
                    <a:pt x="2000968" y="2224024"/>
                  </a:lnTo>
                  <a:lnTo>
                    <a:pt x="892074" y="2211634"/>
                  </a:lnTo>
                  <a:cubicBezTo>
                    <a:pt x="892073" y="1842803"/>
                    <a:pt x="892073" y="1473973"/>
                    <a:pt x="892072" y="1105142"/>
                  </a:cubicBezTo>
                </a:path>
              </a:pathLst>
            </a:custGeom>
            <a:ln w="50800">
              <a:headEnd type="oval"/>
              <a:tailEnd type="ova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7843"/>
            </a:p>
          </p:txBody>
        </p:sp>
        <p:sp>
          <p:nvSpPr>
            <p:cNvPr id="11" name="Freeform 6">
              <a:extLst>
                <a:ext uri="{FF2B5EF4-FFF2-40B4-BE49-F238E27FC236}">
                  <a16:creationId xmlns:a16="http://schemas.microsoft.com/office/drawing/2014/main" id="{7666768E-91FD-DD2A-B8C0-195E65C7D7D1}"/>
                </a:ext>
              </a:extLst>
            </p:cNvPr>
            <p:cNvSpPr/>
            <p:nvPr/>
          </p:nvSpPr>
          <p:spPr>
            <a:xfrm>
              <a:off x="158595" y="7779924"/>
              <a:ext cx="2567382" cy="2285975"/>
            </a:xfrm>
            <a:custGeom>
              <a:avLst/>
              <a:gdLst>
                <a:gd name="connsiteX0" fmla="*/ 0 w 2304520"/>
                <a:gd name="connsiteY0" fmla="*/ 0 h 2217830"/>
                <a:gd name="connsiteX1" fmla="*/ 799148 w 2304520"/>
                <a:gd name="connsiteY1" fmla="*/ 774382 h 2217830"/>
                <a:gd name="connsiteX2" fmla="*/ 2285935 w 2304520"/>
                <a:gd name="connsiteY2" fmla="*/ 768187 h 2217830"/>
                <a:gd name="connsiteX3" fmla="*/ 2304520 w 2304520"/>
                <a:gd name="connsiteY3" fmla="*/ 2217830 h 2217830"/>
                <a:gd name="connsiteX4" fmla="*/ 1994773 w 2304520"/>
                <a:gd name="connsiteY4" fmla="*/ 2211635 h 2217830"/>
                <a:gd name="connsiteX5" fmla="*/ 1982383 w 2304520"/>
                <a:gd name="connsiteY5" fmla="*/ 1096525 h 2217830"/>
                <a:gd name="connsiteX6" fmla="*/ 947827 w 2304520"/>
                <a:gd name="connsiteY6" fmla="*/ 1090330 h 2217830"/>
                <a:gd name="connsiteX0" fmla="*/ 0 w 2304520"/>
                <a:gd name="connsiteY0" fmla="*/ 0 h 2230220"/>
                <a:gd name="connsiteX1" fmla="*/ 799148 w 2304520"/>
                <a:gd name="connsiteY1" fmla="*/ 774382 h 2230220"/>
                <a:gd name="connsiteX2" fmla="*/ 2285935 w 2304520"/>
                <a:gd name="connsiteY2" fmla="*/ 768187 h 2230220"/>
                <a:gd name="connsiteX3" fmla="*/ 2304520 w 2304520"/>
                <a:gd name="connsiteY3" fmla="*/ 2217830 h 2230220"/>
                <a:gd name="connsiteX4" fmla="*/ 1994773 w 2304520"/>
                <a:gd name="connsiteY4" fmla="*/ 2230220 h 2230220"/>
                <a:gd name="connsiteX5" fmla="*/ 1982383 w 2304520"/>
                <a:gd name="connsiteY5" fmla="*/ 1096525 h 2230220"/>
                <a:gd name="connsiteX6" fmla="*/ 947827 w 2304520"/>
                <a:gd name="connsiteY6" fmla="*/ 1090330 h 2230220"/>
                <a:gd name="connsiteX0" fmla="*/ 0 w 2304520"/>
                <a:gd name="connsiteY0" fmla="*/ 0 h 2217830"/>
                <a:gd name="connsiteX1" fmla="*/ 799148 w 2304520"/>
                <a:gd name="connsiteY1" fmla="*/ 774382 h 2217830"/>
                <a:gd name="connsiteX2" fmla="*/ 2285935 w 2304520"/>
                <a:gd name="connsiteY2" fmla="*/ 768187 h 2217830"/>
                <a:gd name="connsiteX3" fmla="*/ 2304520 w 2304520"/>
                <a:gd name="connsiteY3" fmla="*/ 2217830 h 2217830"/>
                <a:gd name="connsiteX4" fmla="*/ 1994773 w 2304520"/>
                <a:gd name="connsiteY4" fmla="*/ 2211635 h 2217830"/>
                <a:gd name="connsiteX5" fmla="*/ 1982383 w 2304520"/>
                <a:gd name="connsiteY5" fmla="*/ 1096525 h 2217830"/>
                <a:gd name="connsiteX6" fmla="*/ 947827 w 2304520"/>
                <a:gd name="connsiteY6" fmla="*/ 1090330 h 2217830"/>
                <a:gd name="connsiteX0" fmla="*/ 0 w 2292130"/>
                <a:gd name="connsiteY0" fmla="*/ 0 h 2211635"/>
                <a:gd name="connsiteX1" fmla="*/ 799148 w 2292130"/>
                <a:gd name="connsiteY1" fmla="*/ 774382 h 2211635"/>
                <a:gd name="connsiteX2" fmla="*/ 2285935 w 2292130"/>
                <a:gd name="connsiteY2" fmla="*/ 768187 h 2211635"/>
                <a:gd name="connsiteX3" fmla="*/ 2292130 w 2292130"/>
                <a:gd name="connsiteY3" fmla="*/ 2199245 h 2211635"/>
                <a:gd name="connsiteX4" fmla="*/ 1994773 w 2292130"/>
                <a:gd name="connsiteY4" fmla="*/ 2211635 h 2211635"/>
                <a:gd name="connsiteX5" fmla="*/ 1982383 w 2292130"/>
                <a:gd name="connsiteY5" fmla="*/ 1096525 h 2211635"/>
                <a:gd name="connsiteX6" fmla="*/ 947827 w 2292130"/>
                <a:gd name="connsiteY6" fmla="*/ 1090330 h 2211635"/>
                <a:gd name="connsiteX0" fmla="*/ 0 w 2292130"/>
                <a:gd name="connsiteY0" fmla="*/ 0 h 2211635"/>
                <a:gd name="connsiteX1" fmla="*/ 799148 w 2292130"/>
                <a:gd name="connsiteY1" fmla="*/ 774382 h 2211635"/>
                <a:gd name="connsiteX2" fmla="*/ 2285935 w 2292130"/>
                <a:gd name="connsiteY2" fmla="*/ 768187 h 2211635"/>
                <a:gd name="connsiteX3" fmla="*/ 2292130 w 2292130"/>
                <a:gd name="connsiteY3" fmla="*/ 2149684 h 2211635"/>
                <a:gd name="connsiteX4" fmla="*/ 1994773 w 2292130"/>
                <a:gd name="connsiteY4" fmla="*/ 2211635 h 2211635"/>
                <a:gd name="connsiteX5" fmla="*/ 1982383 w 2292130"/>
                <a:gd name="connsiteY5" fmla="*/ 1096525 h 2211635"/>
                <a:gd name="connsiteX6" fmla="*/ 947827 w 2292130"/>
                <a:gd name="connsiteY6" fmla="*/ 1090330 h 2211635"/>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82383 w 2292130"/>
                <a:gd name="connsiteY5" fmla="*/ 1096525 h 2149684"/>
                <a:gd name="connsiteX6" fmla="*/ 947827 w 2292130"/>
                <a:gd name="connsiteY6" fmla="*/ 1090330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2000968 w 2292130"/>
                <a:gd name="connsiteY5" fmla="*/ 1084135 h 2149684"/>
                <a:gd name="connsiteX6" fmla="*/ 947827 w 2292130"/>
                <a:gd name="connsiteY6" fmla="*/ 1090330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94773 w 2292130"/>
                <a:gd name="connsiteY5" fmla="*/ 1127501 h 2149684"/>
                <a:gd name="connsiteX6" fmla="*/ 947827 w 2292130"/>
                <a:gd name="connsiteY6" fmla="*/ 1090330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94773 w 2292130"/>
                <a:gd name="connsiteY5" fmla="*/ 1127501 h 2149684"/>
                <a:gd name="connsiteX6" fmla="*/ 842512 w 2292130"/>
                <a:gd name="connsiteY6" fmla="*/ 1121305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94773 w 2292130"/>
                <a:gd name="connsiteY5" fmla="*/ 1127501 h 2149684"/>
                <a:gd name="connsiteX6" fmla="*/ 761978 w 2292130"/>
                <a:gd name="connsiteY6" fmla="*/ 1133695 h 2149684"/>
                <a:gd name="connsiteX0" fmla="*/ 0 w 2292130"/>
                <a:gd name="connsiteY0" fmla="*/ 0 h 2174464"/>
                <a:gd name="connsiteX1" fmla="*/ 799148 w 2292130"/>
                <a:gd name="connsiteY1" fmla="*/ 799162 h 2174464"/>
                <a:gd name="connsiteX2" fmla="*/ 2285935 w 2292130"/>
                <a:gd name="connsiteY2" fmla="*/ 792967 h 2174464"/>
                <a:gd name="connsiteX3" fmla="*/ 2292130 w 2292130"/>
                <a:gd name="connsiteY3" fmla="*/ 2174464 h 2174464"/>
                <a:gd name="connsiteX4" fmla="*/ 2000968 w 2292130"/>
                <a:gd name="connsiteY4" fmla="*/ 2174464 h 2174464"/>
                <a:gd name="connsiteX5" fmla="*/ 1994773 w 2292130"/>
                <a:gd name="connsiteY5" fmla="*/ 1152281 h 2174464"/>
                <a:gd name="connsiteX6" fmla="*/ 761978 w 2292130"/>
                <a:gd name="connsiteY6" fmla="*/ 1158475 h 2174464"/>
                <a:gd name="connsiteX0" fmla="*/ 0 w 2292130"/>
                <a:gd name="connsiteY0" fmla="*/ 0 h 2174464"/>
                <a:gd name="connsiteX1" fmla="*/ 799148 w 2292130"/>
                <a:gd name="connsiteY1" fmla="*/ 799162 h 2174464"/>
                <a:gd name="connsiteX2" fmla="*/ 2285935 w 2292130"/>
                <a:gd name="connsiteY2" fmla="*/ 792967 h 2174464"/>
                <a:gd name="connsiteX3" fmla="*/ 2292130 w 2292130"/>
                <a:gd name="connsiteY3" fmla="*/ 2174464 h 2174464"/>
                <a:gd name="connsiteX4" fmla="*/ 1994773 w 2292130"/>
                <a:gd name="connsiteY4" fmla="*/ 1152281 h 2174464"/>
                <a:gd name="connsiteX5" fmla="*/ 761978 w 2292130"/>
                <a:gd name="connsiteY5" fmla="*/ 1158475 h 2174464"/>
                <a:gd name="connsiteX0" fmla="*/ 0 w 2292130"/>
                <a:gd name="connsiteY0" fmla="*/ 0 h 2174464"/>
                <a:gd name="connsiteX1" fmla="*/ 799148 w 2292130"/>
                <a:gd name="connsiteY1" fmla="*/ 799162 h 2174464"/>
                <a:gd name="connsiteX2" fmla="*/ 2285935 w 2292130"/>
                <a:gd name="connsiteY2" fmla="*/ 792967 h 2174464"/>
                <a:gd name="connsiteX3" fmla="*/ 2292130 w 2292130"/>
                <a:gd name="connsiteY3" fmla="*/ 2174464 h 2174464"/>
                <a:gd name="connsiteX4" fmla="*/ 761978 w 2292130"/>
                <a:gd name="connsiteY4" fmla="*/ 1158475 h 2174464"/>
                <a:gd name="connsiteX0" fmla="*/ 0 w 2292130"/>
                <a:gd name="connsiteY0" fmla="*/ 0 h 2174464"/>
                <a:gd name="connsiteX1" fmla="*/ 799148 w 2292130"/>
                <a:gd name="connsiteY1" fmla="*/ 799162 h 2174464"/>
                <a:gd name="connsiteX2" fmla="*/ 2285935 w 2292130"/>
                <a:gd name="connsiteY2" fmla="*/ 792967 h 2174464"/>
                <a:gd name="connsiteX3" fmla="*/ 2292130 w 2292130"/>
                <a:gd name="connsiteY3" fmla="*/ 2174464 h 2174464"/>
                <a:gd name="connsiteX0" fmla="*/ 0 w 2285935"/>
                <a:gd name="connsiteY0" fmla="*/ 0 h 2335535"/>
                <a:gd name="connsiteX1" fmla="*/ 799148 w 2285935"/>
                <a:gd name="connsiteY1" fmla="*/ 799162 h 2335535"/>
                <a:gd name="connsiteX2" fmla="*/ 2285935 w 2285935"/>
                <a:gd name="connsiteY2" fmla="*/ 792967 h 2335535"/>
                <a:gd name="connsiteX3" fmla="*/ 2285935 w 2285935"/>
                <a:gd name="connsiteY3" fmla="*/ 2335535 h 2335535"/>
                <a:gd name="connsiteX0" fmla="*/ 0 w 2298325"/>
                <a:gd name="connsiteY0" fmla="*/ 0 h 2304560"/>
                <a:gd name="connsiteX1" fmla="*/ 799148 w 2298325"/>
                <a:gd name="connsiteY1" fmla="*/ 799162 h 2304560"/>
                <a:gd name="connsiteX2" fmla="*/ 2285935 w 2298325"/>
                <a:gd name="connsiteY2" fmla="*/ 792967 h 2304560"/>
                <a:gd name="connsiteX3" fmla="*/ 2298325 w 2298325"/>
                <a:gd name="connsiteY3" fmla="*/ 2304560 h 2304560"/>
                <a:gd name="connsiteX0" fmla="*/ 0 w 2285935"/>
                <a:gd name="connsiteY0" fmla="*/ 0 h 2304560"/>
                <a:gd name="connsiteX1" fmla="*/ 799148 w 2285935"/>
                <a:gd name="connsiteY1" fmla="*/ 799162 h 2304560"/>
                <a:gd name="connsiteX2" fmla="*/ 2285935 w 2285935"/>
                <a:gd name="connsiteY2" fmla="*/ 792967 h 2304560"/>
                <a:gd name="connsiteX3" fmla="*/ 2279740 w 2285935"/>
                <a:gd name="connsiteY3" fmla="*/ 2304560 h 2304560"/>
                <a:gd name="connsiteX0" fmla="*/ 0 w 2298325"/>
                <a:gd name="connsiteY0" fmla="*/ 0 h 2304560"/>
                <a:gd name="connsiteX1" fmla="*/ 799148 w 2298325"/>
                <a:gd name="connsiteY1" fmla="*/ 799162 h 2304560"/>
                <a:gd name="connsiteX2" fmla="*/ 2285935 w 2298325"/>
                <a:gd name="connsiteY2" fmla="*/ 792967 h 2304560"/>
                <a:gd name="connsiteX3" fmla="*/ 2298325 w 2298325"/>
                <a:gd name="connsiteY3" fmla="*/ 2304560 h 2304560"/>
                <a:gd name="connsiteX0" fmla="*/ 0 w 2298325"/>
                <a:gd name="connsiteY0" fmla="*/ 0 h 2304561"/>
                <a:gd name="connsiteX1" fmla="*/ 799148 w 2298325"/>
                <a:gd name="connsiteY1" fmla="*/ 799162 h 2304561"/>
                <a:gd name="connsiteX2" fmla="*/ 792953 w 2298325"/>
                <a:gd name="connsiteY2" fmla="*/ 2304561 h 2304561"/>
                <a:gd name="connsiteX3" fmla="*/ 2298325 w 2298325"/>
                <a:gd name="connsiteY3" fmla="*/ 2304560 h 2304561"/>
                <a:gd name="connsiteX0" fmla="*/ 0 w 2298325"/>
                <a:gd name="connsiteY0" fmla="*/ 0 h 2304560"/>
                <a:gd name="connsiteX1" fmla="*/ 799148 w 2298325"/>
                <a:gd name="connsiteY1" fmla="*/ 799162 h 2304560"/>
                <a:gd name="connsiteX2" fmla="*/ 823928 w 2298325"/>
                <a:gd name="connsiteY2" fmla="*/ 2298366 h 2304560"/>
                <a:gd name="connsiteX3" fmla="*/ 2298325 w 2298325"/>
                <a:gd name="connsiteY3" fmla="*/ 2304560 h 2304560"/>
                <a:gd name="connsiteX0" fmla="*/ 0 w 2298325"/>
                <a:gd name="connsiteY0" fmla="*/ 0 h 2304561"/>
                <a:gd name="connsiteX1" fmla="*/ 799148 w 2298325"/>
                <a:gd name="connsiteY1" fmla="*/ 799162 h 2304561"/>
                <a:gd name="connsiteX2" fmla="*/ 805343 w 2298325"/>
                <a:gd name="connsiteY2" fmla="*/ 2304561 h 2304561"/>
                <a:gd name="connsiteX3" fmla="*/ 2298325 w 2298325"/>
                <a:gd name="connsiteY3" fmla="*/ 2304560 h 2304561"/>
                <a:gd name="connsiteX0" fmla="*/ 0 w 2515148"/>
                <a:gd name="connsiteY0" fmla="*/ 0 h 2304561"/>
                <a:gd name="connsiteX1" fmla="*/ 799148 w 2515148"/>
                <a:gd name="connsiteY1" fmla="*/ 799162 h 2304561"/>
                <a:gd name="connsiteX2" fmla="*/ 805343 w 2515148"/>
                <a:gd name="connsiteY2" fmla="*/ 2304561 h 2304561"/>
                <a:gd name="connsiteX3" fmla="*/ 2515148 w 2515148"/>
                <a:gd name="connsiteY3" fmla="*/ 2292170 h 2304561"/>
                <a:gd name="connsiteX0" fmla="*/ 0 w 2515148"/>
                <a:gd name="connsiteY0" fmla="*/ 0 h 2329340"/>
                <a:gd name="connsiteX1" fmla="*/ 799148 w 2515148"/>
                <a:gd name="connsiteY1" fmla="*/ 799162 h 2329340"/>
                <a:gd name="connsiteX2" fmla="*/ 805343 w 2515148"/>
                <a:gd name="connsiteY2" fmla="*/ 2304561 h 2329340"/>
                <a:gd name="connsiteX3" fmla="*/ 2515148 w 2515148"/>
                <a:gd name="connsiteY3" fmla="*/ 2329340 h 2329340"/>
                <a:gd name="connsiteX0" fmla="*/ 0 w 2515148"/>
                <a:gd name="connsiteY0" fmla="*/ 0 h 2304561"/>
                <a:gd name="connsiteX1" fmla="*/ 799148 w 2515148"/>
                <a:gd name="connsiteY1" fmla="*/ 799162 h 2304561"/>
                <a:gd name="connsiteX2" fmla="*/ 805343 w 2515148"/>
                <a:gd name="connsiteY2" fmla="*/ 2304561 h 2304561"/>
                <a:gd name="connsiteX3" fmla="*/ 2515148 w 2515148"/>
                <a:gd name="connsiteY3" fmla="*/ 2304560 h 2304561"/>
                <a:gd name="connsiteX0" fmla="*/ 0 w 2515148"/>
                <a:gd name="connsiteY0" fmla="*/ 0 h 2329340"/>
                <a:gd name="connsiteX1" fmla="*/ 799148 w 2515148"/>
                <a:gd name="connsiteY1" fmla="*/ 799162 h 2329340"/>
                <a:gd name="connsiteX2" fmla="*/ 805343 w 2515148"/>
                <a:gd name="connsiteY2" fmla="*/ 2304561 h 2329340"/>
                <a:gd name="connsiteX3" fmla="*/ 2515148 w 2515148"/>
                <a:gd name="connsiteY3" fmla="*/ 2329340 h 2329340"/>
                <a:gd name="connsiteX0" fmla="*/ 0 w 2558513"/>
                <a:gd name="connsiteY0" fmla="*/ 0 h 2316950"/>
                <a:gd name="connsiteX1" fmla="*/ 799148 w 2558513"/>
                <a:gd name="connsiteY1" fmla="*/ 799162 h 2316950"/>
                <a:gd name="connsiteX2" fmla="*/ 805343 w 2558513"/>
                <a:gd name="connsiteY2" fmla="*/ 2304561 h 2316950"/>
                <a:gd name="connsiteX3" fmla="*/ 2558513 w 2558513"/>
                <a:gd name="connsiteY3" fmla="*/ 2316950 h 2316950"/>
                <a:gd name="connsiteX0" fmla="*/ 0 w 2690893"/>
                <a:gd name="connsiteY0" fmla="*/ 0 h 2316952"/>
                <a:gd name="connsiteX1" fmla="*/ 799148 w 2690893"/>
                <a:gd name="connsiteY1" fmla="*/ 799162 h 2316952"/>
                <a:gd name="connsiteX2" fmla="*/ 805343 w 2690893"/>
                <a:gd name="connsiteY2" fmla="*/ 2304561 h 2316952"/>
                <a:gd name="connsiteX3" fmla="*/ 2558513 w 2690893"/>
                <a:gd name="connsiteY3" fmla="*/ 2316950 h 2316952"/>
                <a:gd name="connsiteX4" fmla="*/ 2567182 w 2690893"/>
                <a:gd name="connsiteY4" fmla="*/ 2305627 h 2316952"/>
                <a:gd name="connsiteX0" fmla="*/ 0 w 2677496"/>
                <a:gd name="connsiteY0" fmla="*/ 0 h 2316950"/>
                <a:gd name="connsiteX1" fmla="*/ 799148 w 2677496"/>
                <a:gd name="connsiteY1" fmla="*/ 799162 h 2316950"/>
                <a:gd name="connsiteX2" fmla="*/ 805343 w 2677496"/>
                <a:gd name="connsiteY2" fmla="*/ 2304561 h 2316950"/>
                <a:gd name="connsiteX3" fmla="*/ 2558513 w 2677496"/>
                <a:gd name="connsiteY3" fmla="*/ 2316950 h 2316950"/>
                <a:gd name="connsiteX4" fmla="*/ 2511427 w 2677496"/>
                <a:gd name="connsiteY4" fmla="*/ 471890 h 2316950"/>
                <a:gd name="connsiteX0" fmla="*/ 0 w 2677496"/>
                <a:gd name="connsiteY0" fmla="*/ 0 h 2316950"/>
                <a:gd name="connsiteX1" fmla="*/ 799148 w 2677496"/>
                <a:gd name="connsiteY1" fmla="*/ 799162 h 2316950"/>
                <a:gd name="connsiteX2" fmla="*/ 805343 w 2677496"/>
                <a:gd name="connsiteY2" fmla="*/ 2304561 h 2316950"/>
                <a:gd name="connsiteX3" fmla="*/ 2558513 w 2677496"/>
                <a:gd name="connsiteY3" fmla="*/ 2316950 h 2316950"/>
                <a:gd name="connsiteX4" fmla="*/ 2511427 w 2677496"/>
                <a:gd name="connsiteY4" fmla="*/ 471890 h 2316950"/>
                <a:gd name="connsiteX5" fmla="*/ 2505232 w 2677496"/>
                <a:gd name="connsiteY5" fmla="*/ 471890 h 2316950"/>
                <a:gd name="connsiteX0" fmla="*/ 0 w 2677496"/>
                <a:gd name="connsiteY0" fmla="*/ 0 h 2316950"/>
                <a:gd name="connsiteX1" fmla="*/ 799148 w 2677496"/>
                <a:gd name="connsiteY1" fmla="*/ 799162 h 2316950"/>
                <a:gd name="connsiteX2" fmla="*/ 805343 w 2677496"/>
                <a:gd name="connsiteY2" fmla="*/ 2304561 h 2316950"/>
                <a:gd name="connsiteX3" fmla="*/ 2558513 w 2677496"/>
                <a:gd name="connsiteY3" fmla="*/ 2316950 h 2316950"/>
                <a:gd name="connsiteX4" fmla="*/ 2511427 w 2677496"/>
                <a:gd name="connsiteY4" fmla="*/ 471890 h 2316950"/>
                <a:gd name="connsiteX5" fmla="*/ 1080395 w 2677496"/>
                <a:gd name="connsiteY5" fmla="*/ 502865 h 2316950"/>
                <a:gd name="connsiteX0" fmla="*/ 0 w 2682450"/>
                <a:gd name="connsiteY0" fmla="*/ 0 h 2316950"/>
                <a:gd name="connsiteX1" fmla="*/ 799148 w 2682450"/>
                <a:gd name="connsiteY1" fmla="*/ 799162 h 2316950"/>
                <a:gd name="connsiteX2" fmla="*/ 805343 w 2682450"/>
                <a:gd name="connsiteY2" fmla="*/ 2304561 h 2316950"/>
                <a:gd name="connsiteX3" fmla="*/ 2558513 w 2682450"/>
                <a:gd name="connsiteY3" fmla="*/ 2316950 h 2316950"/>
                <a:gd name="connsiteX4" fmla="*/ 2511427 w 2682450"/>
                <a:gd name="connsiteY4" fmla="*/ 471890 h 2316950"/>
                <a:gd name="connsiteX5" fmla="*/ 1080395 w 2682450"/>
                <a:gd name="connsiteY5" fmla="*/ 502865 h 2316950"/>
                <a:gd name="connsiteX0" fmla="*/ 0 w 2682450"/>
                <a:gd name="connsiteY0" fmla="*/ 0 h 2316950"/>
                <a:gd name="connsiteX1" fmla="*/ 799148 w 2682450"/>
                <a:gd name="connsiteY1" fmla="*/ 799162 h 2316950"/>
                <a:gd name="connsiteX2" fmla="*/ 805343 w 2682450"/>
                <a:gd name="connsiteY2" fmla="*/ 2304561 h 2316950"/>
                <a:gd name="connsiteX3" fmla="*/ 2558513 w 2682450"/>
                <a:gd name="connsiteY3" fmla="*/ 2316950 h 2316950"/>
                <a:gd name="connsiteX4" fmla="*/ 2511427 w 2682450"/>
                <a:gd name="connsiteY4" fmla="*/ 471890 h 2316950"/>
                <a:gd name="connsiteX5" fmla="*/ 1080395 w 2682450"/>
                <a:gd name="connsiteY5" fmla="*/ 502865 h 2316950"/>
                <a:gd name="connsiteX0" fmla="*/ 0 w 2682450"/>
                <a:gd name="connsiteY0" fmla="*/ 0 h 2316950"/>
                <a:gd name="connsiteX1" fmla="*/ 799148 w 2682450"/>
                <a:gd name="connsiteY1" fmla="*/ 799162 h 2316950"/>
                <a:gd name="connsiteX2" fmla="*/ 805343 w 2682450"/>
                <a:gd name="connsiteY2" fmla="*/ 2304561 h 2316950"/>
                <a:gd name="connsiteX3" fmla="*/ 2558513 w 2682450"/>
                <a:gd name="connsiteY3" fmla="*/ 2316950 h 2316950"/>
                <a:gd name="connsiteX4" fmla="*/ 2511427 w 2682450"/>
                <a:gd name="connsiteY4" fmla="*/ 471890 h 2316950"/>
                <a:gd name="connsiteX5" fmla="*/ 1080395 w 2682450"/>
                <a:gd name="connsiteY5" fmla="*/ 502865 h 2316950"/>
                <a:gd name="connsiteX0" fmla="*/ 0 w 2558513"/>
                <a:gd name="connsiteY0" fmla="*/ 0 h 2316950"/>
                <a:gd name="connsiteX1" fmla="*/ 799148 w 2558513"/>
                <a:gd name="connsiteY1" fmla="*/ 799162 h 2316950"/>
                <a:gd name="connsiteX2" fmla="*/ 805343 w 2558513"/>
                <a:gd name="connsiteY2" fmla="*/ 2304561 h 2316950"/>
                <a:gd name="connsiteX3" fmla="*/ 2558513 w 2558513"/>
                <a:gd name="connsiteY3" fmla="*/ 2316950 h 2316950"/>
                <a:gd name="connsiteX4" fmla="*/ 2511427 w 2558513"/>
                <a:gd name="connsiteY4" fmla="*/ 471890 h 2316950"/>
                <a:gd name="connsiteX5" fmla="*/ 1080395 w 2558513"/>
                <a:gd name="connsiteY5" fmla="*/ 502865 h 2316950"/>
                <a:gd name="connsiteX0" fmla="*/ 0 w 2558513"/>
                <a:gd name="connsiteY0" fmla="*/ 0 h 2316950"/>
                <a:gd name="connsiteX1" fmla="*/ 799148 w 2558513"/>
                <a:gd name="connsiteY1" fmla="*/ 799162 h 2316950"/>
                <a:gd name="connsiteX2" fmla="*/ 805343 w 2558513"/>
                <a:gd name="connsiteY2" fmla="*/ 2304561 h 2316950"/>
                <a:gd name="connsiteX3" fmla="*/ 2558513 w 2558513"/>
                <a:gd name="connsiteY3" fmla="*/ 2316950 h 2316950"/>
                <a:gd name="connsiteX4" fmla="*/ 2554792 w 2558513"/>
                <a:gd name="connsiteY4" fmla="*/ 502865 h 2316950"/>
                <a:gd name="connsiteX5" fmla="*/ 1080395 w 2558513"/>
                <a:gd name="connsiteY5" fmla="*/ 502865 h 2316950"/>
                <a:gd name="connsiteX0" fmla="*/ 0 w 2567278"/>
                <a:gd name="connsiteY0" fmla="*/ 0 h 2316950"/>
                <a:gd name="connsiteX1" fmla="*/ 799148 w 2567278"/>
                <a:gd name="connsiteY1" fmla="*/ 799162 h 2316950"/>
                <a:gd name="connsiteX2" fmla="*/ 805343 w 2567278"/>
                <a:gd name="connsiteY2" fmla="*/ 2304561 h 2316950"/>
                <a:gd name="connsiteX3" fmla="*/ 2558513 w 2567278"/>
                <a:gd name="connsiteY3" fmla="*/ 2316950 h 2316950"/>
                <a:gd name="connsiteX4" fmla="*/ 2567182 w 2567278"/>
                <a:gd name="connsiteY4" fmla="*/ 478085 h 2316950"/>
                <a:gd name="connsiteX5" fmla="*/ 1080395 w 2567278"/>
                <a:gd name="connsiteY5" fmla="*/ 502865 h 2316950"/>
                <a:gd name="connsiteX0" fmla="*/ 0 w 2567278"/>
                <a:gd name="connsiteY0" fmla="*/ 0 h 2316950"/>
                <a:gd name="connsiteX1" fmla="*/ 799148 w 2567278"/>
                <a:gd name="connsiteY1" fmla="*/ 799162 h 2316950"/>
                <a:gd name="connsiteX2" fmla="*/ 805343 w 2567278"/>
                <a:gd name="connsiteY2" fmla="*/ 2304561 h 2316950"/>
                <a:gd name="connsiteX3" fmla="*/ 2558513 w 2567278"/>
                <a:gd name="connsiteY3" fmla="*/ 2316950 h 2316950"/>
                <a:gd name="connsiteX4" fmla="*/ 2567182 w 2567278"/>
                <a:gd name="connsiteY4" fmla="*/ 478085 h 2316950"/>
                <a:gd name="connsiteX5" fmla="*/ 1030836 w 2567278"/>
                <a:gd name="connsiteY5" fmla="*/ 484280 h 2316950"/>
                <a:gd name="connsiteX0" fmla="*/ 0 w 2583293"/>
                <a:gd name="connsiteY0" fmla="*/ 0 h 2329340"/>
                <a:gd name="connsiteX1" fmla="*/ 799148 w 2583293"/>
                <a:gd name="connsiteY1" fmla="*/ 799162 h 2329340"/>
                <a:gd name="connsiteX2" fmla="*/ 805343 w 2583293"/>
                <a:gd name="connsiteY2" fmla="*/ 2304561 h 2329340"/>
                <a:gd name="connsiteX3" fmla="*/ 2583293 w 2583293"/>
                <a:gd name="connsiteY3" fmla="*/ 2329340 h 2329340"/>
                <a:gd name="connsiteX4" fmla="*/ 2567182 w 2583293"/>
                <a:gd name="connsiteY4" fmla="*/ 478085 h 2329340"/>
                <a:gd name="connsiteX5" fmla="*/ 1030836 w 2583293"/>
                <a:gd name="connsiteY5" fmla="*/ 484280 h 2329340"/>
                <a:gd name="connsiteX0" fmla="*/ 0 w 2577098"/>
                <a:gd name="connsiteY0" fmla="*/ 0 h 2304561"/>
                <a:gd name="connsiteX1" fmla="*/ 799148 w 2577098"/>
                <a:gd name="connsiteY1" fmla="*/ 799162 h 2304561"/>
                <a:gd name="connsiteX2" fmla="*/ 805343 w 2577098"/>
                <a:gd name="connsiteY2" fmla="*/ 2304561 h 2304561"/>
                <a:gd name="connsiteX3" fmla="*/ 2577098 w 2577098"/>
                <a:gd name="connsiteY3" fmla="*/ 2285975 h 2304561"/>
                <a:gd name="connsiteX4" fmla="*/ 2567182 w 2577098"/>
                <a:gd name="connsiteY4" fmla="*/ 478085 h 2304561"/>
                <a:gd name="connsiteX5" fmla="*/ 1030836 w 2577098"/>
                <a:gd name="connsiteY5" fmla="*/ 484280 h 2304561"/>
                <a:gd name="connsiteX0" fmla="*/ 0 w 2567229"/>
                <a:gd name="connsiteY0" fmla="*/ 0 h 2304561"/>
                <a:gd name="connsiteX1" fmla="*/ 799148 w 2567229"/>
                <a:gd name="connsiteY1" fmla="*/ 799162 h 2304561"/>
                <a:gd name="connsiteX2" fmla="*/ 805343 w 2567229"/>
                <a:gd name="connsiteY2" fmla="*/ 2304561 h 2304561"/>
                <a:gd name="connsiteX3" fmla="*/ 2546123 w 2567229"/>
                <a:gd name="connsiteY3" fmla="*/ 2285975 h 2304561"/>
                <a:gd name="connsiteX4" fmla="*/ 2567182 w 2567229"/>
                <a:gd name="connsiteY4" fmla="*/ 478085 h 2304561"/>
                <a:gd name="connsiteX5" fmla="*/ 1030836 w 2567229"/>
                <a:gd name="connsiteY5" fmla="*/ 484280 h 2304561"/>
                <a:gd name="connsiteX0" fmla="*/ 0 w 2567382"/>
                <a:gd name="connsiteY0" fmla="*/ 0 h 2304561"/>
                <a:gd name="connsiteX1" fmla="*/ 799148 w 2567382"/>
                <a:gd name="connsiteY1" fmla="*/ 799162 h 2304561"/>
                <a:gd name="connsiteX2" fmla="*/ 805343 w 2567382"/>
                <a:gd name="connsiteY2" fmla="*/ 2304561 h 2304561"/>
                <a:gd name="connsiteX3" fmla="*/ 2564708 w 2567382"/>
                <a:gd name="connsiteY3" fmla="*/ 2285975 h 2304561"/>
                <a:gd name="connsiteX4" fmla="*/ 2567182 w 2567382"/>
                <a:gd name="connsiteY4" fmla="*/ 478085 h 2304561"/>
                <a:gd name="connsiteX5" fmla="*/ 1030836 w 2567382"/>
                <a:gd name="connsiteY5" fmla="*/ 484280 h 2304561"/>
                <a:gd name="connsiteX0" fmla="*/ 0 w 2567382"/>
                <a:gd name="connsiteY0" fmla="*/ 0 h 2285975"/>
                <a:gd name="connsiteX1" fmla="*/ 799148 w 2567382"/>
                <a:gd name="connsiteY1" fmla="*/ 799162 h 2285975"/>
                <a:gd name="connsiteX2" fmla="*/ 768173 w 2567382"/>
                <a:gd name="connsiteY2" fmla="*/ 2279781 h 2285975"/>
                <a:gd name="connsiteX3" fmla="*/ 2564708 w 2567382"/>
                <a:gd name="connsiteY3" fmla="*/ 2285975 h 2285975"/>
                <a:gd name="connsiteX4" fmla="*/ 2567182 w 2567382"/>
                <a:gd name="connsiteY4" fmla="*/ 478085 h 2285975"/>
                <a:gd name="connsiteX5" fmla="*/ 1030836 w 2567382"/>
                <a:gd name="connsiteY5" fmla="*/ 484280 h 2285975"/>
                <a:gd name="connsiteX0" fmla="*/ 0 w 2567382"/>
                <a:gd name="connsiteY0" fmla="*/ 0 h 2285975"/>
                <a:gd name="connsiteX1" fmla="*/ 799148 w 2567382"/>
                <a:gd name="connsiteY1" fmla="*/ 799162 h 2285975"/>
                <a:gd name="connsiteX2" fmla="*/ 799148 w 2567382"/>
                <a:gd name="connsiteY2" fmla="*/ 2273586 h 2285975"/>
                <a:gd name="connsiteX3" fmla="*/ 2564708 w 2567382"/>
                <a:gd name="connsiteY3" fmla="*/ 2285975 h 2285975"/>
                <a:gd name="connsiteX4" fmla="*/ 2567182 w 2567382"/>
                <a:gd name="connsiteY4" fmla="*/ 478085 h 2285975"/>
                <a:gd name="connsiteX5" fmla="*/ 1030836 w 2567382"/>
                <a:gd name="connsiteY5" fmla="*/ 484280 h 2285975"/>
                <a:gd name="connsiteX0" fmla="*/ 0 w 2567382"/>
                <a:gd name="connsiteY0" fmla="*/ 0 h 2285975"/>
                <a:gd name="connsiteX1" fmla="*/ 799148 w 2567382"/>
                <a:gd name="connsiteY1" fmla="*/ 799162 h 2285975"/>
                <a:gd name="connsiteX2" fmla="*/ 761978 w 2567382"/>
                <a:gd name="connsiteY2" fmla="*/ 2273586 h 2285975"/>
                <a:gd name="connsiteX3" fmla="*/ 2564708 w 2567382"/>
                <a:gd name="connsiteY3" fmla="*/ 2285975 h 2285975"/>
                <a:gd name="connsiteX4" fmla="*/ 2567182 w 2567382"/>
                <a:gd name="connsiteY4" fmla="*/ 478085 h 2285975"/>
                <a:gd name="connsiteX5" fmla="*/ 1030836 w 2567382"/>
                <a:gd name="connsiteY5" fmla="*/ 484280 h 2285975"/>
                <a:gd name="connsiteX0" fmla="*/ 0 w 2567382"/>
                <a:gd name="connsiteY0" fmla="*/ 0 h 2285975"/>
                <a:gd name="connsiteX1" fmla="*/ 799148 w 2567382"/>
                <a:gd name="connsiteY1" fmla="*/ 799162 h 2285975"/>
                <a:gd name="connsiteX2" fmla="*/ 786758 w 2567382"/>
                <a:gd name="connsiteY2" fmla="*/ 2279781 h 2285975"/>
                <a:gd name="connsiteX3" fmla="*/ 2564708 w 2567382"/>
                <a:gd name="connsiteY3" fmla="*/ 2285975 h 2285975"/>
                <a:gd name="connsiteX4" fmla="*/ 2567182 w 2567382"/>
                <a:gd name="connsiteY4" fmla="*/ 478085 h 2285975"/>
                <a:gd name="connsiteX5" fmla="*/ 1030836 w 2567382"/>
                <a:gd name="connsiteY5" fmla="*/ 484280 h 228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67382" h="2285975">
                  <a:moveTo>
                    <a:pt x="0" y="0"/>
                  </a:moveTo>
                  <a:lnTo>
                    <a:pt x="799148" y="799162"/>
                  </a:lnTo>
                  <a:lnTo>
                    <a:pt x="786758" y="2279781"/>
                  </a:lnTo>
                  <a:lnTo>
                    <a:pt x="2564708" y="2285975"/>
                  </a:lnTo>
                  <a:cubicBezTo>
                    <a:pt x="2563468" y="1681280"/>
                    <a:pt x="2568422" y="1082780"/>
                    <a:pt x="2567182" y="478085"/>
                  </a:cubicBezTo>
                  <a:lnTo>
                    <a:pt x="1030836" y="484280"/>
                  </a:lnTo>
                </a:path>
              </a:pathLst>
            </a:custGeom>
            <a:ln w="50800">
              <a:solidFill>
                <a:schemeClr val="accent3">
                  <a:lumMod val="75000"/>
                </a:schemeClr>
              </a:solidFill>
              <a:headEnd type="oval"/>
              <a:tailEnd type="ova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7843" dirty="0">
                <a:solidFill>
                  <a:srgbClr val="00B050"/>
                </a:solidFill>
              </a:endParaRPr>
            </a:p>
          </p:txBody>
        </p:sp>
      </p:grpSp>
      <p:grpSp>
        <p:nvGrpSpPr>
          <p:cNvPr id="22" name="Group 21">
            <a:extLst>
              <a:ext uri="{FF2B5EF4-FFF2-40B4-BE49-F238E27FC236}">
                <a16:creationId xmlns:a16="http://schemas.microsoft.com/office/drawing/2014/main" id="{25B2B9C0-D494-FCF0-562C-B2068A80ED42}"/>
              </a:ext>
            </a:extLst>
          </p:cNvPr>
          <p:cNvGrpSpPr/>
          <p:nvPr/>
        </p:nvGrpSpPr>
        <p:grpSpPr>
          <a:xfrm>
            <a:off x="8891133" y="3090083"/>
            <a:ext cx="4309624" cy="4315687"/>
            <a:chOff x="73152" y="7418697"/>
            <a:chExt cx="2670048" cy="2673804"/>
          </a:xfrm>
        </p:grpSpPr>
        <p:grpSp>
          <p:nvGrpSpPr>
            <p:cNvPr id="23" name="Group 429">
              <a:extLst>
                <a:ext uri="{FF2B5EF4-FFF2-40B4-BE49-F238E27FC236}">
                  <a16:creationId xmlns:a16="http://schemas.microsoft.com/office/drawing/2014/main" id="{39636CB3-9120-88FF-11D7-86E926AA6E20}"/>
                </a:ext>
              </a:extLst>
            </p:cNvPr>
            <p:cNvGrpSpPr/>
            <p:nvPr/>
          </p:nvGrpSpPr>
          <p:grpSpPr>
            <a:xfrm>
              <a:off x="73152" y="7418697"/>
              <a:ext cx="2670048" cy="2673804"/>
              <a:chOff x="73152" y="69396"/>
              <a:chExt cx="2670048" cy="2673804"/>
            </a:xfrm>
          </p:grpSpPr>
          <p:cxnSp>
            <p:nvCxnSpPr>
              <p:cNvPr id="26" name="Straight Connector 25">
                <a:extLst>
                  <a:ext uri="{FF2B5EF4-FFF2-40B4-BE49-F238E27FC236}">
                    <a16:creationId xmlns:a16="http://schemas.microsoft.com/office/drawing/2014/main" id="{BF936C98-C8B9-0B0E-1657-B588668F6359}"/>
                  </a:ext>
                </a:extLst>
              </p:cNvPr>
              <p:cNvCxnSpPr>
                <a:stCxn id="29" idx="2"/>
                <a:endCxn id="28" idx="6"/>
              </p:cNvCxnSpPr>
              <p:nvPr/>
            </p:nvCxnSpPr>
            <p:spPr>
              <a:xfrm flipH="1">
                <a:off x="1371600" y="1143000"/>
                <a:ext cx="914400" cy="0"/>
              </a:xfrm>
              <a:prstGeom prst="line">
                <a:avLst/>
              </a:prstGeom>
              <a:ln w="50800">
                <a:solidFill>
                  <a:schemeClr val="tx1"/>
                </a:solidFill>
                <a:headEnd type="none"/>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4B7F21CB-2E77-AD9A-0189-DDE26C66EB8A}"/>
                  </a:ext>
                </a:extLst>
              </p:cNvPr>
              <p:cNvCxnSpPr>
                <a:stCxn id="28" idx="4"/>
                <a:endCxn id="31" idx="0"/>
              </p:cNvCxnSpPr>
              <p:nvPr/>
            </p:nvCxnSpPr>
            <p:spPr>
              <a:xfrm>
                <a:off x="1143000" y="1371600"/>
                <a:ext cx="0" cy="914400"/>
              </a:xfrm>
              <a:prstGeom prst="line">
                <a:avLst/>
              </a:prstGeom>
              <a:ln w="50800">
                <a:solidFill>
                  <a:schemeClr val="tx1"/>
                </a:solidFill>
                <a:headEnd type="none"/>
              </a:ln>
            </p:spPr>
            <p:style>
              <a:lnRef idx="2">
                <a:schemeClr val="accent1"/>
              </a:lnRef>
              <a:fillRef idx="0">
                <a:schemeClr val="accent1"/>
              </a:fillRef>
              <a:effectRef idx="1">
                <a:schemeClr val="accent1"/>
              </a:effectRef>
              <a:fontRef idx="minor">
                <a:schemeClr val="tx1"/>
              </a:fontRef>
            </p:style>
          </p:cxnSp>
          <p:sp>
            <p:nvSpPr>
              <p:cNvPr id="28" name="Oval 27">
                <a:extLst>
                  <a:ext uri="{FF2B5EF4-FFF2-40B4-BE49-F238E27FC236}">
                    <a16:creationId xmlns:a16="http://schemas.microsoft.com/office/drawing/2014/main" id="{5FAC80C5-BB00-BC05-AA7F-54758114ED8E}"/>
                  </a:ext>
                </a:extLst>
              </p:cNvPr>
              <p:cNvSpPr>
                <a:spLocks noChangeAspect="1"/>
              </p:cNvSpPr>
              <p:nvPr/>
            </p:nvSpPr>
            <p:spPr>
              <a:xfrm>
                <a:off x="914400" y="914400"/>
                <a:ext cx="457200" cy="457200"/>
              </a:xfrm>
              <a:prstGeom prst="ellipse">
                <a:avLst/>
              </a:prstGeom>
              <a:solidFill>
                <a:srgbClr val="FF0000"/>
              </a:solidFill>
              <a:ln w="50800">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normAutofit fontScale="92500" lnSpcReduction="10000"/>
              </a:bodyPr>
              <a:lstStyle/>
              <a:p>
                <a:pPr algn="ctr"/>
                <a:r>
                  <a:rPr lang="en-US" sz="3874" b="1" dirty="0">
                    <a:solidFill>
                      <a:schemeClr val="tx1"/>
                    </a:solidFill>
                  </a:rPr>
                  <a:t>2</a:t>
                </a:r>
              </a:p>
            </p:txBody>
          </p:sp>
          <p:sp>
            <p:nvSpPr>
              <p:cNvPr id="29" name="Oval 28">
                <a:extLst>
                  <a:ext uri="{FF2B5EF4-FFF2-40B4-BE49-F238E27FC236}">
                    <a16:creationId xmlns:a16="http://schemas.microsoft.com/office/drawing/2014/main" id="{0D9066B3-B60E-1F14-E7C9-FCB4B2FCA8B2}"/>
                  </a:ext>
                </a:extLst>
              </p:cNvPr>
              <p:cNvSpPr>
                <a:spLocks noChangeAspect="1"/>
              </p:cNvSpPr>
              <p:nvPr/>
            </p:nvSpPr>
            <p:spPr>
              <a:xfrm>
                <a:off x="2286000" y="914400"/>
                <a:ext cx="457200" cy="457200"/>
              </a:xfrm>
              <a:prstGeom prst="ellipse">
                <a:avLst/>
              </a:prstGeom>
              <a:solidFill>
                <a:srgbClr val="FF0000"/>
              </a:solidFill>
              <a:ln w="50800">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normAutofit fontScale="92500" lnSpcReduction="10000"/>
              </a:bodyPr>
              <a:lstStyle/>
              <a:p>
                <a:pPr algn="ctr"/>
                <a:r>
                  <a:rPr lang="en-US" sz="3874" b="1" dirty="0">
                    <a:solidFill>
                      <a:schemeClr val="tx1"/>
                    </a:solidFill>
                  </a:rPr>
                  <a:t>5</a:t>
                </a:r>
              </a:p>
            </p:txBody>
          </p:sp>
          <p:sp>
            <p:nvSpPr>
              <p:cNvPr id="30" name="Oval 29">
                <a:extLst>
                  <a:ext uri="{FF2B5EF4-FFF2-40B4-BE49-F238E27FC236}">
                    <a16:creationId xmlns:a16="http://schemas.microsoft.com/office/drawing/2014/main" id="{7CA813C0-2C3E-B831-EC4C-FD2C14412ED6}"/>
                  </a:ext>
                </a:extLst>
              </p:cNvPr>
              <p:cNvSpPr>
                <a:spLocks noChangeAspect="1"/>
              </p:cNvSpPr>
              <p:nvPr/>
            </p:nvSpPr>
            <p:spPr>
              <a:xfrm>
                <a:off x="2286000" y="2286000"/>
                <a:ext cx="457200" cy="457200"/>
              </a:xfrm>
              <a:prstGeom prst="ellipse">
                <a:avLst/>
              </a:prstGeom>
              <a:solidFill>
                <a:srgbClr val="FF0000"/>
              </a:solidFill>
              <a:ln w="50800">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normAutofit fontScale="92500" lnSpcReduction="10000"/>
              </a:bodyPr>
              <a:lstStyle/>
              <a:p>
                <a:pPr algn="ctr"/>
                <a:r>
                  <a:rPr lang="en-US" sz="3874" b="1" dirty="0">
                    <a:solidFill>
                      <a:schemeClr val="tx1"/>
                    </a:solidFill>
                  </a:rPr>
                  <a:t>4</a:t>
                </a:r>
              </a:p>
            </p:txBody>
          </p:sp>
          <p:sp>
            <p:nvSpPr>
              <p:cNvPr id="31" name="Oval 30">
                <a:extLst>
                  <a:ext uri="{FF2B5EF4-FFF2-40B4-BE49-F238E27FC236}">
                    <a16:creationId xmlns:a16="http://schemas.microsoft.com/office/drawing/2014/main" id="{759A1819-4B28-3F7E-509F-311E12F36D57}"/>
                  </a:ext>
                </a:extLst>
              </p:cNvPr>
              <p:cNvSpPr>
                <a:spLocks noChangeAspect="1"/>
              </p:cNvSpPr>
              <p:nvPr/>
            </p:nvSpPr>
            <p:spPr>
              <a:xfrm>
                <a:off x="914400" y="2286000"/>
                <a:ext cx="457200" cy="457200"/>
              </a:xfrm>
              <a:prstGeom prst="ellipse">
                <a:avLst/>
              </a:prstGeom>
              <a:solidFill>
                <a:srgbClr val="FF0000"/>
              </a:solidFill>
              <a:ln w="50800">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normAutofit fontScale="92500" lnSpcReduction="10000"/>
              </a:bodyPr>
              <a:lstStyle/>
              <a:p>
                <a:pPr algn="ctr"/>
                <a:r>
                  <a:rPr lang="en-US" sz="3874" b="1" dirty="0">
                    <a:solidFill>
                      <a:schemeClr val="tx1"/>
                    </a:solidFill>
                  </a:rPr>
                  <a:t>3</a:t>
                </a:r>
              </a:p>
            </p:txBody>
          </p:sp>
          <p:cxnSp>
            <p:nvCxnSpPr>
              <p:cNvPr id="32" name="Straight Connector 31">
                <a:extLst>
                  <a:ext uri="{FF2B5EF4-FFF2-40B4-BE49-F238E27FC236}">
                    <a16:creationId xmlns:a16="http://schemas.microsoft.com/office/drawing/2014/main" id="{60C23356-78B6-EE0D-D690-EA642001B808}"/>
                  </a:ext>
                </a:extLst>
              </p:cNvPr>
              <p:cNvCxnSpPr>
                <a:stCxn id="31" idx="6"/>
                <a:endCxn id="30" idx="2"/>
              </p:cNvCxnSpPr>
              <p:nvPr/>
            </p:nvCxnSpPr>
            <p:spPr>
              <a:xfrm>
                <a:off x="1371600" y="2514600"/>
                <a:ext cx="914400" cy="0"/>
              </a:xfrm>
              <a:prstGeom prst="line">
                <a:avLst/>
              </a:prstGeom>
              <a:ln w="50800">
                <a:solidFill>
                  <a:schemeClr val="tx1"/>
                </a:solidFill>
                <a:headEnd type="none"/>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16D0EE75-955C-C01C-FB1A-F760B39D09CC}"/>
                  </a:ext>
                </a:extLst>
              </p:cNvPr>
              <p:cNvCxnSpPr>
                <a:stCxn id="30" idx="0"/>
                <a:endCxn id="29" idx="4"/>
              </p:cNvCxnSpPr>
              <p:nvPr/>
            </p:nvCxnSpPr>
            <p:spPr>
              <a:xfrm flipV="1">
                <a:off x="2514600" y="1371600"/>
                <a:ext cx="0" cy="914400"/>
              </a:xfrm>
              <a:prstGeom prst="line">
                <a:avLst/>
              </a:prstGeom>
              <a:ln w="50800">
                <a:solidFill>
                  <a:schemeClr val="tx1"/>
                </a:solidFill>
                <a:headEnd type="none"/>
              </a:ln>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03C1EEDC-C02B-392D-19AE-2723CCC0ED62}"/>
                  </a:ext>
                </a:extLst>
              </p:cNvPr>
              <p:cNvSpPr>
                <a:spLocks noChangeAspect="1"/>
              </p:cNvSpPr>
              <p:nvPr/>
            </p:nvSpPr>
            <p:spPr>
              <a:xfrm>
                <a:off x="73152" y="69396"/>
                <a:ext cx="457200" cy="457200"/>
              </a:xfrm>
              <a:prstGeom prst="ellipse">
                <a:avLst/>
              </a:prstGeom>
              <a:solidFill>
                <a:srgbClr val="FF0000"/>
              </a:solidFill>
              <a:ln w="50800">
                <a:solidFill>
                  <a:schemeClr val="tx1"/>
                </a:solidFill>
              </a:ln>
            </p:spPr>
            <p:style>
              <a:lnRef idx="1">
                <a:schemeClr val="accent1"/>
              </a:lnRef>
              <a:fillRef idx="3">
                <a:schemeClr val="accent1"/>
              </a:fillRef>
              <a:effectRef idx="2">
                <a:schemeClr val="accent1"/>
              </a:effectRef>
              <a:fontRef idx="minor">
                <a:schemeClr val="lt1"/>
              </a:fontRef>
            </p:style>
            <p:txBody>
              <a:bodyPr lIns="0" tIns="0" rIns="0" bIns="0" rtlCol="0" anchor="ctr">
                <a:normAutofit fontScale="92500" lnSpcReduction="10000"/>
              </a:bodyPr>
              <a:lstStyle/>
              <a:p>
                <a:pPr algn="ctr"/>
                <a:r>
                  <a:rPr lang="en-US" sz="3874" b="1" dirty="0">
                    <a:solidFill>
                      <a:schemeClr val="tx1"/>
                    </a:solidFill>
                  </a:rPr>
                  <a:t>1</a:t>
                </a:r>
              </a:p>
            </p:txBody>
          </p:sp>
          <p:cxnSp>
            <p:nvCxnSpPr>
              <p:cNvPr id="35" name="Straight Connector 34">
                <a:extLst>
                  <a:ext uri="{FF2B5EF4-FFF2-40B4-BE49-F238E27FC236}">
                    <a16:creationId xmlns:a16="http://schemas.microsoft.com/office/drawing/2014/main" id="{1395C4DA-A9E9-05A1-20A8-4B4F6F60ED3E}"/>
                  </a:ext>
                </a:extLst>
              </p:cNvPr>
              <p:cNvCxnSpPr>
                <a:stCxn id="34" idx="5"/>
                <a:endCxn id="28" idx="1"/>
              </p:cNvCxnSpPr>
              <p:nvPr/>
            </p:nvCxnSpPr>
            <p:spPr>
              <a:xfrm>
                <a:off x="463397" y="459641"/>
                <a:ext cx="517958" cy="521714"/>
              </a:xfrm>
              <a:prstGeom prst="line">
                <a:avLst/>
              </a:prstGeom>
              <a:ln w="508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4" name="Freeform 19">
              <a:extLst>
                <a:ext uri="{FF2B5EF4-FFF2-40B4-BE49-F238E27FC236}">
                  <a16:creationId xmlns:a16="http://schemas.microsoft.com/office/drawing/2014/main" id="{E833B567-DE04-74D7-ED09-30D9B43A45E9}"/>
                </a:ext>
              </a:extLst>
            </p:cNvPr>
            <p:cNvSpPr/>
            <p:nvPr/>
          </p:nvSpPr>
          <p:spPr>
            <a:xfrm>
              <a:off x="384086" y="7505986"/>
              <a:ext cx="2000968" cy="2224024"/>
            </a:xfrm>
            <a:custGeom>
              <a:avLst/>
              <a:gdLst>
                <a:gd name="connsiteX0" fmla="*/ 0 w 2304520"/>
                <a:gd name="connsiteY0" fmla="*/ 0 h 2217830"/>
                <a:gd name="connsiteX1" fmla="*/ 799148 w 2304520"/>
                <a:gd name="connsiteY1" fmla="*/ 774382 h 2217830"/>
                <a:gd name="connsiteX2" fmla="*/ 2285935 w 2304520"/>
                <a:gd name="connsiteY2" fmla="*/ 768187 h 2217830"/>
                <a:gd name="connsiteX3" fmla="*/ 2304520 w 2304520"/>
                <a:gd name="connsiteY3" fmla="*/ 2217830 h 2217830"/>
                <a:gd name="connsiteX4" fmla="*/ 1994773 w 2304520"/>
                <a:gd name="connsiteY4" fmla="*/ 2211635 h 2217830"/>
                <a:gd name="connsiteX5" fmla="*/ 1982383 w 2304520"/>
                <a:gd name="connsiteY5" fmla="*/ 1096525 h 2217830"/>
                <a:gd name="connsiteX6" fmla="*/ 947827 w 2304520"/>
                <a:gd name="connsiteY6" fmla="*/ 1090330 h 2217830"/>
                <a:gd name="connsiteX0" fmla="*/ 0 w 2304520"/>
                <a:gd name="connsiteY0" fmla="*/ 0 h 2230220"/>
                <a:gd name="connsiteX1" fmla="*/ 799148 w 2304520"/>
                <a:gd name="connsiteY1" fmla="*/ 774382 h 2230220"/>
                <a:gd name="connsiteX2" fmla="*/ 2285935 w 2304520"/>
                <a:gd name="connsiteY2" fmla="*/ 768187 h 2230220"/>
                <a:gd name="connsiteX3" fmla="*/ 2304520 w 2304520"/>
                <a:gd name="connsiteY3" fmla="*/ 2217830 h 2230220"/>
                <a:gd name="connsiteX4" fmla="*/ 1994773 w 2304520"/>
                <a:gd name="connsiteY4" fmla="*/ 2230220 h 2230220"/>
                <a:gd name="connsiteX5" fmla="*/ 1982383 w 2304520"/>
                <a:gd name="connsiteY5" fmla="*/ 1096525 h 2230220"/>
                <a:gd name="connsiteX6" fmla="*/ 947827 w 2304520"/>
                <a:gd name="connsiteY6" fmla="*/ 1090330 h 2230220"/>
                <a:gd name="connsiteX0" fmla="*/ 0 w 2304520"/>
                <a:gd name="connsiteY0" fmla="*/ 0 h 2217830"/>
                <a:gd name="connsiteX1" fmla="*/ 799148 w 2304520"/>
                <a:gd name="connsiteY1" fmla="*/ 774382 h 2217830"/>
                <a:gd name="connsiteX2" fmla="*/ 2285935 w 2304520"/>
                <a:gd name="connsiteY2" fmla="*/ 768187 h 2217830"/>
                <a:gd name="connsiteX3" fmla="*/ 2304520 w 2304520"/>
                <a:gd name="connsiteY3" fmla="*/ 2217830 h 2217830"/>
                <a:gd name="connsiteX4" fmla="*/ 1994773 w 2304520"/>
                <a:gd name="connsiteY4" fmla="*/ 2211635 h 2217830"/>
                <a:gd name="connsiteX5" fmla="*/ 1982383 w 2304520"/>
                <a:gd name="connsiteY5" fmla="*/ 1096525 h 2217830"/>
                <a:gd name="connsiteX6" fmla="*/ 947827 w 2304520"/>
                <a:gd name="connsiteY6" fmla="*/ 1090330 h 2217830"/>
                <a:gd name="connsiteX0" fmla="*/ 0 w 2292130"/>
                <a:gd name="connsiteY0" fmla="*/ 0 h 2211635"/>
                <a:gd name="connsiteX1" fmla="*/ 799148 w 2292130"/>
                <a:gd name="connsiteY1" fmla="*/ 774382 h 2211635"/>
                <a:gd name="connsiteX2" fmla="*/ 2285935 w 2292130"/>
                <a:gd name="connsiteY2" fmla="*/ 768187 h 2211635"/>
                <a:gd name="connsiteX3" fmla="*/ 2292130 w 2292130"/>
                <a:gd name="connsiteY3" fmla="*/ 2199245 h 2211635"/>
                <a:gd name="connsiteX4" fmla="*/ 1994773 w 2292130"/>
                <a:gd name="connsiteY4" fmla="*/ 2211635 h 2211635"/>
                <a:gd name="connsiteX5" fmla="*/ 1982383 w 2292130"/>
                <a:gd name="connsiteY5" fmla="*/ 1096525 h 2211635"/>
                <a:gd name="connsiteX6" fmla="*/ 947827 w 2292130"/>
                <a:gd name="connsiteY6" fmla="*/ 1090330 h 2211635"/>
                <a:gd name="connsiteX0" fmla="*/ 0 w 2292130"/>
                <a:gd name="connsiteY0" fmla="*/ 0 h 2211635"/>
                <a:gd name="connsiteX1" fmla="*/ 799148 w 2292130"/>
                <a:gd name="connsiteY1" fmla="*/ 774382 h 2211635"/>
                <a:gd name="connsiteX2" fmla="*/ 2285935 w 2292130"/>
                <a:gd name="connsiteY2" fmla="*/ 768187 h 2211635"/>
                <a:gd name="connsiteX3" fmla="*/ 2292130 w 2292130"/>
                <a:gd name="connsiteY3" fmla="*/ 2149684 h 2211635"/>
                <a:gd name="connsiteX4" fmla="*/ 1994773 w 2292130"/>
                <a:gd name="connsiteY4" fmla="*/ 2211635 h 2211635"/>
                <a:gd name="connsiteX5" fmla="*/ 1982383 w 2292130"/>
                <a:gd name="connsiteY5" fmla="*/ 1096525 h 2211635"/>
                <a:gd name="connsiteX6" fmla="*/ 947827 w 2292130"/>
                <a:gd name="connsiteY6" fmla="*/ 1090330 h 2211635"/>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82383 w 2292130"/>
                <a:gd name="connsiteY5" fmla="*/ 1096525 h 2149684"/>
                <a:gd name="connsiteX6" fmla="*/ 947827 w 2292130"/>
                <a:gd name="connsiteY6" fmla="*/ 1090330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2000968 w 2292130"/>
                <a:gd name="connsiteY5" fmla="*/ 1084135 h 2149684"/>
                <a:gd name="connsiteX6" fmla="*/ 947827 w 2292130"/>
                <a:gd name="connsiteY6" fmla="*/ 1090330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94773 w 2292130"/>
                <a:gd name="connsiteY5" fmla="*/ 1127501 h 2149684"/>
                <a:gd name="connsiteX6" fmla="*/ 947827 w 2292130"/>
                <a:gd name="connsiteY6" fmla="*/ 1090330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94773 w 2292130"/>
                <a:gd name="connsiteY5" fmla="*/ 1127501 h 2149684"/>
                <a:gd name="connsiteX6" fmla="*/ 842512 w 2292130"/>
                <a:gd name="connsiteY6" fmla="*/ 1121305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94773 w 2292130"/>
                <a:gd name="connsiteY5" fmla="*/ 1127501 h 2149684"/>
                <a:gd name="connsiteX6" fmla="*/ 761978 w 2292130"/>
                <a:gd name="connsiteY6" fmla="*/ 1133695 h 2149684"/>
                <a:gd name="connsiteX0" fmla="*/ 0 w 2292130"/>
                <a:gd name="connsiteY0" fmla="*/ 0 h 2174464"/>
                <a:gd name="connsiteX1" fmla="*/ 799148 w 2292130"/>
                <a:gd name="connsiteY1" fmla="*/ 799162 h 2174464"/>
                <a:gd name="connsiteX2" fmla="*/ 2285935 w 2292130"/>
                <a:gd name="connsiteY2" fmla="*/ 792967 h 2174464"/>
                <a:gd name="connsiteX3" fmla="*/ 2292130 w 2292130"/>
                <a:gd name="connsiteY3" fmla="*/ 2174464 h 2174464"/>
                <a:gd name="connsiteX4" fmla="*/ 2000968 w 2292130"/>
                <a:gd name="connsiteY4" fmla="*/ 2174464 h 2174464"/>
                <a:gd name="connsiteX5" fmla="*/ 1994773 w 2292130"/>
                <a:gd name="connsiteY5" fmla="*/ 1152281 h 2174464"/>
                <a:gd name="connsiteX6" fmla="*/ 761978 w 2292130"/>
                <a:gd name="connsiteY6" fmla="*/ 1158475 h 2174464"/>
                <a:gd name="connsiteX0" fmla="*/ 0 w 2310715"/>
                <a:gd name="connsiteY0" fmla="*/ 0 h 2521387"/>
                <a:gd name="connsiteX1" fmla="*/ 799148 w 2310715"/>
                <a:gd name="connsiteY1" fmla="*/ 799162 h 2521387"/>
                <a:gd name="connsiteX2" fmla="*/ 2285935 w 2310715"/>
                <a:gd name="connsiteY2" fmla="*/ 792967 h 2521387"/>
                <a:gd name="connsiteX3" fmla="*/ 2310715 w 2310715"/>
                <a:gd name="connsiteY3" fmla="*/ 2521387 h 2521387"/>
                <a:gd name="connsiteX4" fmla="*/ 2000968 w 2310715"/>
                <a:gd name="connsiteY4" fmla="*/ 2174464 h 2521387"/>
                <a:gd name="connsiteX5" fmla="*/ 1994773 w 2310715"/>
                <a:gd name="connsiteY5" fmla="*/ 1152281 h 2521387"/>
                <a:gd name="connsiteX6" fmla="*/ 761978 w 2310715"/>
                <a:gd name="connsiteY6" fmla="*/ 1158475 h 2521387"/>
                <a:gd name="connsiteX0" fmla="*/ 0 w 2310715"/>
                <a:gd name="connsiteY0" fmla="*/ 0 h 2527582"/>
                <a:gd name="connsiteX1" fmla="*/ 799148 w 2310715"/>
                <a:gd name="connsiteY1" fmla="*/ 799162 h 2527582"/>
                <a:gd name="connsiteX2" fmla="*/ 2285935 w 2310715"/>
                <a:gd name="connsiteY2" fmla="*/ 792967 h 2527582"/>
                <a:gd name="connsiteX3" fmla="*/ 2310715 w 2310715"/>
                <a:gd name="connsiteY3" fmla="*/ 2521387 h 2527582"/>
                <a:gd name="connsiteX4" fmla="*/ 799148 w 2310715"/>
                <a:gd name="connsiteY4" fmla="*/ 2527582 h 2527582"/>
                <a:gd name="connsiteX5" fmla="*/ 1994773 w 2310715"/>
                <a:gd name="connsiteY5" fmla="*/ 1152281 h 2527582"/>
                <a:gd name="connsiteX6" fmla="*/ 761978 w 2310715"/>
                <a:gd name="connsiteY6" fmla="*/ 1158475 h 2527582"/>
                <a:gd name="connsiteX0" fmla="*/ 0 w 2310715"/>
                <a:gd name="connsiteY0" fmla="*/ 0 h 2527582"/>
                <a:gd name="connsiteX1" fmla="*/ 799148 w 2310715"/>
                <a:gd name="connsiteY1" fmla="*/ 799162 h 2527582"/>
                <a:gd name="connsiteX2" fmla="*/ 2285935 w 2310715"/>
                <a:gd name="connsiteY2" fmla="*/ 792967 h 2527582"/>
                <a:gd name="connsiteX3" fmla="*/ 2310715 w 2310715"/>
                <a:gd name="connsiteY3" fmla="*/ 2521387 h 2527582"/>
                <a:gd name="connsiteX4" fmla="*/ 799148 w 2310715"/>
                <a:gd name="connsiteY4" fmla="*/ 2527582 h 2527582"/>
                <a:gd name="connsiteX5" fmla="*/ 761978 w 2310715"/>
                <a:gd name="connsiteY5" fmla="*/ 1158475 h 2527582"/>
                <a:gd name="connsiteX0" fmla="*/ 0 w 2310715"/>
                <a:gd name="connsiteY0" fmla="*/ 0 h 2527582"/>
                <a:gd name="connsiteX1" fmla="*/ 799148 w 2310715"/>
                <a:gd name="connsiteY1" fmla="*/ 799162 h 2527582"/>
                <a:gd name="connsiteX2" fmla="*/ 2285935 w 2310715"/>
                <a:gd name="connsiteY2" fmla="*/ 792967 h 2527582"/>
                <a:gd name="connsiteX3" fmla="*/ 2310715 w 2310715"/>
                <a:gd name="connsiteY3" fmla="*/ 2521387 h 2527582"/>
                <a:gd name="connsiteX4" fmla="*/ 799148 w 2310715"/>
                <a:gd name="connsiteY4" fmla="*/ 2527582 h 2527582"/>
                <a:gd name="connsiteX0" fmla="*/ 0 w 2310715"/>
                <a:gd name="connsiteY0" fmla="*/ 0 h 2527582"/>
                <a:gd name="connsiteX1" fmla="*/ 774368 w 2310715"/>
                <a:gd name="connsiteY1" fmla="*/ 774382 h 2527582"/>
                <a:gd name="connsiteX2" fmla="*/ 2285935 w 2310715"/>
                <a:gd name="connsiteY2" fmla="*/ 792967 h 2527582"/>
                <a:gd name="connsiteX3" fmla="*/ 2310715 w 2310715"/>
                <a:gd name="connsiteY3" fmla="*/ 2521387 h 2527582"/>
                <a:gd name="connsiteX4" fmla="*/ 799148 w 2310715"/>
                <a:gd name="connsiteY4" fmla="*/ 2527582 h 2527582"/>
                <a:gd name="connsiteX0" fmla="*/ 0 w 2310715"/>
                <a:gd name="connsiteY0" fmla="*/ 0 h 2527582"/>
                <a:gd name="connsiteX1" fmla="*/ 799148 w 2310715"/>
                <a:gd name="connsiteY1" fmla="*/ 811552 h 2527582"/>
                <a:gd name="connsiteX2" fmla="*/ 2285935 w 2310715"/>
                <a:gd name="connsiteY2" fmla="*/ 792967 h 2527582"/>
                <a:gd name="connsiteX3" fmla="*/ 2310715 w 2310715"/>
                <a:gd name="connsiteY3" fmla="*/ 2521387 h 2527582"/>
                <a:gd name="connsiteX4" fmla="*/ 799148 w 2310715"/>
                <a:gd name="connsiteY4" fmla="*/ 2527582 h 2527582"/>
                <a:gd name="connsiteX0" fmla="*/ 0 w 2310715"/>
                <a:gd name="connsiteY0" fmla="*/ 0 h 2527582"/>
                <a:gd name="connsiteX1" fmla="*/ 774368 w 2310715"/>
                <a:gd name="connsiteY1" fmla="*/ 792967 h 2527582"/>
                <a:gd name="connsiteX2" fmla="*/ 2285935 w 2310715"/>
                <a:gd name="connsiteY2" fmla="*/ 792967 h 2527582"/>
                <a:gd name="connsiteX3" fmla="*/ 2310715 w 2310715"/>
                <a:gd name="connsiteY3" fmla="*/ 2521387 h 2527582"/>
                <a:gd name="connsiteX4" fmla="*/ 799148 w 2310715"/>
                <a:gd name="connsiteY4" fmla="*/ 2527582 h 2527582"/>
                <a:gd name="connsiteX0" fmla="*/ 0 w 2310715"/>
                <a:gd name="connsiteY0" fmla="*/ 0 h 2527582"/>
                <a:gd name="connsiteX1" fmla="*/ 774368 w 2310715"/>
                <a:gd name="connsiteY1" fmla="*/ 792967 h 2527582"/>
                <a:gd name="connsiteX2" fmla="*/ 2285935 w 2310715"/>
                <a:gd name="connsiteY2" fmla="*/ 792967 h 2527582"/>
                <a:gd name="connsiteX3" fmla="*/ 2310715 w 2310715"/>
                <a:gd name="connsiteY3" fmla="*/ 2521387 h 2527582"/>
                <a:gd name="connsiteX4" fmla="*/ 613300 w 2310715"/>
                <a:gd name="connsiteY4" fmla="*/ 2527582 h 2527582"/>
                <a:gd name="connsiteX0" fmla="*/ 0 w 2310715"/>
                <a:gd name="connsiteY0" fmla="*/ 0 h 2530004"/>
                <a:gd name="connsiteX1" fmla="*/ 774368 w 2310715"/>
                <a:gd name="connsiteY1" fmla="*/ 792967 h 2530004"/>
                <a:gd name="connsiteX2" fmla="*/ 2285935 w 2310715"/>
                <a:gd name="connsiteY2" fmla="*/ 792967 h 2530004"/>
                <a:gd name="connsiteX3" fmla="*/ 2310715 w 2310715"/>
                <a:gd name="connsiteY3" fmla="*/ 2521387 h 2530004"/>
                <a:gd name="connsiteX4" fmla="*/ 613300 w 2310715"/>
                <a:gd name="connsiteY4" fmla="*/ 2527582 h 2530004"/>
                <a:gd name="connsiteX5" fmla="*/ 600910 w 2310715"/>
                <a:gd name="connsiteY5" fmla="*/ 2530004 h 2530004"/>
                <a:gd name="connsiteX0" fmla="*/ 0 w 2310715"/>
                <a:gd name="connsiteY0" fmla="*/ 0 h 2527583"/>
                <a:gd name="connsiteX1" fmla="*/ 774368 w 2310715"/>
                <a:gd name="connsiteY1" fmla="*/ 792967 h 2527583"/>
                <a:gd name="connsiteX2" fmla="*/ 2285935 w 2310715"/>
                <a:gd name="connsiteY2" fmla="*/ 792967 h 2527583"/>
                <a:gd name="connsiteX3" fmla="*/ 2310715 w 2310715"/>
                <a:gd name="connsiteY3" fmla="*/ 2521387 h 2527583"/>
                <a:gd name="connsiteX4" fmla="*/ 613300 w 2310715"/>
                <a:gd name="connsiteY4" fmla="*/ 2527582 h 2527583"/>
                <a:gd name="connsiteX5" fmla="*/ 569935 w 2310715"/>
                <a:gd name="connsiteY5" fmla="*/ 1439674 h 2527583"/>
                <a:gd name="connsiteX0" fmla="*/ 0 w 2310715"/>
                <a:gd name="connsiteY0" fmla="*/ 0 h 2527584"/>
                <a:gd name="connsiteX1" fmla="*/ 774368 w 2310715"/>
                <a:gd name="connsiteY1" fmla="*/ 792967 h 2527584"/>
                <a:gd name="connsiteX2" fmla="*/ 2285935 w 2310715"/>
                <a:gd name="connsiteY2" fmla="*/ 792967 h 2527584"/>
                <a:gd name="connsiteX3" fmla="*/ 2310715 w 2310715"/>
                <a:gd name="connsiteY3" fmla="*/ 2521387 h 2527584"/>
                <a:gd name="connsiteX4" fmla="*/ 613300 w 2310715"/>
                <a:gd name="connsiteY4" fmla="*/ 2527582 h 2527584"/>
                <a:gd name="connsiteX5" fmla="*/ 569935 w 2310715"/>
                <a:gd name="connsiteY5" fmla="*/ 1439674 h 2527584"/>
                <a:gd name="connsiteX0" fmla="*/ 0 w 2310715"/>
                <a:gd name="connsiteY0" fmla="*/ 0 h 2527582"/>
                <a:gd name="connsiteX1" fmla="*/ 774368 w 2310715"/>
                <a:gd name="connsiteY1" fmla="*/ 792967 h 2527582"/>
                <a:gd name="connsiteX2" fmla="*/ 2285935 w 2310715"/>
                <a:gd name="connsiteY2" fmla="*/ 792967 h 2527582"/>
                <a:gd name="connsiteX3" fmla="*/ 2310715 w 2310715"/>
                <a:gd name="connsiteY3" fmla="*/ 2521387 h 2527582"/>
                <a:gd name="connsiteX4" fmla="*/ 613300 w 2310715"/>
                <a:gd name="connsiteY4" fmla="*/ 2527582 h 2527582"/>
                <a:gd name="connsiteX5" fmla="*/ 569935 w 2310715"/>
                <a:gd name="connsiteY5" fmla="*/ 1439674 h 2527582"/>
                <a:gd name="connsiteX0" fmla="*/ 0 w 2310715"/>
                <a:gd name="connsiteY0" fmla="*/ 0 h 2527582"/>
                <a:gd name="connsiteX1" fmla="*/ 774368 w 2310715"/>
                <a:gd name="connsiteY1" fmla="*/ 792967 h 2527582"/>
                <a:gd name="connsiteX2" fmla="*/ 2285935 w 2310715"/>
                <a:gd name="connsiteY2" fmla="*/ 792967 h 2527582"/>
                <a:gd name="connsiteX3" fmla="*/ 2310715 w 2310715"/>
                <a:gd name="connsiteY3" fmla="*/ 2521387 h 2527582"/>
                <a:gd name="connsiteX4" fmla="*/ 613300 w 2310715"/>
                <a:gd name="connsiteY4" fmla="*/ 2527582 h 2527582"/>
                <a:gd name="connsiteX5" fmla="*/ 619494 w 2310715"/>
                <a:gd name="connsiteY5" fmla="*/ 1080361 h 2527582"/>
                <a:gd name="connsiteX0" fmla="*/ 0 w 2310715"/>
                <a:gd name="connsiteY0" fmla="*/ 0 h 2527582"/>
                <a:gd name="connsiteX1" fmla="*/ 774368 w 2310715"/>
                <a:gd name="connsiteY1" fmla="*/ 792967 h 2527582"/>
                <a:gd name="connsiteX2" fmla="*/ 2285935 w 2310715"/>
                <a:gd name="connsiteY2" fmla="*/ 792967 h 2527582"/>
                <a:gd name="connsiteX3" fmla="*/ 2310715 w 2310715"/>
                <a:gd name="connsiteY3" fmla="*/ 2521387 h 2527582"/>
                <a:gd name="connsiteX4" fmla="*/ 613300 w 2310715"/>
                <a:gd name="connsiteY4" fmla="*/ 2527582 h 2527582"/>
                <a:gd name="connsiteX5" fmla="*/ 600910 w 2310715"/>
                <a:gd name="connsiteY5" fmla="*/ 1080361 h 2527582"/>
                <a:gd name="connsiteX0" fmla="*/ 0 w 2310715"/>
                <a:gd name="connsiteY0" fmla="*/ 0 h 2527582"/>
                <a:gd name="connsiteX1" fmla="*/ 774368 w 2310715"/>
                <a:gd name="connsiteY1" fmla="*/ 792967 h 2527582"/>
                <a:gd name="connsiteX2" fmla="*/ 2285935 w 2310715"/>
                <a:gd name="connsiteY2" fmla="*/ 792967 h 2527582"/>
                <a:gd name="connsiteX3" fmla="*/ 2310715 w 2310715"/>
                <a:gd name="connsiteY3" fmla="*/ 2521387 h 2527582"/>
                <a:gd name="connsiteX4" fmla="*/ 613300 w 2310715"/>
                <a:gd name="connsiteY4" fmla="*/ 2527582 h 2527582"/>
                <a:gd name="connsiteX5" fmla="*/ 619494 w 2310715"/>
                <a:gd name="connsiteY5" fmla="*/ 1080361 h 2527582"/>
                <a:gd name="connsiteX0" fmla="*/ 0 w 2310715"/>
                <a:gd name="connsiteY0" fmla="*/ 0 h 2527582"/>
                <a:gd name="connsiteX1" fmla="*/ 1108895 w 2310715"/>
                <a:gd name="connsiteY1" fmla="*/ 1108915 h 2527582"/>
                <a:gd name="connsiteX2" fmla="*/ 2285935 w 2310715"/>
                <a:gd name="connsiteY2" fmla="*/ 792967 h 2527582"/>
                <a:gd name="connsiteX3" fmla="*/ 2310715 w 2310715"/>
                <a:gd name="connsiteY3" fmla="*/ 2521387 h 2527582"/>
                <a:gd name="connsiteX4" fmla="*/ 613300 w 2310715"/>
                <a:gd name="connsiteY4" fmla="*/ 2527582 h 2527582"/>
                <a:gd name="connsiteX5" fmla="*/ 619494 w 2310715"/>
                <a:gd name="connsiteY5" fmla="*/ 1080361 h 2527582"/>
                <a:gd name="connsiteX0" fmla="*/ 0 w 2310715"/>
                <a:gd name="connsiteY0" fmla="*/ 0 h 2527582"/>
                <a:gd name="connsiteX1" fmla="*/ 1108895 w 2310715"/>
                <a:gd name="connsiteY1" fmla="*/ 1108915 h 2527582"/>
                <a:gd name="connsiteX2" fmla="*/ 1994773 w 2310715"/>
                <a:gd name="connsiteY2" fmla="*/ 1115110 h 2527582"/>
                <a:gd name="connsiteX3" fmla="*/ 2310715 w 2310715"/>
                <a:gd name="connsiteY3" fmla="*/ 2521387 h 2527582"/>
                <a:gd name="connsiteX4" fmla="*/ 613300 w 2310715"/>
                <a:gd name="connsiteY4" fmla="*/ 2527582 h 2527582"/>
                <a:gd name="connsiteX5" fmla="*/ 619494 w 2310715"/>
                <a:gd name="connsiteY5" fmla="*/ 1080361 h 2527582"/>
                <a:gd name="connsiteX0" fmla="*/ 0 w 2000968"/>
                <a:gd name="connsiteY0" fmla="*/ 0 h 2527582"/>
                <a:gd name="connsiteX1" fmla="*/ 1108895 w 2000968"/>
                <a:gd name="connsiteY1" fmla="*/ 1108915 h 2527582"/>
                <a:gd name="connsiteX2" fmla="*/ 1994773 w 2000968"/>
                <a:gd name="connsiteY2" fmla="*/ 1115110 h 2527582"/>
                <a:gd name="connsiteX3" fmla="*/ 2000968 w 2000968"/>
                <a:gd name="connsiteY3" fmla="*/ 2248805 h 2527582"/>
                <a:gd name="connsiteX4" fmla="*/ 613300 w 2000968"/>
                <a:gd name="connsiteY4" fmla="*/ 2527582 h 2527582"/>
                <a:gd name="connsiteX5" fmla="*/ 619494 w 2000968"/>
                <a:gd name="connsiteY5" fmla="*/ 1080361 h 2527582"/>
                <a:gd name="connsiteX0" fmla="*/ 0 w 1994773"/>
                <a:gd name="connsiteY0" fmla="*/ 0 h 2527582"/>
                <a:gd name="connsiteX1" fmla="*/ 1108895 w 1994773"/>
                <a:gd name="connsiteY1" fmla="*/ 1108915 h 2527582"/>
                <a:gd name="connsiteX2" fmla="*/ 1994773 w 1994773"/>
                <a:gd name="connsiteY2" fmla="*/ 1115110 h 2527582"/>
                <a:gd name="connsiteX3" fmla="*/ 1976188 w 1994773"/>
                <a:gd name="connsiteY3" fmla="*/ 2230220 h 2527582"/>
                <a:gd name="connsiteX4" fmla="*/ 613300 w 1994773"/>
                <a:gd name="connsiteY4" fmla="*/ 2527582 h 2527582"/>
                <a:gd name="connsiteX5" fmla="*/ 619494 w 1994773"/>
                <a:gd name="connsiteY5" fmla="*/ 1080361 h 2527582"/>
                <a:gd name="connsiteX0" fmla="*/ 0 w 2007163"/>
                <a:gd name="connsiteY0" fmla="*/ 0 h 2527582"/>
                <a:gd name="connsiteX1" fmla="*/ 1108895 w 2007163"/>
                <a:gd name="connsiteY1" fmla="*/ 1108915 h 2527582"/>
                <a:gd name="connsiteX2" fmla="*/ 1994773 w 2007163"/>
                <a:gd name="connsiteY2" fmla="*/ 1115110 h 2527582"/>
                <a:gd name="connsiteX3" fmla="*/ 2007163 w 2007163"/>
                <a:gd name="connsiteY3" fmla="*/ 2224024 h 2527582"/>
                <a:gd name="connsiteX4" fmla="*/ 613300 w 2007163"/>
                <a:gd name="connsiteY4" fmla="*/ 2527582 h 2527582"/>
                <a:gd name="connsiteX5" fmla="*/ 619494 w 2007163"/>
                <a:gd name="connsiteY5" fmla="*/ 1080361 h 2527582"/>
                <a:gd name="connsiteX0" fmla="*/ 0 w 2000968"/>
                <a:gd name="connsiteY0" fmla="*/ 0 h 2527582"/>
                <a:gd name="connsiteX1" fmla="*/ 1108895 w 2000968"/>
                <a:gd name="connsiteY1" fmla="*/ 1108915 h 2527582"/>
                <a:gd name="connsiteX2" fmla="*/ 1994773 w 2000968"/>
                <a:gd name="connsiteY2" fmla="*/ 1115110 h 2527582"/>
                <a:gd name="connsiteX3" fmla="*/ 2000968 w 2000968"/>
                <a:gd name="connsiteY3" fmla="*/ 2224024 h 2527582"/>
                <a:gd name="connsiteX4" fmla="*/ 613300 w 2000968"/>
                <a:gd name="connsiteY4" fmla="*/ 2527582 h 2527582"/>
                <a:gd name="connsiteX5" fmla="*/ 619494 w 2000968"/>
                <a:gd name="connsiteY5" fmla="*/ 1080361 h 2527582"/>
                <a:gd name="connsiteX0" fmla="*/ 0 w 2000968"/>
                <a:gd name="connsiteY0" fmla="*/ 0 h 2261195"/>
                <a:gd name="connsiteX1" fmla="*/ 1108895 w 2000968"/>
                <a:gd name="connsiteY1" fmla="*/ 1108915 h 2261195"/>
                <a:gd name="connsiteX2" fmla="*/ 1994773 w 2000968"/>
                <a:gd name="connsiteY2" fmla="*/ 1115110 h 2261195"/>
                <a:gd name="connsiteX3" fmla="*/ 2000968 w 2000968"/>
                <a:gd name="connsiteY3" fmla="*/ 2224024 h 2261195"/>
                <a:gd name="connsiteX4" fmla="*/ 873488 w 2000968"/>
                <a:gd name="connsiteY4" fmla="*/ 2261195 h 2261195"/>
                <a:gd name="connsiteX5" fmla="*/ 619494 w 2000968"/>
                <a:gd name="connsiteY5" fmla="*/ 1080361 h 2261195"/>
                <a:gd name="connsiteX0" fmla="*/ 0 w 2000968"/>
                <a:gd name="connsiteY0" fmla="*/ 0 h 2261195"/>
                <a:gd name="connsiteX1" fmla="*/ 1108895 w 2000968"/>
                <a:gd name="connsiteY1" fmla="*/ 1108915 h 2261195"/>
                <a:gd name="connsiteX2" fmla="*/ 1994773 w 2000968"/>
                <a:gd name="connsiteY2" fmla="*/ 1115110 h 2261195"/>
                <a:gd name="connsiteX3" fmla="*/ 2000968 w 2000968"/>
                <a:gd name="connsiteY3" fmla="*/ 2224024 h 2261195"/>
                <a:gd name="connsiteX4" fmla="*/ 873488 w 2000968"/>
                <a:gd name="connsiteY4" fmla="*/ 2261195 h 2261195"/>
                <a:gd name="connsiteX5" fmla="*/ 873488 w 2000968"/>
                <a:gd name="connsiteY5" fmla="*/ 1111337 h 2261195"/>
                <a:gd name="connsiteX6" fmla="*/ 619494 w 2000968"/>
                <a:gd name="connsiteY6" fmla="*/ 1080361 h 2261195"/>
                <a:gd name="connsiteX0" fmla="*/ 0 w 2000968"/>
                <a:gd name="connsiteY0" fmla="*/ 0 h 2261195"/>
                <a:gd name="connsiteX1" fmla="*/ 1108895 w 2000968"/>
                <a:gd name="connsiteY1" fmla="*/ 1108915 h 2261195"/>
                <a:gd name="connsiteX2" fmla="*/ 1994773 w 2000968"/>
                <a:gd name="connsiteY2" fmla="*/ 1115110 h 2261195"/>
                <a:gd name="connsiteX3" fmla="*/ 2000968 w 2000968"/>
                <a:gd name="connsiteY3" fmla="*/ 2224024 h 2261195"/>
                <a:gd name="connsiteX4" fmla="*/ 873488 w 2000968"/>
                <a:gd name="connsiteY4" fmla="*/ 2261195 h 2261195"/>
                <a:gd name="connsiteX5" fmla="*/ 619494 w 2000968"/>
                <a:gd name="connsiteY5" fmla="*/ 1080361 h 2261195"/>
                <a:gd name="connsiteX0" fmla="*/ 0 w 2000968"/>
                <a:gd name="connsiteY0" fmla="*/ 0 h 2261195"/>
                <a:gd name="connsiteX1" fmla="*/ 1108895 w 2000968"/>
                <a:gd name="connsiteY1" fmla="*/ 1108915 h 2261195"/>
                <a:gd name="connsiteX2" fmla="*/ 1994773 w 2000968"/>
                <a:gd name="connsiteY2" fmla="*/ 1115110 h 2261195"/>
                <a:gd name="connsiteX3" fmla="*/ 2000968 w 2000968"/>
                <a:gd name="connsiteY3" fmla="*/ 2224024 h 2261195"/>
                <a:gd name="connsiteX4" fmla="*/ 873488 w 2000968"/>
                <a:gd name="connsiteY4" fmla="*/ 2261195 h 2261195"/>
                <a:gd name="connsiteX5" fmla="*/ 854902 w 2000968"/>
                <a:gd name="connsiteY5" fmla="*/ 1074166 h 2261195"/>
                <a:gd name="connsiteX0" fmla="*/ 0 w 2000968"/>
                <a:gd name="connsiteY0" fmla="*/ 0 h 2261195"/>
                <a:gd name="connsiteX1" fmla="*/ 1108895 w 2000968"/>
                <a:gd name="connsiteY1" fmla="*/ 1108915 h 2261195"/>
                <a:gd name="connsiteX2" fmla="*/ 1994773 w 2000968"/>
                <a:gd name="connsiteY2" fmla="*/ 1115110 h 2261195"/>
                <a:gd name="connsiteX3" fmla="*/ 2000968 w 2000968"/>
                <a:gd name="connsiteY3" fmla="*/ 2224024 h 2261195"/>
                <a:gd name="connsiteX4" fmla="*/ 873488 w 2000968"/>
                <a:gd name="connsiteY4" fmla="*/ 2261195 h 2261195"/>
                <a:gd name="connsiteX5" fmla="*/ 854902 w 2000968"/>
                <a:gd name="connsiteY5" fmla="*/ 1074166 h 2261195"/>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48709 w 2000968"/>
                <a:gd name="connsiteY4" fmla="*/ 2205439 h 2224024"/>
                <a:gd name="connsiteX5" fmla="*/ 854902 w 2000968"/>
                <a:gd name="connsiteY5" fmla="*/ 1074166 h 2224024"/>
                <a:gd name="connsiteX0" fmla="*/ 0 w 2000968"/>
                <a:gd name="connsiteY0" fmla="*/ 0 h 2236415"/>
                <a:gd name="connsiteX1" fmla="*/ 1108895 w 2000968"/>
                <a:gd name="connsiteY1" fmla="*/ 1108915 h 2236415"/>
                <a:gd name="connsiteX2" fmla="*/ 1994773 w 2000968"/>
                <a:gd name="connsiteY2" fmla="*/ 1115110 h 2236415"/>
                <a:gd name="connsiteX3" fmla="*/ 2000968 w 2000968"/>
                <a:gd name="connsiteY3" fmla="*/ 2224024 h 2236415"/>
                <a:gd name="connsiteX4" fmla="*/ 854904 w 2000968"/>
                <a:gd name="connsiteY4" fmla="*/ 2236415 h 2236415"/>
                <a:gd name="connsiteX5" fmla="*/ 854902 w 2000968"/>
                <a:gd name="connsiteY5" fmla="*/ 1074166 h 2236415"/>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54904 w 2000968"/>
                <a:gd name="connsiteY4" fmla="*/ 2217829 h 2224024"/>
                <a:gd name="connsiteX5" fmla="*/ 854902 w 2000968"/>
                <a:gd name="connsiteY5" fmla="*/ 1074166 h 2224024"/>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54902 w 2000968"/>
                <a:gd name="connsiteY5" fmla="*/ 1074166 h 2224024"/>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904462 w 2000968"/>
                <a:gd name="connsiteY5" fmla="*/ 1098946 h 2224024"/>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79682 w 2000968"/>
                <a:gd name="connsiteY5" fmla="*/ 1111337 h 2224024"/>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79682 w 2000968"/>
                <a:gd name="connsiteY5" fmla="*/ 1111337 h 2224024"/>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92072 w 2000968"/>
                <a:gd name="connsiteY5" fmla="*/ 1105142 h 2224024"/>
                <a:gd name="connsiteX0" fmla="*/ 0 w 2000968"/>
                <a:gd name="connsiteY0" fmla="*/ 0 h 2224024"/>
                <a:gd name="connsiteX1" fmla="*/ 1108895 w 2000968"/>
                <a:gd name="connsiteY1" fmla="*/ 1108915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92072 w 2000968"/>
                <a:gd name="connsiteY5" fmla="*/ 1105142 h 2224024"/>
                <a:gd name="connsiteX0" fmla="*/ 0 w 2000968"/>
                <a:gd name="connsiteY0" fmla="*/ 0 h 2224024"/>
                <a:gd name="connsiteX1" fmla="*/ 1115090 w 2000968"/>
                <a:gd name="connsiteY1" fmla="*/ 1127501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92072 w 2000968"/>
                <a:gd name="connsiteY5" fmla="*/ 1105142 h 2224024"/>
                <a:gd name="connsiteX0" fmla="*/ 0 w 2000968"/>
                <a:gd name="connsiteY0" fmla="*/ 0 h 2224024"/>
                <a:gd name="connsiteX1" fmla="*/ 1115090 w 2000968"/>
                <a:gd name="connsiteY1" fmla="*/ 1127501 h 2224024"/>
                <a:gd name="connsiteX2" fmla="*/ 1146066 w 2000968"/>
                <a:gd name="connsiteY2" fmla="*/ 1105142 h 2224024"/>
                <a:gd name="connsiteX3" fmla="*/ 1994773 w 2000968"/>
                <a:gd name="connsiteY3" fmla="*/ 1115110 h 2224024"/>
                <a:gd name="connsiteX4" fmla="*/ 2000968 w 2000968"/>
                <a:gd name="connsiteY4" fmla="*/ 2224024 h 2224024"/>
                <a:gd name="connsiteX5" fmla="*/ 892074 w 2000968"/>
                <a:gd name="connsiteY5" fmla="*/ 2211634 h 2224024"/>
                <a:gd name="connsiteX6" fmla="*/ 892072 w 2000968"/>
                <a:gd name="connsiteY6" fmla="*/ 1105142 h 2224024"/>
                <a:gd name="connsiteX0" fmla="*/ 0 w 2000968"/>
                <a:gd name="connsiteY0" fmla="*/ 0 h 2224024"/>
                <a:gd name="connsiteX1" fmla="*/ 1115090 w 2000968"/>
                <a:gd name="connsiteY1" fmla="*/ 1127501 h 2224024"/>
                <a:gd name="connsiteX2" fmla="*/ 1139871 w 2000968"/>
                <a:gd name="connsiteY2" fmla="*/ 1129923 h 2224024"/>
                <a:gd name="connsiteX3" fmla="*/ 1994773 w 2000968"/>
                <a:gd name="connsiteY3" fmla="*/ 1115110 h 2224024"/>
                <a:gd name="connsiteX4" fmla="*/ 2000968 w 2000968"/>
                <a:gd name="connsiteY4" fmla="*/ 2224024 h 2224024"/>
                <a:gd name="connsiteX5" fmla="*/ 892074 w 2000968"/>
                <a:gd name="connsiteY5" fmla="*/ 2211634 h 2224024"/>
                <a:gd name="connsiteX6" fmla="*/ 892072 w 2000968"/>
                <a:gd name="connsiteY6" fmla="*/ 1105142 h 2224024"/>
                <a:gd name="connsiteX0" fmla="*/ 0 w 2000968"/>
                <a:gd name="connsiteY0" fmla="*/ 0 h 2224024"/>
                <a:gd name="connsiteX1" fmla="*/ 1115090 w 2000968"/>
                <a:gd name="connsiteY1" fmla="*/ 1127501 h 2224024"/>
                <a:gd name="connsiteX2" fmla="*/ 1245185 w 2000968"/>
                <a:gd name="connsiteY2" fmla="*/ 1136119 h 2224024"/>
                <a:gd name="connsiteX3" fmla="*/ 1994773 w 2000968"/>
                <a:gd name="connsiteY3" fmla="*/ 1115110 h 2224024"/>
                <a:gd name="connsiteX4" fmla="*/ 2000968 w 2000968"/>
                <a:gd name="connsiteY4" fmla="*/ 2224024 h 2224024"/>
                <a:gd name="connsiteX5" fmla="*/ 892074 w 2000968"/>
                <a:gd name="connsiteY5" fmla="*/ 2211634 h 2224024"/>
                <a:gd name="connsiteX6" fmla="*/ 892072 w 2000968"/>
                <a:gd name="connsiteY6" fmla="*/ 1105142 h 2224024"/>
                <a:gd name="connsiteX0" fmla="*/ 0 w 2000968"/>
                <a:gd name="connsiteY0" fmla="*/ 0 h 2224024"/>
                <a:gd name="connsiteX1" fmla="*/ 1115090 w 2000968"/>
                <a:gd name="connsiteY1" fmla="*/ 1127501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92072 w 2000968"/>
                <a:gd name="connsiteY5" fmla="*/ 1105142 h 2224024"/>
                <a:gd name="connsiteX0" fmla="*/ 0 w 2000968"/>
                <a:gd name="connsiteY0" fmla="*/ 0 h 2224024"/>
                <a:gd name="connsiteX1" fmla="*/ 1115090 w 2000968"/>
                <a:gd name="connsiteY1" fmla="*/ 1127501 h 2224024"/>
                <a:gd name="connsiteX2" fmla="*/ 1994773 w 2000968"/>
                <a:gd name="connsiteY2" fmla="*/ 1115110 h 2224024"/>
                <a:gd name="connsiteX3" fmla="*/ 2000968 w 2000968"/>
                <a:gd name="connsiteY3" fmla="*/ 2224024 h 2224024"/>
                <a:gd name="connsiteX4" fmla="*/ 892074 w 2000968"/>
                <a:gd name="connsiteY4" fmla="*/ 2211634 h 2224024"/>
                <a:gd name="connsiteX5" fmla="*/ 892072 w 2000968"/>
                <a:gd name="connsiteY5" fmla="*/ 1105142 h 2224024"/>
                <a:gd name="connsiteX0" fmla="*/ 0 w 2000968"/>
                <a:gd name="connsiteY0" fmla="*/ 0 h 2224024"/>
                <a:gd name="connsiteX1" fmla="*/ 1115090 w 2000968"/>
                <a:gd name="connsiteY1" fmla="*/ 1127501 h 2224024"/>
                <a:gd name="connsiteX2" fmla="*/ 1994773 w 2000968"/>
                <a:gd name="connsiteY2" fmla="*/ 1115110 h 2224024"/>
                <a:gd name="connsiteX3" fmla="*/ 2000968 w 2000968"/>
                <a:gd name="connsiteY3" fmla="*/ 2224024 h 2224024"/>
                <a:gd name="connsiteX4" fmla="*/ 892074 w 2000968"/>
                <a:gd name="connsiteY4" fmla="*/ 2211634 h 2224024"/>
                <a:gd name="connsiteX0" fmla="*/ 0 w 2000968"/>
                <a:gd name="connsiteY0" fmla="*/ 0 h 2230219"/>
                <a:gd name="connsiteX1" fmla="*/ 1115090 w 2000968"/>
                <a:gd name="connsiteY1" fmla="*/ 1127501 h 2230219"/>
                <a:gd name="connsiteX2" fmla="*/ 1994773 w 2000968"/>
                <a:gd name="connsiteY2" fmla="*/ 1115110 h 2230219"/>
                <a:gd name="connsiteX3" fmla="*/ 2000968 w 2000968"/>
                <a:gd name="connsiteY3" fmla="*/ 2224024 h 2230219"/>
                <a:gd name="connsiteX4" fmla="*/ 892074 w 2000968"/>
                <a:gd name="connsiteY4" fmla="*/ 2230219 h 2230219"/>
                <a:gd name="connsiteX0" fmla="*/ 0 w 2000968"/>
                <a:gd name="connsiteY0" fmla="*/ 0 h 2224024"/>
                <a:gd name="connsiteX1" fmla="*/ 1115090 w 2000968"/>
                <a:gd name="connsiteY1" fmla="*/ 1127501 h 2224024"/>
                <a:gd name="connsiteX2" fmla="*/ 1994773 w 2000968"/>
                <a:gd name="connsiteY2" fmla="*/ 1115110 h 2224024"/>
                <a:gd name="connsiteX3" fmla="*/ 2000968 w 2000968"/>
                <a:gd name="connsiteY3" fmla="*/ 2224024 h 2224024"/>
                <a:gd name="connsiteX4" fmla="*/ 885879 w 2000968"/>
                <a:gd name="connsiteY4" fmla="*/ 2211634 h 22240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968" h="2224024">
                  <a:moveTo>
                    <a:pt x="0" y="0"/>
                  </a:moveTo>
                  <a:lnTo>
                    <a:pt x="1115090" y="1127501"/>
                  </a:lnTo>
                  <a:lnTo>
                    <a:pt x="1994773" y="1115110"/>
                  </a:lnTo>
                  <a:lnTo>
                    <a:pt x="2000968" y="2224024"/>
                  </a:lnTo>
                  <a:lnTo>
                    <a:pt x="885879" y="2211634"/>
                  </a:lnTo>
                </a:path>
              </a:pathLst>
            </a:custGeom>
            <a:ln w="50800">
              <a:headEnd type="oval"/>
              <a:tailEnd type="ova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7843"/>
            </a:p>
          </p:txBody>
        </p:sp>
        <p:sp>
          <p:nvSpPr>
            <p:cNvPr id="25" name="Freeform 20">
              <a:extLst>
                <a:ext uri="{FF2B5EF4-FFF2-40B4-BE49-F238E27FC236}">
                  <a16:creationId xmlns:a16="http://schemas.microsoft.com/office/drawing/2014/main" id="{651D1BBE-00A7-8630-5869-29966D868ABC}"/>
                </a:ext>
              </a:extLst>
            </p:cNvPr>
            <p:cNvSpPr/>
            <p:nvPr/>
          </p:nvSpPr>
          <p:spPr>
            <a:xfrm>
              <a:off x="158595" y="7779924"/>
              <a:ext cx="2567382" cy="2285975"/>
            </a:xfrm>
            <a:custGeom>
              <a:avLst/>
              <a:gdLst>
                <a:gd name="connsiteX0" fmla="*/ 0 w 2304520"/>
                <a:gd name="connsiteY0" fmla="*/ 0 h 2217830"/>
                <a:gd name="connsiteX1" fmla="*/ 799148 w 2304520"/>
                <a:gd name="connsiteY1" fmla="*/ 774382 h 2217830"/>
                <a:gd name="connsiteX2" fmla="*/ 2285935 w 2304520"/>
                <a:gd name="connsiteY2" fmla="*/ 768187 h 2217830"/>
                <a:gd name="connsiteX3" fmla="*/ 2304520 w 2304520"/>
                <a:gd name="connsiteY3" fmla="*/ 2217830 h 2217830"/>
                <a:gd name="connsiteX4" fmla="*/ 1994773 w 2304520"/>
                <a:gd name="connsiteY4" fmla="*/ 2211635 h 2217830"/>
                <a:gd name="connsiteX5" fmla="*/ 1982383 w 2304520"/>
                <a:gd name="connsiteY5" fmla="*/ 1096525 h 2217830"/>
                <a:gd name="connsiteX6" fmla="*/ 947827 w 2304520"/>
                <a:gd name="connsiteY6" fmla="*/ 1090330 h 2217830"/>
                <a:gd name="connsiteX0" fmla="*/ 0 w 2304520"/>
                <a:gd name="connsiteY0" fmla="*/ 0 h 2230220"/>
                <a:gd name="connsiteX1" fmla="*/ 799148 w 2304520"/>
                <a:gd name="connsiteY1" fmla="*/ 774382 h 2230220"/>
                <a:gd name="connsiteX2" fmla="*/ 2285935 w 2304520"/>
                <a:gd name="connsiteY2" fmla="*/ 768187 h 2230220"/>
                <a:gd name="connsiteX3" fmla="*/ 2304520 w 2304520"/>
                <a:gd name="connsiteY3" fmla="*/ 2217830 h 2230220"/>
                <a:gd name="connsiteX4" fmla="*/ 1994773 w 2304520"/>
                <a:gd name="connsiteY4" fmla="*/ 2230220 h 2230220"/>
                <a:gd name="connsiteX5" fmla="*/ 1982383 w 2304520"/>
                <a:gd name="connsiteY5" fmla="*/ 1096525 h 2230220"/>
                <a:gd name="connsiteX6" fmla="*/ 947827 w 2304520"/>
                <a:gd name="connsiteY6" fmla="*/ 1090330 h 2230220"/>
                <a:gd name="connsiteX0" fmla="*/ 0 w 2304520"/>
                <a:gd name="connsiteY0" fmla="*/ 0 h 2217830"/>
                <a:gd name="connsiteX1" fmla="*/ 799148 w 2304520"/>
                <a:gd name="connsiteY1" fmla="*/ 774382 h 2217830"/>
                <a:gd name="connsiteX2" fmla="*/ 2285935 w 2304520"/>
                <a:gd name="connsiteY2" fmla="*/ 768187 h 2217830"/>
                <a:gd name="connsiteX3" fmla="*/ 2304520 w 2304520"/>
                <a:gd name="connsiteY3" fmla="*/ 2217830 h 2217830"/>
                <a:gd name="connsiteX4" fmla="*/ 1994773 w 2304520"/>
                <a:gd name="connsiteY4" fmla="*/ 2211635 h 2217830"/>
                <a:gd name="connsiteX5" fmla="*/ 1982383 w 2304520"/>
                <a:gd name="connsiteY5" fmla="*/ 1096525 h 2217830"/>
                <a:gd name="connsiteX6" fmla="*/ 947827 w 2304520"/>
                <a:gd name="connsiteY6" fmla="*/ 1090330 h 2217830"/>
                <a:gd name="connsiteX0" fmla="*/ 0 w 2292130"/>
                <a:gd name="connsiteY0" fmla="*/ 0 h 2211635"/>
                <a:gd name="connsiteX1" fmla="*/ 799148 w 2292130"/>
                <a:gd name="connsiteY1" fmla="*/ 774382 h 2211635"/>
                <a:gd name="connsiteX2" fmla="*/ 2285935 w 2292130"/>
                <a:gd name="connsiteY2" fmla="*/ 768187 h 2211635"/>
                <a:gd name="connsiteX3" fmla="*/ 2292130 w 2292130"/>
                <a:gd name="connsiteY3" fmla="*/ 2199245 h 2211635"/>
                <a:gd name="connsiteX4" fmla="*/ 1994773 w 2292130"/>
                <a:gd name="connsiteY4" fmla="*/ 2211635 h 2211635"/>
                <a:gd name="connsiteX5" fmla="*/ 1982383 w 2292130"/>
                <a:gd name="connsiteY5" fmla="*/ 1096525 h 2211635"/>
                <a:gd name="connsiteX6" fmla="*/ 947827 w 2292130"/>
                <a:gd name="connsiteY6" fmla="*/ 1090330 h 2211635"/>
                <a:gd name="connsiteX0" fmla="*/ 0 w 2292130"/>
                <a:gd name="connsiteY0" fmla="*/ 0 h 2211635"/>
                <a:gd name="connsiteX1" fmla="*/ 799148 w 2292130"/>
                <a:gd name="connsiteY1" fmla="*/ 774382 h 2211635"/>
                <a:gd name="connsiteX2" fmla="*/ 2285935 w 2292130"/>
                <a:gd name="connsiteY2" fmla="*/ 768187 h 2211635"/>
                <a:gd name="connsiteX3" fmla="*/ 2292130 w 2292130"/>
                <a:gd name="connsiteY3" fmla="*/ 2149684 h 2211635"/>
                <a:gd name="connsiteX4" fmla="*/ 1994773 w 2292130"/>
                <a:gd name="connsiteY4" fmla="*/ 2211635 h 2211635"/>
                <a:gd name="connsiteX5" fmla="*/ 1982383 w 2292130"/>
                <a:gd name="connsiteY5" fmla="*/ 1096525 h 2211635"/>
                <a:gd name="connsiteX6" fmla="*/ 947827 w 2292130"/>
                <a:gd name="connsiteY6" fmla="*/ 1090330 h 2211635"/>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82383 w 2292130"/>
                <a:gd name="connsiteY5" fmla="*/ 1096525 h 2149684"/>
                <a:gd name="connsiteX6" fmla="*/ 947827 w 2292130"/>
                <a:gd name="connsiteY6" fmla="*/ 1090330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2000968 w 2292130"/>
                <a:gd name="connsiteY5" fmla="*/ 1084135 h 2149684"/>
                <a:gd name="connsiteX6" fmla="*/ 947827 w 2292130"/>
                <a:gd name="connsiteY6" fmla="*/ 1090330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94773 w 2292130"/>
                <a:gd name="connsiteY5" fmla="*/ 1127501 h 2149684"/>
                <a:gd name="connsiteX6" fmla="*/ 947827 w 2292130"/>
                <a:gd name="connsiteY6" fmla="*/ 1090330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94773 w 2292130"/>
                <a:gd name="connsiteY5" fmla="*/ 1127501 h 2149684"/>
                <a:gd name="connsiteX6" fmla="*/ 842512 w 2292130"/>
                <a:gd name="connsiteY6" fmla="*/ 1121305 h 2149684"/>
                <a:gd name="connsiteX0" fmla="*/ 0 w 2292130"/>
                <a:gd name="connsiteY0" fmla="*/ 0 h 2149684"/>
                <a:gd name="connsiteX1" fmla="*/ 799148 w 2292130"/>
                <a:gd name="connsiteY1" fmla="*/ 774382 h 2149684"/>
                <a:gd name="connsiteX2" fmla="*/ 2285935 w 2292130"/>
                <a:gd name="connsiteY2" fmla="*/ 768187 h 2149684"/>
                <a:gd name="connsiteX3" fmla="*/ 2292130 w 2292130"/>
                <a:gd name="connsiteY3" fmla="*/ 2149684 h 2149684"/>
                <a:gd name="connsiteX4" fmla="*/ 2000968 w 2292130"/>
                <a:gd name="connsiteY4" fmla="*/ 2149684 h 2149684"/>
                <a:gd name="connsiteX5" fmla="*/ 1994773 w 2292130"/>
                <a:gd name="connsiteY5" fmla="*/ 1127501 h 2149684"/>
                <a:gd name="connsiteX6" fmla="*/ 761978 w 2292130"/>
                <a:gd name="connsiteY6" fmla="*/ 1133695 h 2149684"/>
                <a:gd name="connsiteX0" fmla="*/ 0 w 2292130"/>
                <a:gd name="connsiteY0" fmla="*/ 0 h 2174464"/>
                <a:gd name="connsiteX1" fmla="*/ 799148 w 2292130"/>
                <a:gd name="connsiteY1" fmla="*/ 799162 h 2174464"/>
                <a:gd name="connsiteX2" fmla="*/ 2285935 w 2292130"/>
                <a:gd name="connsiteY2" fmla="*/ 792967 h 2174464"/>
                <a:gd name="connsiteX3" fmla="*/ 2292130 w 2292130"/>
                <a:gd name="connsiteY3" fmla="*/ 2174464 h 2174464"/>
                <a:gd name="connsiteX4" fmla="*/ 2000968 w 2292130"/>
                <a:gd name="connsiteY4" fmla="*/ 2174464 h 2174464"/>
                <a:gd name="connsiteX5" fmla="*/ 1994773 w 2292130"/>
                <a:gd name="connsiteY5" fmla="*/ 1152281 h 2174464"/>
                <a:gd name="connsiteX6" fmla="*/ 761978 w 2292130"/>
                <a:gd name="connsiteY6" fmla="*/ 1158475 h 2174464"/>
                <a:gd name="connsiteX0" fmla="*/ 0 w 2292130"/>
                <a:gd name="connsiteY0" fmla="*/ 0 h 2174464"/>
                <a:gd name="connsiteX1" fmla="*/ 799148 w 2292130"/>
                <a:gd name="connsiteY1" fmla="*/ 799162 h 2174464"/>
                <a:gd name="connsiteX2" fmla="*/ 2285935 w 2292130"/>
                <a:gd name="connsiteY2" fmla="*/ 792967 h 2174464"/>
                <a:gd name="connsiteX3" fmla="*/ 2292130 w 2292130"/>
                <a:gd name="connsiteY3" fmla="*/ 2174464 h 2174464"/>
                <a:gd name="connsiteX4" fmla="*/ 1994773 w 2292130"/>
                <a:gd name="connsiteY4" fmla="*/ 1152281 h 2174464"/>
                <a:gd name="connsiteX5" fmla="*/ 761978 w 2292130"/>
                <a:gd name="connsiteY5" fmla="*/ 1158475 h 2174464"/>
                <a:gd name="connsiteX0" fmla="*/ 0 w 2292130"/>
                <a:gd name="connsiteY0" fmla="*/ 0 h 2174464"/>
                <a:gd name="connsiteX1" fmla="*/ 799148 w 2292130"/>
                <a:gd name="connsiteY1" fmla="*/ 799162 h 2174464"/>
                <a:gd name="connsiteX2" fmla="*/ 2285935 w 2292130"/>
                <a:gd name="connsiteY2" fmla="*/ 792967 h 2174464"/>
                <a:gd name="connsiteX3" fmla="*/ 2292130 w 2292130"/>
                <a:gd name="connsiteY3" fmla="*/ 2174464 h 2174464"/>
                <a:gd name="connsiteX4" fmla="*/ 761978 w 2292130"/>
                <a:gd name="connsiteY4" fmla="*/ 1158475 h 2174464"/>
                <a:gd name="connsiteX0" fmla="*/ 0 w 2292130"/>
                <a:gd name="connsiteY0" fmla="*/ 0 h 2174464"/>
                <a:gd name="connsiteX1" fmla="*/ 799148 w 2292130"/>
                <a:gd name="connsiteY1" fmla="*/ 799162 h 2174464"/>
                <a:gd name="connsiteX2" fmla="*/ 2285935 w 2292130"/>
                <a:gd name="connsiteY2" fmla="*/ 792967 h 2174464"/>
                <a:gd name="connsiteX3" fmla="*/ 2292130 w 2292130"/>
                <a:gd name="connsiteY3" fmla="*/ 2174464 h 2174464"/>
                <a:gd name="connsiteX0" fmla="*/ 0 w 2285935"/>
                <a:gd name="connsiteY0" fmla="*/ 0 h 2335535"/>
                <a:gd name="connsiteX1" fmla="*/ 799148 w 2285935"/>
                <a:gd name="connsiteY1" fmla="*/ 799162 h 2335535"/>
                <a:gd name="connsiteX2" fmla="*/ 2285935 w 2285935"/>
                <a:gd name="connsiteY2" fmla="*/ 792967 h 2335535"/>
                <a:gd name="connsiteX3" fmla="*/ 2285935 w 2285935"/>
                <a:gd name="connsiteY3" fmla="*/ 2335535 h 2335535"/>
                <a:gd name="connsiteX0" fmla="*/ 0 w 2298325"/>
                <a:gd name="connsiteY0" fmla="*/ 0 h 2304560"/>
                <a:gd name="connsiteX1" fmla="*/ 799148 w 2298325"/>
                <a:gd name="connsiteY1" fmla="*/ 799162 h 2304560"/>
                <a:gd name="connsiteX2" fmla="*/ 2285935 w 2298325"/>
                <a:gd name="connsiteY2" fmla="*/ 792967 h 2304560"/>
                <a:gd name="connsiteX3" fmla="*/ 2298325 w 2298325"/>
                <a:gd name="connsiteY3" fmla="*/ 2304560 h 2304560"/>
                <a:gd name="connsiteX0" fmla="*/ 0 w 2285935"/>
                <a:gd name="connsiteY0" fmla="*/ 0 h 2304560"/>
                <a:gd name="connsiteX1" fmla="*/ 799148 w 2285935"/>
                <a:gd name="connsiteY1" fmla="*/ 799162 h 2304560"/>
                <a:gd name="connsiteX2" fmla="*/ 2285935 w 2285935"/>
                <a:gd name="connsiteY2" fmla="*/ 792967 h 2304560"/>
                <a:gd name="connsiteX3" fmla="*/ 2279740 w 2285935"/>
                <a:gd name="connsiteY3" fmla="*/ 2304560 h 2304560"/>
                <a:gd name="connsiteX0" fmla="*/ 0 w 2298325"/>
                <a:gd name="connsiteY0" fmla="*/ 0 h 2304560"/>
                <a:gd name="connsiteX1" fmla="*/ 799148 w 2298325"/>
                <a:gd name="connsiteY1" fmla="*/ 799162 h 2304560"/>
                <a:gd name="connsiteX2" fmla="*/ 2285935 w 2298325"/>
                <a:gd name="connsiteY2" fmla="*/ 792967 h 2304560"/>
                <a:gd name="connsiteX3" fmla="*/ 2298325 w 2298325"/>
                <a:gd name="connsiteY3" fmla="*/ 2304560 h 2304560"/>
                <a:gd name="connsiteX0" fmla="*/ 0 w 2298325"/>
                <a:gd name="connsiteY0" fmla="*/ 0 h 2304561"/>
                <a:gd name="connsiteX1" fmla="*/ 799148 w 2298325"/>
                <a:gd name="connsiteY1" fmla="*/ 799162 h 2304561"/>
                <a:gd name="connsiteX2" fmla="*/ 792953 w 2298325"/>
                <a:gd name="connsiteY2" fmla="*/ 2304561 h 2304561"/>
                <a:gd name="connsiteX3" fmla="*/ 2298325 w 2298325"/>
                <a:gd name="connsiteY3" fmla="*/ 2304560 h 2304561"/>
                <a:gd name="connsiteX0" fmla="*/ 0 w 2298325"/>
                <a:gd name="connsiteY0" fmla="*/ 0 h 2304560"/>
                <a:gd name="connsiteX1" fmla="*/ 799148 w 2298325"/>
                <a:gd name="connsiteY1" fmla="*/ 799162 h 2304560"/>
                <a:gd name="connsiteX2" fmla="*/ 823928 w 2298325"/>
                <a:gd name="connsiteY2" fmla="*/ 2298366 h 2304560"/>
                <a:gd name="connsiteX3" fmla="*/ 2298325 w 2298325"/>
                <a:gd name="connsiteY3" fmla="*/ 2304560 h 2304560"/>
                <a:gd name="connsiteX0" fmla="*/ 0 w 2298325"/>
                <a:gd name="connsiteY0" fmla="*/ 0 h 2304561"/>
                <a:gd name="connsiteX1" fmla="*/ 799148 w 2298325"/>
                <a:gd name="connsiteY1" fmla="*/ 799162 h 2304561"/>
                <a:gd name="connsiteX2" fmla="*/ 805343 w 2298325"/>
                <a:gd name="connsiteY2" fmla="*/ 2304561 h 2304561"/>
                <a:gd name="connsiteX3" fmla="*/ 2298325 w 2298325"/>
                <a:gd name="connsiteY3" fmla="*/ 2304560 h 2304561"/>
                <a:gd name="connsiteX0" fmla="*/ 0 w 2515148"/>
                <a:gd name="connsiteY0" fmla="*/ 0 h 2304561"/>
                <a:gd name="connsiteX1" fmla="*/ 799148 w 2515148"/>
                <a:gd name="connsiteY1" fmla="*/ 799162 h 2304561"/>
                <a:gd name="connsiteX2" fmla="*/ 805343 w 2515148"/>
                <a:gd name="connsiteY2" fmla="*/ 2304561 h 2304561"/>
                <a:gd name="connsiteX3" fmla="*/ 2515148 w 2515148"/>
                <a:gd name="connsiteY3" fmla="*/ 2292170 h 2304561"/>
                <a:gd name="connsiteX0" fmla="*/ 0 w 2515148"/>
                <a:gd name="connsiteY0" fmla="*/ 0 h 2329340"/>
                <a:gd name="connsiteX1" fmla="*/ 799148 w 2515148"/>
                <a:gd name="connsiteY1" fmla="*/ 799162 h 2329340"/>
                <a:gd name="connsiteX2" fmla="*/ 805343 w 2515148"/>
                <a:gd name="connsiteY2" fmla="*/ 2304561 h 2329340"/>
                <a:gd name="connsiteX3" fmla="*/ 2515148 w 2515148"/>
                <a:gd name="connsiteY3" fmla="*/ 2329340 h 2329340"/>
                <a:gd name="connsiteX0" fmla="*/ 0 w 2515148"/>
                <a:gd name="connsiteY0" fmla="*/ 0 h 2304561"/>
                <a:gd name="connsiteX1" fmla="*/ 799148 w 2515148"/>
                <a:gd name="connsiteY1" fmla="*/ 799162 h 2304561"/>
                <a:gd name="connsiteX2" fmla="*/ 805343 w 2515148"/>
                <a:gd name="connsiteY2" fmla="*/ 2304561 h 2304561"/>
                <a:gd name="connsiteX3" fmla="*/ 2515148 w 2515148"/>
                <a:gd name="connsiteY3" fmla="*/ 2304560 h 2304561"/>
                <a:gd name="connsiteX0" fmla="*/ 0 w 2515148"/>
                <a:gd name="connsiteY0" fmla="*/ 0 h 2329340"/>
                <a:gd name="connsiteX1" fmla="*/ 799148 w 2515148"/>
                <a:gd name="connsiteY1" fmla="*/ 799162 h 2329340"/>
                <a:gd name="connsiteX2" fmla="*/ 805343 w 2515148"/>
                <a:gd name="connsiteY2" fmla="*/ 2304561 h 2329340"/>
                <a:gd name="connsiteX3" fmla="*/ 2515148 w 2515148"/>
                <a:gd name="connsiteY3" fmla="*/ 2329340 h 2329340"/>
                <a:gd name="connsiteX0" fmla="*/ 0 w 2558513"/>
                <a:gd name="connsiteY0" fmla="*/ 0 h 2316950"/>
                <a:gd name="connsiteX1" fmla="*/ 799148 w 2558513"/>
                <a:gd name="connsiteY1" fmla="*/ 799162 h 2316950"/>
                <a:gd name="connsiteX2" fmla="*/ 805343 w 2558513"/>
                <a:gd name="connsiteY2" fmla="*/ 2304561 h 2316950"/>
                <a:gd name="connsiteX3" fmla="*/ 2558513 w 2558513"/>
                <a:gd name="connsiteY3" fmla="*/ 2316950 h 2316950"/>
                <a:gd name="connsiteX0" fmla="*/ 0 w 2690893"/>
                <a:gd name="connsiteY0" fmla="*/ 0 h 2316952"/>
                <a:gd name="connsiteX1" fmla="*/ 799148 w 2690893"/>
                <a:gd name="connsiteY1" fmla="*/ 799162 h 2316952"/>
                <a:gd name="connsiteX2" fmla="*/ 805343 w 2690893"/>
                <a:gd name="connsiteY2" fmla="*/ 2304561 h 2316952"/>
                <a:gd name="connsiteX3" fmla="*/ 2558513 w 2690893"/>
                <a:gd name="connsiteY3" fmla="*/ 2316950 h 2316952"/>
                <a:gd name="connsiteX4" fmla="*/ 2567182 w 2690893"/>
                <a:gd name="connsiteY4" fmla="*/ 2305627 h 2316952"/>
                <a:gd name="connsiteX0" fmla="*/ 0 w 2677496"/>
                <a:gd name="connsiteY0" fmla="*/ 0 h 2316950"/>
                <a:gd name="connsiteX1" fmla="*/ 799148 w 2677496"/>
                <a:gd name="connsiteY1" fmla="*/ 799162 h 2316950"/>
                <a:gd name="connsiteX2" fmla="*/ 805343 w 2677496"/>
                <a:gd name="connsiteY2" fmla="*/ 2304561 h 2316950"/>
                <a:gd name="connsiteX3" fmla="*/ 2558513 w 2677496"/>
                <a:gd name="connsiteY3" fmla="*/ 2316950 h 2316950"/>
                <a:gd name="connsiteX4" fmla="*/ 2511427 w 2677496"/>
                <a:gd name="connsiteY4" fmla="*/ 471890 h 2316950"/>
                <a:gd name="connsiteX0" fmla="*/ 0 w 2677496"/>
                <a:gd name="connsiteY0" fmla="*/ 0 h 2316950"/>
                <a:gd name="connsiteX1" fmla="*/ 799148 w 2677496"/>
                <a:gd name="connsiteY1" fmla="*/ 799162 h 2316950"/>
                <a:gd name="connsiteX2" fmla="*/ 805343 w 2677496"/>
                <a:gd name="connsiteY2" fmla="*/ 2304561 h 2316950"/>
                <a:gd name="connsiteX3" fmla="*/ 2558513 w 2677496"/>
                <a:gd name="connsiteY3" fmla="*/ 2316950 h 2316950"/>
                <a:gd name="connsiteX4" fmla="*/ 2511427 w 2677496"/>
                <a:gd name="connsiteY4" fmla="*/ 471890 h 2316950"/>
                <a:gd name="connsiteX5" fmla="*/ 2505232 w 2677496"/>
                <a:gd name="connsiteY5" fmla="*/ 471890 h 2316950"/>
                <a:gd name="connsiteX0" fmla="*/ 0 w 2677496"/>
                <a:gd name="connsiteY0" fmla="*/ 0 h 2316950"/>
                <a:gd name="connsiteX1" fmla="*/ 799148 w 2677496"/>
                <a:gd name="connsiteY1" fmla="*/ 799162 h 2316950"/>
                <a:gd name="connsiteX2" fmla="*/ 805343 w 2677496"/>
                <a:gd name="connsiteY2" fmla="*/ 2304561 h 2316950"/>
                <a:gd name="connsiteX3" fmla="*/ 2558513 w 2677496"/>
                <a:gd name="connsiteY3" fmla="*/ 2316950 h 2316950"/>
                <a:gd name="connsiteX4" fmla="*/ 2511427 w 2677496"/>
                <a:gd name="connsiteY4" fmla="*/ 471890 h 2316950"/>
                <a:gd name="connsiteX5" fmla="*/ 1080395 w 2677496"/>
                <a:gd name="connsiteY5" fmla="*/ 502865 h 2316950"/>
                <a:gd name="connsiteX0" fmla="*/ 0 w 2682450"/>
                <a:gd name="connsiteY0" fmla="*/ 0 h 2316950"/>
                <a:gd name="connsiteX1" fmla="*/ 799148 w 2682450"/>
                <a:gd name="connsiteY1" fmla="*/ 799162 h 2316950"/>
                <a:gd name="connsiteX2" fmla="*/ 805343 w 2682450"/>
                <a:gd name="connsiteY2" fmla="*/ 2304561 h 2316950"/>
                <a:gd name="connsiteX3" fmla="*/ 2558513 w 2682450"/>
                <a:gd name="connsiteY3" fmla="*/ 2316950 h 2316950"/>
                <a:gd name="connsiteX4" fmla="*/ 2511427 w 2682450"/>
                <a:gd name="connsiteY4" fmla="*/ 471890 h 2316950"/>
                <a:gd name="connsiteX5" fmla="*/ 1080395 w 2682450"/>
                <a:gd name="connsiteY5" fmla="*/ 502865 h 2316950"/>
                <a:gd name="connsiteX0" fmla="*/ 0 w 2682450"/>
                <a:gd name="connsiteY0" fmla="*/ 0 h 2316950"/>
                <a:gd name="connsiteX1" fmla="*/ 799148 w 2682450"/>
                <a:gd name="connsiteY1" fmla="*/ 799162 h 2316950"/>
                <a:gd name="connsiteX2" fmla="*/ 805343 w 2682450"/>
                <a:gd name="connsiteY2" fmla="*/ 2304561 h 2316950"/>
                <a:gd name="connsiteX3" fmla="*/ 2558513 w 2682450"/>
                <a:gd name="connsiteY3" fmla="*/ 2316950 h 2316950"/>
                <a:gd name="connsiteX4" fmla="*/ 2511427 w 2682450"/>
                <a:gd name="connsiteY4" fmla="*/ 471890 h 2316950"/>
                <a:gd name="connsiteX5" fmla="*/ 1080395 w 2682450"/>
                <a:gd name="connsiteY5" fmla="*/ 502865 h 2316950"/>
                <a:gd name="connsiteX0" fmla="*/ 0 w 2682450"/>
                <a:gd name="connsiteY0" fmla="*/ 0 h 2316950"/>
                <a:gd name="connsiteX1" fmla="*/ 799148 w 2682450"/>
                <a:gd name="connsiteY1" fmla="*/ 799162 h 2316950"/>
                <a:gd name="connsiteX2" fmla="*/ 805343 w 2682450"/>
                <a:gd name="connsiteY2" fmla="*/ 2304561 h 2316950"/>
                <a:gd name="connsiteX3" fmla="*/ 2558513 w 2682450"/>
                <a:gd name="connsiteY3" fmla="*/ 2316950 h 2316950"/>
                <a:gd name="connsiteX4" fmla="*/ 2511427 w 2682450"/>
                <a:gd name="connsiteY4" fmla="*/ 471890 h 2316950"/>
                <a:gd name="connsiteX5" fmla="*/ 1080395 w 2682450"/>
                <a:gd name="connsiteY5" fmla="*/ 502865 h 2316950"/>
                <a:gd name="connsiteX0" fmla="*/ 0 w 2558513"/>
                <a:gd name="connsiteY0" fmla="*/ 0 h 2316950"/>
                <a:gd name="connsiteX1" fmla="*/ 799148 w 2558513"/>
                <a:gd name="connsiteY1" fmla="*/ 799162 h 2316950"/>
                <a:gd name="connsiteX2" fmla="*/ 805343 w 2558513"/>
                <a:gd name="connsiteY2" fmla="*/ 2304561 h 2316950"/>
                <a:gd name="connsiteX3" fmla="*/ 2558513 w 2558513"/>
                <a:gd name="connsiteY3" fmla="*/ 2316950 h 2316950"/>
                <a:gd name="connsiteX4" fmla="*/ 2511427 w 2558513"/>
                <a:gd name="connsiteY4" fmla="*/ 471890 h 2316950"/>
                <a:gd name="connsiteX5" fmla="*/ 1080395 w 2558513"/>
                <a:gd name="connsiteY5" fmla="*/ 502865 h 2316950"/>
                <a:gd name="connsiteX0" fmla="*/ 0 w 2558513"/>
                <a:gd name="connsiteY0" fmla="*/ 0 h 2316950"/>
                <a:gd name="connsiteX1" fmla="*/ 799148 w 2558513"/>
                <a:gd name="connsiteY1" fmla="*/ 799162 h 2316950"/>
                <a:gd name="connsiteX2" fmla="*/ 805343 w 2558513"/>
                <a:gd name="connsiteY2" fmla="*/ 2304561 h 2316950"/>
                <a:gd name="connsiteX3" fmla="*/ 2558513 w 2558513"/>
                <a:gd name="connsiteY3" fmla="*/ 2316950 h 2316950"/>
                <a:gd name="connsiteX4" fmla="*/ 2554792 w 2558513"/>
                <a:gd name="connsiteY4" fmla="*/ 502865 h 2316950"/>
                <a:gd name="connsiteX5" fmla="*/ 1080395 w 2558513"/>
                <a:gd name="connsiteY5" fmla="*/ 502865 h 2316950"/>
                <a:gd name="connsiteX0" fmla="*/ 0 w 2567278"/>
                <a:gd name="connsiteY0" fmla="*/ 0 h 2316950"/>
                <a:gd name="connsiteX1" fmla="*/ 799148 w 2567278"/>
                <a:gd name="connsiteY1" fmla="*/ 799162 h 2316950"/>
                <a:gd name="connsiteX2" fmla="*/ 805343 w 2567278"/>
                <a:gd name="connsiteY2" fmla="*/ 2304561 h 2316950"/>
                <a:gd name="connsiteX3" fmla="*/ 2558513 w 2567278"/>
                <a:gd name="connsiteY3" fmla="*/ 2316950 h 2316950"/>
                <a:gd name="connsiteX4" fmla="*/ 2567182 w 2567278"/>
                <a:gd name="connsiteY4" fmla="*/ 478085 h 2316950"/>
                <a:gd name="connsiteX5" fmla="*/ 1080395 w 2567278"/>
                <a:gd name="connsiteY5" fmla="*/ 502865 h 2316950"/>
                <a:gd name="connsiteX0" fmla="*/ 0 w 2567278"/>
                <a:gd name="connsiteY0" fmla="*/ 0 h 2316950"/>
                <a:gd name="connsiteX1" fmla="*/ 799148 w 2567278"/>
                <a:gd name="connsiteY1" fmla="*/ 799162 h 2316950"/>
                <a:gd name="connsiteX2" fmla="*/ 805343 w 2567278"/>
                <a:gd name="connsiteY2" fmla="*/ 2304561 h 2316950"/>
                <a:gd name="connsiteX3" fmla="*/ 2558513 w 2567278"/>
                <a:gd name="connsiteY3" fmla="*/ 2316950 h 2316950"/>
                <a:gd name="connsiteX4" fmla="*/ 2567182 w 2567278"/>
                <a:gd name="connsiteY4" fmla="*/ 478085 h 2316950"/>
                <a:gd name="connsiteX5" fmla="*/ 1030836 w 2567278"/>
                <a:gd name="connsiteY5" fmla="*/ 484280 h 2316950"/>
                <a:gd name="connsiteX0" fmla="*/ 0 w 2583293"/>
                <a:gd name="connsiteY0" fmla="*/ 0 h 2329340"/>
                <a:gd name="connsiteX1" fmla="*/ 799148 w 2583293"/>
                <a:gd name="connsiteY1" fmla="*/ 799162 h 2329340"/>
                <a:gd name="connsiteX2" fmla="*/ 805343 w 2583293"/>
                <a:gd name="connsiteY2" fmla="*/ 2304561 h 2329340"/>
                <a:gd name="connsiteX3" fmla="*/ 2583293 w 2583293"/>
                <a:gd name="connsiteY3" fmla="*/ 2329340 h 2329340"/>
                <a:gd name="connsiteX4" fmla="*/ 2567182 w 2583293"/>
                <a:gd name="connsiteY4" fmla="*/ 478085 h 2329340"/>
                <a:gd name="connsiteX5" fmla="*/ 1030836 w 2583293"/>
                <a:gd name="connsiteY5" fmla="*/ 484280 h 2329340"/>
                <a:gd name="connsiteX0" fmla="*/ 0 w 2577098"/>
                <a:gd name="connsiteY0" fmla="*/ 0 h 2304561"/>
                <a:gd name="connsiteX1" fmla="*/ 799148 w 2577098"/>
                <a:gd name="connsiteY1" fmla="*/ 799162 h 2304561"/>
                <a:gd name="connsiteX2" fmla="*/ 805343 w 2577098"/>
                <a:gd name="connsiteY2" fmla="*/ 2304561 h 2304561"/>
                <a:gd name="connsiteX3" fmla="*/ 2577098 w 2577098"/>
                <a:gd name="connsiteY3" fmla="*/ 2285975 h 2304561"/>
                <a:gd name="connsiteX4" fmla="*/ 2567182 w 2577098"/>
                <a:gd name="connsiteY4" fmla="*/ 478085 h 2304561"/>
                <a:gd name="connsiteX5" fmla="*/ 1030836 w 2577098"/>
                <a:gd name="connsiteY5" fmla="*/ 484280 h 2304561"/>
                <a:gd name="connsiteX0" fmla="*/ 0 w 2567229"/>
                <a:gd name="connsiteY0" fmla="*/ 0 h 2304561"/>
                <a:gd name="connsiteX1" fmla="*/ 799148 w 2567229"/>
                <a:gd name="connsiteY1" fmla="*/ 799162 h 2304561"/>
                <a:gd name="connsiteX2" fmla="*/ 805343 w 2567229"/>
                <a:gd name="connsiteY2" fmla="*/ 2304561 h 2304561"/>
                <a:gd name="connsiteX3" fmla="*/ 2546123 w 2567229"/>
                <a:gd name="connsiteY3" fmla="*/ 2285975 h 2304561"/>
                <a:gd name="connsiteX4" fmla="*/ 2567182 w 2567229"/>
                <a:gd name="connsiteY4" fmla="*/ 478085 h 2304561"/>
                <a:gd name="connsiteX5" fmla="*/ 1030836 w 2567229"/>
                <a:gd name="connsiteY5" fmla="*/ 484280 h 2304561"/>
                <a:gd name="connsiteX0" fmla="*/ 0 w 2567382"/>
                <a:gd name="connsiteY0" fmla="*/ 0 h 2304561"/>
                <a:gd name="connsiteX1" fmla="*/ 799148 w 2567382"/>
                <a:gd name="connsiteY1" fmla="*/ 799162 h 2304561"/>
                <a:gd name="connsiteX2" fmla="*/ 805343 w 2567382"/>
                <a:gd name="connsiteY2" fmla="*/ 2304561 h 2304561"/>
                <a:gd name="connsiteX3" fmla="*/ 2564708 w 2567382"/>
                <a:gd name="connsiteY3" fmla="*/ 2285975 h 2304561"/>
                <a:gd name="connsiteX4" fmla="*/ 2567182 w 2567382"/>
                <a:gd name="connsiteY4" fmla="*/ 478085 h 2304561"/>
                <a:gd name="connsiteX5" fmla="*/ 1030836 w 2567382"/>
                <a:gd name="connsiteY5" fmla="*/ 484280 h 2304561"/>
                <a:gd name="connsiteX0" fmla="*/ 0 w 2567382"/>
                <a:gd name="connsiteY0" fmla="*/ 0 h 2285975"/>
                <a:gd name="connsiteX1" fmla="*/ 799148 w 2567382"/>
                <a:gd name="connsiteY1" fmla="*/ 799162 h 2285975"/>
                <a:gd name="connsiteX2" fmla="*/ 768173 w 2567382"/>
                <a:gd name="connsiteY2" fmla="*/ 2279781 h 2285975"/>
                <a:gd name="connsiteX3" fmla="*/ 2564708 w 2567382"/>
                <a:gd name="connsiteY3" fmla="*/ 2285975 h 2285975"/>
                <a:gd name="connsiteX4" fmla="*/ 2567182 w 2567382"/>
                <a:gd name="connsiteY4" fmla="*/ 478085 h 2285975"/>
                <a:gd name="connsiteX5" fmla="*/ 1030836 w 2567382"/>
                <a:gd name="connsiteY5" fmla="*/ 484280 h 2285975"/>
                <a:gd name="connsiteX0" fmla="*/ 0 w 2567382"/>
                <a:gd name="connsiteY0" fmla="*/ 0 h 2285975"/>
                <a:gd name="connsiteX1" fmla="*/ 799148 w 2567382"/>
                <a:gd name="connsiteY1" fmla="*/ 799162 h 2285975"/>
                <a:gd name="connsiteX2" fmla="*/ 799148 w 2567382"/>
                <a:gd name="connsiteY2" fmla="*/ 2273586 h 2285975"/>
                <a:gd name="connsiteX3" fmla="*/ 2564708 w 2567382"/>
                <a:gd name="connsiteY3" fmla="*/ 2285975 h 2285975"/>
                <a:gd name="connsiteX4" fmla="*/ 2567182 w 2567382"/>
                <a:gd name="connsiteY4" fmla="*/ 478085 h 2285975"/>
                <a:gd name="connsiteX5" fmla="*/ 1030836 w 2567382"/>
                <a:gd name="connsiteY5" fmla="*/ 484280 h 2285975"/>
                <a:gd name="connsiteX0" fmla="*/ 0 w 2567382"/>
                <a:gd name="connsiteY0" fmla="*/ 0 h 2285975"/>
                <a:gd name="connsiteX1" fmla="*/ 799148 w 2567382"/>
                <a:gd name="connsiteY1" fmla="*/ 799162 h 2285975"/>
                <a:gd name="connsiteX2" fmla="*/ 761978 w 2567382"/>
                <a:gd name="connsiteY2" fmla="*/ 2273586 h 2285975"/>
                <a:gd name="connsiteX3" fmla="*/ 2564708 w 2567382"/>
                <a:gd name="connsiteY3" fmla="*/ 2285975 h 2285975"/>
                <a:gd name="connsiteX4" fmla="*/ 2567182 w 2567382"/>
                <a:gd name="connsiteY4" fmla="*/ 478085 h 2285975"/>
                <a:gd name="connsiteX5" fmla="*/ 1030836 w 2567382"/>
                <a:gd name="connsiteY5" fmla="*/ 484280 h 2285975"/>
                <a:gd name="connsiteX0" fmla="*/ 0 w 2567382"/>
                <a:gd name="connsiteY0" fmla="*/ 0 h 2285975"/>
                <a:gd name="connsiteX1" fmla="*/ 799148 w 2567382"/>
                <a:gd name="connsiteY1" fmla="*/ 799162 h 2285975"/>
                <a:gd name="connsiteX2" fmla="*/ 786758 w 2567382"/>
                <a:gd name="connsiteY2" fmla="*/ 2279781 h 2285975"/>
                <a:gd name="connsiteX3" fmla="*/ 2564708 w 2567382"/>
                <a:gd name="connsiteY3" fmla="*/ 2285975 h 2285975"/>
                <a:gd name="connsiteX4" fmla="*/ 2567182 w 2567382"/>
                <a:gd name="connsiteY4" fmla="*/ 478085 h 2285975"/>
                <a:gd name="connsiteX5" fmla="*/ 1030836 w 2567382"/>
                <a:gd name="connsiteY5" fmla="*/ 484280 h 2285975"/>
                <a:gd name="connsiteX0" fmla="*/ 0 w 2567382"/>
                <a:gd name="connsiteY0" fmla="*/ 0 h 2285975"/>
                <a:gd name="connsiteX1" fmla="*/ 799148 w 2567382"/>
                <a:gd name="connsiteY1" fmla="*/ 799162 h 2285975"/>
                <a:gd name="connsiteX2" fmla="*/ 786758 w 2567382"/>
                <a:gd name="connsiteY2" fmla="*/ 2279781 h 2285975"/>
                <a:gd name="connsiteX3" fmla="*/ 2564708 w 2567382"/>
                <a:gd name="connsiteY3" fmla="*/ 2285975 h 2285975"/>
                <a:gd name="connsiteX4" fmla="*/ 2567182 w 2567382"/>
                <a:gd name="connsiteY4" fmla="*/ 478085 h 2285975"/>
                <a:gd name="connsiteX0" fmla="*/ 0 w 2567382"/>
                <a:gd name="connsiteY0" fmla="*/ 0 h 2285975"/>
                <a:gd name="connsiteX1" fmla="*/ 799148 w 2567382"/>
                <a:gd name="connsiteY1" fmla="*/ 799162 h 2285975"/>
                <a:gd name="connsiteX2" fmla="*/ 786758 w 2567382"/>
                <a:gd name="connsiteY2" fmla="*/ 2279781 h 2285975"/>
                <a:gd name="connsiteX3" fmla="*/ 2564708 w 2567382"/>
                <a:gd name="connsiteY3" fmla="*/ 2285975 h 2285975"/>
                <a:gd name="connsiteX4" fmla="*/ 2567182 w 2567382"/>
                <a:gd name="connsiteY4" fmla="*/ 725887 h 2285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7382" h="2285975">
                  <a:moveTo>
                    <a:pt x="0" y="0"/>
                  </a:moveTo>
                  <a:lnTo>
                    <a:pt x="799148" y="799162"/>
                  </a:lnTo>
                  <a:lnTo>
                    <a:pt x="786758" y="2279781"/>
                  </a:lnTo>
                  <a:lnTo>
                    <a:pt x="2564708" y="2285975"/>
                  </a:lnTo>
                  <a:cubicBezTo>
                    <a:pt x="2563468" y="1681280"/>
                    <a:pt x="2568422" y="1330582"/>
                    <a:pt x="2567182" y="725887"/>
                  </a:cubicBezTo>
                </a:path>
              </a:pathLst>
            </a:custGeom>
            <a:ln w="50800">
              <a:solidFill>
                <a:schemeClr val="accent3">
                  <a:lumMod val="75000"/>
                </a:schemeClr>
              </a:solidFill>
              <a:headEnd type="oval"/>
              <a:tailEnd type="ova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7843"/>
            </a:p>
          </p:txBody>
        </p:sp>
      </p:grpSp>
      <p:sp>
        <p:nvSpPr>
          <p:cNvPr id="36" name="TextBox 35">
            <a:extLst>
              <a:ext uri="{FF2B5EF4-FFF2-40B4-BE49-F238E27FC236}">
                <a16:creationId xmlns:a16="http://schemas.microsoft.com/office/drawing/2014/main" id="{27FBBAD5-756F-AE35-1D94-01B688748091}"/>
              </a:ext>
            </a:extLst>
          </p:cNvPr>
          <p:cNvSpPr txBox="1"/>
          <p:nvPr/>
        </p:nvSpPr>
        <p:spPr>
          <a:xfrm>
            <a:off x="1689002" y="2344928"/>
            <a:ext cx="2923998" cy="688522"/>
          </a:xfrm>
          <a:prstGeom prst="rect">
            <a:avLst/>
          </a:prstGeom>
          <a:solidFill>
            <a:schemeClr val="bg1"/>
          </a:solidFill>
        </p:spPr>
        <p:txBody>
          <a:bodyPr wrap="square" rtlCol="0">
            <a:spAutoFit/>
          </a:bodyPr>
          <a:lstStyle/>
          <a:p>
            <a:r>
              <a:rPr lang="en-US" sz="3874" u="sng" dirty="0"/>
              <a:t>Eulerian Trail</a:t>
            </a:r>
          </a:p>
        </p:txBody>
      </p:sp>
      <p:sp>
        <p:nvSpPr>
          <p:cNvPr id="37" name="TextBox 36">
            <a:extLst>
              <a:ext uri="{FF2B5EF4-FFF2-40B4-BE49-F238E27FC236}">
                <a16:creationId xmlns:a16="http://schemas.microsoft.com/office/drawing/2014/main" id="{DDC1E9A8-B6D7-A50A-A453-12C81B90679C}"/>
              </a:ext>
            </a:extLst>
          </p:cNvPr>
          <p:cNvSpPr txBox="1"/>
          <p:nvPr/>
        </p:nvSpPr>
        <p:spPr>
          <a:xfrm>
            <a:off x="9957023" y="2485818"/>
            <a:ext cx="4596981" cy="688522"/>
          </a:xfrm>
          <a:prstGeom prst="rect">
            <a:avLst/>
          </a:prstGeom>
          <a:solidFill>
            <a:schemeClr val="bg1"/>
          </a:solidFill>
        </p:spPr>
        <p:txBody>
          <a:bodyPr wrap="square" rtlCol="0">
            <a:spAutoFit/>
          </a:bodyPr>
          <a:lstStyle/>
          <a:p>
            <a:r>
              <a:rPr lang="en-US" sz="3874" u="sng" dirty="0"/>
              <a:t>Hamiltonian Path</a:t>
            </a:r>
          </a:p>
        </p:txBody>
      </p:sp>
      <p:sp>
        <p:nvSpPr>
          <p:cNvPr id="38" name="Rectangle 37">
            <a:extLst>
              <a:ext uri="{FF2B5EF4-FFF2-40B4-BE49-F238E27FC236}">
                <a16:creationId xmlns:a16="http://schemas.microsoft.com/office/drawing/2014/main" id="{0CF1EEFA-7248-B2CE-D2B0-C167A94ACCF6}"/>
              </a:ext>
            </a:extLst>
          </p:cNvPr>
          <p:cNvSpPr/>
          <p:nvPr/>
        </p:nvSpPr>
        <p:spPr>
          <a:xfrm>
            <a:off x="9537235" y="7595286"/>
            <a:ext cx="3732840" cy="1569660"/>
          </a:xfrm>
          <a:prstGeom prst="rect">
            <a:avLst/>
          </a:prstGeom>
          <a:solidFill>
            <a:schemeClr val="bg1"/>
          </a:solidFill>
        </p:spPr>
        <p:txBody>
          <a:bodyPr wrap="square">
            <a:spAutoFit/>
          </a:bodyPr>
          <a:lstStyle/>
          <a:p>
            <a:pPr algn="ctr"/>
            <a:r>
              <a:rPr lang="en-US" sz="3200" dirty="0"/>
              <a:t>A path that visits each node exactly once.</a:t>
            </a:r>
          </a:p>
        </p:txBody>
      </p:sp>
      <p:sp>
        <p:nvSpPr>
          <p:cNvPr id="39" name="Rectangle 38">
            <a:extLst>
              <a:ext uri="{FF2B5EF4-FFF2-40B4-BE49-F238E27FC236}">
                <a16:creationId xmlns:a16="http://schemas.microsoft.com/office/drawing/2014/main" id="{2F177D6F-933F-FBA8-A1AC-B8905F41CD5B}"/>
              </a:ext>
            </a:extLst>
          </p:cNvPr>
          <p:cNvSpPr/>
          <p:nvPr/>
        </p:nvSpPr>
        <p:spPr>
          <a:xfrm>
            <a:off x="1069124" y="8030532"/>
            <a:ext cx="4779809" cy="1077218"/>
          </a:xfrm>
          <a:prstGeom prst="rect">
            <a:avLst/>
          </a:prstGeom>
          <a:solidFill>
            <a:schemeClr val="bg1"/>
          </a:solidFill>
        </p:spPr>
        <p:txBody>
          <a:bodyPr wrap="square">
            <a:spAutoFit/>
          </a:bodyPr>
          <a:lstStyle/>
          <a:p>
            <a:pPr algn="ctr"/>
            <a:r>
              <a:rPr lang="en-US" sz="3200" dirty="0"/>
              <a:t>A path that traverses each link exactly once.</a:t>
            </a:r>
          </a:p>
        </p:txBody>
      </p:sp>
      <p:sp>
        <p:nvSpPr>
          <p:cNvPr id="40" name="TextBox 3">
            <a:extLst>
              <a:ext uri="{FF2B5EF4-FFF2-40B4-BE49-F238E27FC236}">
                <a16:creationId xmlns:a16="http://schemas.microsoft.com/office/drawing/2014/main" id="{D4F4C210-AB9B-D9E6-24BE-FEE017039247}"/>
              </a:ext>
            </a:extLst>
          </p:cNvPr>
          <p:cNvSpPr txBox="1">
            <a:spLocks noChangeArrowheads="1"/>
          </p:cNvSpPr>
          <p:nvPr/>
        </p:nvSpPr>
        <p:spPr bwMode="auto">
          <a:xfrm>
            <a:off x="10454283" y="9503474"/>
            <a:ext cx="4181713" cy="315920"/>
          </a:xfrm>
          <a:prstGeom prst="rect">
            <a:avLst/>
          </a:prstGeom>
          <a:noFill/>
          <a:ln w="9525">
            <a:noFill/>
            <a:miter lim="800000"/>
            <a:headEnd/>
            <a:tailEnd/>
          </a:ln>
        </p:spPr>
        <p:txBody>
          <a:bodyPr wrap="square">
            <a:prstTxWarp prst="textNoShape">
              <a:avLst/>
            </a:prstTxWarp>
            <a:spAutoFit/>
          </a:bodyPr>
          <a:lstStyle/>
          <a:p>
            <a:pPr algn="r"/>
            <a:r>
              <a:rPr lang="en-US" sz="1453" b="1" dirty="0">
                <a:solidFill>
                  <a:srgbClr val="BFBFBF"/>
                </a:solidFill>
                <a:latin typeface="Helvetica" pitchFamily="36" charset="0"/>
                <a:ea typeface="Helvetica" pitchFamily="36" charset="0"/>
                <a:cs typeface="Helvetica" pitchFamily="36" charset="0"/>
              </a:rPr>
              <a:t>Network Science: Graph Theory</a:t>
            </a:r>
            <a:r>
              <a:rPr lang="en-US" sz="968" i="1" dirty="0">
                <a:solidFill>
                  <a:srgbClr val="BFBFBF"/>
                </a:solidFill>
                <a:latin typeface="Helvetica" pitchFamily="36" charset="0"/>
                <a:ea typeface="Helvetica" pitchFamily="36" charset="0"/>
                <a:cs typeface="Helvetica" pitchFamily="36" charset="0"/>
              </a:rPr>
              <a:t>   2012</a:t>
            </a:r>
          </a:p>
        </p:txBody>
      </p:sp>
    </p:spTree>
    <p:extLst>
      <p:ext uri="{BB962C8B-B14F-4D97-AF65-F5344CB8AC3E}">
        <p14:creationId xmlns:p14="http://schemas.microsoft.com/office/powerpoint/2010/main" val="21957162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46158" y="405260"/>
            <a:ext cx="12313367" cy="769441"/>
          </a:xfrm>
          <a:prstGeom prst="rect">
            <a:avLst/>
          </a:prstGeom>
          <a:solidFill>
            <a:schemeClr val="bg1"/>
          </a:solidFill>
        </p:spPr>
        <p:txBody>
          <a:bodyPr wrap="square">
            <a:spAutoFit/>
          </a:bodyPr>
          <a:lstStyle/>
          <a:p>
            <a:pPr algn="ctr"/>
            <a:r>
              <a:rPr lang="en-US" sz="4400" b="1" dirty="0">
                <a:solidFill>
                  <a:srgbClr val="0000FF"/>
                </a:solidFill>
                <a:latin typeface="Cambria" panose="02040503050406030204" pitchFamily="18" charset="0"/>
                <a:ea typeface="Cambria" panose="02040503050406030204" pitchFamily="18" charset="0"/>
              </a:rPr>
              <a:t>Eulerian trail</a:t>
            </a:r>
            <a:endParaRPr lang="en-US" sz="4400" dirty="0">
              <a:solidFill>
                <a:srgbClr val="0000FF"/>
              </a:solidFill>
              <a:latin typeface="Cambria" panose="02040503050406030204" pitchFamily="18" charset="0"/>
              <a:ea typeface="Cambria" panose="02040503050406030204" pitchFamily="18" charset="0"/>
            </a:endParaRPr>
          </a:p>
        </p:txBody>
      </p:sp>
      <p:sp>
        <p:nvSpPr>
          <p:cNvPr id="5" name="Date Placeholder 4"/>
          <p:cNvSpPr>
            <a:spLocks noGrp="1"/>
          </p:cNvSpPr>
          <p:nvPr>
            <p:ph type="dt" sz="half" idx="10"/>
          </p:nvPr>
        </p:nvSpPr>
        <p:spPr/>
        <p:txBody>
          <a:bodyPr/>
          <a:lstStyle/>
          <a:p>
            <a:fld id="{DFB2B263-3B5E-421C-855E-D6AB9414CC32}" type="datetime1">
              <a:rPr lang="en-US" smtClean="0"/>
              <a:pPr/>
              <a:t>8/5/2026</a:t>
            </a:fld>
            <a:endParaRPr lang="en-IN"/>
          </a:p>
        </p:txBody>
      </p:sp>
      <p:pic>
        <p:nvPicPr>
          <p:cNvPr id="6" name="Picture 5">
            <a:extLst>
              <a:ext uri="{FF2B5EF4-FFF2-40B4-BE49-F238E27FC236}">
                <a16:creationId xmlns:a16="http://schemas.microsoft.com/office/drawing/2014/main" id="{CB870259-8C3E-7DBB-BAA9-5F37D76C45E8}"/>
              </a:ext>
            </a:extLst>
          </p:cNvPr>
          <p:cNvPicPr>
            <a:picLocks noChangeAspect="1"/>
          </p:cNvPicPr>
          <p:nvPr/>
        </p:nvPicPr>
        <p:blipFill>
          <a:blip r:embed="rId2"/>
          <a:srcRect r="51194" b="14557"/>
          <a:stretch>
            <a:fillRect/>
          </a:stretch>
        </p:blipFill>
        <p:spPr>
          <a:xfrm>
            <a:off x="2338935" y="2555565"/>
            <a:ext cx="5040560" cy="4860540"/>
          </a:xfrm>
          <a:prstGeom prst="rect">
            <a:avLst/>
          </a:prstGeom>
        </p:spPr>
      </p:pic>
      <p:sp>
        <p:nvSpPr>
          <p:cNvPr id="41" name="TextBox 40">
            <a:extLst>
              <a:ext uri="{FF2B5EF4-FFF2-40B4-BE49-F238E27FC236}">
                <a16:creationId xmlns:a16="http://schemas.microsoft.com/office/drawing/2014/main" id="{473F57E4-FE37-104C-08E4-A566215B1EE1}"/>
              </a:ext>
            </a:extLst>
          </p:cNvPr>
          <p:cNvSpPr txBox="1"/>
          <p:nvPr/>
        </p:nvSpPr>
        <p:spPr>
          <a:xfrm>
            <a:off x="8845300" y="9958777"/>
            <a:ext cx="4942906" cy="523220"/>
          </a:xfrm>
          <a:prstGeom prst="rect">
            <a:avLst/>
          </a:prstGeom>
          <a:noFill/>
        </p:spPr>
        <p:txBody>
          <a:bodyPr wrap="square">
            <a:spAutoFit/>
          </a:bodyPr>
          <a:lstStyle/>
          <a:p>
            <a:r>
              <a:rPr lang="en-US" sz="2800" dirty="0">
                <a:solidFill>
                  <a:srgbClr val="FF0000"/>
                </a:solidFill>
                <a:latin typeface="Cambria" panose="02040503050406030204" pitchFamily="18" charset="0"/>
                <a:ea typeface="Cambria" panose="02040503050406030204" pitchFamily="18" charset="0"/>
              </a:rPr>
              <a:t>using every edge exactly once</a:t>
            </a:r>
            <a:endParaRPr lang="en-IN" sz="2800" dirty="0">
              <a:solidFill>
                <a:srgbClr val="FF0000"/>
              </a:solidFill>
            </a:endParaRPr>
          </a:p>
        </p:txBody>
      </p:sp>
      <p:sp>
        <p:nvSpPr>
          <p:cNvPr id="3" name="Sun 2">
            <a:extLst>
              <a:ext uri="{FF2B5EF4-FFF2-40B4-BE49-F238E27FC236}">
                <a16:creationId xmlns:a16="http://schemas.microsoft.com/office/drawing/2014/main" id="{78F7658E-9CCD-07B0-1E99-45D635D62E3F}"/>
              </a:ext>
            </a:extLst>
          </p:cNvPr>
          <p:cNvSpPr/>
          <p:nvPr/>
        </p:nvSpPr>
        <p:spPr>
          <a:xfrm>
            <a:off x="13716198" y="8419216"/>
            <a:ext cx="752147" cy="581065"/>
          </a:xfrm>
          <a:prstGeom prst="su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092075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AF2B3-A3E7-59C0-AF1E-FF739283EEE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E04DE98-D8CD-C4AC-11C4-C92B86589893}"/>
              </a:ext>
            </a:extLst>
          </p:cNvPr>
          <p:cNvSpPr/>
          <p:nvPr/>
        </p:nvSpPr>
        <p:spPr>
          <a:xfrm>
            <a:off x="1346158" y="405260"/>
            <a:ext cx="12313367" cy="769441"/>
          </a:xfrm>
          <a:prstGeom prst="rect">
            <a:avLst/>
          </a:prstGeom>
          <a:solidFill>
            <a:schemeClr val="bg1"/>
          </a:solidFill>
        </p:spPr>
        <p:txBody>
          <a:bodyPr wrap="square">
            <a:spAutoFit/>
          </a:bodyPr>
          <a:lstStyle/>
          <a:p>
            <a:pPr algn="ctr"/>
            <a:r>
              <a:rPr lang="en-US" sz="4400" b="1" dirty="0">
                <a:solidFill>
                  <a:srgbClr val="0000FF"/>
                </a:solidFill>
                <a:latin typeface="Cambria" panose="02040503050406030204" pitchFamily="18" charset="0"/>
                <a:ea typeface="Cambria" panose="02040503050406030204" pitchFamily="18" charset="0"/>
              </a:rPr>
              <a:t>Eulerian trail</a:t>
            </a:r>
            <a:endParaRPr lang="en-US" sz="4400" dirty="0">
              <a:solidFill>
                <a:srgbClr val="0000FF"/>
              </a:solidFill>
              <a:latin typeface="Cambria" panose="02040503050406030204" pitchFamily="18" charset="0"/>
              <a:ea typeface="Cambria" panose="02040503050406030204" pitchFamily="18" charset="0"/>
            </a:endParaRPr>
          </a:p>
        </p:txBody>
      </p:sp>
      <p:sp>
        <p:nvSpPr>
          <p:cNvPr id="5" name="Date Placeholder 4">
            <a:extLst>
              <a:ext uri="{FF2B5EF4-FFF2-40B4-BE49-F238E27FC236}">
                <a16:creationId xmlns:a16="http://schemas.microsoft.com/office/drawing/2014/main" id="{CB73249A-88F7-A2BE-31CF-CFF1D48CE659}"/>
              </a:ext>
            </a:extLst>
          </p:cNvPr>
          <p:cNvSpPr>
            <a:spLocks noGrp="1"/>
          </p:cNvSpPr>
          <p:nvPr>
            <p:ph type="dt" sz="half" idx="10"/>
          </p:nvPr>
        </p:nvSpPr>
        <p:spPr/>
        <p:txBody>
          <a:bodyPr/>
          <a:lstStyle/>
          <a:p>
            <a:fld id="{DFB2B263-3B5E-421C-855E-D6AB9414CC32}" type="datetime1">
              <a:rPr lang="en-US" smtClean="0"/>
              <a:pPr/>
              <a:t>8/5/2026</a:t>
            </a:fld>
            <a:endParaRPr lang="en-IN"/>
          </a:p>
        </p:txBody>
      </p:sp>
      <p:pic>
        <p:nvPicPr>
          <p:cNvPr id="6" name="Picture 5">
            <a:extLst>
              <a:ext uri="{FF2B5EF4-FFF2-40B4-BE49-F238E27FC236}">
                <a16:creationId xmlns:a16="http://schemas.microsoft.com/office/drawing/2014/main" id="{246AE6B9-316E-B34D-29BF-6D47CEE2B0FF}"/>
              </a:ext>
            </a:extLst>
          </p:cNvPr>
          <p:cNvPicPr>
            <a:picLocks noChangeAspect="1"/>
          </p:cNvPicPr>
          <p:nvPr/>
        </p:nvPicPr>
        <p:blipFill>
          <a:blip r:embed="rId2"/>
          <a:srcRect b="14557"/>
          <a:stretch>
            <a:fillRect/>
          </a:stretch>
        </p:blipFill>
        <p:spPr>
          <a:xfrm>
            <a:off x="2338934" y="2555565"/>
            <a:ext cx="10327817" cy="4860540"/>
          </a:xfrm>
          <a:prstGeom prst="rect">
            <a:avLst/>
          </a:prstGeom>
        </p:spPr>
      </p:pic>
      <p:sp>
        <p:nvSpPr>
          <p:cNvPr id="41" name="TextBox 40">
            <a:extLst>
              <a:ext uri="{FF2B5EF4-FFF2-40B4-BE49-F238E27FC236}">
                <a16:creationId xmlns:a16="http://schemas.microsoft.com/office/drawing/2014/main" id="{10198FF6-8CA1-1987-B60C-4A01E0DBA8E0}"/>
              </a:ext>
            </a:extLst>
          </p:cNvPr>
          <p:cNvSpPr txBox="1"/>
          <p:nvPr/>
        </p:nvSpPr>
        <p:spPr>
          <a:xfrm>
            <a:off x="8845300" y="9958777"/>
            <a:ext cx="4942906" cy="523220"/>
          </a:xfrm>
          <a:prstGeom prst="rect">
            <a:avLst/>
          </a:prstGeom>
          <a:noFill/>
        </p:spPr>
        <p:txBody>
          <a:bodyPr wrap="square">
            <a:spAutoFit/>
          </a:bodyPr>
          <a:lstStyle/>
          <a:p>
            <a:r>
              <a:rPr lang="en-US" sz="2800" dirty="0">
                <a:solidFill>
                  <a:srgbClr val="FF0000"/>
                </a:solidFill>
                <a:latin typeface="Cambria" panose="02040503050406030204" pitchFamily="18" charset="0"/>
                <a:ea typeface="Cambria" panose="02040503050406030204" pitchFamily="18" charset="0"/>
              </a:rPr>
              <a:t>using every edge exactly once</a:t>
            </a:r>
            <a:endParaRPr lang="en-IN" sz="2800" dirty="0">
              <a:solidFill>
                <a:srgbClr val="FF0000"/>
              </a:solidFill>
            </a:endParaRPr>
          </a:p>
        </p:txBody>
      </p:sp>
      <p:sp>
        <p:nvSpPr>
          <p:cNvPr id="2" name="TextBox 1">
            <a:extLst>
              <a:ext uri="{FF2B5EF4-FFF2-40B4-BE49-F238E27FC236}">
                <a16:creationId xmlns:a16="http://schemas.microsoft.com/office/drawing/2014/main" id="{12136C4C-7FFC-DD1B-7157-557848F0D3A1}"/>
              </a:ext>
            </a:extLst>
          </p:cNvPr>
          <p:cNvSpPr txBox="1"/>
          <p:nvPr/>
        </p:nvSpPr>
        <p:spPr>
          <a:xfrm>
            <a:off x="4355158" y="8218843"/>
            <a:ext cx="7535717" cy="840102"/>
          </a:xfrm>
          <a:prstGeom prst="rect">
            <a:avLst/>
          </a:prstGeom>
          <a:noFill/>
        </p:spPr>
        <p:txBody>
          <a:bodyPr wrap="none" rtlCol="0">
            <a:spAutoFit/>
          </a:bodyPr>
          <a:lstStyle/>
          <a:p>
            <a:r>
              <a:rPr lang="en-US" dirty="0">
                <a:solidFill>
                  <a:srgbClr val="0000FF"/>
                </a:solidFill>
                <a:latin typeface="Cambria" panose="02040503050406030204" pitchFamily="18" charset="0"/>
                <a:ea typeface="Cambria" panose="02040503050406030204" pitchFamily="18" charset="0"/>
              </a:rPr>
              <a:t>Eulerian trail:  BBADCDEBC</a:t>
            </a:r>
            <a:endParaRPr lang="en-IN" dirty="0">
              <a:solidFill>
                <a:srgbClr val="0000FF"/>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025567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DFB2B263-3B5E-421C-855E-D6AB9414CC32}" type="datetime1">
              <a:rPr lang="en-US" smtClean="0"/>
              <a:pPr/>
              <a:t>8/5/2026</a:t>
            </a:fld>
            <a:endParaRPr lang="en-IN"/>
          </a:p>
        </p:txBody>
      </p:sp>
      <p:pic>
        <p:nvPicPr>
          <p:cNvPr id="8" name="Picture 7">
            <a:extLst>
              <a:ext uri="{FF2B5EF4-FFF2-40B4-BE49-F238E27FC236}">
                <a16:creationId xmlns:a16="http://schemas.microsoft.com/office/drawing/2014/main" id="{CF0067F6-49BF-A008-17C2-67C61A8B7173}"/>
              </a:ext>
            </a:extLst>
          </p:cNvPr>
          <p:cNvPicPr>
            <a:picLocks noChangeAspect="1"/>
          </p:cNvPicPr>
          <p:nvPr/>
        </p:nvPicPr>
        <p:blipFill>
          <a:blip r:embed="rId2"/>
          <a:stretch>
            <a:fillRect/>
          </a:stretch>
        </p:blipFill>
        <p:spPr>
          <a:xfrm>
            <a:off x="2050902" y="2159521"/>
            <a:ext cx="10208137" cy="5848589"/>
          </a:xfrm>
          <a:prstGeom prst="rect">
            <a:avLst/>
          </a:prstGeom>
        </p:spPr>
      </p:pic>
      <p:sp>
        <p:nvSpPr>
          <p:cNvPr id="10" name="Rectangle 9">
            <a:extLst>
              <a:ext uri="{FF2B5EF4-FFF2-40B4-BE49-F238E27FC236}">
                <a16:creationId xmlns:a16="http://schemas.microsoft.com/office/drawing/2014/main" id="{C26CA51E-134F-B61D-05D4-60B59FCCF328}"/>
              </a:ext>
            </a:extLst>
          </p:cNvPr>
          <p:cNvSpPr/>
          <p:nvPr/>
        </p:nvSpPr>
        <p:spPr>
          <a:xfrm>
            <a:off x="1346158" y="405260"/>
            <a:ext cx="12313367" cy="769441"/>
          </a:xfrm>
          <a:prstGeom prst="rect">
            <a:avLst/>
          </a:prstGeom>
          <a:solidFill>
            <a:schemeClr val="bg1"/>
          </a:solidFill>
        </p:spPr>
        <p:txBody>
          <a:bodyPr wrap="square">
            <a:spAutoFit/>
          </a:bodyPr>
          <a:lstStyle/>
          <a:p>
            <a:pPr algn="ctr"/>
            <a:r>
              <a:rPr lang="en-US" sz="4400" b="1" dirty="0">
                <a:solidFill>
                  <a:srgbClr val="0000FF"/>
                </a:solidFill>
                <a:latin typeface="Cambria" panose="02040503050406030204" pitchFamily="18" charset="0"/>
                <a:ea typeface="Cambria" panose="02040503050406030204" pitchFamily="18" charset="0"/>
              </a:rPr>
              <a:t>Eulerian circuit</a:t>
            </a:r>
            <a:endParaRPr lang="en-US" sz="4400" dirty="0">
              <a:solidFill>
                <a:srgbClr val="0000FF"/>
              </a:solidFill>
              <a:latin typeface="Cambria" panose="02040503050406030204" pitchFamily="18" charset="0"/>
              <a:ea typeface="Cambria" panose="02040503050406030204" pitchFamily="18" charset="0"/>
            </a:endParaRPr>
          </a:p>
        </p:txBody>
      </p:sp>
      <p:sp>
        <p:nvSpPr>
          <p:cNvPr id="11" name="TextBox 10">
            <a:extLst>
              <a:ext uri="{FF2B5EF4-FFF2-40B4-BE49-F238E27FC236}">
                <a16:creationId xmlns:a16="http://schemas.microsoft.com/office/drawing/2014/main" id="{0CB01411-92CF-3261-1A73-D604F5E86204}"/>
              </a:ext>
            </a:extLst>
          </p:cNvPr>
          <p:cNvSpPr txBox="1"/>
          <p:nvPr/>
        </p:nvSpPr>
        <p:spPr>
          <a:xfrm>
            <a:off x="8845300" y="9958777"/>
            <a:ext cx="4942906" cy="523220"/>
          </a:xfrm>
          <a:prstGeom prst="rect">
            <a:avLst/>
          </a:prstGeom>
          <a:noFill/>
        </p:spPr>
        <p:txBody>
          <a:bodyPr wrap="square">
            <a:spAutoFit/>
          </a:bodyPr>
          <a:lstStyle/>
          <a:p>
            <a:r>
              <a:rPr lang="en-US" sz="2800" dirty="0">
                <a:solidFill>
                  <a:srgbClr val="FF0000"/>
                </a:solidFill>
                <a:latin typeface="Cambria" panose="02040503050406030204" pitchFamily="18" charset="0"/>
                <a:ea typeface="Cambria" panose="02040503050406030204" pitchFamily="18" charset="0"/>
              </a:rPr>
              <a:t>using every edge exactly once</a:t>
            </a:r>
            <a:endParaRPr lang="en-IN" sz="2800" dirty="0">
              <a:solidFill>
                <a:srgbClr val="FF0000"/>
              </a:solidFill>
            </a:endParaRPr>
          </a:p>
        </p:txBody>
      </p:sp>
      <p:cxnSp>
        <p:nvCxnSpPr>
          <p:cNvPr id="3" name="Straight Arrow Connector 2">
            <a:extLst>
              <a:ext uri="{FF2B5EF4-FFF2-40B4-BE49-F238E27FC236}">
                <a16:creationId xmlns:a16="http://schemas.microsoft.com/office/drawing/2014/main" id="{F32AA220-A222-1D35-B596-5A03C523FF88}"/>
              </a:ext>
            </a:extLst>
          </p:cNvPr>
          <p:cNvCxnSpPr/>
          <p:nvPr/>
        </p:nvCxnSpPr>
        <p:spPr>
          <a:xfrm flipV="1">
            <a:off x="7595518" y="4607793"/>
            <a:ext cx="2808312" cy="79208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6652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DFB2B263-3B5E-421C-855E-D6AB9414CC32}" type="datetime1">
              <a:rPr lang="en-US" smtClean="0"/>
              <a:pPr/>
              <a:t>8/5/2026</a:t>
            </a:fld>
            <a:endParaRPr lang="en-IN"/>
          </a:p>
        </p:txBody>
      </p:sp>
      <p:sp>
        <p:nvSpPr>
          <p:cNvPr id="3" name="TextBox 2">
            <a:extLst>
              <a:ext uri="{FF2B5EF4-FFF2-40B4-BE49-F238E27FC236}">
                <a16:creationId xmlns:a16="http://schemas.microsoft.com/office/drawing/2014/main" id="{D910756D-5FE9-8960-B23A-6CD5A2D89DBF}"/>
              </a:ext>
            </a:extLst>
          </p:cNvPr>
          <p:cNvSpPr txBox="1"/>
          <p:nvPr/>
        </p:nvSpPr>
        <p:spPr>
          <a:xfrm>
            <a:off x="737950" y="3023617"/>
            <a:ext cx="13626320" cy="3416320"/>
          </a:xfrm>
          <a:prstGeom prst="rect">
            <a:avLst/>
          </a:prstGeom>
          <a:noFill/>
        </p:spPr>
        <p:txBody>
          <a:bodyPr wrap="square">
            <a:spAutoFit/>
          </a:bodyPr>
          <a:lstStyle/>
          <a:p>
            <a:pPr algn="l"/>
            <a:r>
              <a:rPr lang="en-US" sz="5400" b="0" i="0" u="none" strike="noStrike" baseline="0" dirty="0">
                <a:solidFill>
                  <a:srgbClr val="FF0000"/>
                </a:solidFill>
                <a:latin typeface="Cambria" panose="02040503050406030204" pitchFamily="18" charset="0"/>
                <a:ea typeface="Cambria" panose="02040503050406030204" pitchFamily="18" charset="0"/>
              </a:rPr>
              <a:t>Is it possible to determine whether a graph has an Eulerian trail or an Eulerian circuit, without necessarily having to find one explicitly?</a:t>
            </a:r>
            <a:endParaRPr lang="en-IN"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268084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DFB2B263-3B5E-421C-855E-D6AB9414CC32}" type="datetime1">
              <a:rPr lang="en-US" smtClean="0"/>
              <a:pPr/>
              <a:t>8/5/2026</a:t>
            </a:fld>
            <a:endParaRPr lang="en-IN"/>
          </a:p>
        </p:txBody>
      </p:sp>
      <p:pic>
        <p:nvPicPr>
          <p:cNvPr id="4" name="Picture 3">
            <a:extLst>
              <a:ext uri="{FF2B5EF4-FFF2-40B4-BE49-F238E27FC236}">
                <a16:creationId xmlns:a16="http://schemas.microsoft.com/office/drawing/2014/main" id="{A6ECA204-459D-05AC-DD35-8407CC2D8C64}"/>
              </a:ext>
            </a:extLst>
          </p:cNvPr>
          <p:cNvPicPr>
            <a:picLocks noChangeAspect="1"/>
          </p:cNvPicPr>
          <p:nvPr/>
        </p:nvPicPr>
        <p:blipFill>
          <a:blip r:embed="rId2"/>
          <a:stretch>
            <a:fillRect/>
          </a:stretch>
        </p:blipFill>
        <p:spPr>
          <a:xfrm>
            <a:off x="1474838" y="1583457"/>
            <a:ext cx="8833716" cy="769440"/>
          </a:xfrm>
          <a:prstGeom prst="rect">
            <a:avLst/>
          </a:prstGeom>
        </p:spPr>
      </p:pic>
      <p:pic>
        <p:nvPicPr>
          <p:cNvPr id="7" name="Picture 6">
            <a:extLst>
              <a:ext uri="{FF2B5EF4-FFF2-40B4-BE49-F238E27FC236}">
                <a16:creationId xmlns:a16="http://schemas.microsoft.com/office/drawing/2014/main" id="{46B091A6-D328-678D-C39D-08E383A82506}"/>
              </a:ext>
            </a:extLst>
          </p:cNvPr>
          <p:cNvPicPr>
            <a:picLocks noChangeAspect="1"/>
          </p:cNvPicPr>
          <p:nvPr/>
        </p:nvPicPr>
        <p:blipFill>
          <a:blip r:embed="rId3"/>
          <a:stretch>
            <a:fillRect/>
          </a:stretch>
        </p:blipFill>
        <p:spPr>
          <a:xfrm>
            <a:off x="1480207" y="2596415"/>
            <a:ext cx="10762838" cy="1651337"/>
          </a:xfrm>
          <a:prstGeom prst="rect">
            <a:avLst/>
          </a:prstGeom>
        </p:spPr>
      </p:pic>
      <p:sp>
        <p:nvSpPr>
          <p:cNvPr id="8" name="Rectangle 7">
            <a:extLst>
              <a:ext uri="{FF2B5EF4-FFF2-40B4-BE49-F238E27FC236}">
                <a16:creationId xmlns:a16="http://schemas.microsoft.com/office/drawing/2014/main" id="{84BDCB91-6DC0-A0B3-C56C-8DD87EE796E9}"/>
              </a:ext>
            </a:extLst>
          </p:cNvPr>
          <p:cNvSpPr/>
          <p:nvPr/>
        </p:nvSpPr>
        <p:spPr>
          <a:xfrm>
            <a:off x="1346158" y="405260"/>
            <a:ext cx="12313367" cy="769441"/>
          </a:xfrm>
          <a:prstGeom prst="rect">
            <a:avLst/>
          </a:prstGeom>
          <a:solidFill>
            <a:schemeClr val="bg1"/>
          </a:solidFill>
        </p:spPr>
        <p:txBody>
          <a:bodyPr wrap="square">
            <a:spAutoFit/>
          </a:bodyPr>
          <a:lstStyle/>
          <a:p>
            <a:pPr algn="ctr"/>
            <a:r>
              <a:rPr lang="en-US" sz="4400" b="1" dirty="0">
                <a:solidFill>
                  <a:srgbClr val="0000FF"/>
                </a:solidFill>
                <a:latin typeface="Cambria" panose="02040503050406030204" pitchFamily="18" charset="0"/>
                <a:ea typeface="Cambria" panose="02040503050406030204" pitchFamily="18" charset="0"/>
              </a:rPr>
              <a:t>The criterion for Eulerian trail</a:t>
            </a:r>
            <a:endParaRPr lang="en-US" sz="4400" dirty="0">
              <a:solidFill>
                <a:srgbClr val="0000FF"/>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7784F856-F8F2-F2F2-9F13-DE6D56A696FE}"/>
              </a:ext>
            </a:extLst>
          </p:cNvPr>
          <p:cNvSpPr txBox="1"/>
          <p:nvPr/>
        </p:nvSpPr>
        <p:spPr>
          <a:xfrm>
            <a:off x="8603631" y="1645011"/>
            <a:ext cx="1152128" cy="646331"/>
          </a:xfrm>
          <a:prstGeom prst="rect">
            <a:avLst/>
          </a:prstGeom>
          <a:solidFill>
            <a:schemeClr val="bg1"/>
          </a:solidFill>
        </p:spPr>
        <p:txBody>
          <a:bodyPr wrap="square">
            <a:spAutoFit/>
          </a:bodyPr>
          <a:lstStyle/>
          <a:p>
            <a:r>
              <a:rPr lang="en-US" sz="3600" dirty="0">
                <a:solidFill>
                  <a:srgbClr val="0000FF"/>
                </a:solidFill>
                <a:latin typeface="Cambria" panose="02040503050406030204" pitchFamily="18" charset="0"/>
                <a:ea typeface="Cambria" panose="02040503050406030204" pitchFamily="18" charset="0"/>
              </a:rPr>
              <a:t>trail</a:t>
            </a:r>
            <a:endParaRPr lang="en-IN" sz="3600" dirty="0"/>
          </a:p>
        </p:txBody>
      </p:sp>
    </p:spTree>
    <p:extLst>
      <p:ext uri="{BB962C8B-B14F-4D97-AF65-F5344CB8AC3E}">
        <p14:creationId xmlns:p14="http://schemas.microsoft.com/office/powerpoint/2010/main" val="36378988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DFB2B263-3B5E-421C-855E-D6AB9414CC32}" type="datetime1">
              <a:rPr lang="en-US" smtClean="0"/>
              <a:pPr/>
              <a:t>8/5/2026</a:t>
            </a:fld>
            <a:endParaRPr lang="en-IN"/>
          </a:p>
        </p:txBody>
      </p:sp>
      <p:pic>
        <p:nvPicPr>
          <p:cNvPr id="4" name="Picture 3">
            <a:extLst>
              <a:ext uri="{FF2B5EF4-FFF2-40B4-BE49-F238E27FC236}">
                <a16:creationId xmlns:a16="http://schemas.microsoft.com/office/drawing/2014/main" id="{A6ECA204-459D-05AC-DD35-8407CC2D8C64}"/>
              </a:ext>
            </a:extLst>
          </p:cNvPr>
          <p:cNvPicPr>
            <a:picLocks noChangeAspect="1"/>
          </p:cNvPicPr>
          <p:nvPr/>
        </p:nvPicPr>
        <p:blipFill>
          <a:blip r:embed="rId2"/>
          <a:stretch>
            <a:fillRect/>
          </a:stretch>
        </p:blipFill>
        <p:spPr>
          <a:xfrm>
            <a:off x="1474838" y="1583457"/>
            <a:ext cx="8833716" cy="769440"/>
          </a:xfrm>
          <a:prstGeom prst="rect">
            <a:avLst/>
          </a:prstGeom>
        </p:spPr>
      </p:pic>
      <p:pic>
        <p:nvPicPr>
          <p:cNvPr id="7" name="Picture 6">
            <a:extLst>
              <a:ext uri="{FF2B5EF4-FFF2-40B4-BE49-F238E27FC236}">
                <a16:creationId xmlns:a16="http://schemas.microsoft.com/office/drawing/2014/main" id="{46B091A6-D328-678D-C39D-08E383A82506}"/>
              </a:ext>
            </a:extLst>
          </p:cNvPr>
          <p:cNvPicPr>
            <a:picLocks noChangeAspect="1"/>
          </p:cNvPicPr>
          <p:nvPr/>
        </p:nvPicPr>
        <p:blipFill>
          <a:blip r:embed="rId3"/>
          <a:stretch>
            <a:fillRect/>
          </a:stretch>
        </p:blipFill>
        <p:spPr>
          <a:xfrm>
            <a:off x="1480207" y="2596415"/>
            <a:ext cx="10762838" cy="1651337"/>
          </a:xfrm>
          <a:prstGeom prst="rect">
            <a:avLst/>
          </a:prstGeom>
        </p:spPr>
      </p:pic>
      <p:pic>
        <p:nvPicPr>
          <p:cNvPr id="10" name="Picture 9">
            <a:extLst>
              <a:ext uri="{FF2B5EF4-FFF2-40B4-BE49-F238E27FC236}">
                <a16:creationId xmlns:a16="http://schemas.microsoft.com/office/drawing/2014/main" id="{D9370F3A-AA93-8BE8-6987-5C7F3341C21C}"/>
              </a:ext>
            </a:extLst>
          </p:cNvPr>
          <p:cNvPicPr>
            <a:picLocks noChangeAspect="1"/>
          </p:cNvPicPr>
          <p:nvPr/>
        </p:nvPicPr>
        <p:blipFill>
          <a:blip r:embed="rId4"/>
          <a:stretch>
            <a:fillRect/>
          </a:stretch>
        </p:blipFill>
        <p:spPr>
          <a:xfrm>
            <a:off x="1539132" y="5088391"/>
            <a:ext cx="9928228" cy="769440"/>
          </a:xfrm>
          <a:prstGeom prst="rect">
            <a:avLst/>
          </a:prstGeom>
        </p:spPr>
      </p:pic>
      <p:sp>
        <p:nvSpPr>
          <p:cNvPr id="2" name="Rectangle 1">
            <a:extLst>
              <a:ext uri="{FF2B5EF4-FFF2-40B4-BE49-F238E27FC236}">
                <a16:creationId xmlns:a16="http://schemas.microsoft.com/office/drawing/2014/main" id="{CA58281E-CD96-19B4-A1FB-39CE34D436C3}"/>
              </a:ext>
            </a:extLst>
          </p:cNvPr>
          <p:cNvSpPr/>
          <p:nvPr/>
        </p:nvSpPr>
        <p:spPr>
          <a:xfrm>
            <a:off x="1346158" y="405260"/>
            <a:ext cx="12313367" cy="769441"/>
          </a:xfrm>
          <a:prstGeom prst="rect">
            <a:avLst/>
          </a:prstGeom>
          <a:solidFill>
            <a:schemeClr val="bg1"/>
          </a:solidFill>
        </p:spPr>
        <p:txBody>
          <a:bodyPr wrap="square">
            <a:spAutoFit/>
          </a:bodyPr>
          <a:lstStyle/>
          <a:p>
            <a:pPr algn="ctr"/>
            <a:r>
              <a:rPr lang="en-US" sz="4400" b="1" dirty="0">
                <a:solidFill>
                  <a:srgbClr val="0000FF"/>
                </a:solidFill>
                <a:latin typeface="Cambria" panose="02040503050406030204" pitchFamily="18" charset="0"/>
                <a:ea typeface="Cambria" panose="02040503050406030204" pitchFamily="18" charset="0"/>
              </a:rPr>
              <a:t>The criterion for Eulerian trail</a:t>
            </a:r>
            <a:endParaRPr lang="en-US" sz="4400" dirty="0">
              <a:solidFill>
                <a:srgbClr val="0000FF"/>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F486E070-234B-882E-2166-FDFFBF74EABB}"/>
              </a:ext>
            </a:extLst>
          </p:cNvPr>
          <p:cNvSpPr txBox="1"/>
          <p:nvPr/>
        </p:nvSpPr>
        <p:spPr>
          <a:xfrm>
            <a:off x="8603631" y="1645011"/>
            <a:ext cx="1152128" cy="646331"/>
          </a:xfrm>
          <a:prstGeom prst="rect">
            <a:avLst/>
          </a:prstGeom>
          <a:solidFill>
            <a:schemeClr val="bg1"/>
          </a:solidFill>
        </p:spPr>
        <p:txBody>
          <a:bodyPr wrap="square">
            <a:spAutoFit/>
          </a:bodyPr>
          <a:lstStyle/>
          <a:p>
            <a:r>
              <a:rPr lang="en-US" sz="3600" dirty="0">
                <a:solidFill>
                  <a:srgbClr val="0000FF"/>
                </a:solidFill>
                <a:latin typeface="Cambria" panose="02040503050406030204" pitchFamily="18" charset="0"/>
                <a:ea typeface="Cambria" panose="02040503050406030204" pitchFamily="18" charset="0"/>
              </a:rPr>
              <a:t>trail</a:t>
            </a:r>
            <a:endParaRPr lang="en-IN" sz="3600" dirty="0"/>
          </a:p>
        </p:txBody>
      </p:sp>
    </p:spTree>
    <p:extLst>
      <p:ext uri="{BB962C8B-B14F-4D97-AF65-F5344CB8AC3E}">
        <p14:creationId xmlns:p14="http://schemas.microsoft.com/office/powerpoint/2010/main" val="17166059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DFB2B263-3B5E-421C-855E-D6AB9414CC32}" type="datetime1">
              <a:rPr lang="en-US" smtClean="0"/>
              <a:pPr/>
              <a:t>8/5/2026</a:t>
            </a:fld>
            <a:endParaRPr lang="en-IN"/>
          </a:p>
        </p:txBody>
      </p:sp>
      <p:pic>
        <p:nvPicPr>
          <p:cNvPr id="4" name="Picture 3">
            <a:extLst>
              <a:ext uri="{FF2B5EF4-FFF2-40B4-BE49-F238E27FC236}">
                <a16:creationId xmlns:a16="http://schemas.microsoft.com/office/drawing/2014/main" id="{A6ECA204-459D-05AC-DD35-8407CC2D8C64}"/>
              </a:ext>
            </a:extLst>
          </p:cNvPr>
          <p:cNvPicPr>
            <a:picLocks noChangeAspect="1"/>
          </p:cNvPicPr>
          <p:nvPr/>
        </p:nvPicPr>
        <p:blipFill>
          <a:blip r:embed="rId2"/>
          <a:stretch>
            <a:fillRect/>
          </a:stretch>
        </p:blipFill>
        <p:spPr>
          <a:xfrm>
            <a:off x="1474838" y="1583457"/>
            <a:ext cx="8833716" cy="769440"/>
          </a:xfrm>
          <a:prstGeom prst="rect">
            <a:avLst/>
          </a:prstGeom>
        </p:spPr>
      </p:pic>
      <p:pic>
        <p:nvPicPr>
          <p:cNvPr id="7" name="Picture 6">
            <a:extLst>
              <a:ext uri="{FF2B5EF4-FFF2-40B4-BE49-F238E27FC236}">
                <a16:creationId xmlns:a16="http://schemas.microsoft.com/office/drawing/2014/main" id="{46B091A6-D328-678D-C39D-08E383A82506}"/>
              </a:ext>
            </a:extLst>
          </p:cNvPr>
          <p:cNvPicPr>
            <a:picLocks noChangeAspect="1"/>
          </p:cNvPicPr>
          <p:nvPr/>
        </p:nvPicPr>
        <p:blipFill>
          <a:blip r:embed="rId3"/>
          <a:stretch>
            <a:fillRect/>
          </a:stretch>
        </p:blipFill>
        <p:spPr>
          <a:xfrm>
            <a:off x="1480207" y="2596415"/>
            <a:ext cx="10762838" cy="1651337"/>
          </a:xfrm>
          <a:prstGeom prst="rect">
            <a:avLst/>
          </a:prstGeom>
        </p:spPr>
      </p:pic>
      <p:pic>
        <p:nvPicPr>
          <p:cNvPr id="10" name="Picture 9">
            <a:extLst>
              <a:ext uri="{FF2B5EF4-FFF2-40B4-BE49-F238E27FC236}">
                <a16:creationId xmlns:a16="http://schemas.microsoft.com/office/drawing/2014/main" id="{D9370F3A-AA93-8BE8-6987-5C7F3341C21C}"/>
              </a:ext>
            </a:extLst>
          </p:cNvPr>
          <p:cNvPicPr>
            <a:picLocks noChangeAspect="1"/>
          </p:cNvPicPr>
          <p:nvPr/>
        </p:nvPicPr>
        <p:blipFill>
          <a:blip r:embed="rId4"/>
          <a:stretch>
            <a:fillRect/>
          </a:stretch>
        </p:blipFill>
        <p:spPr>
          <a:xfrm>
            <a:off x="1539132" y="5088391"/>
            <a:ext cx="9928228" cy="769440"/>
          </a:xfrm>
          <a:prstGeom prst="rect">
            <a:avLst/>
          </a:prstGeom>
        </p:spPr>
      </p:pic>
      <p:pic>
        <p:nvPicPr>
          <p:cNvPr id="12" name="Picture 11">
            <a:extLst>
              <a:ext uri="{FF2B5EF4-FFF2-40B4-BE49-F238E27FC236}">
                <a16:creationId xmlns:a16="http://schemas.microsoft.com/office/drawing/2014/main" id="{56359C8A-89D9-2612-6306-7D5D688751B6}"/>
              </a:ext>
            </a:extLst>
          </p:cNvPr>
          <p:cNvPicPr>
            <a:picLocks noChangeAspect="1"/>
          </p:cNvPicPr>
          <p:nvPr/>
        </p:nvPicPr>
        <p:blipFill>
          <a:blip r:embed="rId5"/>
          <a:stretch>
            <a:fillRect/>
          </a:stretch>
        </p:blipFill>
        <p:spPr>
          <a:xfrm>
            <a:off x="1635481" y="7344097"/>
            <a:ext cx="10470355" cy="1171718"/>
          </a:xfrm>
          <a:prstGeom prst="rect">
            <a:avLst/>
          </a:prstGeom>
        </p:spPr>
      </p:pic>
      <p:sp>
        <p:nvSpPr>
          <p:cNvPr id="2" name="Rectangle 1">
            <a:extLst>
              <a:ext uri="{FF2B5EF4-FFF2-40B4-BE49-F238E27FC236}">
                <a16:creationId xmlns:a16="http://schemas.microsoft.com/office/drawing/2014/main" id="{89FF6B19-EDAD-49BA-B8E5-AA9FE003D720}"/>
              </a:ext>
            </a:extLst>
          </p:cNvPr>
          <p:cNvSpPr/>
          <p:nvPr/>
        </p:nvSpPr>
        <p:spPr>
          <a:xfrm>
            <a:off x="1346158" y="405260"/>
            <a:ext cx="12313367" cy="769441"/>
          </a:xfrm>
          <a:prstGeom prst="rect">
            <a:avLst/>
          </a:prstGeom>
          <a:solidFill>
            <a:schemeClr val="bg1"/>
          </a:solidFill>
        </p:spPr>
        <p:txBody>
          <a:bodyPr wrap="square">
            <a:spAutoFit/>
          </a:bodyPr>
          <a:lstStyle/>
          <a:p>
            <a:pPr algn="ctr"/>
            <a:r>
              <a:rPr lang="en-US" sz="4400" b="1" dirty="0">
                <a:solidFill>
                  <a:srgbClr val="0000FF"/>
                </a:solidFill>
                <a:latin typeface="Cambria" panose="02040503050406030204" pitchFamily="18" charset="0"/>
                <a:ea typeface="Cambria" panose="02040503050406030204" pitchFamily="18" charset="0"/>
              </a:rPr>
              <a:t>The criterion for Eulerian trail</a:t>
            </a:r>
            <a:endParaRPr lang="en-US" sz="4400" dirty="0">
              <a:solidFill>
                <a:srgbClr val="0000FF"/>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0D278245-2B3F-439F-4BC7-58023EA1086E}"/>
              </a:ext>
            </a:extLst>
          </p:cNvPr>
          <p:cNvSpPr txBox="1"/>
          <p:nvPr/>
        </p:nvSpPr>
        <p:spPr>
          <a:xfrm>
            <a:off x="8603631" y="1645011"/>
            <a:ext cx="1152128" cy="646331"/>
          </a:xfrm>
          <a:prstGeom prst="rect">
            <a:avLst/>
          </a:prstGeom>
          <a:solidFill>
            <a:schemeClr val="bg1"/>
          </a:solidFill>
        </p:spPr>
        <p:txBody>
          <a:bodyPr wrap="square">
            <a:spAutoFit/>
          </a:bodyPr>
          <a:lstStyle/>
          <a:p>
            <a:r>
              <a:rPr lang="en-US" sz="3600" dirty="0">
                <a:solidFill>
                  <a:srgbClr val="0000FF"/>
                </a:solidFill>
                <a:latin typeface="Cambria" panose="02040503050406030204" pitchFamily="18" charset="0"/>
                <a:ea typeface="Cambria" panose="02040503050406030204" pitchFamily="18" charset="0"/>
              </a:rPr>
              <a:t>trail</a:t>
            </a:r>
            <a:endParaRPr lang="en-IN" sz="3600" dirty="0"/>
          </a:p>
        </p:txBody>
      </p:sp>
    </p:spTree>
    <p:extLst>
      <p:ext uri="{BB962C8B-B14F-4D97-AF65-F5344CB8AC3E}">
        <p14:creationId xmlns:p14="http://schemas.microsoft.com/office/powerpoint/2010/main" val="25532151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737950" y="9955208"/>
            <a:ext cx="3443764" cy="574988"/>
          </a:xfrm>
        </p:spPr>
        <p:txBody>
          <a:bodyPr/>
          <a:lstStyle/>
          <a:p>
            <a:fld id="{DFB2B263-3B5E-421C-855E-D6AB9414CC32}" type="datetime1">
              <a:rPr lang="en-US" smtClean="0"/>
              <a:pPr/>
              <a:t>8/5/2026</a:t>
            </a:fld>
            <a:endParaRPr lang="en-IN"/>
          </a:p>
        </p:txBody>
      </p:sp>
      <p:sp>
        <p:nvSpPr>
          <p:cNvPr id="8" name="Rectangle 7">
            <a:extLst>
              <a:ext uri="{FF2B5EF4-FFF2-40B4-BE49-F238E27FC236}">
                <a16:creationId xmlns:a16="http://schemas.microsoft.com/office/drawing/2014/main" id="{84BDCB91-6DC0-A0B3-C56C-8DD87EE796E9}"/>
              </a:ext>
            </a:extLst>
          </p:cNvPr>
          <p:cNvSpPr/>
          <p:nvPr/>
        </p:nvSpPr>
        <p:spPr>
          <a:xfrm>
            <a:off x="1346158" y="405260"/>
            <a:ext cx="12313367" cy="769441"/>
          </a:xfrm>
          <a:prstGeom prst="rect">
            <a:avLst/>
          </a:prstGeom>
          <a:solidFill>
            <a:schemeClr val="bg1"/>
          </a:solidFill>
        </p:spPr>
        <p:txBody>
          <a:bodyPr wrap="square">
            <a:spAutoFit/>
          </a:bodyPr>
          <a:lstStyle/>
          <a:p>
            <a:pPr algn="ctr"/>
            <a:r>
              <a:rPr lang="en-US" sz="4400" b="1" dirty="0">
                <a:solidFill>
                  <a:srgbClr val="0000FF"/>
                </a:solidFill>
                <a:latin typeface="Cambria" panose="02040503050406030204" pitchFamily="18" charset="0"/>
                <a:ea typeface="Cambria" panose="02040503050406030204" pitchFamily="18" charset="0"/>
              </a:rPr>
              <a:t>The criterion for Eulerian trails</a:t>
            </a:r>
            <a:endParaRPr lang="en-US" sz="4400" dirty="0">
              <a:solidFill>
                <a:srgbClr val="0000FF"/>
              </a:solidFill>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1BC4F56A-7A39-0F21-A7F5-9AF2ACE3AE2C}"/>
              </a:ext>
            </a:extLst>
          </p:cNvPr>
          <p:cNvPicPr>
            <a:picLocks noChangeAspect="1"/>
          </p:cNvPicPr>
          <p:nvPr/>
        </p:nvPicPr>
        <p:blipFill>
          <a:blip r:embed="rId2"/>
          <a:stretch>
            <a:fillRect/>
          </a:stretch>
        </p:blipFill>
        <p:spPr>
          <a:xfrm>
            <a:off x="1089975" y="1943497"/>
            <a:ext cx="12569550" cy="1098340"/>
          </a:xfrm>
          <a:prstGeom prst="rect">
            <a:avLst/>
          </a:prstGeom>
        </p:spPr>
      </p:pic>
      <p:pic>
        <p:nvPicPr>
          <p:cNvPr id="9" name="Picture 8">
            <a:extLst>
              <a:ext uri="{FF2B5EF4-FFF2-40B4-BE49-F238E27FC236}">
                <a16:creationId xmlns:a16="http://schemas.microsoft.com/office/drawing/2014/main" id="{B901026B-16DC-5881-2A3F-873C42B60037}"/>
              </a:ext>
            </a:extLst>
          </p:cNvPr>
          <p:cNvPicPr>
            <a:picLocks noChangeAspect="1"/>
          </p:cNvPicPr>
          <p:nvPr/>
        </p:nvPicPr>
        <p:blipFill>
          <a:blip r:embed="rId3"/>
          <a:stretch>
            <a:fillRect/>
          </a:stretch>
        </p:blipFill>
        <p:spPr>
          <a:xfrm>
            <a:off x="1341081" y="3323181"/>
            <a:ext cx="11884510" cy="1335492"/>
          </a:xfrm>
          <a:prstGeom prst="rect">
            <a:avLst/>
          </a:prstGeom>
        </p:spPr>
      </p:pic>
      <p:pic>
        <p:nvPicPr>
          <p:cNvPr id="13" name="Picture 12">
            <a:extLst>
              <a:ext uri="{FF2B5EF4-FFF2-40B4-BE49-F238E27FC236}">
                <a16:creationId xmlns:a16="http://schemas.microsoft.com/office/drawing/2014/main" id="{0EF1E713-E241-50E2-E8C3-9A0BE395FC6F}"/>
              </a:ext>
            </a:extLst>
          </p:cNvPr>
          <p:cNvPicPr>
            <a:picLocks noChangeAspect="1"/>
          </p:cNvPicPr>
          <p:nvPr/>
        </p:nvPicPr>
        <p:blipFill>
          <a:blip r:embed="rId4"/>
          <a:stretch>
            <a:fillRect/>
          </a:stretch>
        </p:blipFill>
        <p:spPr>
          <a:xfrm>
            <a:off x="557684" y="6235887"/>
            <a:ext cx="14201304" cy="1098339"/>
          </a:xfrm>
          <a:prstGeom prst="rect">
            <a:avLst/>
          </a:prstGeom>
        </p:spPr>
      </p:pic>
      <p:sp>
        <p:nvSpPr>
          <p:cNvPr id="14" name="Rectangle 13">
            <a:extLst>
              <a:ext uri="{FF2B5EF4-FFF2-40B4-BE49-F238E27FC236}">
                <a16:creationId xmlns:a16="http://schemas.microsoft.com/office/drawing/2014/main" id="{ADCCCEBE-F4B4-CEC5-605B-0C02D78CF74B}"/>
              </a:ext>
            </a:extLst>
          </p:cNvPr>
          <p:cNvSpPr/>
          <p:nvPr/>
        </p:nvSpPr>
        <p:spPr>
          <a:xfrm>
            <a:off x="8963670" y="6407993"/>
            <a:ext cx="1944216" cy="720080"/>
          </a:xfrm>
          <a:prstGeom prst="rect">
            <a:avLst/>
          </a:prstGeom>
          <a:noFill/>
          <a:ln w="38100" cap="flat" cmpd="sng" algn="ctr">
            <a:solidFill>
              <a:srgbClr val="0000FF"/>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dirty="0">
              <a:highlight>
                <a:srgbClr val="FFFF00"/>
              </a:highlight>
            </a:endParaRPr>
          </a:p>
        </p:txBody>
      </p:sp>
    </p:spTree>
    <p:extLst>
      <p:ext uri="{BB962C8B-B14F-4D97-AF65-F5344CB8AC3E}">
        <p14:creationId xmlns:p14="http://schemas.microsoft.com/office/powerpoint/2010/main" val="37599758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2194" y="402188"/>
            <a:ext cx="13498844" cy="9530484"/>
          </a:xfrm>
          <a:solidFill>
            <a:schemeClr val="bg1"/>
          </a:solidFill>
        </p:spPr>
        <p:txBody>
          <a:bodyPr>
            <a:normAutofit/>
          </a:bodyPr>
          <a:lstStyle/>
          <a:p>
            <a:endParaRPr lang="en-US" sz="4519" dirty="0"/>
          </a:p>
          <a:p>
            <a:endParaRPr lang="en-US" sz="4519" dirty="0"/>
          </a:p>
          <a:p>
            <a:endParaRPr lang="en-US" sz="4519" dirty="0"/>
          </a:p>
          <a:p>
            <a:pPr>
              <a:buNone/>
            </a:pPr>
            <a:endParaRPr lang="en-US" sz="4519" dirty="0"/>
          </a:p>
          <a:p>
            <a:endParaRPr lang="en-US" sz="4519" dirty="0"/>
          </a:p>
          <a:p>
            <a:endParaRPr lang="en-US" sz="4519" dirty="0"/>
          </a:p>
          <a:p>
            <a:endParaRPr lang="en-US" sz="4519" dirty="0"/>
          </a:p>
          <a:p>
            <a:endParaRPr lang="en-US" sz="4000" dirty="0">
              <a:latin typeface="Cambria" panose="02040503050406030204" pitchFamily="18" charset="0"/>
              <a:ea typeface="Cambria" panose="02040503050406030204" pitchFamily="18" charset="0"/>
            </a:endParaRPr>
          </a:p>
          <a:p>
            <a:r>
              <a:rPr lang="en-US" sz="4000" dirty="0">
                <a:latin typeface="Cambria" panose="02040503050406030204" pitchFamily="18" charset="0"/>
                <a:ea typeface="Cambria" panose="02040503050406030204" pitchFamily="18" charset="0"/>
              </a:rPr>
              <a:t>A connected graph G is </a:t>
            </a:r>
            <a:r>
              <a:rPr lang="en-US" sz="4000" dirty="0">
                <a:solidFill>
                  <a:srgbClr val="FF0000"/>
                </a:solidFill>
                <a:latin typeface="Cambria" panose="02040503050406030204" pitchFamily="18" charset="0"/>
                <a:ea typeface="Cambria" panose="02040503050406030204" pitchFamily="18" charset="0"/>
              </a:rPr>
              <a:t>Eulerian (circuit)</a:t>
            </a:r>
            <a:r>
              <a:rPr lang="en-US" sz="4000" dirty="0">
                <a:latin typeface="Cambria" panose="02040503050406030204" pitchFamily="18" charset="0"/>
                <a:ea typeface="Cambria" panose="02040503050406030204" pitchFamily="18" charset="0"/>
              </a:rPr>
              <a:t> if and only if the degree of every vertex of G is even.</a:t>
            </a:r>
          </a:p>
          <a:p>
            <a:endParaRPr lang="en-US" dirty="0"/>
          </a:p>
        </p:txBody>
      </p:sp>
      <p:pic>
        <p:nvPicPr>
          <p:cNvPr id="2052" name="Picture 4"/>
          <p:cNvPicPr>
            <a:picLocks noChangeAspect="1" noChangeArrowheads="1"/>
          </p:cNvPicPr>
          <p:nvPr/>
        </p:nvPicPr>
        <p:blipFill rotWithShape="1">
          <a:blip r:embed="rId2" cstate="print"/>
          <a:srcRect r="49598"/>
          <a:stretch/>
        </p:blipFill>
        <p:spPr bwMode="auto">
          <a:xfrm>
            <a:off x="2873673" y="2663577"/>
            <a:ext cx="4217789" cy="3187898"/>
          </a:xfrm>
          <a:prstGeom prst="rect">
            <a:avLst/>
          </a:prstGeom>
          <a:noFill/>
          <a:ln w="9525">
            <a:noFill/>
            <a:miter lim="800000"/>
            <a:headEnd/>
            <a:tailEnd/>
          </a:ln>
        </p:spPr>
      </p:pic>
      <p:sp>
        <p:nvSpPr>
          <p:cNvPr id="4" name="Curved Right Arrow 3"/>
          <p:cNvSpPr/>
          <p:nvPr/>
        </p:nvSpPr>
        <p:spPr>
          <a:xfrm>
            <a:off x="1315167" y="3573481"/>
            <a:ext cx="1286129" cy="318789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43">
              <a:solidFill>
                <a:schemeClr val="tx1"/>
              </a:solidFill>
            </a:endParaRPr>
          </a:p>
        </p:txBody>
      </p:sp>
      <p:sp>
        <p:nvSpPr>
          <p:cNvPr id="7" name="Date Placeholder 6"/>
          <p:cNvSpPr>
            <a:spLocks noGrp="1"/>
          </p:cNvSpPr>
          <p:nvPr>
            <p:ph type="dt" sz="half" idx="10"/>
          </p:nvPr>
        </p:nvSpPr>
        <p:spPr/>
        <p:txBody>
          <a:bodyPr/>
          <a:lstStyle/>
          <a:p>
            <a:fld id="{5DD66EE6-CEAA-45CC-9EFE-BAE1504DD939}" type="datetime1">
              <a:rPr lang="en-US" smtClean="0"/>
              <a:pPr/>
              <a:t>8/5/2026</a:t>
            </a:fld>
            <a:endParaRPr lang="en-I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2194" y="402188"/>
            <a:ext cx="13498844" cy="9530484"/>
          </a:xfrm>
          <a:solidFill>
            <a:schemeClr val="bg1"/>
          </a:solidFill>
        </p:spPr>
        <p:txBody>
          <a:bodyPr>
            <a:normAutofit lnSpcReduction="10000"/>
          </a:bodyPr>
          <a:lstStyle/>
          <a:p>
            <a:endParaRPr lang="en-US" sz="4000" dirty="0">
              <a:latin typeface="Cambria" panose="02040503050406030204" pitchFamily="18" charset="0"/>
              <a:ea typeface="Cambria" panose="02040503050406030204" pitchFamily="18" charset="0"/>
            </a:endParaRPr>
          </a:p>
          <a:p>
            <a:r>
              <a:rPr lang="en-US" sz="4000" dirty="0">
                <a:latin typeface="Cambria" panose="02040503050406030204" pitchFamily="18" charset="0"/>
                <a:ea typeface="Cambria" panose="02040503050406030204" pitchFamily="18" charset="0"/>
              </a:rPr>
              <a:t>A connected graph is </a:t>
            </a:r>
            <a:r>
              <a:rPr lang="en-US" sz="4000" dirty="0">
                <a:solidFill>
                  <a:srgbClr val="FF0000"/>
                </a:solidFill>
                <a:latin typeface="Cambria" panose="02040503050406030204" pitchFamily="18" charset="0"/>
                <a:ea typeface="Cambria" panose="02040503050406030204" pitchFamily="18" charset="0"/>
              </a:rPr>
              <a:t>Eulerian (trail)</a:t>
            </a:r>
            <a:r>
              <a:rPr lang="en-US" sz="4000" dirty="0">
                <a:latin typeface="Cambria" panose="02040503050406030204" pitchFamily="18" charset="0"/>
                <a:ea typeface="Cambria" panose="02040503050406030204" pitchFamily="18" charset="0"/>
              </a:rPr>
              <a:t> but not Eulerian if and only if it has exactly  two vertices of odd degree.</a:t>
            </a:r>
          </a:p>
          <a:p>
            <a:endParaRPr lang="en-US" sz="4519" dirty="0"/>
          </a:p>
          <a:p>
            <a:endParaRPr lang="en-US" sz="4519" dirty="0"/>
          </a:p>
          <a:p>
            <a:endParaRPr lang="en-US" sz="4519" dirty="0"/>
          </a:p>
          <a:p>
            <a:endParaRPr lang="en-US" sz="4519" dirty="0"/>
          </a:p>
          <a:p>
            <a:endParaRPr lang="en-US" sz="4519" dirty="0"/>
          </a:p>
          <a:p>
            <a:pPr>
              <a:buNone/>
            </a:pPr>
            <a:endParaRPr lang="en-US" sz="4519" dirty="0"/>
          </a:p>
          <a:p>
            <a:endParaRPr lang="en-US" sz="4519" dirty="0"/>
          </a:p>
          <a:p>
            <a:endParaRPr lang="en-US" sz="4000" dirty="0">
              <a:latin typeface="Cambria" panose="02040503050406030204" pitchFamily="18" charset="0"/>
              <a:ea typeface="Cambria" panose="02040503050406030204" pitchFamily="18" charset="0"/>
            </a:endParaRPr>
          </a:p>
          <a:p>
            <a:r>
              <a:rPr lang="en-US" sz="4000" dirty="0">
                <a:latin typeface="Cambria" panose="02040503050406030204" pitchFamily="18" charset="0"/>
                <a:ea typeface="Cambria" panose="02040503050406030204" pitchFamily="18" charset="0"/>
              </a:rPr>
              <a:t>A connected graph G is </a:t>
            </a:r>
            <a:r>
              <a:rPr lang="en-US" sz="4000" dirty="0">
                <a:solidFill>
                  <a:srgbClr val="FF0000"/>
                </a:solidFill>
                <a:latin typeface="Cambria" panose="02040503050406030204" pitchFamily="18" charset="0"/>
                <a:ea typeface="Cambria" panose="02040503050406030204" pitchFamily="18" charset="0"/>
              </a:rPr>
              <a:t>Eulerian (circuit)</a:t>
            </a:r>
            <a:r>
              <a:rPr lang="en-US" sz="4000" dirty="0">
                <a:latin typeface="Cambria" panose="02040503050406030204" pitchFamily="18" charset="0"/>
                <a:ea typeface="Cambria" panose="02040503050406030204" pitchFamily="18" charset="0"/>
              </a:rPr>
              <a:t> if and only if the degree of every vertex of G is even.</a:t>
            </a:r>
          </a:p>
          <a:p>
            <a:endParaRPr lang="en-US" dirty="0"/>
          </a:p>
        </p:txBody>
      </p:sp>
      <p:pic>
        <p:nvPicPr>
          <p:cNvPr id="2052" name="Picture 4"/>
          <p:cNvPicPr>
            <a:picLocks noChangeAspect="1" noChangeArrowheads="1"/>
          </p:cNvPicPr>
          <p:nvPr/>
        </p:nvPicPr>
        <p:blipFill>
          <a:blip r:embed="rId2" cstate="print"/>
          <a:srcRect/>
          <a:stretch>
            <a:fillRect/>
          </a:stretch>
        </p:blipFill>
        <p:spPr bwMode="auto">
          <a:xfrm>
            <a:off x="2846700" y="3805932"/>
            <a:ext cx="8368230" cy="3187898"/>
          </a:xfrm>
          <a:prstGeom prst="rect">
            <a:avLst/>
          </a:prstGeom>
          <a:noFill/>
          <a:ln w="9525">
            <a:noFill/>
            <a:miter lim="800000"/>
            <a:headEnd/>
            <a:tailEnd/>
          </a:ln>
        </p:spPr>
      </p:pic>
      <p:sp>
        <p:nvSpPr>
          <p:cNvPr id="4" name="Curved Right Arrow 3"/>
          <p:cNvSpPr/>
          <p:nvPr/>
        </p:nvSpPr>
        <p:spPr>
          <a:xfrm>
            <a:off x="1412845" y="4967833"/>
            <a:ext cx="1286129" cy="318789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43">
              <a:solidFill>
                <a:schemeClr val="tx1"/>
              </a:solidFill>
            </a:endParaRPr>
          </a:p>
        </p:txBody>
      </p:sp>
      <p:sp>
        <p:nvSpPr>
          <p:cNvPr id="6" name="Curved Up Arrow 5"/>
          <p:cNvSpPr/>
          <p:nvPr/>
        </p:nvSpPr>
        <p:spPr>
          <a:xfrm rot="16922816">
            <a:off x="11342984" y="2854634"/>
            <a:ext cx="2440734" cy="2236687"/>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43">
              <a:solidFill>
                <a:schemeClr val="tx1"/>
              </a:solidFill>
            </a:endParaRPr>
          </a:p>
        </p:txBody>
      </p:sp>
      <p:sp>
        <p:nvSpPr>
          <p:cNvPr id="7" name="Date Placeholder 6"/>
          <p:cNvSpPr>
            <a:spLocks noGrp="1"/>
          </p:cNvSpPr>
          <p:nvPr>
            <p:ph type="dt" sz="half" idx="10"/>
          </p:nvPr>
        </p:nvSpPr>
        <p:spPr/>
        <p:txBody>
          <a:bodyPr/>
          <a:lstStyle/>
          <a:p>
            <a:fld id="{5DD66EE6-CEAA-45CC-9EFE-BAE1504DD939}" type="datetime1">
              <a:rPr lang="en-US" smtClean="0"/>
              <a:pPr/>
              <a:t>8/5/2026</a:t>
            </a:fld>
            <a:endParaRPr lang="en-IN"/>
          </a:p>
        </p:txBody>
      </p:sp>
    </p:spTree>
    <p:extLst>
      <p:ext uri="{BB962C8B-B14F-4D97-AF65-F5344CB8AC3E}">
        <p14:creationId xmlns:p14="http://schemas.microsoft.com/office/powerpoint/2010/main" val="7809477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4BF4C91-178A-2990-A089-AC48D2DBF1E1}"/>
              </a:ext>
            </a:extLst>
          </p:cNvPr>
          <p:cNvSpPr>
            <a:spLocks noGrp="1"/>
          </p:cNvSpPr>
          <p:nvPr>
            <p:ph type="dt" sz="half" idx="10"/>
          </p:nvPr>
        </p:nvSpPr>
        <p:spPr/>
        <p:txBody>
          <a:bodyPr/>
          <a:lstStyle/>
          <a:p>
            <a:fld id="{B27A9E18-5371-4FC2-8521-7ECB04290999}" type="datetime1">
              <a:rPr lang="en-US" smtClean="0"/>
              <a:pPr/>
              <a:t>8/5/2026</a:t>
            </a:fld>
            <a:endParaRPr lang="en-IN"/>
          </a:p>
        </p:txBody>
      </p:sp>
      <p:grpSp>
        <p:nvGrpSpPr>
          <p:cNvPr id="5" name="Group 4">
            <a:extLst>
              <a:ext uri="{FF2B5EF4-FFF2-40B4-BE49-F238E27FC236}">
                <a16:creationId xmlns:a16="http://schemas.microsoft.com/office/drawing/2014/main" id="{54FF7D7B-D20A-33E0-61EE-32AD7B5F6189}"/>
              </a:ext>
            </a:extLst>
          </p:cNvPr>
          <p:cNvGrpSpPr/>
          <p:nvPr/>
        </p:nvGrpSpPr>
        <p:grpSpPr>
          <a:xfrm>
            <a:off x="493356" y="2198719"/>
            <a:ext cx="14265632" cy="6402323"/>
            <a:chOff x="493356" y="2198719"/>
            <a:chExt cx="14265632" cy="6402323"/>
          </a:xfrm>
        </p:grpSpPr>
        <p:pic>
          <p:nvPicPr>
            <p:cNvPr id="6" name="Picture 5">
              <a:extLst>
                <a:ext uri="{FF2B5EF4-FFF2-40B4-BE49-F238E27FC236}">
                  <a16:creationId xmlns:a16="http://schemas.microsoft.com/office/drawing/2014/main" id="{F8543A5D-A7C9-F4A5-2DEB-FDCF9B79CC6B}"/>
                </a:ext>
              </a:extLst>
            </p:cNvPr>
            <p:cNvPicPr>
              <a:picLocks noChangeAspect="1"/>
            </p:cNvPicPr>
            <p:nvPr/>
          </p:nvPicPr>
          <p:blipFill>
            <a:blip r:embed="rId2"/>
            <a:stretch>
              <a:fillRect/>
            </a:stretch>
          </p:blipFill>
          <p:spPr>
            <a:xfrm>
              <a:off x="493356" y="2198719"/>
              <a:ext cx="14265632" cy="6402323"/>
            </a:xfrm>
            <a:prstGeom prst="rect">
              <a:avLst/>
            </a:prstGeom>
          </p:spPr>
        </p:pic>
        <p:sp>
          <p:nvSpPr>
            <p:cNvPr id="2" name="TextBox 1">
              <a:extLst>
                <a:ext uri="{FF2B5EF4-FFF2-40B4-BE49-F238E27FC236}">
                  <a16:creationId xmlns:a16="http://schemas.microsoft.com/office/drawing/2014/main" id="{12ABFC97-7DA4-A713-10DD-FEDF4718279A}"/>
                </a:ext>
              </a:extLst>
            </p:cNvPr>
            <p:cNvSpPr txBox="1"/>
            <p:nvPr/>
          </p:nvSpPr>
          <p:spPr>
            <a:xfrm>
              <a:off x="1258814" y="5903937"/>
              <a:ext cx="1944216" cy="840102"/>
            </a:xfrm>
            <a:prstGeom prst="rect">
              <a:avLst/>
            </a:prstGeom>
            <a:solidFill>
              <a:schemeClr val="bg1"/>
            </a:solidFill>
          </p:spPr>
          <p:txBody>
            <a:bodyPr wrap="square" rtlCol="0">
              <a:spAutoFit/>
            </a:bodyPr>
            <a:lstStyle/>
            <a:p>
              <a:r>
                <a:rPr lang="en-US" dirty="0"/>
                <a:t>trail?</a:t>
              </a:r>
              <a:endParaRPr lang="en-IN" dirty="0"/>
            </a:p>
          </p:txBody>
        </p:sp>
      </p:grpSp>
    </p:spTree>
    <p:extLst>
      <p:ext uri="{BB962C8B-B14F-4D97-AF65-F5344CB8AC3E}">
        <p14:creationId xmlns:p14="http://schemas.microsoft.com/office/powerpoint/2010/main" val="29961299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BDB9D41E-0A5C-CDDC-199C-8F3A90AFF1A8}"/>
              </a:ext>
            </a:extLst>
          </p:cNvPr>
          <p:cNvPicPr>
            <a:picLocks noChangeAspect="1"/>
          </p:cNvPicPr>
          <p:nvPr/>
        </p:nvPicPr>
        <p:blipFill rotWithShape="1">
          <a:blip r:embed="rId2">
            <a:alphaModFix amt="60000"/>
          </a:blip>
          <a:srcRect r="-1" b="3428"/>
          <a:stretch/>
        </p:blipFill>
        <p:spPr>
          <a:xfrm>
            <a:off x="1042790" y="620946"/>
            <a:ext cx="13189484" cy="881138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2050" name="Picture 2"/>
          <p:cNvPicPr>
            <a:picLocks noGrp="1" noChangeAspect="1" noChangeArrowheads="1"/>
          </p:cNvPicPr>
          <p:nvPr>
            <p:ph idx="1"/>
          </p:nvPr>
        </p:nvPicPr>
        <p:blipFill>
          <a:blip r:embed="rId3" cstate="print"/>
          <a:srcRect/>
          <a:stretch>
            <a:fillRect/>
          </a:stretch>
        </p:blipFill>
        <p:spPr bwMode="auto">
          <a:xfrm>
            <a:off x="6933651" y="402189"/>
            <a:ext cx="7120170" cy="4089469"/>
          </a:xfrm>
          <a:prstGeom prst="rect">
            <a:avLst/>
          </a:prstGeom>
          <a:noFill/>
          <a:ln w="9525">
            <a:noFill/>
            <a:miter lim="800000"/>
            <a:headEnd/>
            <a:tailEnd/>
          </a:ln>
        </p:spPr>
      </p:pic>
      <p:pic>
        <p:nvPicPr>
          <p:cNvPr id="2051" name="Picture 3"/>
          <p:cNvPicPr>
            <a:picLocks noChangeAspect="1" noChangeArrowheads="1"/>
          </p:cNvPicPr>
          <p:nvPr/>
        </p:nvPicPr>
        <p:blipFill>
          <a:blip r:embed="rId4" cstate="print"/>
          <a:srcRect/>
          <a:stretch>
            <a:fillRect/>
          </a:stretch>
        </p:blipFill>
        <p:spPr bwMode="auto">
          <a:xfrm>
            <a:off x="1224546" y="4311111"/>
            <a:ext cx="12829275" cy="5563806"/>
          </a:xfrm>
          <a:prstGeom prst="rect">
            <a:avLst/>
          </a:prstGeom>
          <a:noFill/>
          <a:ln w="9525">
            <a:noFill/>
            <a:miter lim="800000"/>
            <a:headEnd/>
            <a:tailEnd/>
          </a:ln>
        </p:spPr>
      </p:pic>
      <p:sp>
        <p:nvSpPr>
          <p:cNvPr id="6" name="Text Box 7"/>
          <p:cNvSpPr txBox="1">
            <a:spLocks noChangeArrowheads="1"/>
          </p:cNvSpPr>
          <p:nvPr/>
        </p:nvSpPr>
        <p:spPr bwMode="auto">
          <a:xfrm>
            <a:off x="705167" y="397032"/>
            <a:ext cx="6880447" cy="764554"/>
          </a:xfrm>
          <a:prstGeom prst="rect">
            <a:avLst/>
          </a:prstGeom>
          <a:solidFill>
            <a:schemeClr val="bg1"/>
          </a:solidFill>
          <a:ln w="9525">
            <a:noFill/>
            <a:miter lim="800000"/>
            <a:headEnd/>
            <a:tailEnd/>
          </a:ln>
          <a:effectLst/>
        </p:spPr>
        <p:txBody>
          <a:bodyPr wrap="none" lIns="147561" tIns="73780" rIns="147561" bIns="73780">
            <a:spAutoFit/>
          </a:bodyPr>
          <a:lstStyle/>
          <a:p>
            <a:r>
              <a:rPr lang="en-US" sz="4000" b="1" dirty="0">
                <a:solidFill>
                  <a:srgbClr val="0000FF"/>
                </a:solidFill>
                <a:latin typeface="Cambria" panose="02040503050406030204" pitchFamily="18" charset="0"/>
                <a:ea typeface="Cambria" panose="02040503050406030204" pitchFamily="18" charset="0"/>
              </a:rPr>
              <a:t>The 7 bridges of </a:t>
            </a:r>
            <a:r>
              <a:rPr lang="en-US" sz="4000" b="1" dirty="0" err="1">
                <a:solidFill>
                  <a:srgbClr val="0000FF"/>
                </a:solidFill>
                <a:latin typeface="Cambria" panose="02040503050406030204" pitchFamily="18" charset="0"/>
                <a:ea typeface="Cambria" panose="02040503050406030204" pitchFamily="18" charset="0"/>
              </a:rPr>
              <a:t>Königsberg</a:t>
            </a:r>
            <a:endParaRPr lang="en-US" sz="4000" b="1" dirty="0">
              <a:solidFill>
                <a:srgbClr val="0000FF"/>
              </a:solidFill>
              <a:latin typeface="Cambria" panose="02040503050406030204" pitchFamily="18" charset="0"/>
              <a:ea typeface="Cambria" panose="02040503050406030204" pitchFamily="18" charset="0"/>
            </a:endParaRPr>
          </a:p>
        </p:txBody>
      </p:sp>
      <p:sp>
        <p:nvSpPr>
          <p:cNvPr id="7" name="TextBox 6"/>
          <p:cNvSpPr txBox="1"/>
          <p:nvPr/>
        </p:nvSpPr>
        <p:spPr>
          <a:xfrm>
            <a:off x="830661" y="1151409"/>
            <a:ext cx="5585009" cy="156966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4800" i="1" dirty="0"/>
              <a:t>A-5 Edges; B-3 Edges</a:t>
            </a:r>
          </a:p>
          <a:p>
            <a:r>
              <a:rPr lang="en-US" sz="4800" i="1" dirty="0"/>
              <a:t>C-3 Edges; D-3 Edges</a:t>
            </a:r>
          </a:p>
        </p:txBody>
      </p:sp>
      <p:sp>
        <p:nvSpPr>
          <p:cNvPr id="8" name="Date Placeholder 7"/>
          <p:cNvSpPr>
            <a:spLocks noGrp="1"/>
          </p:cNvSpPr>
          <p:nvPr>
            <p:ph type="dt" sz="half" idx="10"/>
          </p:nvPr>
        </p:nvSpPr>
        <p:spPr/>
        <p:txBody>
          <a:bodyPr/>
          <a:lstStyle/>
          <a:p>
            <a:fld id="{926C4D42-3CF6-4F0A-A01B-499B6453B19F}" type="datetime1">
              <a:rPr lang="en-US" smtClean="0"/>
              <a:pPr/>
              <a:t>8/5/2026</a:t>
            </a:fld>
            <a:endParaRPr lang="en-I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BFD4621E-D1C9-771E-F04A-6CFEF7469318}"/>
              </a:ext>
            </a:extLst>
          </p:cNvPr>
          <p:cNvPicPr>
            <a:picLocks noChangeAspect="1"/>
          </p:cNvPicPr>
          <p:nvPr/>
        </p:nvPicPr>
        <p:blipFill rotWithShape="1">
          <a:blip r:embed="rId2">
            <a:alphaModFix amt="60000"/>
          </a:blip>
          <a:srcRect r="-1" b="3428"/>
          <a:stretch/>
        </p:blipFill>
        <p:spPr>
          <a:xfrm>
            <a:off x="1042790" y="620946"/>
            <a:ext cx="12973911" cy="8667368"/>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2050" name="Picture 2"/>
          <p:cNvPicPr>
            <a:picLocks noGrp="1" noChangeAspect="1" noChangeArrowheads="1"/>
          </p:cNvPicPr>
          <p:nvPr>
            <p:ph idx="1"/>
          </p:nvPr>
        </p:nvPicPr>
        <p:blipFill>
          <a:blip r:embed="rId3" cstate="print"/>
          <a:srcRect/>
          <a:stretch>
            <a:fillRect/>
          </a:stretch>
        </p:blipFill>
        <p:spPr bwMode="auto">
          <a:xfrm>
            <a:off x="6933651" y="402189"/>
            <a:ext cx="7286603" cy="4089469"/>
          </a:xfrm>
          <a:prstGeom prst="rect">
            <a:avLst/>
          </a:prstGeom>
          <a:noFill/>
          <a:ln w="9525">
            <a:noFill/>
            <a:miter lim="800000"/>
            <a:headEnd/>
            <a:tailEnd/>
          </a:ln>
        </p:spPr>
      </p:pic>
      <p:pic>
        <p:nvPicPr>
          <p:cNvPr id="2051" name="Picture 3"/>
          <p:cNvPicPr>
            <a:picLocks noChangeAspect="1" noChangeArrowheads="1"/>
          </p:cNvPicPr>
          <p:nvPr/>
        </p:nvPicPr>
        <p:blipFill>
          <a:blip r:embed="rId4" cstate="print"/>
          <a:srcRect/>
          <a:stretch>
            <a:fillRect/>
          </a:stretch>
        </p:blipFill>
        <p:spPr bwMode="auto">
          <a:xfrm>
            <a:off x="1656659" y="4625217"/>
            <a:ext cx="12165749" cy="4881854"/>
          </a:xfrm>
          <a:prstGeom prst="rect">
            <a:avLst/>
          </a:prstGeom>
          <a:noFill/>
          <a:ln w="9525">
            <a:noFill/>
            <a:miter lim="800000"/>
            <a:headEnd/>
            <a:tailEnd/>
          </a:ln>
        </p:spPr>
      </p:pic>
      <p:sp>
        <p:nvSpPr>
          <p:cNvPr id="4" name="Smiley Face 3"/>
          <p:cNvSpPr/>
          <p:nvPr/>
        </p:nvSpPr>
        <p:spPr>
          <a:xfrm>
            <a:off x="10982483" y="2261796"/>
            <a:ext cx="697352" cy="581127"/>
          </a:xfrm>
          <a:prstGeom prst="smileyFac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7843"/>
          </a:p>
        </p:txBody>
      </p:sp>
      <p:sp>
        <p:nvSpPr>
          <p:cNvPr id="6" name="TextBox 5"/>
          <p:cNvSpPr txBox="1"/>
          <p:nvPr/>
        </p:nvSpPr>
        <p:spPr>
          <a:xfrm>
            <a:off x="1984542" y="548369"/>
            <a:ext cx="3486762" cy="2062103"/>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3200" i="1" dirty="0"/>
              <a:t>A-4 Edges; B-3 Edges</a:t>
            </a:r>
          </a:p>
          <a:p>
            <a:r>
              <a:rPr lang="en-US" sz="3200" i="1" dirty="0"/>
              <a:t>C-3 Edges; D-2 Edges</a:t>
            </a:r>
          </a:p>
        </p:txBody>
      </p:sp>
      <p:sp>
        <p:nvSpPr>
          <p:cNvPr id="7" name="Down Arrow 6"/>
          <p:cNvSpPr/>
          <p:nvPr/>
        </p:nvSpPr>
        <p:spPr>
          <a:xfrm>
            <a:off x="3662072" y="2776142"/>
            <a:ext cx="348676" cy="1046029"/>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43"/>
          </a:p>
        </p:txBody>
      </p:sp>
      <p:sp>
        <p:nvSpPr>
          <p:cNvPr id="8" name="TextBox 7"/>
          <p:cNvSpPr txBox="1"/>
          <p:nvPr/>
        </p:nvSpPr>
        <p:spPr>
          <a:xfrm>
            <a:off x="1916901" y="3888951"/>
            <a:ext cx="4166450" cy="646331"/>
          </a:xfrm>
          <a:prstGeom prst="rect">
            <a:avLst/>
          </a:prstGeom>
          <a:solidFill>
            <a:schemeClr val="bg1"/>
          </a:solidFill>
        </p:spPr>
        <p:txBody>
          <a:bodyPr wrap="square" rtlCol="0">
            <a:spAutoFit/>
          </a:bodyPr>
          <a:lstStyle/>
          <a:p>
            <a:r>
              <a:rPr lang="en-US" sz="3600" b="1" dirty="0">
                <a:solidFill>
                  <a:srgbClr val="FF0000"/>
                </a:solidFill>
                <a:latin typeface="Cambria" panose="02040503050406030204" pitchFamily="18" charset="0"/>
                <a:ea typeface="Cambria" panose="02040503050406030204" pitchFamily="18" charset="0"/>
              </a:rPr>
              <a:t>Guideline No:2</a:t>
            </a:r>
          </a:p>
        </p:txBody>
      </p:sp>
      <p:sp>
        <p:nvSpPr>
          <p:cNvPr id="9" name="Date Placeholder 8"/>
          <p:cNvSpPr>
            <a:spLocks noGrp="1"/>
          </p:cNvSpPr>
          <p:nvPr>
            <p:ph type="dt" sz="half" idx="10"/>
          </p:nvPr>
        </p:nvSpPr>
        <p:spPr/>
        <p:txBody>
          <a:bodyPr/>
          <a:lstStyle/>
          <a:p>
            <a:fld id="{7DAB40E4-65CC-4451-A991-D72CE49E280C}" type="datetime1">
              <a:rPr lang="en-US" smtClean="0"/>
              <a:pPr/>
              <a:t>8/5/2026</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3000"/>
                                        <p:tgtEl>
                                          <p:spTgt spid="4"/>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heckerboard(across)">
                                      <p:cBhvr>
                                        <p:cTn id="10" dur="3000"/>
                                        <p:tgtEl>
                                          <p:spTgt spid="8"/>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heckerboard(across)">
                                      <p:cBhvr>
                                        <p:cTn id="13" dur="3000"/>
                                        <p:tgtEl>
                                          <p:spTgt spid="6"/>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checkerboard(across)">
                                      <p:cBhvr>
                                        <p:cTn id="16" dur="3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BFD4621E-D1C9-771E-F04A-6CFEF7469318}"/>
              </a:ext>
            </a:extLst>
          </p:cNvPr>
          <p:cNvPicPr>
            <a:picLocks noChangeAspect="1"/>
          </p:cNvPicPr>
          <p:nvPr/>
        </p:nvPicPr>
        <p:blipFill rotWithShape="1">
          <a:blip r:embed="rId2">
            <a:alphaModFix amt="60000"/>
          </a:blip>
          <a:srcRect r="-1" b="3428"/>
          <a:stretch/>
        </p:blipFill>
        <p:spPr>
          <a:xfrm>
            <a:off x="1042790" y="620946"/>
            <a:ext cx="12973911" cy="8667368"/>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9" name="Date Placeholder 8"/>
          <p:cNvSpPr>
            <a:spLocks noGrp="1"/>
          </p:cNvSpPr>
          <p:nvPr>
            <p:ph type="dt" sz="half" idx="10"/>
          </p:nvPr>
        </p:nvSpPr>
        <p:spPr/>
        <p:txBody>
          <a:bodyPr/>
          <a:lstStyle/>
          <a:p>
            <a:fld id="{7DAB40E4-65CC-4451-A991-D72CE49E280C}" type="datetime1">
              <a:rPr lang="en-US" smtClean="0"/>
              <a:pPr/>
              <a:t>8/5/2026</a:t>
            </a:fld>
            <a:endParaRPr lang="en-IN"/>
          </a:p>
        </p:txBody>
      </p:sp>
      <p:pic>
        <p:nvPicPr>
          <p:cNvPr id="11" name="Picture 10">
            <a:extLst>
              <a:ext uri="{FF2B5EF4-FFF2-40B4-BE49-F238E27FC236}">
                <a16:creationId xmlns:a16="http://schemas.microsoft.com/office/drawing/2014/main" id="{DE32D72A-6ADE-DDE6-7227-0920650DFB89}"/>
              </a:ext>
            </a:extLst>
          </p:cNvPr>
          <p:cNvPicPr>
            <a:picLocks noChangeAspect="1"/>
          </p:cNvPicPr>
          <p:nvPr/>
        </p:nvPicPr>
        <p:blipFill>
          <a:blip r:embed="rId3"/>
          <a:srcRect b="21265"/>
          <a:stretch>
            <a:fillRect/>
          </a:stretch>
        </p:blipFill>
        <p:spPr>
          <a:xfrm>
            <a:off x="2347883" y="2267534"/>
            <a:ext cx="10363724" cy="4932548"/>
          </a:xfrm>
          <a:prstGeom prst="rect">
            <a:avLst/>
          </a:prstGeom>
        </p:spPr>
      </p:pic>
      <p:sp>
        <p:nvSpPr>
          <p:cNvPr id="4" name="TextBox 3">
            <a:extLst>
              <a:ext uri="{FF2B5EF4-FFF2-40B4-BE49-F238E27FC236}">
                <a16:creationId xmlns:a16="http://schemas.microsoft.com/office/drawing/2014/main" id="{28EBAA57-4386-7991-EE09-656E09B2E7B7}"/>
              </a:ext>
            </a:extLst>
          </p:cNvPr>
          <p:cNvSpPr txBox="1"/>
          <p:nvPr/>
        </p:nvSpPr>
        <p:spPr>
          <a:xfrm>
            <a:off x="7888832" y="3383657"/>
            <a:ext cx="1002830" cy="707886"/>
          </a:xfrm>
          <a:prstGeom prst="rect">
            <a:avLst/>
          </a:prstGeom>
          <a:solidFill>
            <a:schemeClr val="bg1"/>
          </a:solidFill>
        </p:spPr>
        <p:txBody>
          <a:bodyPr wrap="square">
            <a:spAutoFit/>
          </a:bodyPr>
          <a:lstStyle/>
          <a:p>
            <a:r>
              <a:rPr lang="en-US" sz="4000" dirty="0"/>
              <a:t>trail</a:t>
            </a:r>
            <a:endParaRPr lang="en-IN" sz="4000" dirty="0"/>
          </a:p>
        </p:txBody>
      </p:sp>
      <p:sp>
        <p:nvSpPr>
          <p:cNvPr id="5" name="Rectangle 4">
            <a:extLst>
              <a:ext uri="{FF2B5EF4-FFF2-40B4-BE49-F238E27FC236}">
                <a16:creationId xmlns:a16="http://schemas.microsoft.com/office/drawing/2014/main" id="{A12C4F30-FBE9-402B-20B7-83A850888E7A}"/>
              </a:ext>
            </a:extLst>
          </p:cNvPr>
          <p:cNvSpPr/>
          <p:nvPr/>
        </p:nvSpPr>
        <p:spPr>
          <a:xfrm>
            <a:off x="1420866" y="8073240"/>
            <a:ext cx="12313367" cy="584775"/>
          </a:xfrm>
          <a:prstGeom prst="rect">
            <a:avLst/>
          </a:prstGeom>
          <a:solidFill>
            <a:schemeClr val="bg1"/>
          </a:solidFill>
        </p:spPr>
        <p:txBody>
          <a:bodyPr wrap="square">
            <a:spAutoFit/>
          </a:bodyPr>
          <a:lstStyle/>
          <a:p>
            <a:pPr algn="ctr"/>
            <a:r>
              <a:rPr lang="en-US" sz="3200" b="1" dirty="0">
                <a:solidFill>
                  <a:srgbClr val="0000FF"/>
                </a:solidFill>
                <a:latin typeface="Cambria" panose="02040503050406030204" pitchFamily="18" charset="0"/>
                <a:ea typeface="Cambria" panose="02040503050406030204" pitchFamily="18" charset="0"/>
              </a:rPr>
              <a:t>How to find  Eulerian trail or circuit?</a:t>
            </a:r>
            <a:endParaRPr lang="en-US" sz="3200" dirty="0">
              <a:solidFill>
                <a:srgbClr val="0000FF"/>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316730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BFD4621E-D1C9-771E-F04A-6CFEF7469318}"/>
              </a:ext>
            </a:extLst>
          </p:cNvPr>
          <p:cNvPicPr>
            <a:picLocks noChangeAspect="1"/>
          </p:cNvPicPr>
          <p:nvPr/>
        </p:nvPicPr>
        <p:blipFill rotWithShape="1">
          <a:blip r:embed="rId2">
            <a:alphaModFix amt="60000"/>
          </a:blip>
          <a:srcRect r="-1" b="3428"/>
          <a:stretch/>
        </p:blipFill>
        <p:spPr>
          <a:xfrm>
            <a:off x="1042790" y="620946"/>
            <a:ext cx="12973911" cy="8667368"/>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9" name="Date Placeholder 8"/>
          <p:cNvSpPr>
            <a:spLocks noGrp="1"/>
          </p:cNvSpPr>
          <p:nvPr>
            <p:ph type="dt" sz="half" idx="10"/>
          </p:nvPr>
        </p:nvSpPr>
        <p:spPr/>
        <p:txBody>
          <a:bodyPr/>
          <a:lstStyle/>
          <a:p>
            <a:fld id="{7DAB40E4-65CC-4451-A991-D72CE49E280C}" type="datetime1">
              <a:rPr lang="en-US" smtClean="0"/>
              <a:pPr/>
              <a:t>8/5/2026</a:t>
            </a:fld>
            <a:endParaRPr lang="en-IN"/>
          </a:p>
        </p:txBody>
      </p:sp>
      <p:pic>
        <p:nvPicPr>
          <p:cNvPr id="4" name="Picture 3">
            <a:extLst>
              <a:ext uri="{FF2B5EF4-FFF2-40B4-BE49-F238E27FC236}">
                <a16:creationId xmlns:a16="http://schemas.microsoft.com/office/drawing/2014/main" id="{4087B5F4-86F7-232F-B834-98A27CA63011}"/>
              </a:ext>
            </a:extLst>
          </p:cNvPr>
          <p:cNvPicPr>
            <a:picLocks noChangeAspect="1"/>
          </p:cNvPicPr>
          <p:nvPr/>
        </p:nvPicPr>
        <p:blipFill>
          <a:blip r:embed="rId3"/>
          <a:stretch>
            <a:fillRect/>
          </a:stretch>
        </p:blipFill>
        <p:spPr>
          <a:xfrm>
            <a:off x="1765114" y="1727472"/>
            <a:ext cx="11303011" cy="7320901"/>
          </a:xfrm>
          <a:prstGeom prst="rect">
            <a:avLst/>
          </a:prstGeom>
        </p:spPr>
      </p:pic>
      <p:sp>
        <p:nvSpPr>
          <p:cNvPr id="5" name="Rectangle 4">
            <a:extLst>
              <a:ext uri="{FF2B5EF4-FFF2-40B4-BE49-F238E27FC236}">
                <a16:creationId xmlns:a16="http://schemas.microsoft.com/office/drawing/2014/main" id="{4D878AE5-463A-4E03-3BF8-E4D0FB43A7E1}"/>
              </a:ext>
            </a:extLst>
          </p:cNvPr>
          <p:cNvSpPr/>
          <p:nvPr/>
        </p:nvSpPr>
        <p:spPr>
          <a:xfrm>
            <a:off x="1346158" y="405260"/>
            <a:ext cx="12313367" cy="769441"/>
          </a:xfrm>
          <a:prstGeom prst="rect">
            <a:avLst/>
          </a:prstGeom>
          <a:solidFill>
            <a:schemeClr val="bg1"/>
          </a:solidFill>
        </p:spPr>
        <p:txBody>
          <a:bodyPr wrap="square">
            <a:spAutoFit/>
          </a:bodyPr>
          <a:lstStyle/>
          <a:p>
            <a:pPr algn="ctr"/>
            <a:r>
              <a:rPr lang="en-US" sz="4400" b="1" dirty="0">
                <a:solidFill>
                  <a:srgbClr val="0000FF"/>
                </a:solidFill>
                <a:latin typeface="Cambria" panose="02040503050406030204" pitchFamily="18" charset="0"/>
                <a:ea typeface="Cambria" panose="02040503050406030204" pitchFamily="18" charset="0"/>
              </a:rPr>
              <a:t>How to find  Eulerian trail</a:t>
            </a:r>
            <a:endParaRPr lang="en-US" sz="4400" dirty="0">
              <a:solidFill>
                <a:srgbClr val="0000FF"/>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40061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BFD4621E-D1C9-771E-F04A-6CFEF7469318}"/>
              </a:ext>
            </a:extLst>
          </p:cNvPr>
          <p:cNvPicPr>
            <a:picLocks noChangeAspect="1"/>
          </p:cNvPicPr>
          <p:nvPr/>
        </p:nvPicPr>
        <p:blipFill rotWithShape="1">
          <a:blip r:embed="rId2">
            <a:alphaModFix amt="60000"/>
          </a:blip>
          <a:srcRect r="-1" b="3428"/>
          <a:stretch/>
        </p:blipFill>
        <p:spPr>
          <a:xfrm>
            <a:off x="1042790" y="620946"/>
            <a:ext cx="12973911" cy="8667368"/>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9" name="Date Placeholder 8"/>
          <p:cNvSpPr>
            <a:spLocks noGrp="1"/>
          </p:cNvSpPr>
          <p:nvPr>
            <p:ph type="dt" sz="half" idx="10"/>
          </p:nvPr>
        </p:nvSpPr>
        <p:spPr/>
        <p:txBody>
          <a:bodyPr/>
          <a:lstStyle/>
          <a:p>
            <a:fld id="{7DAB40E4-65CC-4451-A991-D72CE49E280C}" type="datetime1">
              <a:rPr lang="en-US" smtClean="0"/>
              <a:pPr/>
              <a:t>8/5/2026</a:t>
            </a:fld>
            <a:endParaRPr lang="en-IN"/>
          </a:p>
        </p:txBody>
      </p:sp>
      <p:sp>
        <p:nvSpPr>
          <p:cNvPr id="5" name="Rectangle 4">
            <a:extLst>
              <a:ext uri="{FF2B5EF4-FFF2-40B4-BE49-F238E27FC236}">
                <a16:creationId xmlns:a16="http://schemas.microsoft.com/office/drawing/2014/main" id="{4D878AE5-463A-4E03-3BF8-E4D0FB43A7E1}"/>
              </a:ext>
            </a:extLst>
          </p:cNvPr>
          <p:cNvSpPr/>
          <p:nvPr/>
        </p:nvSpPr>
        <p:spPr>
          <a:xfrm>
            <a:off x="1346158" y="405260"/>
            <a:ext cx="12313367" cy="769441"/>
          </a:xfrm>
          <a:prstGeom prst="rect">
            <a:avLst/>
          </a:prstGeom>
          <a:solidFill>
            <a:schemeClr val="bg1"/>
          </a:solidFill>
        </p:spPr>
        <p:txBody>
          <a:bodyPr wrap="square">
            <a:spAutoFit/>
          </a:bodyPr>
          <a:lstStyle/>
          <a:p>
            <a:pPr algn="ctr"/>
            <a:r>
              <a:rPr lang="en-US" sz="4400" b="1" dirty="0">
                <a:solidFill>
                  <a:srgbClr val="0000FF"/>
                </a:solidFill>
                <a:latin typeface="Cambria" panose="02040503050406030204" pitchFamily="18" charset="0"/>
                <a:ea typeface="Cambria" panose="02040503050406030204" pitchFamily="18" charset="0"/>
              </a:rPr>
              <a:t>How to find  Eulerian trail</a:t>
            </a:r>
            <a:endParaRPr lang="en-US" sz="4400" dirty="0">
              <a:solidFill>
                <a:srgbClr val="0000FF"/>
              </a:solidFill>
              <a:latin typeface="Cambria" panose="02040503050406030204" pitchFamily="18" charset="0"/>
              <a:ea typeface="Cambria" panose="02040503050406030204" pitchFamily="18" charset="0"/>
            </a:endParaRPr>
          </a:p>
        </p:txBody>
      </p:sp>
      <p:grpSp>
        <p:nvGrpSpPr>
          <p:cNvPr id="7" name="Group 6">
            <a:extLst>
              <a:ext uri="{FF2B5EF4-FFF2-40B4-BE49-F238E27FC236}">
                <a16:creationId xmlns:a16="http://schemas.microsoft.com/office/drawing/2014/main" id="{D69E5D31-E174-223E-55E2-E94E3710656D}"/>
              </a:ext>
            </a:extLst>
          </p:cNvPr>
          <p:cNvGrpSpPr/>
          <p:nvPr/>
        </p:nvGrpSpPr>
        <p:grpSpPr>
          <a:xfrm>
            <a:off x="2914998" y="1991840"/>
            <a:ext cx="10252167" cy="6816081"/>
            <a:chOff x="2914998" y="1991840"/>
            <a:chExt cx="10252167" cy="6816081"/>
          </a:xfrm>
        </p:grpSpPr>
        <p:pic>
          <p:nvPicPr>
            <p:cNvPr id="4" name="Picture 3">
              <a:extLst>
                <a:ext uri="{FF2B5EF4-FFF2-40B4-BE49-F238E27FC236}">
                  <a16:creationId xmlns:a16="http://schemas.microsoft.com/office/drawing/2014/main" id="{32AC8C0B-6F41-A01B-2734-12E903FC5BD2}"/>
                </a:ext>
              </a:extLst>
            </p:cNvPr>
            <p:cNvPicPr>
              <a:picLocks noChangeAspect="1"/>
            </p:cNvPicPr>
            <p:nvPr/>
          </p:nvPicPr>
          <p:blipFill>
            <a:blip r:embed="rId3"/>
            <a:stretch>
              <a:fillRect/>
            </a:stretch>
          </p:blipFill>
          <p:spPr>
            <a:xfrm>
              <a:off x="2914998" y="1991840"/>
              <a:ext cx="10252167" cy="6816081"/>
            </a:xfrm>
            <a:prstGeom prst="rect">
              <a:avLst/>
            </a:prstGeom>
          </p:spPr>
        </p:pic>
        <p:sp>
          <p:nvSpPr>
            <p:cNvPr id="6" name="TextBox 5">
              <a:extLst>
                <a:ext uri="{FF2B5EF4-FFF2-40B4-BE49-F238E27FC236}">
                  <a16:creationId xmlns:a16="http://schemas.microsoft.com/office/drawing/2014/main" id="{A0AEC3C0-1B9B-ED84-52AA-C1947BFF6776}"/>
                </a:ext>
              </a:extLst>
            </p:cNvPr>
            <p:cNvSpPr txBox="1"/>
            <p:nvPr/>
          </p:nvSpPr>
          <p:spPr>
            <a:xfrm>
              <a:off x="6155358" y="2159521"/>
              <a:ext cx="864096" cy="584775"/>
            </a:xfrm>
            <a:prstGeom prst="rect">
              <a:avLst/>
            </a:prstGeom>
            <a:solidFill>
              <a:schemeClr val="bg1"/>
            </a:solidFill>
          </p:spPr>
          <p:txBody>
            <a:bodyPr wrap="square">
              <a:spAutoFit/>
            </a:bodyPr>
            <a:lstStyle/>
            <a:p>
              <a:r>
                <a:rPr lang="en-US" sz="3200" dirty="0"/>
                <a:t>trail</a:t>
              </a:r>
              <a:endParaRPr lang="en-IN" sz="3200" dirty="0"/>
            </a:p>
          </p:txBody>
        </p:sp>
      </p:grpSp>
    </p:spTree>
    <p:extLst>
      <p:ext uri="{BB962C8B-B14F-4D97-AF65-F5344CB8AC3E}">
        <p14:creationId xmlns:p14="http://schemas.microsoft.com/office/powerpoint/2010/main" val="18187364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17191-1253-3394-AE17-525706CD34F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EE3AC01-725A-1698-4612-1150E4BAB9E9}"/>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EBD4298D-E58C-E34F-1446-F78C24E64B05}"/>
              </a:ext>
            </a:extLst>
          </p:cNvPr>
          <p:cNvSpPr>
            <a:spLocks noGrp="1"/>
          </p:cNvSpPr>
          <p:nvPr>
            <p:ph type="dt" sz="half" idx="10"/>
          </p:nvPr>
        </p:nvSpPr>
        <p:spPr/>
        <p:txBody>
          <a:bodyPr/>
          <a:lstStyle/>
          <a:p>
            <a:fld id="{B27A9E18-5371-4FC2-8521-7ECB04290999}" type="datetime1">
              <a:rPr lang="en-US" smtClean="0"/>
              <a:pPr/>
              <a:t>8/5/2026</a:t>
            </a:fld>
            <a:endParaRPr lang="en-IN"/>
          </a:p>
        </p:txBody>
      </p:sp>
      <p:pic>
        <p:nvPicPr>
          <p:cNvPr id="5" name="Picture 4">
            <a:extLst>
              <a:ext uri="{FF2B5EF4-FFF2-40B4-BE49-F238E27FC236}">
                <a16:creationId xmlns:a16="http://schemas.microsoft.com/office/drawing/2014/main" id="{633DA443-923B-59B0-6F91-9C76EB027279}"/>
              </a:ext>
            </a:extLst>
          </p:cNvPr>
          <p:cNvPicPr>
            <a:picLocks noChangeAspect="1"/>
          </p:cNvPicPr>
          <p:nvPr/>
        </p:nvPicPr>
        <p:blipFill>
          <a:blip r:embed="rId2"/>
          <a:stretch>
            <a:fillRect/>
          </a:stretch>
        </p:blipFill>
        <p:spPr>
          <a:xfrm>
            <a:off x="1762870" y="1619461"/>
            <a:ext cx="12161952" cy="7560840"/>
          </a:xfrm>
          <a:prstGeom prst="rect">
            <a:avLst/>
          </a:prstGeom>
        </p:spPr>
      </p:pic>
      <p:sp>
        <p:nvSpPr>
          <p:cNvPr id="6" name="Sun 5">
            <a:extLst>
              <a:ext uri="{FF2B5EF4-FFF2-40B4-BE49-F238E27FC236}">
                <a16:creationId xmlns:a16="http://schemas.microsoft.com/office/drawing/2014/main" id="{DB574915-506A-6E10-4E3A-AC9D331A9AEC}"/>
              </a:ext>
            </a:extLst>
          </p:cNvPr>
          <p:cNvSpPr/>
          <p:nvPr/>
        </p:nvSpPr>
        <p:spPr>
          <a:xfrm>
            <a:off x="13644964" y="10009781"/>
            <a:ext cx="752147" cy="581065"/>
          </a:xfrm>
          <a:prstGeom prst="su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192211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6FD623-A806-C424-AACE-8814C4942B77}"/>
              </a:ext>
            </a:extLst>
          </p:cNvPr>
          <p:cNvPicPr>
            <a:picLocks noChangeAspect="1"/>
          </p:cNvPicPr>
          <p:nvPr/>
        </p:nvPicPr>
        <p:blipFill>
          <a:blip r:embed="rId2"/>
          <a:stretch>
            <a:fillRect/>
          </a:stretch>
        </p:blipFill>
        <p:spPr>
          <a:xfrm>
            <a:off x="1079741" y="2926699"/>
            <a:ext cx="13201094" cy="4047536"/>
          </a:xfrm>
          <a:prstGeom prst="rect">
            <a:avLst/>
          </a:prstGeom>
          <a:ln>
            <a:noFill/>
          </a:ln>
        </p:spPr>
      </p:pic>
      <p:sp>
        <p:nvSpPr>
          <p:cNvPr id="7" name="TextBox 6">
            <a:extLst>
              <a:ext uri="{FF2B5EF4-FFF2-40B4-BE49-F238E27FC236}">
                <a16:creationId xmlns:a16="http://schemas.microsoft.com/office/drawing/2014/main" id="{6A597339-04D6-12DA-4BA4-4B3C184A7918}"/>
              </a:ext>
            </a:extLst>
          </p:cNvPr>
          <p:cNvSpPr txBox="1"/>
          <p:nvPr/>
        </p:nvSpPr>
        <p:spPr>
          <a:xfrm>
            <a:off x="1919378" y="7197940"/>
            <a:ext cx="12021176" cy="986424"/>
          </a:xfrm>
          <a:prstGeom prst="rect">
            <a:avLst/>
          </a:prstGeom>
          <a:noFill/>
        </p:spPr>
        <p:txBody>
          <a:bodyPr wrap="square">
            <a:spAutoFit/>
          </a:bodyPr>
          <a:lstStyle/>
          <a:p>
            <a:r>
              <a:rPr lang="en-US" sz="2905" b="1" dirty="0">
                <a:solidFill>
                  <a:srgbClr val="0000FF"/>
                </a:solidFill>
                <a:latin typeface="Cambria" panose="02040503050406030204" pitchFamily="18" charset="0"/>
                <a:ea typeface="Cambria" panose="02040503050406030204" pitchFamily="18" charset="0"/>
              </a:rPr>
              <a:t>Query</a:t>
            </a:r>
            <a:r>
              <a:rPr lang="en-US" sz="2905" dirty="0">
                <a:latin typeface="Cambria" panose="02040503050406030204" pitchFamily="18" charset="0"/>
                <a:ea typeface="Cambria" panose="02040503050406030204" pitchFamily="18" charset="0"/>
              </a:rPr>
              <a:t>: It doesn’t matter which bridge you start at, or which direction you go in, the walk will bring you back to where you started.</a:t>
            </a:r>
            <a:endParaRPr lang="en-IN" sz="2905" dirty="0"/>
          </a:p>
        </p:txBody>
      </p:sp>
      <p:pic>
        <p:nvPicPr>
          <p:cNvPr id="9" name="Picture 8">
            <a:extLst>
              <a:ext uri="{FF2B5EF4-FFF2-40B4-BE49-F238E27FC236}">
                <a16:creationId xmlns:a16="http://schemas.microsoft.com/office/drawing/2014/main" id="{8CF4F036-9587-21D3-942F-FA7CC91E95A9}"/>
              </a:ext>
            </a:extLst>
          </p:cNvPr>
          <p:cNvPicPr>
            <a:picLocks noChangeAspect="1"/>
          </p:cNvPicPr>
          <p:nvPr/>
        </p:nvPicPr>
        <p:blipFill>
          <a:blip r:embed="rId3">
            <a:duotone>
              <a:schemeClr val="accent1">
                <a:shade val="45000"/>
                <a:satMod val="135000"/>
              </a:schemeClr>
              <a:prstClr val="white"/>
            </a:duotone>
          </a:blip>
          <a:stretch>
            <a:fillRect/>
          </a:stretch>
        </p:blipFill>
        <p:spPr>
          <a:xfrm>
            <a:off x="818435" y="8507964"/>
            <a:ext cx="13462401" cy="69683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596816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A9C6B-898E-8A39-11A1-48A05B82E43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F247AF8-082A-6EF3-9270-783A64476D6C}"/>
              </a:ext>
            </a:extLst>
          </p:cNvPr>
          <p:cNvPicPr>
            <a:picLocks noChangeAspect="1"/>
          </p:cNvPicPr>
          <p:nvPr/>
        </p:nvPicPr>
        <p:blipFill>
          <a:blip r:embed="rId2"/>
          <a:stretch>
            <a:fillRect/>
          </a:stretch>
        </p:blipFill>
        <p:spPr>
          <a:xfrm>
            <a:off x="1119030" y="1409027"/>
            <a:ext cx="12523998" cy="8141819"/>
          </a:xfrm>
          <a:prstGeom prst="rect">
            <a:avLst/>
          </a:prstGeom>
        </p:spPr>
      </p:pic>
    </p:spTree>
    <p:extLst>
      <p:ext uri="{BB962C8B-B14F-4D97-AF65-F5344CB8AC3E}">
        <p14:creationId xmlns:p14="http://schemas.microsoft.com/office/powerpoint/2010/main" val="27747459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73B9A92-3FBE-AFC7-4ECA-272CDAAC9966}"/>
              </a:ext>
            </a:extLst>
          </p:cNvPr>
          <p:cNvSpPr txBox="1"/>
          <p:nvPr/>
        </p:nvSpPr>
        <p:spPr>
          <a:xfrm>
            <a:off x="702471" y="1618370"/>
            <a:ext cx="12804131" cy="5681171"/>
          </a:xfrm>
          <a:prstGeom prst="rect">
            <a:avLst/>
          </a:prstGeom>
          <a:noFill/>
        </p:spPr>
        <p:txBody>
          <a:bodyPr wrap="square">
            <a:spAutoFit/>
          </a:bodyPr>
          <a:lstStyle/>
          <a:p>
            <a:pPr algn="ctr" defTabSz="553441" fontAlgn="base"/>
            <a:r>
              <a:rPr lang="en-US" sz="3389" b="1" dirty="0">
                <a:solidFill>
                  <a:srgbClr val="0000FF"/>
                </a:solidFill>
                <a:latin typeface="Cambria" panose="02040503050406030204" pitchFamily="18" charset="0"/>
                <a:ea typeface="Cambria" panose="02040503050406030204" pitchFamily="18" charset="0"/>
              </a:rPr>
              <a:t>45 bridges, 45km, 1,000 years of history</a:t>
            </a:r>
          </a:p>
          <a:p>
            <a:pPr algn="ctr" defTabSz="553441" fontAlgn="base"/>
            <a:endParaRPr lang="en-US" sz="3389" b="1" dirty="0">
              <a:solidFill>
                <a:srgbClr val="0000FF"/>
              </a:solidFill>
              <a:latin typeface="Cambria" panose="02040503050406030204" pitchFamily="18" charset="0"/>
              <a:ea typeface="Cambria" panose="02040503050406030204" pitchFamily="18" charset="0"/>
            </a:endParaRPr>
          </a:p>
          <a:p>
            <a:pPr algn="ctr" defTabSz="553441" fontAlgn="base"/>
            <a:endParaRPr lang="en-US" sz="3389" b="1" dirty="0">
              <a:solidFill>
                <a:srgbClr val="0000FF"/>
              </a:solidFill>
              <a:latin typeface="Cambria" panose="02040503050406030204" pitchFamily="18" charset="0"/>
              <a:ea typeface="Cambria" panose="02040503050406030204" pitchFamily="18" charset="0"/>
            </a:endParaRPr>
          </a:p>
          <a:p>
            <a:pPr defTabSz="553441" fontAlgn="base"/>
            <a:r>
              <a:rPr lang="en-US" sz="2179" dirty="0">
                <a:solidFill>
                  <a:srgbClr val="000000"/>
                </a:solidFill>
                <a:latin typeface="Cambria" panose="02040503050406030204" pitchFamily="18" charset="0"/>
                <a:ea typeface="Cambria" panose="02040503050406030204" pitchFamily="18" charset="0"/>
              </a:rPr>
              <a:t>Bristol has 45 bridges that span the main waterways of the city which can be crossed on foot. Is it possible to walk across all of them without crossing the same bridge twice? This is the question posed by the 300-year-old ‘Konigsberg Bridge’ problem in mathematics, so-called because it was first asked in the city of Konigsberg around the year 1700. </a:t>
            </a:r>
            <a:r>
              <a:rPr lang="en-US" sz="2179" b="1" dirty="0">
                <a:solidFill>
                  <a:srgbClr val="0000FF"/>
                </a:solidFill>
                <a:latin typeface="Cambria" panose="02040503050406030204" pitchFamily="18" charset="0"/>
                <a:ea typeface="Cambria" panose="02040503050406030204" pitchFamily="18" charset="0"/>
              </a:rPr>
              <a:t>Such a walk is not always possible but for Bristol the answer is, currently, yes! </a:t>
            </a:r>
          </a:p>
          <a:p>
            <a:pPr defTabSz="553441" fontAlgn="base"/>
            <a:r>
              <a:rPr lang="en-US" sz="2179" dirty="0">
                <a:solidFill>
                  <a:srgbClr val="000000"/>
                </a:solidFill>
                <a:latin typeface="Cambria" panose="02040503050406030204" pitchFamily="18" charset="0"/>
                <a:ea typeface="Cambria" panose="02040503050406030204" pitchFamily="18" charset="0"/>
              </a:rPr>
              <a:t>A route for Bristol’s walkable bridges was first devised in </a:t>
            </a:r>
            <a:r>
              <a:rPr lang="en-US" sz="2179" dirty="0">
                <a:solidFill>
                  <a:srgbClr val="0000FF"/>
                </a:solidFill>
                <a:latin typeface="Cambria" panose="02040503050406030204" pitchFamily="18" charset="0"/>
                <a:ea typeface="Cambria" panose="02040503050406030204" pitchFamily="18" charset="0"/>
              </a:rPr>
              <a:t>2013 by Dr </a:t>
            </a:r>
            <a:r>
              <a:rPr lang="en-US" sz="2179" dirty="0" err="1">
                <a:solidFill>
                  <a:srgbClr val="0000FF"/>
                </a:solidFill>
                <a:latin typeface="Cambria" panose="02040503050406030204" pitchFamily="18" charset="0"/>
                <a:ea typeface="Cambria" panose="02040503050406030204" pitchFamily="18" charset="0"/>
              </a:rPr>
              <a:t>Thilo</a:t>
            </a:r>
            <a:r>
              <a:rPr lang="en-US" sz="2179" dirty="0">
                <a:solidFill>
                  <a:srgbClr val="0000FF"/>
                </a:solidFill>
                <a:latin typeface="Cambria" panose="02040503050406030204" pitchFamily="18" charset="0"/>
                <a:ea typeface="Cambria" panose="02040503050406030204" pitchFamily="18" charset="0"/>
              </a:rPr>
              <a:t> Gross, a former Reader in the Department of Engineering Mathematics of Bristol University</a:t>
            </a:r>
            <a:r>
              <a:rPr lang="en-US" sz="2179" dirty="0">
                <a:solidFill>
                  <a:srgbClr val="000000"/>
                </a:solidFill>
                <a:latin typeface="Cambria" panose="02040503050406030204" pitchFamily="18" charset="0"/>
                <a:ea typeface="Cambria" panose="02040503050406030204" pitchFamily="18" charset="0"/>
              </a:rPr>
              <a:t>. </a:t>
            </a:r>
          </a:p>
          <a:p>
            <a:pPr defTabSz="553441" fontAlgn="base"/>
            <a:endParaRPr lang="en-US" sz="2179" dirty="0">
              <a:solidFill>
                <a:srgbClr val="000000"/>
              </a:solidFill>
              <a:latin typeface="Cambria" panose="02040503050406030204" pitchFamily="18" charset="0"/>
              <a:ea typeface="Cambria" panose="02040503050406030204" pitchFamily="18" charset="0"/>
            </a:endParaRPr>
          </a:p>
          <a:p>
            <a:pPr defTabSz="553441" fontAlgn="base"/>
            <a:r>
              <a:rPr lang="en-US" sz="2179" dirty="0">
                <a:solidFill>
                  <a:srgbClr val="000000"/>
                </a:solidFill>
                <a:latin typeface="Cambria" panose="02040503050406030204" pitchFamily="18" charset="0"/>
                <a:ea typeface="Cambria" panose="02040503050406030204" pitchFamily="18" charset="0"/>
              </a:rPr>
              <a:t>It was published in the Bristol Post in February 2013 and then later that year in the Civic Society’s Better Bristol magazine in an article written by longstanding Society member Jeff Lucas.</a:t>
            </a:r>
          </a:p>
          <a:p>
            <a:pPr defTabSz="553441" fontAlgn="base"/>
            <a:endParaRPr lang="en-US" sz="2179" dirty="0">
              <a:solidFill>
                <a:srgbClr val="000000"/>
              </a:solidFill>
              <a:latin typeface="Cambria" panose="02040503050406030204" pitchFamily="18" charset="0"/>
              <a:ea typeface="Cambria" panose="02040503050406030204" pitchFamily="18" charset="0"/>
            </a:endParaRPr>
          </a:p>
          <a:p>
            <a:pPr defTabSz="553441" fontAlgn="base"/>
            <a:r>
              <a:rPr lang="en-US" sz="2179" dirty="0">
                <a:solidFill>
                  <a:srgbClr val="000000"/>
                </a:solidFill>
                <a:latin typeface="Cambria" panose="02040503050406030204" pitchFamily="18" charset="0"/>
                <a:ea typeface="Cambria" panose="02040503050406030204" pitchFamily="18" charset="0"/>
              </a:rPr>
              <a:t>https://www.bristolcivicsociety.org.uk/explore-bristol/bristol-bridges-walk/</a:t>
            </a:r>
          </a:p>
        </p:txBody>
      </p:sp>
      <p:sp>
        <p:nvSpPr>
          <p:cNvPr id="7" name="TextBox 6">
            <a:extLst>
              <a:ext uri="{FF2B5EF4-FFF2-40B4-BE49-F238E27FC236}">
                <a16:creationId xmlns:a16="http://schemas.microsoft.com/office/drawing/2014/main" id="{426A3D22-A83E-6DE0-E6B5-DBADA57E3889}"/>
              </a:ext>
            </a:extLst>
          </p:cNvPr>
          <p:cNvSpPr txBox="1"/>
          <p:nvPr/>
        </p:nvSpPr>
        <p:spPr>
          <a:xfrm>
            <a:off x="4744341" y="8039437"/>
            <a:ext cx="5739507" cy="464871"/>
          </a:xfrm>
          <a:prstGeom prst="rect">
            <a:avLst/>
          </a:prstGeom>
          <a:noFill/>
        </p:spPr>
        <p:txBody>
          <a:bodyPr wrap="square">
            <a:spAutoFit/>
          </a:bodyPr>
          <a:lstStyle/>
          <a:p>
            <a:pPr defTabSz="553441"/>
            <a:r>
              <a:rPr lang="en-IN" sz="2421" b="1" dirty="0">
                <a:solidFill>
                  <a:prstClr val="black"/>
                </a:solidFill>
                <a:latin typeface="Calibri" panose="020F0502020204030204"/>
              </a:rPr>
              <a:t>https://reallygross.de/ops/bridgewalk</a:t>
            </a:r>
          </a:p>
        </p:txBody>
      </p:sp>
    </p:spTree>
    <p:extLst>
      <p:ext uri="{BB962C8B-B14F-4D97-AF65-F5344CB8AC3E}">
        <p14:creationId xmlns:p14="http://schemas.microsoft.com/office/powerpoint/2010/main" val="5121896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0B930-D0A2-91EA-4345-BCE66FF8930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C4DA7B1-2068-5ECA-D13B-5F7921A78DBF}"/>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3F9BE486-6B4A-FE52-51B1-CE8418EDD337}"/>
              </a:ext>
            </a:extLst>
          </p:cNvPr>
          <p:cNvSpPr>
            <a:spLocks noGrp="1"/>
          </p:cNvSpPr>
          <p:nvPr>
            <p:ph type="dt" sz="half" idx="10"/>
          </p:nvPr>
        </p:nvSpPr>
        <p:spPr/>
        <p:txBody>
          <a:bodyPr/>
          <a:lstStyle/>
          <a:p>
            <a:fld id="{B27A9E18-5371-4FC2-8521-7ECB04290999}" type="datetime1">
              <a:rPr lang="en-US" smtClean="0"/>
              <a:pPr/>
              <a:t>8/5/2026</a:t>
            </a:fld>
            <a:endParaRPr lang="en-IN"/>
          </a:p>
        </p:txBody>
      </p:sp>
    </p:spTree>
    <p:extLst>
      <p:ext uri="{BB962C8B-B14F-4D97-AF65-F5344CB8AC3E}">
        <p14:creationId xmlns:p14="http://schemas.microsoft.com/office/powerpoint/2010/main" val="30469361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96D3FBB0-D960-5A16-D10C-F9BA35E36E86}"/>
              </a:ext>
            </a:extLst>
          </p:cNvPr>
          <p:cNvPicPr>
            <a:picLocks noChangeAspect="1"/>
          </p:cNvPicPr>
          <p:nvPr/>
        </p:nvPicPr>
        <p:blipFill rotWithShape="1">
          <a:blip r:embed="rId2">
            <a:alphaModFix amt="60000"/>
          </a:blip>
          <a:srcRect r="-1" b="3428"/>
          <a:stretch/>
        </p:blipFill>
        <p:spPr>
          <a:xfrm>
            <a:off x="682750" y="719361"/>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itle 1">
            <a:extLst>
              <a:ext uri="{FF2B5EF4-FFF2-40B4-BE49-F238E27FC236}">
                <a16:creationId xmlns:a16="http://schemas.microsoft.com/office/drawing/2014/main" id="{3A726EA7-EC3C-826D-1891-938A6C2A0FFB}"/>
              </a:ext>
            </a:extLst>
          </p:cNvPr>
          <p:cNvSpPr txBox="1">
            <a:spLocks/>
          </p:cNvSpPr>
          <p:nvPr/>
        </p:nvSpPr>
        <p:spPr>
          <a:xfrm>
            <a:off x="682750" y="234304"/>
            <a:ext cx="13753528" cy="1274913"/>
          </a:xfrm>
          <a:prstGeom prst="rect">
            <a:avLst/>
          </a:prstGeom>
          <a:solidFill>
            <a:schemeClr val="bg1"/>
          </a:solidFill>
        </p:spPr>
        <p:txBody>
          <a:bodyPr vert="horz" lIns="91440" tIns="45720" rIns="91440" bIns="45720" rtlCol="0" anchor="ctr">
            <a:no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Path Length (Structural Characterization)</a:t>
            </a:r>
          </a:p>
        </p:txBody>
      </p:sp>
      <p:sp>
        <p:nvSpPr>
          <p:cNvPr id="2" name="TextBox 1">
            <a:extLst>
              <a:ext uri="{FF2B5EF4-FFF2-40B4-BE49-F238E27FC236}">
                <a16:creationId xmlns:a16="http://schemas.microsoft.com/office/drawing/2014/main" id="{8D4D5D8D-DFB2-5D6F-4DDD-21C521DCD67C}"/>
              </a:ext>
            </a:extLst>
          </p:cNvPr>
          <p:cNvSpPr txBox="1"/>
          <p:nvPr/>
        </p:nvSpPr>
        <p:spPr>
          <a:xfrm>
            <a:off x="1258814" y="1871489"/>
            <a:ext cx="8237640" cy="646331"/>
          </a:xfrm>
          <a:prstGeom prst="rect">
            <a:avLst/>
          </a:prstGeom>
          <a:solidFill>
            <a:schemeClr val="bg1"/>
          </a:solidFill>
        </p:spPr>
        <p:txBody>
          <a:bodyPr wrap="none" rtlCol="0">
            <a:spAutoFit/>
          </a:bodyPr>
          <a:lstStyle/>
          <a:p>
            <a:r>
              <a:rPr lang="en-US" sz="3600" b="1" dirty="0">
                <a:solidFill>
                  <a:srgbClr val="FF0000"/>
                </a:solidFill>
                <a:latin typeface="Cambria" panose="02040503050406030204" pitchFamily="18" charset="0"/>
                <a:ea typeface="Cambria" panose="02040503050406030204" pitchFamily="18" charset="0"/>
              </a:rPr>
              <a:t>Physical distance vs Network Distance</a:t>
            </a:r>
            <a:endParaRPr lang="en-IN" sz="3600" b="1" dirty="0">
              <a:solidFill>
                <a:srgbClr val="FF0000"/>
              </a:solidFill>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1D2675C9-0FF4-BFE8-F40F-C5F67DA65732}"/>
              </a:ext>
            </a:extLst>
          </p:cNvPr>
          <p:cNvSpPr txBox="1"/>
          <p:nvPr/>
        </p:nvSpPr>
        <p:spPr>
          <a:xfrm>
            <a:off x="1308565" y="3190764"/>
            <a:ext cx="12580514" cy="2554545"/>
          </a:xfrm>
          <a:prstGeom prst="rect">
            <a:avLst/>
          </a:prstGeom>
          <a:solidFill>
            <a:schemeClr val="bg1"/>
          </a:solidFill>
        </p:spPr>
        <p:txBody>
          <a:bodyPr wrap="square">
            <a:spAutoFit/>
          </a:bodyPr>
          <a:lstStyle/>
          <a:p>
            <a:pPr algn="l"/>
            <a:r>
              <a:rPr lang="en-US" sz="3200" b="0" i="0" u="none" strike="noStrike" baseline="0" dirty="0">
                <a:latin typeface="Cambria" panose="02040503050406030204" pitchFamily="18" charset="0"/>
                <a:ea typeface="Cambria" panose="02040503050406030204" pitchFamily="18" charset="0"/>
              </a:rPr>
              <a:t>Physical distance plays a key role in determining the interactions between the components of physical systems. </a:t>
            </a:r>
          </a:p>
          <a:p>
            <a:pPr algn="l"/>
            <a:r>
              <a:rPr lang="en-US" sz="3200" b="0" i="0" u="none" strike="noStrike" baseline="0" dirty="0">
                <a:latin typeface="Cambria" panose="02040503050406030204" pitchFamily="18" charset="0"/>
                <a:ea typeface="Cambria" panose="02040503050406030204" pitchFamily="18" charset="0"/>
              </a:rPr>
              <a:t>For example, the distance between two atoms in a crystal or between two galaxies in the universe determines the forces that act between them.</a:t>
            </a:r>
            <a:endParaRPr lang="en-IN" sz="3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136483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96D3FBB0-D960-5A16-D10C-F9BA35E36E86}"/>
              </a:ext>
            </a:extLst>
          </p:cNvPr>
          <p:cNvPicPr>
            <a:picLocks noChangeAspect="1"/>
          </p:cNvPicPr>
          <p:nvPr/>
        </p:nvPicPr>
        <p:blipFill rotWithShape="1">
          <a:blip r:embed="rId2">
            <a:alphaModFix amt="60000"/>
          </a:blip>
          <a:srcRect r="-1" b="3428"/>
          <a:stretch/>
        </p:blipFill>
        <p:spPr>
          <a:xfrm>
            <a:off x="682750" y="719361"/>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itle 1">
            <a:extLst>
              <a:ext uri="{FF2B5EF4-FFF2-40B4-BE49-F238E27FC236}">
                <a16:creationId xmlns:a16="http://schemas.microsoft.com/office/drawing/2014/main" id="{3A726EA7-EC3C-826D-1891-938A6C2A0FFB}"/>
              </a:ext>
            </a:extLst>
          </p:cNvPr>
          <p:cNvSpPr txBox="1">
            <a:spLocks/>
          </p:cNvSpPr>
          <p:nvPr/>
        </p:nvSpPr>
        <p:spPr>
          <a:xfrm>
            <a:off x="722058" y="326126"/>
            <a:ext cx="13753528" cy="1274913"/>
          </a:xfrm>
          <a:prstGeom prst="rect">
            <a:avLst/>
          </a:prstGeom>
          <a:solidFill>
            <a:schemeClr val="bg1"/>
          </a:solidFill>
        </p:spPr>
        <p:txBody>
          <a:bodyPr vert="horz" lIns="91440" tIns="45720" rIns="91440" bIns="45720" rtlCol="0" anchor="ctr">
            <a:no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Path Length (Structural Characterization)</a:t>
            </a:r>
          </a:p>
        </p:txBody>
      </p:sp>
      <p:sp>
        <p:nvSpPr>
          <p:cNvPr id="2" name="TextBox 1">
            <a:extLst>
              <a:ext uri="{FF2B5EF4-FFF2-40B4-BE49-F238E27FC236}">
                <a16:creationId xmlns:a16="http://schemas.microsoft.com/office/drawing/2014/main" id="{8D4D5D8D-DFB2-5D6F-4DDD-21C521DCD67C}"/>
              </a:ext>
            </a:extLst>
          </p:cNvPr>
          <p:cNvSpPr txBox="1"/>
          <p:nvPr/>
        </p:nvSpPr>
        <p:spPr>
          <a:xfrm>
            <a:off x="1258814" y="1871489"/>
            <a:ext cx="8237640" cy="646331"/>
          </a:xfrm>
          <a:prstGeom prst="rect">
            <a:avLst/>
          </a:prstGeom>
          <a:solidFill>
            <a:schemeClr val="bg1"/>
          </a:solidFill>
        </p:spPr>
        <p:txBody>
          <a:bodyPr wrap="none" rtlCol="0">
            <a:spAutoFit/>
          </a:bodyPr>
          <a:lstStyle/>
          <a:p>
            <a:r>
              <a:rPr lang="en-US" sz="3600" b="1" dirty="0">
                <a:solidFill>
                  <a:srgbClr val="FF0000"/>
                </a:solidFill>
                <a:latin typeface="Cambria" panose="02040503050406030204" pitchFamily="18" charset="0"/>
                <a:ea typeface="Cambria" panose="02040503050406030204" pitchFamily="18" charset="0"/>
              </a:rPr>
              <a:t>Physical distance vs Network Distance</a:t>
            </a:r>
            <a:endParaRPr lang="en-IN" sz="3600" b="1" dirty="0">
              <a:solidFill>
                <a:srgbClr val="FF0000"/>
              </a:solidFill>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1D2675C9-0FF4-BFE8-F40F-C5F67DA65732}"/>
              </a:ext>
            </a:extLst>
          </p:cNvPr>
          <p:cNvSpPr txBox="1"/>
          <p:nvPr/>
        </p:nvSpPr>
        <p:spPr>
          <a:xfrm>
            <a:off x="1308565" y="3190764"/>
            <a:ext cx="12580514" cy="2554545"/>
          </a:xfrm>
          <a:prstGeom prst="rect">
            <a:avLst/>
          </a:prstGeom>
          <a:solidFill>
            <a:schemeClr val="bg1"/>
          </a:solidFill>
        </p:spPr>
        <p:txBody>
          <a:bodyPr wrap="square">
            <a:spAutoFit/>
          </a:bodyPr>
          <a:lstStyle/>
          <a:p>
            <a:pPr algn="l"/>
            <a:r>
              <a:rPr lang="en-US" sz="3200" b="0" i="0" u="none" strike="noStrike" baseline="0" dirty="0">
                <a:latin typeface="Cambria" panose="02040503050406030204" pitchFamily="18" charset="0"/>
                <a:ea typeface="Cambria" panose="02040503050406030204" pitchFamily="18" charset="0"/>
              </a:rPr>
              <a:t>Physical distance plays a key role in determining the interactions between the components of physical systems. </a:t>
            </a:r>
          </a:p>
          <a:p>
            <a:pPr algn="l"/>
            <a:r>
              <a:rPr lang="en-US" sz="3200" b="0" i="0" u="none" strike="noStrike" baseline="0" dirty="0">
                <a:latin typeface="Cambria" panose="02040503050406030204" pitchFamily="18" charset="0"/>
                <a:ea typeface="Cambria" panose="02040503050406030204" pitchFamily="18" charset="0"/>
              </a:rPr>
              <a:t>For example, the distance between two atoms in a crystal or between two galaxies in the universe determines the forces that act between them.</a:t>
            </a:r>
            <a:endParaRPr lang="en-IN" sz="3200" dirty="0">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6D7D21F0-E82F-2FD0-9EEB-8906674613DC}"/>
              </a:ext>
            </a:extLst>
          </p:cNvPr>
          <p:cNvSpPr txBox="1"/>
          <p:nvPr/>
        </p:nvSpPr>
        <p:spPr>
          <a:xfrm>
            <a:off x="1279701" y="6552009"/>
            <a:ext cx="12580513" cy="1569660"/>
          </a:xfrm>
          <a:prstGeom prst="rect">
            <a:avLst/>
          </a:prstGeom>
          <a:solidFill>
            <a:schemeClr val="bg1"/>
          </a:solidFill>
        </p:spPr>
        <p:txBody>
          <a:bodyPr wrap="square">
            <a:spAutoFit/>
          </a:bodyPr>
          <a:lstStyle/>
          <a:p>
            <a:pPr algn="l"/>
            <a:r>
              <a:rPr lang="en-US" sz="3200" b="0" i="0" u="none" strike="noStrike" baseline="0" dirty="0">
                <a:latin typeface="Cambria" panose="02040503050406030204" pitchFamily="18" charset="0"/>
                <a:ea typeface="Cambria" panose="02040503050406030204" pitchFamily="18" charset="0"/>
              </a:rPr>
              <a:t>In networks distance is a challenging concept. Indeed, what is the distance between two webpages, or between two individuals who do not know each other? The physical distance is not relevant here</a:t>
            </a:r>
            <a:endParaRPr lang="en-IN" sz="3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747718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96D3FBB0-D960-5A16-D10C-F9BA35E36E86}"/>
              </a:ext>
            </a:extLst>
          </p:cNvPr>
          <p:cNvPicPr>
            <a:picLocks noChangeAspect="1"/>
          </p:cNvPicPr>
          <p:nvPr/>
        </p:nvPicPr>
        <p:blipFill rotWithShape="1">
          <a:blip r:embed="rId2">
            <a:alphaModFix amt="60000"/>
          </a:blip>
          <a:srcRect r="-1" b="3428"/>
          <a:stretch/>
        </p:blipFill>
        <p:spPr>
          <a:xfrm>
            <a:off x="682750" y="719361"/>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itle 1">
            <a:extLst>
              <a:ext uri="{FF2B5EF4-FFF2-40B4-BE49-F238E27FC236}">
                <a16:creationId xmlns:a16="http://schemas.microsoft.com/office/drawing/2014/main" id="{3A726EA7-EC3C-826D-1891-938A6C2A0FFB}"/>
              </a:ext>
            </a:extLst>
          </p:cNvPr>
          <p:cNvSpPr txBox="1">
            <a:spLocks/>
          </p:cNvSpPr>
          <p:nvPr/>
        </p:nvSpPr>
        <p:spPr>
          <a:xfrm>
            <a:off x="664555" y="359321"/>
            <a:ext cx="13753528" cy="1274913"/>
          </a:xfrm>
          <a:prstGeom prst="rect">
            <a:avLst/>
          </a:prstGeom>
          <a:solidFill>
            <a:schemeClr val="bg1"/>
          </a:solidFill>
        </p:spPr>
        <p:txBody>
          <a:bodyPr vert="horz" lIns="91440" tIns="45720" rIns="91440" bIns="45720" rtlCol="0" anchor="ctr">
            <a:no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Shortest Paths</a:t>
            </a:r>
          </a:p>
        </p:txBody>
      </p:sp>
      <p:pic>
        <p:nvPicPr>
          <p:cNvPr id="7" name="Picture 6">
            <a:extLst>
              <a:ext uri="{FF2B5EF4-FFF2-40B4-BE49-F238E27FC236}">
                <a16:creationId xmlns:a16="http://schemas.microsoft.com/office/drawing/2014/main" id="{C3DAEED0-248B-99AF-E9DC-8E8B43C3948F}"/>
              </a:ext>
            </a:extLst>
          </p:cNvPr>
          <p:cNvPicPr>
            <a:picLocks noChangeAspect="1"/>
          </p:cNvPicPr>
          <p:nvPr/>
        </p:nvPicPr>
        <p:blipFill>
          <a:blip r:embed="rId3"/>
          <a:stretch>
            <a:fillRect/>
          </a:stretch>
        </p:blipFill>
        <p:spPr>
          <a:xfrm>
            <a:off x="9511689" y="1666511"/>
            <a:ext cx="4735471" cy="540060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9FFB87C-186F-FC63-ED2E-52A1A476F41D}"/>
                  </a:ext>
                </a:extLst>
              </p:cNvPr>
              <p:cNvSpPr txBox="1"/>
              <p:nvPr/>
            </p:nvSpPr>
            <p:spPr>
              <a:xfrm>
                <a:off x="692215" y="2807593"/>
                <a:ext cx="8568952" cy="2906886"/>
              </a:xfrm>
              <a:prstGeom prst="rect">
                <a:avLst/>
              </a:prstGeom>
              <a:solidFill>
                <a:schemeClr val="bg1"/>
              </a:solidFill>
            </p:spPr>
            <p:txBody>
              <a:bodyPr wrap="square">
                <a:spAutoFit/>
              </a:bodyPr>
              <a:lstStyle/>
              <a:p>
                <a:pPr algn="l"/>
                <a:r>
                  <a:rPr lang="en-US" sz="3600" b="0" i="0" u="none" strike="noStrike" baseline="0" dirty="0">
                    <a:solidFill>
                      <a:srgbClr val="000000"/>
                    </a:solidFill>
                    <a:latin typeface="Cambria" panose="02040503050406030204" pitchFamily="18" charset="0"/>
                    <a:ea typeface="Cambria" panose="02040503050406030204" pitchFamily="18" charset="0"/>
                  </a:rPr>
                  <a:t>The shortest path between nodes </a:t>
                </a:r>
                <a:r>
                  <a:rPr lang="en-US" sz="3600" b="0" i="1" u="none" strike="noStrike" baseline="0" dirty="0" err="1">
                    <a:solidFill>
                      <a:srgbClr val="000000"/>
                    </a:solidFill>
                    <a:latin typeface="Cambria" panose="02040503050406030204" pitchFamily="18" charset="0"/>
                    <a:ea typeface="Cambria" panose="02040503050406030204" pitchFamily="18" charset="0"/>
                  </a:rPr>
                  <a:t>i</a:t>
                </a:r>
                <a:r>
                  <a:rPr lang="en-US" sz="3600" b="0" i="1" u="none" strike="noStrike" baseline="0" dirty="0">
                    <a:solidFill>
                      <a:srgbClr val="000000"/>
                    </a:solidFill>
                    <a:latin typeface="Cambria" panose="02040503050406030204" pitchFamily="18" charset="0"/>
                    <a:ea typeface="Cambria" panose="02040503050406030204" pitchFamily="18" charset="0"/>
                  </a:rPr>
                  <a:t> </a:t>
                </a:r>
                <a:r>
                  <a:rPr lang="en-US" sz="3600" b="0" i="0" u="none" strike="noStrike" baseline="0" dirty="0">
                    <a:solidFill>
                      <a:srgbClr val="000000"/>
                    </a:solidFill>
                    <a:latin typeface="Cambria" panose="02040503050406030204" pitchFamily="18" charset="0"/>
                    <a:ea typeface="Cambria" panose="02040503050406030204" pitchFamily="18" charset="0"/>
                  </a:rPr>
                  <a:t>and </a:t>
                </a:r>
                <a:r>
                  <a:rPr lang="en-US" sz="3600" b="0" i="1" u="none" strike="noStrike" baseline="0" dirty="0">
                    <a:solidFill>
                      <a:srgbClr val="000000"/>
                    </a:solidFill>
                    <a:latin typeface="Cambria" panose="02040503050406030204" pitchFamily="18" charset="0"/>
                    <a:ea typeface="Cambria" panose="02040503050406030204" pitchFamily="18" charset="0"/>
                  </a:rPr>
                  <a:t>j </a:t>
                </a:r>
                <a:r>
                  <a:rPr lang="en-US" sz="3600" b="0" i="0" u="none" strike="noStrike" baseline="0" dirty="0">
                    <a:solidFill>
                      <a:srgbClr val="000000"/>
                    </a:solidFill>
                    <a:latin typeface="Cambria" panose="02040503050406030204" pitchFamily="18" charset="0"/>
                    <a:ea typeface="Cambria" panose="02040503050406030204" pitchFamily="18" charset="0"/>
                  </a:rPr>
                  <a:t>is the path with the fewest number of links The shortest path is often called the distance between nodes </a:t>
                </a:r>
                <a:r>
                  <a:rPr lang="en-US" sz="3600" b="0" i="1" u="none" strike="noStrike" baseline="0" dirty="0" err="1">
                    <a:solidFill>
                      <a:srgbClr val="000000"/>
                    </a:solidFill>
                    <a:latin typeface="Cambria" panose="02040503050406030204" pitchFamily="18" charset="0"/>
                    <a:ea typeface="Cambria" panose="02040503050406030204" pitchFamily="18" charset="0"/>
                  </a:rPr>
                  <a:t>i</a:t>
                </a:r>
                <a:r>
                  <a:rPr lang="en-US" sz="3600" b="0" i="1" u="none" strike="noStrike" baseline="0" dirty="0">
                    <a:solidFill>
                      <a:srgbClr val="000000"/>
                    </a:solidFill>
                    <a:latin typeface="Cambria" panose="02040503050406030204" pitchFamily="18" charset="0"/>
                    <a:ea typeface="Cambria" panose="02040503050406030204" pitchFamily="18" charset="0"/>
                  </a:rPr>
                  <a:t> </a:t>
                </a:r>
                <a:r>
                  <a:rPr lang="en-US" sz="3600" b="0" i="0" u="none" strike="noStrike" baseline="0" dirty="0">
                    <a:solidFill>
                      <a:srgbClr val="000000"/>
                    </a:solidFill>
                    <a:latin typeface="Cambria" panose="02040503050406030204" pitchFamily="18" charset="0"/>
                    <a:ea typeface="Cambria" panose="02040503050406030204" pitchFamily="18" charset="0"/>
                  </a:rPr>
                  <a:t>and </a:t>
                </a:r>
                <a:r>
                  <a:rPr lang="en-US" sz="3600" b="0" i="1" u="none" strike="noStrike" baseline="0" dirty="0">
                    <a:solidFill>
                      <a:srgbClr val="000000"/>
                    </a:solidFill>
                    <a:latin typeface="Cambria" panose="02040503050406030204" pitchFamily="18" charset="0"/>
                    <a:ea typeface="Cambria" panose="02040503050406030204" pitchFamily="18" charset="0"/>
                  </a:rPr>
                  <a:t>j</a:t>
                </a:r>
                <a:r>
                  <a:rPr lang="en-US" sz="3600" b="0" i="0" u="none" strike="noStrike" baseline="0" dirty="0">
                    <a:solidFill>
                      <a:srgbClr val="000000"/>
                    </a:solidFill>
                    <a:latin typeface="Cambria" panose="02040503050406030204" pitchFamily="18" charset="0"/>
                    <a:ea typeface="Cambria" panose="02040503050406030204" pitchFamily="18" charset="0"/>
                  </a:rPr>
                  <a:t>, and is denoted by </a:t>
                </a:r>
                <a14:m>
                  <m:oMath xmlns:m="http://schemas.openxmlformats.org/officeDocument/2006/math">
                    <m:sSub>
                      <m:sSubPr>
                        <m:ctrlPr>
                          <a:rPr lang="en-US" sz="3600" b="0" i="1" u="none" strike="noStrike" baseline="0" smtClean="0">
                            <a:solidFill>
                              <a:srgbClr val="000000"/>
                            </a:solidFill>
                            <a:latin typeface="Cambria Math" panose="02040503050406030204" pitchFamily="18" charset="0"/>
                            <a:ea typeface="Cambria" panose="02040503050406030204" pitchFamily="18" charset="0"/>
                          </a:rPr>
                        </m:ctrlPr>
                      </m:sSubPr>
                      <m:e>
                        <m:r>
                          <a:rPr lang="en-US" sz="3600" b="0" i="1" u="none" strike="noStrike" baseline="0" smtClean="0">
                            <a:solidFill>
                              <a:srgbClr val="000000"/>
                            </a:solidFill>
                            <a:latin typeface="Cambria Math" panose="02040503050406030204" pitchFamily="18" charset="0"/>
                            <a:ea typeface="Cambria" panose="02040503050406030204" pitchFamily="18" charset="0"/>
                          </a:rPr>
                          <m:t>𝑑</m:t>
                        </m:r>
                      </m:e>
                      <m:sub>
                        <m:r>
                          <a:rPr lang="en-US" sz="3600" b="0" i="1" u="none" strike="noStrike" baseline="0" smtClean="0">
                            <a:solidFill>
                              <a:srgbClr val="000000"/>
                            </a:solidFill>
                            <a:latin typeface="Cambria Math" panose="02040503050406030204" pitchFamily="18" charset="0"/>
                            <a:ea typeface="Cambria" panose="02040503050406030204" pitchFamily="18" charset="0"/>
                          </a:rPr>
                          <m:t>𝑖𝑗</m:t>
                        </m:r>
                      </m:sub>
                    </m:sSub>
                  </m:oMath>
                </a14:m>
                <a:r>
                  <a:rPr lang="en-US" sz="3600" b="0" i="0" u="none" strike="noStrike" baseline="0" dirty="0">
                    <a:solidFill>
                      <a:srgbClr val="000000"/>
                    </a:solidFill>
                    <a:latin typeface="Cambria" panose="02040503050406030204" pitchFamily="18" charset="0"/>
                    <a:ea typeface="Cambria" panose="02040503050406030204" pitchFamily="18" charset="0"/>
                  </a:rPr>
                  <a:t>, or simply </a:t>
                </a:r>
                <a:r>
                  <a:rPr lang="en-US" sz="3600" b="0" i="1" u="none" strike="noStrike" baseline="0" dirty="0">
                    <a:solidFill>
                      <a:srgbClr val="000000"/>
                    </a:solidFill>
                    <a:latin typeface="Cambria" panose="02040503050406030204" pitchFamily="18" charset="0"/>
                    <a:ea typeface="Cambria" panose="02040503050406030204" pitchFamily="18" charset="0"/>
                  </a:rPr>
                  <a:t>d</a:t>
                </a:r>
                <a:r>
                  <a:rPr lang="en-US" sz="3600" b="0" i="0" u="none" strike="noStrike" baseline="0" dirty="0">
                    <a:solidFill>
                      <a:srgbClr val="000000"/>
                    </a:solidFill>
                    <a:latin typeface="Cambria" panose="02040503050406030204" pitchFamily="18" charset="0"/>
                    <a:ea typeface="Cambria" panose="02040503050406030204" pitchFamily="18" charset="0"/>
                  </a:rPr>
                  <a:t>.</a:t>
                </a:r>
                <a:endParaRPr lang="en-IN" sz="3600" dirty="0">
                  <a:latin typeface="Cambria" panose="02040503050406030204" pitchFamily="18" charset="0"/>
                  <a:ea typeface="Cambria" panose="02040503050406030204" pitchFamily="18" charset="0"/>
                </a:endParaRPr>
              </a:p>
            </p:txBody>
          </p:sp>
        </mc:Choice>
        <mc:Fallback xmlns="">
          <p:sp>
            <p:nvSpPr>
              <p:cNvPr id="9" name="TextBox 8">
                <a:extLst>
                  <a:ext uri="{FF2B5EF4-FFF2-40B4-BE49-F238E27FC236}">
                    <a16:creationId xmlns:a16="http://schemas.microsoft.com/office/drawing/2014/main" id="{59FFB87C-186F-FC63-ED2E-52A1A476F41D}"/>
                  </a:ext>
                </a:extLst>
              </p:cNvPr>
              <p:cNvSpPr txBox="1">
                <a:spLocks noRot="1" noChangeAspect="1" noMove="1" noResize="1" noEditPoints="1" noAdjustHandles="1" noChangeArrowheads="1" noChangeShapeType="1" noTextEdit="1"/>
              </p:cNvSpPr>
              <p:nvPr/>
            </p:nvSpPr>
            <p:spPr>
              <a:xfrm>
                <a:off x="692215" y="2807593"/>
                <a:ext cx="8568952" cy="2906886"/>
              </a:xfrm>
              <a:prstGeom prst="rect">
                <a:avLst/>
              </a:prstGeom>
              <a:blipFill>
                <a:blip r:embed="rId4"/>
                <a:stretch>
                  <a:fillRect l="-2206" t="-3361" r="-996" b="-5462"/>
                </a:stretch>
              </a:blipFill>
            </p:spPr>
            <p:txBody>
              <a:bodyPr/>
              <a:lstStyle/>
              <a:p>
                <a:r>
                  <a:rPr lang="en-IN">
                    <a:noFill/>
                  </a:rPr>
                  <a:t> </a:t>
                </a:r>
              </a:p>
            </p:txBody>
          </p:sp>
        </mc:Fallback>
      </mc:AlternateContent>
      <p:sp>
        <p:nvSpPr>
          <p:cNvPr id="11" name="Oval 10">
            <a:extLst>
              <a:ext uri="{FF2B5EF4-FFF2-40B4-BE49-F238E27FC236}">
                <a16:creationId xmlns:a16="http://schemas.microsoft.com/office/drawing/2014/main" id="{E8E5CBB9-641C-2A5C-F855-E7B8C040512B}"/>
              </a:ext>
            </a:extLst>
          </p:cNvPr>
          <p:cNvSpPr/>
          <p:nvPr/>
        </p:nvSpPr>
        <p:spPr>
          <a:xfrm>
            <a:off x="9683750" y="1943497"/>
            <a:ext cx="648072" cy="50405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795850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19CCB2C7-4808-BEB8-10F4-43FA2598B5E8}"/>
              </a:ext>
            </a:extLst>
          </p:cNvPr>
          <p:cNvPicPr>
            <a:picLocks noChangeAspect="1"/>
          </p:cNvPicPr>
          <p:nvPr/>
        </p:nvPicPr>
        <p:blipFill rotWithShape="1">
          <a:blip r:embed="rId2">
            <a:alphaModFix amt="60000"/>
            <a:lum bright="70000" contrast="-70000"/>
          </a:blip>
          <a:srcRect r="-1" b="3428"/>
          <a:stretch/>
        </p:blipFill>
        <p:spPr>
          <a:xfrm>
            <a:off x="682750" y="719361"/>
            <a:ext cx="13393488" cy="8947671"/>
          </a:xfrm>
          <a:prstGeom prst="rect">
            <a:avLst/>
          </a:prstGeom>
          <a:ln>
            <a:noFill/>
          </a:ln>
          <a:effectLst>
            <a:outerShdw blurRad="292100" dist="139700" dir="2700000" algn="tl" rotWithShape="0">
              <a:srgbClr val="333333">
                <a:alpha val="65000"/>
              </a:srgbClr>
            </a:outerShdw>
          </a:effectLst>
        </p:spPr>
      </p:pic>
      <p:sp>
        <p:nvSpPr>
          <p:cNvPr id="28675" name="Text Box 3"/>
          <p:cNvSpPr txBox="1">
            <a:spLocks noChangeArrowheads="1"/>
          </p:cNvSpPr>
          <p:nvPr/>
        </p:nvSpPr>
        <p:spPr bwMode="auto">
          <a:xfrm>
            <a:off x="5042654" y="2270103"/>
            <a:ext cx="9347359" cy="6706644"/>
          </a:xfrm>
          <a:prstGeom prst="rect">
            <a:avLst/>
          </a:prstGeom>
          <a:solidFill>
            <a:schemeClr val="bg1"/>
          </a:solidFill>
          <a:ln w="9525">
            <a:noFill/>
            <a:miter lim="800000"/>
            <a:headEnd/>
            <a:tailEnd/>
          </a:ln>
        </p:spPr>
        <p:txBody>
          <a:bodyPr wrap="square">
            <a:prstTxWarp prst="textNoShape">
              <a:avLst/>
            </a:prstTxWarp>
            <a:spAutoFit/>
          </a:bodyPr>
          <a:lstStyle/>
          <a:p>
            <a:pPr>
              <a:lnSpc>
                <a:spcPct val="140000"/>
              </a:lnSpc>
            </a:pPr>
            <a:r>
              <a:rPr lang="en-US" sz="2583" dirty="0">
                <a:latin typeface="Helvetica"/>
                <a:cs typeface="Helvetica"/>
              </a:rPr>
              <a:t>The </a:t>
            </a:r>
            <a:r>
              <a:rPr lang="en-US" sz="2583" i="1" dirty="0">
                <a:solidFill>
                  <a:srgbClr val="FF0000"/>
                </a:solidFill>
                <a:latin typeface="Helvetica"/>
                <a:cs typeface="Helvetica"/>
              </a:rPr>
              <a:t>distance (shortest path, geodesic path) </a:t>
            </a:r>
            <a:r>
              <a:rPr lang="en-US" sz="2583" dirty="0">
                <a:latin typeface="Helvetica"/>
                <a:cs typeface="Helvetica"/>
              </a:rPr>
              <a:t>between two nodes is defined as the number of edges along the shortest path connecting them.</a:t>
            </a:r>
          </a:p>
          <a:p>
            <a:pPr>
              <a:lnSpc>
                <a:spcPct val="140000"/>
              </a:lnSpc>
            </a:pPr>
            <a:endParaRPr lang="en-US" sz="2583" dirty="0">
              <a:latin typeface="Helvetica"/>
              <a:cs typeface="Helvetica"/>
            </a:endParaRPr>
          </a:p>
          <a:p>
            <a:pPr>
              <a:lnSpc>
                <a:spcPct val="140000"/>
              </a:lnSpc>
            </a:pPr>
            <a:r>
              <a:rPr lang="en-US" sz="2583" dirty="0">
                <a:latin typeface="Helvetica"/>
                <a:cs typeface="Helvetica"/>
              </a:rPr>
              <a:t>*If the two nodes are disconnected, the distance is infinity.</a:t>
            </a:r>
          </a:p>
          <a:p>
            <a:pPr>
              <a:lnSpc>
                <a:spcPct val="140000"/>
              </a:lnSpc>
            </a:pPr>
            <a:endParaRPr lang="en-US" sz="2583" dirty="0">
              <a:latin typeface="Helvetica"/>
              <a:cs typeface="Helvetica"/>
            </a:endParaRPr>
          </a:p>
          <a:p>
            <a:pPr>
              <a:lnSpc>
                <a:spcPct val="140000"/>
              </a:lnSpc>
            </a:pPr>
            <a:endParaRPr lang="en-US" sz="2583" dirty="0">
              <a:latin typeface="Helvetica"/>
              <a:cs typeface="Helvetica"/>
            </a:endParaRPr>
          </a:p>
          <a:p>
            <a:pPr>
              <a:lnSpc>
                <a:spcPct val="140000"/>
              </a:lnSpc>
            </a:pPr>
            <a:r>
              <a:rPr lang="en-US" sz="2583" dirty="0">
                <a:latin typeface="Helvetica"/>
                <a:cs typeface="Helvetica"/>
              </a:rPr>
              <a:t>In </a:t>
            </a:r>
            <a:r>
              <a:rPr lang="en-US" sz="2583" dirty="0">
                <a:solidFill>
                  <a:srgbClr val="FF0000"/>
                </a:solidFill>
                <a:latin typeface="Helvetica"/>
                <a:cs typeface="Helvetica"/>
              </a:rPr>
              <a:t>directed graphs </a:t>
            </a:r>
            <a:r>
              <a:rPr lang="en-US" sz="2583" dirty="0">
                <a:latin typeface="Helvetica"/>
                <a:cs typeface="Helvetica"/>
              </a:rPr>
              <a:t>each path needs to follow the direction of the arrows.</a:t>
            </a:r>
          </a:p>
          <a:p>
            <a:pPr>
              <a:lnSpc>
                <a:spcPct val="140000"/>
              </a:lnSpc>
            </a:pPr>
            <a:r>
              <a:rPr lang="en-US" sz="2583" dirty="0">
                <a:latin typeface="Helvetica"/>
                <a:cs typeface="Helvetica"/>
              </a:rPr>
              <a:t>Thus in a digraph the distance from node A to B (on an AB path) is generally different from the distance from node B to A (on a BCA path).</a:t>
            </a:r>
          </a:p>
        </p:txBody>
      </p:sp>
      <p:sp>
        <p:nvSpPr>
          <p:cNvPr id="6" name="Subtitle 2"/>
          <p:cNvSpPr txBox="1">
            <a:spLocks/>
          </p:cNvSpPr>
          <p:nvPr/>
        </p:nvSpPr>
        <p:spPr>
          <a:xfrm>
            <a:off x="682750" y="1033680"/>
            <a:ext cx="14076238" cy="676454"/>
          </a:xfrm>
          <a:prstGeom prst="rect">
            <a:avLst/>
          </a:prstGeom>
          <a:solidFill>
            <a:schemeClr val="bg1"/>
          </a:solidFill>
        </p:spPr>
        <p:txBody>
          <a:bodyPr vert="horz" lIns="147590" tIns="73795" rIns="147590" bIns="73795" rtlCol="0">
            <a:normAutofit/>
          </a:bodyPr>
          <a:lstStyle/>
          <a:p>
            <a:pPr lvl="0">
              <a:spcBef>
                <a:spcPct val="20000"/>
              </a:spcBef>
            </a:pPr>
            <a:r>
              <a:rPr lang="en-US" sz="3228" b="1" dirty="0">
                <a:solidFill>
                  <a:srgbClr val="0000FF"/>
                </a:solidFill>
                <a:latin typeface="Cambria" panose="02040503050406030204" pitchFamily="18" charset="0"/>
                <a:ea typeface="Cambria" panose="02040503050406030204" pitchFamily="18" charset="0"/>
                <a:cs typeface="Helvetica" pitchFamily="36" charset="0"/>
              </a:rPr>
              <a:t>DISTANCE IN A GRAPH        </a:t>
            </a:r>
            <a:r>
              <a:rPr lang="en-US" sz="2583" b="1" dirty="0">
                <a:solidFill>
                  <a:srgbClr val="0000FF"/>
                </a:solidFill>
                <a:latin typeface="Cambria" panose="02040503050406030204" pitchFamily="18" charset="0"/>
                <a:ea typeface="Cambria" panose="02040503050406030204" pitchFamily="18" charset="0"/>
                <a:cs typeface="Helvetica" pitchFamily="36" charset="0"/>
              </a:rPr>
              <a:t>Shortest Path, Geodesic Path</a:t>
            </a:r>
          </a:p>
        </p:txBody>
      </p:sp>
      <p:sp>
        <p:nvSpPr>
          <p:cNvPr id="7" name="Subtitle 2"/>
          <p:cNvSpPr txBox="1">
            <a:spLocks/>
          </p:cNvSpPr>
          <p:nvPr/>
        </p:nvSpPr>
        <p:spPr>
          <a:xfrm flipH="1">
            <a:off x="5091854" y="1033682"/>
            <a:ext cx="73793" cy="676454"/>
          </a:xfrm>
          <a:prstGeom prst="rect">
            <a:avLst/>
          </a:prstGeom>
          <a:solidFill>
            <a:schemeClr val="bg1"/>
          </a:solidFill>
        </p:spPr>
        <p:txBody>
          <a:bodyPr vert="horz" lIns="147590" tIns="73795" rIns="147590" bIns="73795" rtlCol="0">
            <a:normAutofit/>
          </a:bodyPr>
          <a:lstStyle/>
          <a:p>
            <a:pPr>
              <a:spcBef>
                <a:spcPct val="20000"/>
              </a:spcBef>
            </a:pPr>
            <a:endParaRPr lang="en-US" sz="2583" b="1" dirty="0">
              <a:solidFill>
                <a:schemeClr val="bg1"/>
              </a:solidFill>
              <a:latin typeface="Helvetica" pitchFamily="36" charset="0"/>
              <a:ea typeface="Helvetica" pitchFamily="36" charset="0"/>
              <a:cs typeface="Helvetica" pitchFamily="36" charset="0"/>
            </a:endParaRPr>
          </a:p>
        </p:txBody>
      </p:sp>
      <p:sp>
        <p:nvSpPr>
          <p:cNvPr id="9" name="AutoShape 9"/>
          <p:cNvSpPr>
            <a:spLocks noChangeArrowheads="1"/>
          </p:cNvSpPr>
          <p:nvPr/>
        </p:nvSpPr>
        <p:spPr bwMode="auto">
          <a:xfrm>
            <a:off x="1395276" y="6717859"/>
            <a:ext cx="259766" cy="1374659"/>
          </a:xfrm>
          <a:prstGeom prst="octagon">
            <a:avLst>
              <a:gd name="adj" fmla="val 29287"/>
            </a:avLst>
          </a:prstGeom>
          <a:noFill/>
          <a:ln w="9525">
            <a:noFill/>
            <a:miter lim="800000"/>
            <a:headEnd/>
            <a:tailEnd/>
          </a:ln>
        </p:spPr>
        <p:txBody>
          <a:bodyPr wrap="none" anchor="ctr">
            <a:prstTxWarp prst="textNoShape">
              <a:avLst/>
            </a:prstTxWarp>
            <a:spAutoFit/>
          </a:bodyPr>
          <a:lstStyle/>
          <a:p>
            <a:endParaRPr lang="en-US" sz="7843"/>
          </a:p>
        </p:txBody>
      </p:sp>
      <p:sp>
        <p:nvSpPr>
          <p:cNvPr id="11" name="Oval 10"/>
          <p:cNvSpPr/>
          <p:nvPr/>
        </p:nvSpPr>
        <p:spPr>
          <a:xfrm>
            <a:off x="1894288" y="7255332"/>
            <a:ext cx="237007" cy="237007"/>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12" name="Oval 11"/>
          <p:cNvSpPr/>
          <p:nvPr/>
        </p:nvSpPr>
        <p:spPr>
          <a:xfrm>
            <a:off x="824542" y="8286089"/>
            <a:ext cx="237007" cy="237007"/>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13" name="Oval 12"/>
          <p:cNvSpPr/>
          <p:nvPr/>
        </p:nvSpPr>
        <p:spPr>
          <a:xfrm>
            <a:off x="3462834" y="6596885"/>
            <a:ext cx="237007" cy="237007"/>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14" name="Oval 13"/>
          <p:cNvSpPr/>
          <p:nvPr/>
        </p:nvSpPr>
        <p:spPr>
          <a:xfrm>
            <a:off x="3665132" y="8166266"/>
            <a:ext cx="237007" cy="237007"/>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cxnSp>
        <p:nvCxnSpPr>
          <p:cNvPr id="18" name="Straight Arrow Connector 17"/>
          <p:cNvCxnSpPr>
            <a:stCxn id="11" idx="3"/>
            <a:endCxn id="12" idx="7"/>
          </p:cNvCxnSpPr>
          <p:nvPr/>
        </p:nvCxnSpPr>
        <p:spPr>
          <a:xfrm rot="5400000">
            <a:off x="1046336" y="7438136"/>
            <a:ext cx="863167" cy="902156"/>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a:stCxn id="11" idx="7"/>
            <a:endCxn id="13" idx="2"/>
          </p:cNvCxnSpPr>
          <p:nvPr/>
        </p:nvCxnSpPr>
        <p:spPr>
          <a:xfrm rot="5400000" flipH="1" flipV="1">
            <a:off x="2492383" y="6319593"/>
            <a:ext cx="574651" cy="1366247"/>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stCxn id="13" idx="4"/>
            <a:endCxn id="14" idx="0"/>
          </p:cNvCxnSpPr>
          <p:nvPr/>
        </p:nvCxnSpPr>
        <p:spPr>
          <a:xfrm rot="16200000" flipH="1">
            <a:off x="3016299" y="7398929"/>
            <a:ext cx="1332373" cy="202299"/>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a:stCxn id="14" idx="2"/>
            <a:endCxn id="11" idx="6"/>
          </p:cNvCxnSpPr>
          <p:nvPr/>
        </p:nvCxnSpPr>
        <p:spPr>
          <a:xfrm rot="10800000">
            <a:off x="2131294" y="7373838"/>
            <a:ext cx="1533837" cy="910933"/>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22" name="Rectangle 2"/>
          <p:cNvSpPr>
            <a:spLocks/>
          </p:cNvSpPr>
          <p:nvPr/>
        </p:nvSpPr>
        <p:spPr bwMode="auto">
          <a:xfrm>
            <a:off x="744337" y="8509430"/>
            <a:ext cx="396762" cy="298095"/>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b="1" dirty="0">
                <a:latin typeface="Helvetica"/>
                <a:ea typeface="Trebuchet MS" pitchFamily="-112" charset="0"/>
                <a:cs typeface="Helvetica"/>
                <a:sym typeface="Trebuchet MS" pitchFamily="-112" charset="0"/>
              </a:rPr>
              <a:t>D</a:t>
            </a:r>
          </a:p>
        </p:txBody>
      </p:sp>
      <p:sp>
        <p:nvSpPr>
          <p:cNvPr id="23" name="Rectangle 2"/>
          <p:cNvSpPr>
            <a:spLocks/>
          </p:cNvSpPr>
          <p:nvPr/>
        </p:nvSpPr>
        <p:spPr bwMode="auto">
          <a:xfrm>
            <a:off x="3819644" y="8302867"/>
            <a:ext cx="396762" cy="298095"/>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b="1" dirty="0">
                <a:latin typeface="Helvetica"/>
                <a:ea typeface="Trebuchet MS" pitchFamily="-112" charset="0"/>
                <a:cs typeface="Helvetica"/>
                <a:sym typeface="Trebuchet MS" pitchFamily="-112" charset="0"/>
              </a:rPr>
              <a:t>C</a:t>
            </a:r>
          </a:p>
        </p:txBody>
      </p:sp>
      <p:sp>
        <p:nvSpPr>
          <p:cNvPr id="25" name="Rectangle 2"/>
          <p:cNvSpPr>
            <a:spLocks/>
          </p:cNvSpPr>
          <p:nvPr/>
        </p:nvSpPr>
        <p:spPr bwMode="auto">
          <a:xfrm>
            <a:off x="1828075" y="6961240"/>
            <a:ext cx="396762" cy="298095"/>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b="1" dirty="0">
                <a:latin typeface="Helvetica"/>
                <a:ea typeface="Trebuchet MS" pitchFamily="-112" charset="0"/>
                <a:cs typeface="Helvetica"/>
                <a:sym typeface="Trebuchet MS" pitchFamily="-112" charset="0"/>
              </a:rPr>
              <a:t>A</a:t>
            </a:r>
          </a:p>
        </p:txBody>
      </p:sp>
      <p:sp>
        <p:nvSpPr>
          <p:cNvPr id="26" name="Rectangle 2"/>
          <p:cNvSpPr>
            <a:spLocks/>
          </p:cNvSpPr>
          <p:nvPr/>
        </p:nvSpPr>
        <p:spPr bwMode="auto">
          <a:xfrm>
            <a:off x="3614955" y="6384791"/>
            <a:ext cx="396762" cy="298095"/>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b="1" dirty="0">
                <a:latin typeface="Helvetica"/>
                <a:ea typeface="Trebuchet MS" pitchFamily="-112" charset="0"/>
                <a:cs typeface="Helvetica"/>
                <a:sym typeface="Trebuchet MS" pitchFamily="-112" charset="0"/>
              </a:rPr>
              <a:t>B</a:t>
            </a:r>
          </a:p>
        </p:txBody>
      </p:sp>
      <p:sp>
        <p:nvSpPr>
          <p:cNvPr id="37" name="AutoShape 9"/>
          <p:cNvSpPr>
            <a:spLocks noChangeArrowheads="1"/>
          </p:cNvSpPr>
          <p:nvPr/>
        </p:nvSpPr>
        <p:spPr bwMode="auto">
          <a:xfrm>
            <a:off x="1442878" y="2890163"/>
            <a:ext cx="259766" cy="1374659"/>
          </a:xfrm>
          <a:prstGeom prst="octagon">
            <a:avLst>
              <a:gd name="adj" fmla="val 29287"/>
            </a:avLst>
          </a:prstGeom>
          <a:noFill/>
          <a:ln w="9525">
            <a:noFill/>
            <a:miter lim="800000"/>
            <a:headEnd/>
            <a:tailEnd/>
          </a:ln>
        </p:spPr>
        <p:txBody>
          <a:bodyPr wrap="none" anchor="ctr">
            <a:prstTxWarp prst="textNoShape">
              <a:avLst/>
            </a:prstTxWarp>
            <a:spAutoFit/>
          </a:bodyPr>
          <a:lstStyle/>
          <a:p>
            <a:endParaRPr lang="en-US" sz="7843"/>
          </a:p>
        </p:txBody>
      </p:sp>
      <p:sp>
        <p:nvSpPr>
          <p:cNvPr id="38" name="Oval 37"/>
          <p:cNvSpPr/>
          <p:nvPr/>
        </p:nvSpPr>
        <p:spPr>
          <a:xfrm>
            <a:off x="1941889" y="3427636"/>
            <a:ext cx="237007" cy="237007"/>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39" name="Oval 38"/>
          <p:cNvSpPr/>
          <p:nvPr/>
        </p:nvSpPr>
        <p:spPr>
          <a:xfrm>
            <a:off x="872144" y="4458393"/>
            <a:ext cx="237007" cy="237007"/>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40" name="Oval 39"/>
          <p:cNvSpPr/>
          <p:nvPr/>
        </p:nvSpPr>
        <p:spPr>
          <a:xfrm>
            <a:off x="3510435" y="2769189"/>
            <a:ext cx="237007" cy="237007"/>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41" name="Oval 40"/>
          <p:cNvSpPr/>
          <p:nvPr/>
        </p:nvSpPr>
        <p:spPr>
          <a:xfrm>
            <a:off x="3712734" y="4338570"/>
            <a:ext cx="237007" cy="237007"/>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843"/>
          </a:p>
        </p:txBody>
      </p:sp>
      <p:sp>
        <p:nvSpPr>
          <p:cNvPr id="46" name="Rectangle 2"/>
          <p:cNvSpPr>
            <a:spLocks/>
          </p:cNvSpPr>
          <p:nvPr/>
        </p:nvSpPr>
        <p:spPr bwMode="auto">
          <a:xfrm>
            <a:off x="791939" y="4681734"/>
            <a:ext cx="396762" cy="298095"/>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b="1" dirty="0">
                <a:latin typeface="Helvetica"/>
                <a:ea typeface="Trebuchet MS" pitchFamily="-112" charset="0"/>
                <a:cs typeface="Helvetica"/>
                <a:sym typeface="Trebuchet MS" pitchFamily="-112" charset="0"/>
              </a:rPr>
              <a:t>D</a:t>
            </a:r>
          </a:p>
        </p:txBody>
      </p:sp>
      <p:sp>
        <p:nvSpPr>
          <p:cNvPr id="47" name="Rectangle 2"/>
          <p:cNvSpPr>
            <a:spLocks/>
          </p:cNvSpPr>
          <p:nvPr/>
        </p:nvSpPr>
        <p:spPr bwMode="auto">
          <a:xfrm>
            <a:off x="3867246" y="4475171"/>
            <a:ext cx="396762" cy="298095"/>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b="1" dirty="0">
                <a:latin typeface="Helvetica"/>
                <a:ea typeface="Trebuchet MS" pitchFamily="-112" charset="0"/>
                <a:cs typeface="Helvetica"/>
                <a:sym typeface="Trebuchet MS" pitchFamily="-112" charset="0"/>
              </a:rPr>
              <a:t>C</a:t>
            </a:r>
          </a:p>
        </p:txBody>
      </p:sp>
      <p:sp>
        <p:nvSpPr>
          <p:cNvPr id="48" name="Rectangle 2"/>
          <p:cNvSpPr>
            <a:spLocks/>
          </p:cNvSpPr>
          <p:nvPr/>
        </p:nvSpPr>
        <p:spPr bwMode="auto">
          <a:xfrm>
            <a:off x="1875677" y="3133544"/>
            <a:ext cx="396762" cy="298095"/>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b="1" dirty="0">
                <a:latin typeface="Helvetica"/>
                <a:ea typeface="Trebuchet MS" pitchFamily="-112" charset="0"/>
                <a:cs typeface="Helvetica"/>
                <a:sym typeface="Trebuchet MS" pitchFamily="-112" charset="0"/>
              </a:rPr>
              <a:t>A</a:t>
            </a:r>
          </a:p>
        </p:txBody>
      </p:sp>
      <p:sp>
        <p:nvSpPr>
          <p:cNvPr id="49" name="Rectangle 2"/>
          <p:cNvSpPr>
            <a:spLocks/>
          </p:cNvSpPr>
          <p:nvPr/>
        </p:nvSpPr>
        <p:spPr bwMode="auto">
          <a:xfrm>
            <a:off x="3662557" y="2557095"/>
            <a:ext cx="396762" cy="298095"/>
          </a:xfrm>
          <a:prstGeom prst="rect">
            <a:avLst/>
          </a:prstGeom>
          <a:noFill/>
          <a:ln w="12700">
            <a:noFill/>
            <a:miter lim="800000"/>
            <a:headEnd/>
            <a:tailEnd/>
          </a:ln>
        </p:spPr>
        <p:txBody>
          <a:bodyPr wrap="square" lIns="0" tIns="0" rIns="51243" bIns="0">
            <a:prstTxWarp prst="textNoShape">
              <a:avLst/>
            </a:prstTxWarp>
            <a:spAutoFit/>
          </a:bodyPr>
          <a:lstStyle/>
          <a:p>
            <a:pPr marL="50445" algn="ctr">
              <a:buClr>
                <a:srgbClr val="CC0000"/>
              </a:buClr>
              <a:buSzPct val="100000"/>
            </a:pPr>
            <a:r>
              <a:rPr lang="en-US" sz="1937" b="1" dirty="0">
                <a:latin typeface="Helvetica"/>
                <a:ea typeface="Trebuchet MS" pitchFamily="-112" charset="0"/>
                <a:cs typeface="Helvetica"/>
                <a:sym typeface="Trebuchet MS" pitchFamily="-112" charset="0"/>
              </a:rPr>
              <a:t>B</a:t>
            </a:r>
          </a:p>
        </p:txBody>
      </p:sp>
      <p:cxnSp>
        <p:nvCxnSpPr>
          <p:cNvPr id="51" name="Straight Connector 50"/>
          <p:cNvCxnSpPr>
            <a:stCxn id="39" idx="7"/>
            <a:endCxn id="38" idx="3"/>
          </p:cNvCxnSpPr>
          <p:nvPr/>
        </p:nvCxnSpPr>
        <p:spPr>
          <a:xfrm rot="5400000" flipH="1" flipV="1">
            <a:off x="1093937" y="3610442"/>
            <a:ext cx="863167" cy="90215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2" name="Straight Connector 51"/>
          <p:cNvCxnSpPr>
            <a:stCxn id="38" idx="6"/>
            <a:endCxn id="40" idx="3"/>
          </p:cNvCxnSpPr>
          <p:nvPr/>
        </p:nvCxnSpPr>
        <p:spPr>
          <a:xfrm flipV="1">
            <a:off x="2178897" y="2971488"/>
            <a:ext cx="1366247" cy="57465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5" name="Straight Connector 54"/>
          <p:cNvCxnSpPr>
            <a:stCxn id="41" idx="0"/>
            <a:endCxn id="40" idx="4"/>
          </p:cNvCxnSpPr>
          <p:nvPr/>
        </p:nvCxnSpPr>
        <p:spPr>
          <a:xfrm rot="16200000" flipV="1">
            <a:off x="3063903" y="3571233"/>
            <a:ext cx="1332373" cy="202299"/>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38" idx="5"/>
            <a:endCxn id="41" idx="1"/>
          </p:cNvCxnSpPr>
          <p:nvPr/>
        </p:nvCxnSpPr>
        <p:spPr>
          <a:xfrm rot="16200000" flipH="1">
            <a:off x="2574142" y="3199978"/>
            <a:ext cx="743344" cy="1603255"/>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3" name="TextBox 3"/>
          <p:cNvSpPr txBox="1">
            <a:spLocks noChangeArrowheads="1"/>
          </p:cNvSpPr>
          <p:nvPr/>
        </p:nvSpPr>
        <p:spPr bwMode="auto">
          <a:xfrm>
            <a:off x="10454283" y="9503474"/>
            <a:ext cx="4181713" cy="315920"/>
          </a:xfrm>
          <a:prstGeom prst="rect">
            <a:avLst/>
          </a:prstGeom>
          <a:noFill/>
          <a:ln w="9525">
            <a:noFill/>
            <a:miter lim="800000"/>
            <a:headEnd/>
            <a:tailEnd/>
          </a:ln>
        </p:spPr>
        <p:txBody>
          <a:bodyPr wrap="square">
            <a:prstTxWarp prst="textNoShape">
              <a:avLst/>
            </a:prstTxWarp>
            <a:spAutoFit/>
          </a:bodyPr>
          <a:lstStyle/>
          <a:p>
            <a:pPr algn="r"/>
            <a:r>
              <a:rPr lang="en-US" sz="1453" b="1" dirty="0">
                <a:solidFill>
                  <a:srgbClr val="BFBFBF"/>
                </a:solidFill>
                <a:latin typeface="Helvetica" pitchFamily="36" charset="0"/>
                <a:ea typeface="Helvetica" pitchFamily="36" charset="0"/>
                <a:cs typeface="Helvetica" pitchFamily="36" charset="0"/>
              </a:rPr>
              <a:t>Network Science: Graph Theory</a:t>
            </a:r>
            <a:r>
              <a:rPr lang="en-US" sz="968" i="1" dirty="0">
                <a:solidFill>
                  <a:srgbClr val="BFBFBF"/>
                </a:solidFill>
                <a:latin typeface="Helvetica" pitchFamily="36" charset="0"/>
                <a:ea typeface="Helvetica" pitchFamily="36" charset="0"/>
                <a:cs typeface="Helvetica" pitchFamily="36" charset="0"/>
              </a:rPr>
              <a:t>   2012</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96D3FBB0-D960-5A16-D10C-F9BA35E36E86}"/>
              </a:ext>
            </a:extLst>
          </p:cNvPr>
          <p:cNvPicPr>
            <a:picLocks noChangeAspect="1"/>
          </p:cNvPicPr>
          <p:nvPr/>
        </p:nvPicPr>
        <p:blipFill rotWithShape="1">
          <a:blip r:embed="rId2">
            <a:alphaModFix amt="60000"/>
          </a:blip>
          <a:srcRect r="-1" b="3428"/>
          <a:stretch/>
        </p:blipFill>
        <p:spPr>
          <a:xfrm>
            <a:off x="1028667" y="719361"/>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3" name="Subtitle 2"/>
          <p:cNvSpPr>
            <a:spLocks noGrp="1"/>
          </p:cNvSpPr>
          <p:nvPr>
            <p:ph type="subTitle" idx="1"/>
          </p:nvPr>
        </p:nvSpPr>
        <p:spPr>
          <a:xfrm>
            <a:off x="2190752" y="3324384"/>
            <a:ext cx="5534659" cy="5188743"/>
          </a:xfrm>
        </p:spPr>
        <p:style>
          <a:lnRef idx="2">
            <a:schemeClr val="accent2"/>
          </a:lnRef>
          <a:fillRef idx="1">
            <a:schemeClr val="lt1"/>
          </a:fillRef>
          <a:effectRef idx="0">
            <a:schemeClr val="accent2"/>
          </a:effectRef>
          <a:fontRef idx="minor">
            <a:schemeClr val="dk1"/>
          </a:fontRef>
        </p:style>
        <p:txBody>
          <a:bodyPr>
            <a:noAutofit/>
          </a:bodyPr>
          <a:lstStyle/>
          <a:p>
            <a:pPr algn="l"/>
            <a:r>
              <a:rPr lang="en-IN" sz="3228" b="1" dirty="0">
                <a:solidFill>
                  <a:schemeClr val="tx1"/>
                </a:solidFill>
              </a:rPr>
              <a:t>  </a:t>
            </a:r>
            <a:r>
              <a:rPr lang="en-IN" sz="3228" dirty="0">
                <a:solidFill>
                  <a:schemeClr val="tx1"/>
                </a:solidFill>
              </a:rPr>
              <a:t>    </a:t>
            </a:r>
            <a:r>
              <a:rPr lang="en-IN" sz="2583" b="1" i="1" dirty="0">
                <a:solidFill>
                  <a:schemeClr val="tx1"/>
                </a:solidFill>
              </a:rPr>
              <a:t>0     1     0     0     0     0     0     0     0</a:t>
            </a:r>
          </a:p>
          <a:p>
            <a:r>
              <a:rPr lang="en-IN" sz="2583" b="1" i="1" dirty="0">
                <a:solidFill>
                  <a:schemeClr val="tx1"/>
                </a:solidFill>
              </a:rPr>
              <a:t>     1     0     1     0     0     1     0     0     0</a:t>
            </a:r>
          </a:p>
          <a:p>
            <a:r>
              <a:rPr lang="en-IN" sz="2583" b="1" i="1" dirty="0">
                <a:solidFill>
                  <a:schemeClr val="tx1"/>
                </a:solidFill>
              </a:rPr>
              <a:t>     0     1     0     1     0     0     1     0     0</a:t>
            </a:r>
          </a:p>
          <a:p>
            <a:r>
              <a:rPr lang="en-IN" sz="2583" b="1" i="1" dirty="0">
                <a:solidFill>
                  <a:schemeClr val="tx1"/>
                </a:solidFill>
              </a:rPr>
              <a:t>     0     0     1     0     1     0     0     0     0</a:t>
            </a:r>
          </a:p>
          <a:p>
            <a:r>
              <a:rPr lang="en-IN" sz="2583" b="1" i="1" dirty="0">
                <a:solidFill>
                  <a:schemeClr val="tx1"/>
                </a:solidFill>
              </a:rPr>
              <a:t>     0     0     0     1     0     0     0     0     1</a:t>
            </a:r>
          </a:p>
          <a:p>
            <a:r>
              <a:rPr lang="en-IN" sz="2583" b="1" i="1" dirty="0">
                <a:solidFill>
                  <a:schemeClr val="tx1"/>
                </a:solidFill>
              </a:rPr>
              <a:t>     0     1     0     0     0     0     1     0     0</a:t>
            </a:r>
          </a:p>
          <a:p>
            <a:r>
              <a:rPr lang="en-IN" sz="2583" b="1" i="1" dirty="0">
                <a:solidFill>
                  <a:schemeClr val="tx1"/>
                </a:solidFill>
              </a:rPr>
              <a:t>     0     0     1     0     0     1     0     1     0</a:t>
            </a:r>
          </a:p>
          <a:p>
            <a:r>
              <a:rPr lang="en-IN" sz="2583" b="1" i="1" dirty="0">
                <a:solidFill>
                  <a:schemeClr val="tx1"/>
                </a:solidFill>
              </a:rPr>
              <a:t>     0     0     0     0     0     0     1     0     1</a:t>
            </a:r>
          </a:p>
          <a:p>
            <a:r>
              <a:rPr lang="en-IN" sz="2583" b="1" i="1" dirty="0">
                <a:solidFill>
                  <a:schemeClr val="tx1"/>
                </a:solidFill>
              </a:rPr>
              <a:t>     0     0     0     0     1     0     0     1     0</a:t>
            </a:r>
          </a:p>
          <a:p>
            <a:endParaRPr lang="en-IN" sz="2583" b="1" i="1" dirty="0">
              <a:solidFill>
                <a:schemeClr val="tx1"/>
              </a:solidFill>
            </a:endParaRPr>
          </a:p>
        </p:txBody>
      </p:sp>
      <p:sp>
        <p:nvSpPr>
          <p:cNvPr id="17" name="Rectangle 16"/>
          <p:cNvSpPr/>
          <p:nvPr/>
        </p:nvSpPr>
        <p:spPr>
          <a:xfrm>
            <a:off x="2421364" y="2747857"/>
            <a:ext cx="4888016" cy="489814"/>
          </a:xfrm>
          <a:prstGeom prst="rect">
            <a:avLst/>
          </a:prstGeom>
        </p:spPr>
        <p:txBody>
          <a:bodyPr wrap="square">
            <a:spAutoFit/>
          </a:bodyPr>
          <a:lstStyle/>
          <a:p>
            <a:r>
              <a:rPr lang="en-IN" sz="2583" dirty="0"/>
              <a:t> </a:t>
            </a:r>
            <a:r>
              <a:rPr lang="en-IN" sz="2583" b="1" i="1" dirty="0">
                <a:solidFill>
                  <a:srgbClr val="FF0000"/>
                </a:solidFill>
              </a:rPr>
              <a:t>1     2     3     4     5     6     7     8     9</a:t>
            </a:r>
          </a:p>
        </p:txBody>
      </p:sp>
      <p:sp>
        <p:nvSpPr>
          <p:cNvPr id="23" name="Rectangle 22"/>
          <p:cNvSpPr/>
          <p:nvPr/>
        </p:nvSpPr>
        <p:spPr>
          <a:xfrm rot="5400000">
            <a:off x="-591618" y="5443238"/>
            <a:ext cx="4496910" cy="489814"/>
          </a:xfrm>
          <a:prstGeom prst="rect">
            <a:avLst/>
          </a:prstGeom>
        </p:spPr>
        <p:txBody>
          <a:bodyPr wrap="square">
            <a:spAutoFit/>
          </a:bodyPr>
          <a:lstStyle/>
          <a:p>
            <a:r>
              <a:rPr lang="en-IN" sz="2583" dirty="0"/>
              <a:t> </a:t>
            </a:r>
            <a:r>
              <a:rPr lang="en-IN" sz="2583" dirty="0">
                <a:solidFill>
                  <a:srgbClr val="FF0000"/>
                </a:solidFill>
              </a:rPr>
              <a:t>1 </a:t>
            </a:r>
            <a:r>
              <a:rPr lang="en-IN" sz="2583" b="1" i="1" dirty="0">
                <a:solidFill>
                  <a:srgbClr val="FF0000"/>
                </a:solidFill>
              </a:rPr>
              <a:t>   2    3    4    5    6    7    8     9</a:t>
            </a:r>
          </a:p>
        </p:txBody>
      </p:sp>
      <p:pic>
        <p:nvPicPr>
          <p:cNvPr id="3075" name="Picture 3" descr="C:\Users\Dr S K Dana\Desktop\mat_simple.jpg"/>
          <p:cNvPicPr>
            <a:picLocks noChangeAspect="1" noChangeArrowheads="1"/>
          </p:cNvPicPr>
          <p:nvPr/>
        </p:nvPicPr>
        <p:blipFill>
          <a:blip r:embed="rId3" cstate="print"/>
          <a:srcRect/>
          <a:stretch>
            <a:fillRect/>
          </a:stretch>
        </p:blipFill>
        <p:spPr bwMode="auto">
          <a:xfrm>
            <a:off x="7868887" y="1710109"/>
            <a:ext cx="6890101" cy="7363014"/>
          </a:xfrm>
          <a:prstGeom prst="rect">
            <a:avLst/>
          </a:prstGeom>
          <a:noFill/>
        </p:spPr>
      </p:pic>
      <p:sp>
        <p:nvSpPr>
          <p:cNvPr id="9" name="Date Placeholder 8"/>
          <p:cNvSpPr>
            <a:spLocks noGrp="1"/>
          </p:cNvSpPr>
          <p:nvPr>
            <p:ph type="dt" sz="half" idx="10"/>
          </p:nvPr>
        </p:nvSpPr>
        <p:spPr/>
        <p:txBody>
          <a:bodyPr/>
          <a:lstStyle/>
          <a:p>
            <a:fld id="{A3F56E85-CF1D-4236-A7B8-B44042D18ABE}" type="datetime1">
              <a:rPr lang="en-US" smtClean="0"/>
              <a:pPr/>
              <a:t>8/5/2026</a:t>
            </a:fld>
            <a:endParaRPr lang="en-IN"/>
          </a:p>
        </p:txBody>
      </p:sp>
      <p:sp>
        <p:nvSpPr>
          <p:cNvPr id="2" name="Title 10">
            <a:extLst>
              <a:ext uri="{FF2B5EF4-FFF2-40B4-BE49-F238E27FC236}">
                <a16:creationId xmlns:a16="http://schemas.microsoft.com/office/drawing/2014/main" id="{DF806519-E65B-89A3-8224-B41E170FD3FF}"/>
              </a:ext>
            </a:extLst>
          </p:cNvPr>
          <p:cNvSpPr txBox="1">
            <a:spLocks/>
          </p:cNvSpPr>
          <p:nvPr/>
        </p:nvSpPr>
        <p:spPr>
          <a:xfrm>
            <a:off x="2190752" y="2007316"/>
            <a:ext cx="4752528" cy="750891"/>
          </a:xfrm>
          <a:prstGeom prst="rect">
            <a:avLst/>
          </a:prstGeom>
          <a:solidFill>
            <a:schemeClr val="bg1"/>
          </a:solidFill>
        </p:spPr>
        <p:txBody>
          <a:bodyPr vert="horz" lIns="91440" tIns="45720" rIns="91440" bIns="45720" rtlCol="0" anchor="ctr">
            <a:norm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000" b="1" dirty="0">
                <a:solidFill>
                  <a:srgbClr val="0000FF"/>
                </a:solidFill>
                <a:latin typeface="Cambria" panose="02040503050406030204" pitchFamily="18" charset="0"/>
                <a:ea typeface="Cambria" panose="02040503050406030204" pitchFamily="18" charset="0"/>
              </a:rPr>
              <a:t>Adjacency matrix</a:t>
            </a:r>
            <a:endParaRPr lang="en-US" sz="4000" dirty="0">
              <a:solidFill>
                <a:srgbClr val="0000FF"/>
              </a:solidFill>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A0291905-AED7-F329-E255-4B7C8CB124D7}"/>
              </a:ext>
            </a:extLst>
          </p:cNvPr>
          <p:cNvSpPr txBox="1"/>
          <p:nvPr/>
        </p:nvSpPr>
        <p:spPr>
          <a:xfrm>
            <a:off x="666846" y="9048028"/>
            <a:ext cx="2273379" cy="523220"/>
          </a:xfrm>
          <a:prstGeom prst="rect">
            <a:avLst/>
          </a:prstGeom>
          <a:solidFill>
            <a:schemeClr val="bg1"/>
          </a:solidFill>
        </p:spPr>
        <p:txBody>
          <a:bodyPr wrap="none" rtlCol="0">
            <a:spAutoFit/>
          </a:bodyPr>
          <a:lstStyle/>
          <a:p>
            <a:r>
              <a:rPr lang="en-US" sz="2800" i="1" dirty="0" err="1">
                <a:solidFill>
                  <a:srgbClr val="FF0000"/>
                </a:solidFill>
                <a:latin typeface="Cambria" panose="02040503050406030204" pitchFamily="18" charset="0"/>
                <a:ea typeface="Cambria" panose="02040503050406030204" pitchFamily="18" charset="0"/>
              </a:rPr>
              <a:t>MatLab</a:t>
            </a:r>
            <a:r>
              <a:rPr lang="en-US" sz="2800" i="1" dirty="0">
                <a:solidFill>
                  <a:srgbClr val="FF0000"/>
                </a:solidFill>
                <a:latin typeface="Cambria" panose="02040503050406030204" pitchFamily="18" charset="0"/>
                <a:ea typeface="Cambria" panose="02040503050406030204" pitchFamily="18" charset="0"/>
              </a:rPr>
              <a:t> script</a:t>
            </a:r>
            <a:endParaRPr lang="en-IN" sz="2800" i="1"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0499929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96D3FBB0-D960-5A16-D10C-F9BA35E36E86}"/>
              </a:ext>
            </a:extLst>
          </p:cNvPr>
          <p:cNvPicPr>
            <a:picLocks noChangeAspect="1"/>
          </p:cNvPicPr>
          <p:nvPr/>
        </p:nvPicPr>
        <p:blipFill rotWithShape="1">
          <a:blip r:embed="rId2">
            <a:alphaModFix amt="60000"/>
          </a:blip>
          <a:srcRect r="-1" b="3428"/>
          <a:stretch/>
        </p:blipFill>
        <p:spPr>
          <a:xfrm>
            <a:off x="682750" y="719361"/>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itle 1">
            <a:extLst>
              <a:ext uri="{FF2B5EF4-FFF2-40B4-BE49-F238E27FC236}">
                <a16:creationId xmlns:a16="http://schemas.microsoft.com/office/drawing/2014/main" id="{3A726EA7-EC3C-826D-1891-938A6C2A0FFB}"/>
              </a:ext>
            </a:extLst>
          </p:cNvPr>
          <p:cNvSpPr txBox="1">
            <a:spLocks/>
          </p:cNvSpPr>
          <p:nvPr/>
        </p:nvSpPr>
        <p:spPr>
          <a:xfrm>
            <a:off x="664555" y="306313"/>
            <a:ext cx="13753528" cy="1274913"/>
          </a:xfrm>
          <a:prstGeom prst="rect">
            <a:avLst/>
          </a:prstGeom>
          <a:solidFill>
            <a:schemeClr val="bg1"/>
          </a:solidFill>
        </p:spPr>
        <p:txBody>
          <a:bodyPr vert="horz" lIns="91440" tIns="45720" rIns="91440" bIns="45720" rtlCol="0" anchor="ctr">
            <a:no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Diameter, Average Pathlength</a:t>
            </a:r>
          </a:p>
        </p:txBody>
      </p:sp>
      <p:sp>
        <p:nvSpPr>
          <p:cNvPr id="11" name="Oval 10">
            <a:extLst>
              <a:ext uri="{FF2B5EF4-FFF2-40B4-BE49-F238E27FC236}">
                <a16:creationId xmlns:a16="http://schemas.microsoft.com/office/drawing/2014/main" id="{E8E5CBB9-641C-2A5C-F855-E7B8C040512B}"/>
              </a:ext>
            </a:extLst>
          </p:cNvPr>
          <p:cNvSpPr/>
          <p:nvPr/>
        </p:nvSpPr>
        <p:spPr>
          <a:xfrm>
            <a:off x="9683750" y="1943497"/>
            <a:ext cx="648072" cy="50405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90EA159C-644B-1BFC-C650-C30309D190EF}"/>
              </a:ext>
            </a:extLst>
          </p:cNvPr>
          <p:cNvPicPr>
            <a:picLocks noChangeAspect="1"/>
          </p:cNvPicPr>
          <p:nvPr/>
        </p:nvPicPr>
        <p:blipFill>
          <a:blip r:embed="rId3"/>
          <a:stretch>
            <a:fillRect/>
          </a:stretch>
        </p:blipFill>
        <p:spPr>
          <a:xfrm>
            <a:off x="687815" y="1994274"/>
            <a:ext cx="13735333" cy="3096344"/>
          </a:xfrm>
          <a:prstGeom prst="rect">
            <a:avLst/>
          </a:prstGeom>
        </p:spPr>
      </p:pic>
    </p:spTree>
    <p:extLst>
      <p:ext uri="{BB962C8B-B14F-4D97-AF65-F5344CB8AC3E}">
        <p14:creationId xmlns:p14="http://schemas.microsoft.com/office/powerpoint/2010/main" val="566375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96D3FBB0-D960-5A16-D10C-F9BA35E36E86}"/>
              </a:ext>
            </a:extLst>
          </p:cNvPr>
          <p:cNvPicPr>
            <a:picLocks noChangeAspect="1"/>
          </p:cNvPicPr>
          <p:nvPr/>
        </p:nvPicPr>
        <p:blipFill rotWithShape="1">
          <a:blip r:embed="rId2">
            <a:alphaModFix amt="60000"/>
          </a:blip>
          <a:srcRect r="-1" b="3428"/>
          <a:stretch/>
        </p:blipFill>
        <p:spPr>
          <a:xfrm>
            <a:off x="682750" y="719361"/>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itle 1">
            <a:extLst>
              <a:ext uri="{FF2B5EF4-FFF2-40B4-BE49-F238E27FC236}">
                <a16:creationId xmlns:a16="http://schemas.microsoft.com/office/drawing/2014/main" id="{3A726EA7-EC3C-826D-1891-938A6C2A0FFB}"/>
              </a:ext>
            </a:extLst>
          </p:cNvPr>
          <p:cNvSpPr txBox="1">
            <a:spLocks/>
          </p:cNvSpPr>
          <p:nvPr/>
        </p:nvSpPr>
        <p:spPr>
          <a:xfrm>
            <a:off x="664555" y="306313"/>
            <a:ext cx="13753528" cy="1274913"/>
          </a:xfrm>
          <a:prstGeom prst="rect">
            <a:avLst/>
          </a:prstGeom>
          <a:solidFill>
            <a:schemeClr val="bg1"/>
          </a:solidFill>
        </p:spPr>
        <p:txBody>
          <a:bodyPr vert="horz" lIns="91440" tIns="45720" rIns="91440" bIns="45720" rtlCol="0" anchor="ctr">
            <a:no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Diameter, Average Pathlength</a:t>
            </a:r>
          </a:p>
        </p:txBody>
      </p:sp>
      <p:sp>
        <p:nvSpPr>
          <p:cNvPr id="11" name="Oval 10">
            <a:extLst>
              <a:ext uri="{FF2B5EF4-FFF2-40B4-BE49-F238E27FC236}">
                <a16:creationId xmlns:a16="http://schemas.microsoft.com/office/drawing/2014/main" id="{E8E5CBB9-641C-2A5C-F855-E7B8C040512B}"/>
              </a:ext>
            </a:extLst>
          </p:cNvPr>
          <p:cNvSpPr/>
          <p:nvPr/>
        </p:nvSpPr>
        <p:spPr>
          <a:xfrm>
            <a:off x="9683750" y="1943497"/>
            <a:ext cx="648072" cy="50405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90EA159C-644B-1BFC-C650-C30309D190EF}"/>
              </a:ext>
            </a:extLst>
          </p:cNvPr>
          <p:cNvPicPr>
            <a:picLocks noChangeAspect="1"/>
          </p:cNvPicPr>
          <p:nvPr/>
        </p:nvPicPr>
        <p:blipFill>
          <a:blip r:embed="rId3"/>
          <a:stretch>
            <a:fillRect/>
          </a:stretch>
        </p:blipFill>
        <p:spPr>
          <a:xfrm>
            <a:off x="687815" y="1994274"/>
            <a:ext cx="13735333" cy="3096344"/>
          </a:xfrm>
          <a:prstGeom prst="rect">
            <a:avLst/>
          </a:prstGeom>
        </p:spPr>
      </p:pic>
      <p:pic>
        <p:nvPicPr>
          <p:cNvPr id="5" name="Picture 4">
            <a:extLst>
              <a:ext uri="{FF2B5EF4-FFF2-40B4-BE49-F238E27FC236}">
                <a16:creationId xmlns:a16="http://schemas.microsoft.com/office/drawing/2014/main" id="{A4BCB91C-5E11-764A-58F0-37CEABB6A7FE}"/>
              </a:ext>
            </a:extLst>
          </p:cNvPr>
          <p:cNvPicPr>
            <a:picLocks noChangeAspect="1"/>
          </p:cNvPicPr>
          <p:nvPr/>
        </p:nvPicPr>
        <p:blipFill>
          <a:blip r:embed="rId4"/>
          <a:stretch>
            <a:fillRect/>
          </a:stretch>
        </p:blipFill>
        <p:spPr>
          <a:xfrm>
            <a:off x="692880" y="5090618"/>
            <a:ext cx="13735333" cy="2939573"/>
          </a:xfrm>
          <a:prstGeom prst="rect">
            <a:avLst/>
          </a:prstGeom>
        </p:spPr>
      </p:pic>
      <p:pic>
        <p:nvPicPr>
          <p:cNvPr id="7" name="Picture 6">
            <a:extLst>
              <a:ext uri="{FF2B5EF4-FFF2-40B4-BE49-F238E27FC236}">
                <a16:creationId xmlns:a16="http://schemas.microsoft.com/office/drawing/2014/main" id="{D2ABA528-96B3-0D26-E8D9-61DEA90D1125}"/>
              </a:ext>
            </a:extLst>
          </p:cNvPr>
          <p:cNvPicPr>
            <a:picLocks noChangeAspect="1"/>
          </p:cNvPicPr>
          <p:nvPr/>
        </p:nvPicPr>
        <p:blipFill rotWithShape="1">
          <a:blip r:embed="rId5"/>
          <a:srcRect l="26154" t="-19202" b="-1"/>
          <a:stretch/>
        </p:blipFill>
        <p:spPr>
          <a:xfrm>
            <a:off x="2554958" y="7859975"/>
            <a:ext cx="2822089" cy="1480070"/>
          </a:xfrm>
          <a:prstGeom prst="rect">
            <a:avLst/>
          </a:prstGeom>
        </p:spPr>
      </p:pic>
    </p:spTree>
    <p:extLst>
      <p:ext uri="{BB962C8B-B14F-4D97-AF65-F5344CB8AC3E}">
        <p14:creationId xmlns:p14="http://schemas.microsoft.com/office/powerpoint/2010/main" val="32910466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3DB26314-56F3-829C-0995-91357DCDF889}"/>
              </a:ext>
            </a:extLst>
          </p:cNvPr>
          <p:cNvPicPr>
            <a:picLocks noChangeAspect="1"/>
          </p:cNvPicPr>
          <p:nvPr/>
        </p:nvPicPr>
        <p:blipFill rotWithShape="1">
          <a:blip r:embed="rId2">
            <a:alphaModFix amt="60000"/>
          </a:blip>
          <a:srcRect r="-1" b="3428"/>
          <a:stretch/>
        </p:blipFill>
        <p:spPr>
          <a:xfrm>
            <a:off x="528996" y="1448217"/>
            <a:ext cx="13297217" cy="7480056"/>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Date Placeholder 9"/>
          <p:cNvSpPr>
            <a:spLocks noGrp="1"/>
          </p:cNvSpPr>
          <p:nvPr>
            <p:ph type="dt" sz="half" idx="10"/>
          </p:nvPr>
        </p:nvSpPr>
        <p:spPr/>
        <p:txBody>
          <a:bodyPr/>
          <a:lstStyle/>
          <a:p>
            <a:fld id="{222C4294-9AAD-4E9E-9214-1FBA8618C975}" type="datetime1">
              <a:rPr lang="en-US" smtClean="0"/>
              <a:pPr/>
              <a:t>8/5/2026</a:t>
            </a:fld>
            <a:endParaRPr lang="en-IN"/>
          </a:p>
        </p:txBody>
      </p:sp>
      <p:sp>
        <p:nvSpPr>
          <p:cNvPr id="3" name="Title 10">
            <a:extLst>
              <a:ext uri="{FF2B5EF4-FFF2-40B4-BE49-F238E27FC236}">
                <a16:creationId xmlns:a16="http://schemas.microsoft.com/office/drawing/2014/main" id="{BC0E6B84-663E-0AD0-2B4A-A6314DC8358F}"/>
              </a:ext>
            </a:extLst>
          </p:cNvPr>
          <p:cNvSpPr txBox="1">
            <a:spLocks/>
          </p:cNvSpPr>
          <p:nvPr/>
        </p:nvSpPr>
        <p:spPr>
          <a:xfrm>
            <a:off x="4417350" y="171791"/>
            <a:ext cx="5986479" cy="1060403"/>
          </a:xfrm>
          <a:prstGeom prst="rect">
            <a:avLst/>
          </a:prstGeom>
          <a:solidFill>
            <a:schemeClr val="bg1"/>
          </a:solidFill>
        </p:spPr>
        <p:txBody>
          <a:bodyPr vert="horz" lIns="91440" tIns="45720" rIns="91440" bIns="45720" rtlCol="0" anchor="ctr">
            <a:norm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2800" b="1" dirty="0">
                <a:solidFill>
                  <a:srgbClr val="0000FF"/>
                </a:solidFill>
                <a:latin typeface="Cambria" panose="02040503050406030204" pitchFamily="18" charset="0"/>
                <a:ea typeface="Cambria" panose="02040503050406030204" pitchFamily="18" charset="0"/>
              </a:rPr>
              <a:t>Shortest Path : Additional notes</a:t>
            </a:r>
            <a:endParaRPr lang="en-US" sz="2800" dirty="0">
              <a:solidFill>
                <a:srgbClr val="0000FF"/>
              </a:solidFill>
              <a:latin typeface="Cambria" panose="02040503050406030204" pitchFamily="18" charset="0"/>
              <a:ea typeface="Cambria" panose="02040503050406030204" pitchFamily="18" charset="0"/>
            </a:endParaRPr>
          </a:p>
        </p:txBody>
      </p:sp>
      <p:grpSp>
        <p:nvGrpSpPr>
          <p:cNvPr id="9" name="Group 8">
            <a:extLst>
              <a:ext uri="{FF2B5EF4-FFF2-40B4-BE49-F238E27FC236}">
                <a16:creationId xmlns:a16="http://schemas.microsoft.com/office/drawing/2014/main" id="{1F7D4931-DCDA-E316-C74A-BCB32B8C8D87}"/>
              </a:ext>
            </a:extLst>
          </p:cNvPr>
          <p:cNvGrpSpPr/>
          <p:nvPr/>
        </p:nvGrpSpPr>
        <p:grpSpPr>
          <a:xfrm>
            <a:off x="1402830" y="1253299"/>
            <a:ext cx="11521280" cy="7890997"/>
            <a:chOff x="2698974" y="1655465"/>
            <a:chExt cx="8568952" cy="6658174"/>
          </a:xfrm>
        </p:grpSpPr>
        <p:pic>
          <p:nvPicPr>
            <p:cNvPr id="7" name="Picture 6">
              <a:extLst>
                <a:ext uri="{FF2B5EF4-FFF2-40B4-BE49-F238E27FC236}">
                  <a16:creationId xmlns:a16="http://schemas.microsoft.com/office/drawing/2014/main" id="{F37DFE53-8644-EC31-EEBD-1C4B45BBF4BF}"/>
                </a:ext>
              </a:extLst>
            </p:cNvPr>
            <p:cNvPicPr>
              <a:picLocks noChangeAspect="1"/>
            </p:cNvPicPr>
            <p:nvPr/>
          </p:nvPicPr>
          <p:blipFill rotWithShape="1">
            <a:blip r:embed="rId3"/>
            <a:srcRect b="13625"/>
            <a:stretch/>
          </p:blipFill>
          <p:spPr>
            <a:xfrm>
              <a:off x="2698974" y="1655465"/>
              <a:ext cx="8568952" cy="6658174"/>
            </a:xfrm>
            <a:prstGeom prst="rect">
              <a:avLst/>
            </a:prstGeom>
          </p:spPr>
        </p:pic>
        <p:sp>
          <p:nvSpPr>
            <p:cNvPr id="8" name="Rectangle 7">
              <a:extLst>
                <a:ext uri="{FF2B5EF4-FFF2-40B4-BE49-F238E27FC236}">
                  <a16:creationId xmlns:a16="http://schemas.microsoft.com/office/drawing/2014/main" id="{EE5ED929-C2BF-E46B-EB0E-0967F0F3057C}"/>
                </a:ext>
              </a:extLst>
            </p:cNvPr>
            <p:cNvSpPr/>
            <p:nvPr/>
          </p:nvSpPr>
          <p:spPr>
            <a:xfrm>
              <a:off x="4931222" y="8011705"/>
              <a:ext cx="6192688" cy="288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grpSp>
    </p:spTree>
    <p:extLst>
      <p:ext uri="{BB962C8B-B14F-4D97-AF65-F5344CB8AC3E}">
        <p14:creationId xmlns:p14="http://schemas.microsoft.com/office/powerpoint/2010/main" val="24933924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3DB26314-56F3-829C-0995-91357DCDF889}"/>
              </a:ext>
            </a:extLst>
          </p:cNvPr>
          <p:cNvPicPr>
            <a:picLocks noChangeAspect="1"/>
          </p:cNvPicPr>
          <p:nvPr/>
        </p:nvPicPr>
        <p:blipFill rotWithShape="1">
          <a:blip r:embed="rId2">
            <a:alphaModFix amt="60000"/>
          </a:blip>
          <a:srcRect r="-1" b="3428"/>
          <a:stretch/>
        </p:blipFill>
        <p:spPr>
          <a:xfrm>
            <a:off x="538734" y="1472176"/>
            <a:ext cx="13297217" cy="7480056"/>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4099" name="Picture 3" descr="C:\Users\Dr S K Dana\Desktop\Slide1.jpg"/>
          <p:cNvPicPr>
            <a:picLocks noGrp="1" noChangeAspect="1" noChangeArrowheads="1"/>
          </p:cNvPicPr>
          <p:nvPr>
            <p:ph idx="1"/>
          </p:nvPr>
        </p:nvPicPr>
        <p:blipFill rotWithShape="1">
          <a:blip r:embed="rId3"/>
          <a:srcRect t="11948"/>
          <a:stretch/>
        </p:blipFill>
        <p:spPr bwMode="auto">
          <a:xfrm>
            <a:off x="271616" y="1367433"/>
            <a:ext cx="7494851" cy="7960154"/>
          </a:xfrm>
          <a:prstGeom prst="rect">
            <a:avLst/>
          </a:prstGeom>
          <a:noFill/>
        </p:spPr>
      </p:pic>
      <p:pic>
        <p:nvPicPr>
          <p:cNvPr id="4103" name="Picture 7" descr="C:\Users\Dr S K Dana\Desktop\mat_simple.jpg"/>
          <p:cNvPicPr>
            <a:picLocks noChangeAspect="1" noChangeArrowheads="1"/>
          </p:cNvPicPr>
          <p:nvPr/>
        </p:nvPicPr>
        <p:blipFill>
          <a:blip r:embed="rId4" cstate="print"/>
          <a:srcRect/>
          <a:stretch>
            <a:fillRect/>
          </a:stretch>
        </p:blipFill>
        <p:spPr bwMode="auto">
          <a:xfrm>
            <a:off x="8071328" y="1249756"/>
            <a:ext cx="6148926" cy="5590286"/>
          </a:xfrm>
          <a:prstGeom prst="rect">
            <a:avLst/>
          </a:prstGeom>
          <a:noFill/>
        </p:spPr>
      </p:pic>
      <p:sp>
        <p:nvSpPr>
          <p:cNvPr id="10" name="Date Placeholder 9"/>
          <p:cNvSpPr>
            <a:spLocks noGrp="1"/>
          </p:cNvSpPr>
          <p:nvPr>
            <p:ph type="dt" sz="half" idx="10"/>
          </p:nvPr>
        </p:nvSpPr>
        <p:spPr/>
        <p:txBody>
          <a:bodyPr/>
          <a:lstStyle/>
          <a:p>
            <a:fld id="{222C4294-9AAD-4E9E-9214-1FBA8618C975}" type="datetime1">
              <a:rPr lang="en-US" smtClean="0"/>
              <a:pPr/>
              <a:t>8/5/2026</a:t>
            </a:fld>
            <a:endParaRPr lang="en-IN"/>
          </a:p>
        </p:txBody>
      </p:sp>
      <p:sp>
        <p:nvSpPr>
          <p:cNvPr id="3" name="Title 10">
            <a:extLst>
              <a:ext uri="{FF2B5EF4-FFF2-40B4-BE49-F238E27FC236}">
                <a16:creationId xmlns:a16="http://schemas.microsoft.com/office/drawing/2014/main" id="{BC0E6B84-663E-0AD0-2B4A-A6314DC8358F}"/>
              </a:ext>
            </a:extLst>
          </p:cNvPr>
          <p:cNvSpPr txBox="1">
            <a:spLocks/>
          </p:cNvSpPr>
          <p:nvPr/>
        </p:nvSpPr>
        <p:spPr>
          <a:xfrm>
            <a:off x="5219254" y="217228"/>
            <a:ext cx="4752528" cy="750891"/>
          </a:xfrm>
          <a:prstGeom prst="rect">
            <a:avLst/>
          </a:prstGeom>
          <a:solidFill>
            <a:schemeClr val="bg1"/>
          </a:solidFill>
        </p:spPr>
        <p:txBody>
          <a:bodyPr vert="horz" lIns="91440" tIns="45720" rIns="91440" bIns="45720" rtlCol="0" anchor="ctr">
            <a:normAutofit lnSpcReduction="10000"/>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Shortest</a:t>
            </a:r>
            <a:r>
              <a:rPr lang="en-US" sz="4000" b="1" dirty="0">
                <a:solidFill>
                  <a:srgbClr val="0000FF"/>
                </a:solidFill>
                <a:latin typeface="Cambria" panose="02040503050406030204" pitchFamily="18" charset="0"/>
                <a:ea typeface="Cambria" panose="02040503050406030204" pitchFamily="18" charset="0"/>
              </a:rPr>
              <a:t> Path</a:t>
            </a:r>
            <a:endParaRPr lang="en-US" sz="4000" dirty="0">
              <a:solidFill>
                <a:srgbClr val="0000FF"/>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1474696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3DB26314-56F3-829C-0995-91357DCDF889}"/>
              </a:ext>
            </a:extLst>
          </p:cNvPr>
          <p:cNvPicPr>
            <a:picLocks noChangeAspect="1"/>
          </p:cNvPicPr>
          <p:nvPr/>
        </p:nvPicPr>
        <p:blipFill rotWithShape="1">
          <a:blip r:embed="rId2">
            <a:alphaModFix amt="60000"/>
          </a:blip>
          <a:srcRect r="-1" b="3428"/>
          <a:stretch/>
        </p:blipFill>
        <p:spPr>
          <a:xfrm>
            <a:off x="538734" y="1472176"/>
            <a:ext cx="13297217" cy="7480056"/>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4099" name="Picture 3" descr="C:\Users\Dr S K Dana\Desktop\Slide1.jpg"/>
          <p:cNvPicPr>
            <a:picLocks noGrp="1" noChangeAspect="1" noChangeArrowheads="1"/>
          </p:cNvPicPr>
          <p:nvPr>
            <p:ph idx="1"/>
          </p:nvPr>
        </p:nvPicPr>
        <p:blipFill rotWithShape="1">
          <a:blip r:embed="rId3"/>
          <a:srcRect t="11948"/>
          <a:stretch/>
        </p:blipFill>
        <p:spPr bwMode="auto">
          <a:xfrm>
            <a:off x="271616" y="1367433"/>
            <a:ext cx="7494851" cy="7960154"/>
          </a:xfrm>
          <a:prstGeom prst="rect">
            <a:avLst/>
          </a:prstGeom>
          <a:noFill/>
        </p:spPr>
      </p:pic>
      <p:pic>
        <p:nvPicPr>
          <p:cNvPr id="4103" name="Picture 7" descr="C:\Users\Dr S K Dana\Desktop\mat_simple.jpg"/>
          <p:cNvPicPr>
            <a:picLocks noChangeAspect="1" noChangeArrowheads="1"/>
          </p:cNvPicPr>
          <p:nvPr/>
        </p:nvPicPr>
        <p:blipFill>
          <a:blip r:embed="rId4" cstate="print"/>
          <a:srcRect/>
          <a:stretch>
            <a:fillRect/>
          </a:stretch>
        </p:blipFill>
        <p:spPr bwMode="auto">
          <a:xfrm>
            <a:off x="8071328" y="1249756"/>
            <a:ext cx="6148926" cy="5590286"/>
          </a:xfrm>
          <a:prstGeom prst="rect">
            <a:avLst/>
          </a:prstGeom>
          <a:noFill/>
        </p:spPr>
      </p:pic>
      <p:sp>
        <p:nvSpPr>
          <p:cNvPr id="10" name="Date Placeholder 9"/>
          <p:cNvSpPr>
            <a:spLocks noGrp="1"/>
          </p:cNvSpPr>
          <p:nvPr>
            <p:ph type="dt" sz="half" idx="10"/>
          </p:nvPr>
        </p:nvSpPr>
        <p:spPr/>
        <p:txBody>
          <a:bodyPr/>
          <a:lstStyle/>
          <a:p>
            <a:fld id="{222C4294-9AAD-4E9E-9214-1FBA8618C975}" type="datetime1">
              <a:rPr lang="en-US" smtClean="0"/>
              <a:pPr/>
              <a:t>8/5/2026</a:t>
            </a:fld>
            <a:endParaRPr lang="en-IN"/>
          </a:p>
        </p:txBody>
      </p:sp>
      <p:sp>
        <p:nvSpPr>
          <p:cNvPr id="3" name="Title 10">
            <a:extLst>
              <a:ext uri="{FF2B5EF4-FFF2-40B4-BE49-F238E27FC236}">
                <a16:creationId xmlns:a16="http://schemas.microsoft.com/office/drawing/2014/main" id="{BC0E6B84-663E-0AD0-2B4A-A6314DC8358F}"/>
              </a:ext>
            </a:extLst>
          </p:cNvPr>
          <p:cNvSpPr txBox="1">
            <a:spLocks/>
          </p:cNvSpPr>
          <p:nvPr/>
        </p:nvSpPr>
        <p:spPr>
          <a:xfrm>
            <a:off x="5219254" y="217228"/>
            <a:ext cx="4752528" cy="750891"/>
          </a:xfrm>
          <a:prstGeom prst="rect">
            <a:avLst/>
          </a:prstGeom>
          <a:solidFill>
            <a:schemeClr val="bg1"/>
          </a:solidFill>
        </p:spPr>
        <p:txBody>
          <a:bodyPr vert="horz" lIns="91440" tIns="45720" rIns="91440" bIns="45720" rtlCol="0" anchor="ctr">
            <a:normAutofit lnSpcReduction="10000"/>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Shortest</a:t>
            </a:r>
            <a:r>
              <a:rPr lang="en-US" sz="4000" b="1" dirty="0">
                <a:solidFill>
                  <a:srgbClr val="0000FF"/>
                </a:solidFill>
                <a:latin typeface="Cambria" panose="02040503050406030204" pitchFamily="18" charset="0"/>
                <a:ea typeface="Cambria" panose="02040503050406030204" pitchFamily="18" charset="0"/>
              </a:rPr>
              <a:t> Path</a:t>
            </a:r>
            <a:endParaRPr lang="en-US" sz="4000" dirty="0">
              <a:solidFill>
                <a:srgbClr val="0000FF"/>
              </a:solidFill>
              <a:latin typeface="Cambria" panose="02040503050406030204" pitchFamily="18" charset="0"/>
              <a:ea typeface="Cambria" panose="02040503050406030204" pitchFamily="18" charset="0"/>
            </a:endParaRPr>
          </a:p>
        </p:txBody>
      </p:sp>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E3D35AE6-18EF-1E9E-9415-8789195CA29B}"/>
                  </a:ext>
                </a:extLst>
              </p14:cNvPr>
              <p14:cNvContentPartPr/>
              <p14:nvPr/>
            </p14:nvContentPartPr>
            <p14:xfrm>
              <a:off x="3073341" y="6294694"/>
              <a:ext cx="426600" cy="492840"/>
            </p14:xfrm>
          </p:contentPart>
        </mc:Choice>
        <mc:Fallback xmlns="">
          <p:pic>
            <p:nvPicPr>
              <p:cNvPr id="5" name="Ink 4">
                <a:extLst>
                  <a:ext uri="{FF2B5EF4-FFF2-40B4-BE49-F238E27FC236}">
                    <a16:creationId xmlns:a16="http://schemas.microsoft.com/office/drawing/2014/main" id="{E3D35AE6-18EF-1E9E-9415-8789195CA29B}"/>
                  </a:ext>
                </a:extLst>
              </p:cNvPr>
              <p:cNvPicPr/>
              <p:nvPr/>
            </p:nvPicPr>
            <p:blipFill>
              <a:blip r:embed="rId6"/>
              <a:stretch>
                <a:fillRect/>
              </a:stretch>
            </p:blipFill>
            <p:spPr>
              <a:xfrm>
                <a:off x="3064701" y="6285694"/>
                <a:ext cx="444240" cy="510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867A2790-AE00-1763-5D91-C7A1A78C0C76}"/>
                  </a:ext>
                </a:extLst>
              </p14:cNvPr>
              <p14:cNvContentPartPr/>
              <p14:nvPr/>
            </p14:nvContentPartPr>
            <p14:xfrm>
              <a:off x="8834781" y="2610814"/>
              <a:ext cx="415080" cy="1085400"/>
            </p14:xfrm>
          </p:contentPart>
        </mc:Choice>
        <mc:Fallback xmlns="">
          <p:pic>
            <p:nvPicPr>
              <p:cNvPr id="6" name="Ink 5">
                <a:extLst>
                  <a:ext uri="{FF2B5EF4-FFF2-40B4-BE49-F238E27FC236}">
                    <a16:creationId xmlns:a16="http://schemas.microsoft.com/office/drawing/2014/main" id="{867A2790-AE00-1763-5D91-C7A1A78C0C76}"/>
                  </a:ext>
                </a:extLst>
              </p:cNvPr>
              <p:cNvPicPr/>
              <p:nvPr/>
            </p:nvPicPr>
            <p:blipFill>
              <a:blip r:embed="rId8"/>
              <a:stretch>
                <a:fillRect/>
              </a:stretch>
            </p:blipFill>
            <p:spPr>
              <a:xfrm>
                <a:off x="8781141" y="2502814"/>
                <a:ext cx="522720" cy="1301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D227996E-5712-2EEA-B9F8-CAA10582B814}"/>
                  </a:ext>
                </a:extLst>
              </p14:cNvPr>
              <p14:cNvContentPartPr/>
              <p14:nvPr/>
            </p14:nvContentPartPr>
            <p14:xfrm>
              <a:off x="9356061" y="2650054"/>
              <a:ext cx="3591720" cy="1868400"/>
            </p14:xfrm>
          </p:contentPart>
        </mc:Choice>
        <mc:Fallback xmlns="">
          <p:pic>
            <p:nvPicPr>
              <p:cNvPr id="7" name="Ink 6">
                <a:extLst>
                  <a:ext uri="{FF2B5EF4-FFF2-40B4-BE49-F238E27FC236}">
                    <a16:creationId xmlns:a16="http://schemas.microsoft.com/office/drawing/2014/main" id="{D227996E-5712-2EEA-B9F8-CAA10582B814}"/>
                  </a:ext>
                </a:extLst>
              </p:cNvPr>
              <p:cNvPicPr/>
              <p:nvPr/>
            </p:nvPicPr>
            <p:blipFill>
              <a:blip r:embed="rId10"/>
              <a:stretch>
                <a:fillRect/>
              </a:stretch>
            </p:blipFill>
            <p:spPr>
              <a:xfrm>
                <a:off x="9302421" y="2542414"/>
                <a:ext cx="3699360" cy="20840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7BB15FC6-E63D-FBAB-8184-6247A05838FC}"/>
                  </a:ext>
                </a:extLst>
              </p14:cNvPr>
              <p14:cNvContentPartPr/>
              <p14:nvPr/>
            </p14:nvContentPartPr>
            <p14:xfrm>
              <a:off x="9382341" y="1738174"/>
              <a:ext cx="995040" cy="713880"/>
            </p14:xfrm>
          </p:contentPart>
        </mc:Choice>
        <mc:Fallback xmlns="">
          <p:pic>
            <p:nvPicPr>
              <p:cNvPr id="8" name="Ink 7">
                <a:extLst>
                  <a:ext uri="{FF2B5EF4-FFF2-40B4-BE49-F238E27FC236}">
                    <a16:creationId xmlns:a16="http://schemas.microsoft.com/office/drawing/2014/main" id="{7BB15FC6-E63D-FBAB-8184-6247A05838FC}"/>
                  </a:ext>
                </a:extLst>
              </p:cNvPr>
              <p:cNvPicPr/>
              <p:nvPr/>
            </p:nvPicPr>
            <p:blipFill>
              <a:blip r:embed="rId12"/>
              <a:stretch>
                <a:fillRect/>
              </a:stretch>
            </p:blipFill>
            <p:spPr>
              <a:xfrm>
                <a:off x="9328701" y="1630534"/>
                <a:ext cx="1102680" cy="929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9" name="Ink 8">
                <a:extLst>
                  <a:ext uri="{FF2B5EF4-FFF2-40B4-BE49-F238E27FC236}">
                    <a16:creationId xmlns:a16="http://schemas.microsoft.com/office/drawing/2014/main" id="{FD080A49-AB39-0B52-5D47-9C791F54864E}"/>
                  </a:ext>
                </a:extLst>
              </p14:cNvPr>
              <p14:cNvContentPartPr/>
              <p14:nvPr/>
            </p14:nvContentPartPr>
            <p14:xfrm>
              <a:off x="6255021" y="8176774"/>
              <a:ext cx="360" cy="360"/>
            </p14:xfrm>
          </p:contentPart>
        </mc:Choice>
        <mc:Fallback xmlns="">
          <p:pic>
            <p:nvPicPr>
              <p:cNvPr id="9" name="Ink 8">
                <a:extLst>
                  <a:ext uri="{FF2B5EF4-FFF2-40B4-BE49-F238E27FC236}">
                    <a16:creationId xmlns:a16="http://schemas.microsoft.com/office/drawing/2014/main" id="{FD080A49-AB39-0B52-5D47-9C791F54864E}"/>
                  </a:ext>
                </a:extLst>
              </p:cNvPr>
              <p:cNvPicPr/>
              <p:nvPr/>
            </p:nvPicPr>
            <p:blipFill>
              <a:blip r:embed="rId14"/>
              <a:stretch>
                <a:fillRect/>
              </a:stretch>
            </p:blipFill>
            <p:spPr>
              <a:xfrm>
                <a:off x="6246381" y="816777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651C84B8-5E7B-213D-61FD-4ECA93DA9D34}"/>
                  </a:ext>
                </a:extLst>
              </p14:cNvPr>
              <p14:cNvContentPartPr/>
              <p14:nvPr/>
            </p14:nvContentPartPr>
            <p14:xfrm>
              <a:off x="6089061" y="8187934"/>
              <a:ext cx="302040" cy="359280"/>
            </p14:xfrm>
          </p:contentPart>
        </mc:Choice>
        <mc:Fallback xmlns="">
          <p:pic>
            <p:nvPicPr>
              <p:cNvPr id="12" name="Ink 11">
                <a:extLst>
                  <a:ext uri="{FF2B5EF4-FFF2-40B4-BE49-F238E27FC236}">
                    <a16:creationId xmlns:a16="http://schemas.microsoft.com/office/drawing/2014/main" id="{651C84B8-5E7B-213D-61FD-4ECA93DA9D34}"/>
                  </a:ext>
                </a:extLst>
              </p:cNvPr>
              <p:cNvPicPr/>
              <p:nvPr/>
            </p:nvPicPr>
            <p:blipFill>
              <a:blip r:embed="rId16"/>
              <a:stretch>
                <a:fillRect/>
              </a:stretch>
            </p:blipFill>
            <p:spPr>
              <a:xfrm>
                <a:off x="6080421" y="8179294"/>
                <a:ext cx="319680" cy="3769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14C67E92-FD8E-5671-5E68-857A71855D84}"/>
                  </a:ext>
                </a:extLst>
              </p14:cNvPr>
              <p14:cNvContentPartPr/>
              <p14:nvPr/>
            </p14:nvContentPartPr>
            <p14:xfrm>
              <a:off x="9461901" y="5393974"/>
              <a:ext cx="1219680" cy="662400"/>
            </p14:xfrm>
          </p:contentPart>
        </mc:Choice>
        <mc:Fallback xmlns="">
          <p:pic>
            <p:nvPicPr>
              <p:cNvPr id="13" name="Ink 12">
                <a:extLst>
                  <a:ext uri="{FF2B5EF4-FFF2-40B4-BE49-F238E27FC236}">
                    <a16:creationId xmlns:a16="http://schemas.microsoft.com/office/drawing/2014/main" id="{14C67E92-FD8E-5671-5E68-857A71855D84}"/>
                  </a:ext>
                </a:extLst>
              </p:cNvPr>
              <p:cNvPicPr/>
              <p:nvPr/>
            </p:nvPicPr>
            <p:blipFill>
              <a:blip r:embed="rId18"/>
              <a:stretch>
                <a:fillRect/>
              </a:stretch>
            </p:blipFill>
            <p:spPr>
              <a:xfrm>
                <a:off x="9407901" y="5286334"/>
                <a:ext cx="1327320" cy="8780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E5F152BA-E397-675C-F734-90914CD8FABC}"/>
                  </a:ext>
                </a:extLst>
              </p14:cNvPr>
              <p14:cNvContentPartPr/>
              <p14:nvPr/>
            </p14:nvContentPartPr>
            <p14:xfrm>
              <a:off x="10747461" y="5806894"/>
              <a:ext cx="1164960" cy="169920"/>
            </p14:xfrm>
          </p:contentPart>
        </mc:Choice>
        <mc:Fallback xmlns="">
          <p:pic>
            <p:nvPicPr>
              <p:cNvPr id="14" name="Ink 13">
                <a:extLst>
                  <a:ext uri="{FF2B5EF4-FFF2-40B4-BE49-F238E27FC236}">
                    <a16:creationId xmlns:a16="http://schemas.microsoft.com/office/drawing/2014/main" id="{E5F152BA-E397-675C-F734-90914CD8FABC}"/>
                  </a:ext>
                </a:extLst>
              </p:cNvPr>
              <p:cNvPicPr/>
              <p:nvPr/>
            </p:nvPicPr>
            <p:blipFill>
              <a:blip r:embed="rId20"/>
              <a:stretch>
                <a:fillRect/>
              </a:stretch>
            </p:blipFill>
            <p:spPr>
              <a:xfrm>
                <a:off x="10693461" y="5698894"/>
                <a:ext cx="1272600" cy="385560"/>
              </a:xfrm>
              <a:prstGeom prst="rect">
                <a:avLst/>
              </a:prstGeom>
            </p:spPr>
          </p:pic>
        </mc:Fallback>
      </mc:AlternateContent>
    </p:spTree>
    <p:extLst>
      <p:ext uri="{BB962C8B-B14F-4D97-AF65-F5344CB8AC3E}">
        <p14:creationId xmlns:p14="http://schemas.microsoft.com/office/powerpoint/2010/main" val="40125963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3DB26314-56F3-829C-0995-91357DCDF889}"/>
              </a:ext>
            </a:extLst>
          </p:cNvPr>
          <p:cNvPicPr>
            <a:picLocks noChangeAspect="1"/>
          </p:cNvPicPr>
          <p:nvPr/>
        </p:nvPicPr>
        <p:blipFill rotWithShape="1">
          <a:blip r:embed="rId2">
            <a:alphaModFix amt="60000"/>
          </a:blip>
          <a:srcRect r="-1" b="3428"/>
          <a:stretch/>
        </p:blipFill>
        <p:spPr>
          <a:xfrm>
            <a:off x="538734" y="1472176"/>
            <a:ext cx="13297217" cy="7480056"/>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4099" name="Picture 3" descr="C:\Users\Dr S K Dana\Desktop\Slide1.jpg"/>
          <p:cNvPicPr>
            <a:picLocks noGrp="1" noChangeAspect="1" noChangeArrowheads="1"/>
          </p:cNvPicPr>
          <p:nvPr>
            <p:ph idx="1"/>
          </p:nvPr>
        </p:nvPicPr>
        <p:blipFill rotWithShape="1">
          <a:blip r:embed="rId3"/>
          <a:srcRect t="11948"/>
          <a:stretch/>
        </p:blipFill>
        <p:spPr bwMode="auto">
          <a:xfrm>
            <a:off x="271616" y="1367433"/>
            <a:ext cx="7494851" cy="7960154"/>
          </a:xfrm>
          <a:prstGeom prst="rect">
            <a:avLst/>
          </a:prstGeom>
          <a:noFill/>
        </p:spPr>
      </p:pic>
      <p:pic>
        <p:nvPicPr>
          <p:cNvPr id="4103" name="Picture 7" descr="C:\Users\Dr S K Dana\Desktop\mat_simple.jpg"/>
          <p:cNvPicPr>
            <a:picLocks noChangeAspect="1" noChangeArrowheads="1"/>
          </p:cNvPicPr>
          <p:nvPr/>
        </p:nvPicPr>
        <p:blipFill>
          <a:blip r:embed="rId4" cstate="print"/>
          <a:srcRect/>
          <a:stretch>
            <a:fillRect/>
          </a:stretch>
        </p:blipFill>
        <p:spPr bwMode="auto">
          <a:xfrm>
            <a:off x="8071328" y="1249756"/>
            <a:ext cx="6148926" cy="5590286"/>
          </a:xfrm>
          <a:prstGeom prst="rect">
            <a:avLst/>
          </a:prstGeom>
          <a:noFill/>
        </p:spPr>
      </p:pic>
      <p:sp>
        <p:nvSpPr>
          <p:cNvPr id="10" name="Date Placeholder 9"/>
          <p:cNvSpPr>
            <a:spLocks noGrp="1"/>
          </p:cNvSpPr>
          <p:nvPr>
            <p:ph type="dt" sz="half" idx="10"/>
          </p:nvPr>
        </p:nvSpPr>
        <p:spPr/>
        <p:txBody>
          <a:bodyPr/>
          <a:lstStyle/>
          <a:p>
            <a:fld id="{222C4294-9AAD-4E9E-9214-1FBA8618C975}" type="datetime1">
              <a:rPr lang="en-US" smtClean="0"/>
              <a:pPr/>
              <a:t>8/5/2026</a:t>
            </a:fld>
            <a:endParaRPr lang="en-IN"/>
          </a:p>
        </p:txBody>
      </p:sp>
      <p:sp>
        <p:nvSpPr>
          <p:cNvPr id="3" name="Title 10">
            <a:extLst>
              <a:ext uri="{FF2B5EF4-FFF2-40B4-BE49-F238E27FC236}">
                <a16:creationId xmlns:a16="http://schemas.microsoft.com/office/drawing/2014/main" id="{BC0E6B84-663E-0AD0-2B4A-A6314DC8358F}"/>
              </a:ext>
            </a:extLst>
          </p:cNvPr>
          <p:cNvSpPr txBox="1">
            <a:spLocks/>
          </p:cNvSpPr>
          <p:nvPr/>
        </p:nvSpPr>
        <p:spPr>
          <a:xfrm>
            <a:off x="5219254" y="217228"/>
            <a:ext cx="4752528" cy="750891"/>
          </a:xfrm>
          <a:prstGeom prst="rect">
            <a:avLst/>
          </a:prstGeom>
          <a:solidFill>
            <a:schemeClr val="bg1"/>
          </a:solidFill>
        </p:spPr>
        <p:txBody>
          <a:bodyPr vert="horz" lIns="91440" tIns="45720" rIns="91440" bIns="45720" rtlCol="0" anchor="ctr">
            <a:normAutofit lnSpcReduction="10000"/>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Shortest</a:t>
            </a:r>
            <a:r>
              <a:rPr lang="en-US" sz="4000" b="1" dirty="0">
                <a:solidFill>
                  <a:srgbClr val="0000FF"/>
                </a:solidFill>
                <a:latin typeface="Cambria" panose="02040503050406030204" pitchFamily="18" charset="0"/>
                <a:ea typeface="Cambria" panose="02040503050406030204" pitchFamily="18" charset="0"/>
              </a:rPr>
              <a:t> Path</a:t>
            </a:r>
            <a:endParaRPr lang="en-US" sz="4000" dirty="0">
              <a:solidFill>
                <a:srgbClr val="0000FF"/>
              </a:solidFill>
              <a:latin typeface="Cambria" panose="02040503050406030204" pitchFamily="18" charset="0"/>
              <a:ea typeface="Cambria" panose="02040503050406030204" pitchFamily="18"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5">
            <p14:nvContentPartPr>
              <p14:cNvPr id="5" name="Ink 4">
                <a:extLst>
                  <a:ext uri="{FF2B5EF4-FFF2-40B4-BE49-F238E27FC236}">
                    <a16:creationId xmlns:a16="http://schemas.microsoft.com/office/drawing/2014/main" id="{0E10E037-D378-F553-CCC4-F4593E4DCF33}"/>
                  </a:ext>
                </a:extLst>
              </p14:cNvPr>
              <p14:cNvContentPartPr/>
              <p14:nvPr/>
            </p14:nvContentPartPr>
            <p14:xfrm>
              <a:off x="5540781" y="6334294"/>
              <a:ext cx="464040" cy="319680"/>
            </p14:xfrm>
          </p:contentPart>
        </mc:Choice>
        <mc:Fallback xmlns="">
          <p:pic>
            <p:nvPicPr>
              <p:cNvPr id="5" name="Ink 4">
                <a:extLst>
                  <a:ext uri="{FF2B5EF4-FFF2-40B4-BE49-F238E27FC236}">
                    <a16:creationId xmlns:a16="http://schemas.microsoft.com/office/drawing/2014/main" id="{0E10E037-D378-F553-CCC4-F4593E4DCF33}"/>
                  </a:ext>
                </a:extLst>
              </p:cNvPr>
              <p:cNvPicPr/>
              <p:nvPr/>
            </p:nvPicPr>
            <p:blipFill>
              <a:blip r:embed="rId6"/>
              <a:stretch>
                <a:fillRect/>
              </a:stretch>
            </p:blipFill>
            <p:spPr>
              <a:xfrm>
                <a:off x="5531781" y="6325294"/>
                <a:ext cx="481680"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54CA28F9-F918-2926-311A-2DBA1451D8C8}"/>
                  </a:ext>
                </a:extLst>
              </p14:cNvPr>
              <p14:cNvContentPartPr/>
              <p14:nvPr/>
            </p14:nvContentPartPr>
            <p14:xfrm>
              <a:off x="9356061" y="2372134"/>
              <a:ext cx="3828240" cy="1976760"/>
            </p14:xfrm>
          </p:contentPart>
        </mc:Choice>
        <mc:Fallback xmlns="">
          <p:pic>
            <p:nvPicPr>
              <p:cNvPr id="6" name="Ink 5">
                <a:extLst>
                  <a:ext uri="{FF2B5EF4-FFF2-40B4-BE49-F238E27FC236}">
                    <a16:creationId xmlns:a16="http://schemas.microsoft.com/office/drawing/2014/main" id="{54CA28F9-F918-2926-311A-2DBA1451D8C8}"/>
                  </a:ext>
                </a:extLst>
              </p:cNvPr>
              <p:cNvPicPr/>
              <p:nvPr/>
            </p:nvPicPr>
            <p:blipFill>
              <a:blip r:embed="rId8"/>
              <a:stretch>
                <a:fillRect/>
              </a:stretch>
            </p:blipFill>
            <p:spPr>
              <a:xfrm>
                <a:off x="9302421" y="2264134"/>
                <a:ext cx="3935880" cy="2192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12922A95-36C6-7CF9-71A9-176F51A30C84}"/>
                  </a:ext>
                </a:extLst>
              </p14:cNvPr>
              <p14:cNvContentPartPr/>
              <p14:nvPr/>
            </p14:nvContentPartPr>
            <p14:xfrm>
              <a:off x="12382581" y="4876654"/>
              <a:ext cx="843120" cy="1067400"/>
            </p14:xfrm>
          </p:contentPart>
        </mc:Choice>
        <mc:Fallback xmlns="">
          <p:pic>
            <p:nvPicPr>
              <p:cNvPr id="7" name="Ink 6">
                <a:extLst>
                  <a:ext uri="{FF2B5EF4-FFF2-40B4-BE49-F238E27FC236}">
                    <a16:creationId xmlns:a16="http://schemas.microsoft.com/office/drawing/2014/main" id="{12922A95-36C6-7CF9-71A9-176F51A30C84}"/>
                  </a:ext>
                </a:extLst>
              </p:cNvPr>
              <p:cNvPicPr/>
              <p:nvPr/>
            </p:nvPicPr>
            <p:blipFill>
              <a:blip r:embed="rId10"/>
              <a:stretch>
                <a:fillRect/>
              </a:stretch>
            </p:blipFill>
            <p:spPr>
              <a:xfrm>
                <a:off x="12328941" y="4768654"/>
                <a:ext cx="950760" cy="12830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A86BBDC8-7B02-B449-48C8-7BB1C8BDD0C5}"/>
                  </a:ext>
                </a:extLst>
              </p14:cNvPr>
              <p14:cNvContentPartPr/>
              <p14:nvPr/>
            </p14:nvContentPartPr>
            <p14:xfrm>
              <a:off x="9342381" y="1399054"/>
              <a:ext cx="842040" cy="615240"/>
            </p14:xfrm>
          </p:contentPart>
        </mc:Choice>
        <mc:Fallback xmlns="">
          <p:pic>
            <p:nvPicPr>
              <p:cNvPr id="8" name="Ink 7">
                <a:extLst>
                  <a:ext uri="{FF2B5EF4-FFF2-40B4-BE49-F238E27FC236}">
                    <a16:creationId xmlns:a16="http://schemas.microsoft.com/office/drawing/2014/main" id="{A86BBDC8-7B02-B449-48C8-7BB1C8BDD0C5}"/>
                  </a:ext>
                </a:extLst>
              </p:cNvPr>
              <p:cNvPicPr/>
              <p:nvPr/>
            </p:nvPicPr>
            <p:blipFill>
              <a:blip r:embed="rId12"/>
              <a:stretch>
                <a:fillRect/>
              </a:stretch>
            </p:blipFill>
            <p:spPr>
              <a:xfrm>
                <a:off x="9288741" y="1291414"/>
                <a:ext cx="949680" cy="8308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C38658CB-9E4B-6927-C090-32B2A434093D}"/>
                  </a:ext>
                </a:extLst>
              </p14:cNvPr>
              <p14:cNvContentPartPr/>
              <p14:nvPr/>
            </p14:nvContentPartPr>
            <p14:xfrm>
              <a:off x="10257141" y="1523974"/>
              <a:ext cx="1627560" cy="4354560"/>
            </p14:xfrm>
          </p:contentPart>
        </mc:Choice>
        <mc:Fallback xmlns="">
          <p:pic>
            <p:nvPicPr>
              <p:cNvPr id="9" name="Ink 8">
                <a:extLst>
                  <a:ext uri="{FF2B5EF4-FFF2-40B4-BE49-F238E27FC236}">
                    <a16:creationId xmlns:a16="http://schemas.microsoft.com/office/drawing/2014/main" id="{C38658CB-9E4B-6927-C090-32B2A434093D}"/>
                  </a:ext>
                </a:extLst>
              </p:cNvPr>
              <p:cNvPicPr/>
              <p:nvPr/>
            </p:nvPicPr>
            <p:blipFill>
              <a:blip r:embed="rId14"/>
              <a:stretch>
                <a:fillRect/>
              </a:stretch>
            </p:blipFill>
            <p:spPr>
              <a:xfrm>
                <a:off x="10203141" y="1415974"/>
                <a:ext cx="1735200" cy="45702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1834438E-A038-4F6F-3A05-C6F4BFACACE8}"/>
                  </a:ext>
                </a:extLst>
              </p14:cNvPr>
              <p14:cNvContentPartPr/>
              <p14:nvPr/>
            </p14:nvContentPartPr>
            <p14:xfrm>
              <a:off x="5484981" y="6281374"/>
              <a:ext cx="462240" cy="360000"/>
            </p14:xfrm>
          </p:contentPart>
        </mc:Choice>
        <mc:Fallback xmlns="">
          <p:pic>
            <p:nvPicPr>
              <p:cNvPr id="11" name="Ink 10">
                <a:extLst>
                  <a:ext uri="{FF2B5EF4-FFF2-40B4-BE49-F238E27FC236}">
                    <a16:creationId xmlns:a16="http://schemas.microsoft.com/office/drawing/2014/main" id="{1834438E-A038-4F6F-3A05-C6F4BFACACE8}"/>
                  </a:ext>
                </a:extLst>
              </p:cNvPr>
              <p:cNvPicPr/>
              <p:nvPr/>
            </p:nvPicPr>
            <p:blipFill>
              <a:blip r:embed="rId16"/>
              <a:stretch>
                <a:fillRect/>
              </a:stretch>
            </p:blipFill>
            <p:spPr>
              <a:xfrm>
                <a:off x="5431341" y="6173734"/>
                <a:ext cx="569880" cy="575640"/>
              </a:xfrm>
              <a:prstGeom prst="rect">
                <a:avLst/>
              </a:prstGeom>
            </p:spPr>
          </p:pic>
        </mc:Fallback>
      </mc:AlternateContent>
    </p:spTree>
    <p:extLst>
      <p:ext uri="{BB962C8B-B14F-4D97-AF65-F5344CB8AC3E}">
        <p14:creationId xmlns:p14="http://schemas.microsoft.com/office/powerpoint/2010/main" val="20500498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3DB26314-56F3-829C-0995-91357DCDF889}"/>
              </a:ext>
            </a:extLst>
          </p:cNvPr>
          <p:cNvPicPr>
            <a:picLocks noChangeAspect="1"/>
          </p:cNvPicPr>
          <p:nvPr/>
        </p:nvPicPr>
        <p:blipFill rotWithShape="1">
          <a:blip r:embed="rId2">
            <a:alphaModFix amt="60000"/>
          </a:blip>
          <a:srcRect r="-1" b="3428"/>
          <a:stretch/>
        </p:blipFill>
        <p:spPr>
          <a:xfrm>
            <a:off x="538734" y="1472176"/>
            <a:ext cx="13297217" cy="7480056"/>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Date Placeholder 9"/>
          <p:cNvSpPr>
            <a:spLocks noGrp="1"/>
          </p:cNvSpPr>
          <p:nvPr>
            <p:ph type="dt" sz="half" idx="10"/>
          </p:nvPr>
        </p:nvSpPr>
        <p:spPr/>
        <p:txBody>
          <a:bodyPr/>
          <a:lstStyle/>
          <a:p>
            <a:fld id="{222C4294-9AAD-4E9E-9214-1FBA8618C975}" type="datetime1">
              <a:rPr lang="en-US" smtClean="0"/>
              <a:pPr/>
              <a:t>8/5/2026</a:t>
            </a:fld>
            <a:endParaRPr lang="en-IN"/>
          </a:p>
        </p:txBody>
      </p:sp>
      <p:sp>
        <p:nvSpPr>
          <p:cNvPr id="3" name="Title 10">
            <a:extLst>
              <a:ext uri="{FF2B5EF4-FFF2-40B4-BE49-F238E27FC236}">
                <a16:creationId xmlns:a16="http://schemas.microsoft.com/office/drawing/2014/main" id="{BC0E6B84-663E-0AD0-2B4A-A6314DC8358F}"/>
              </a:ext>
            </a:extLst>
          </p:cNvPr>
          <p:cNvSpPr txBox="1">
            <a:spLocks/>
          </p:cNvSpPr>
          <p:nvPr/>
        </p:nvSpPr>
        <p:spPr>
          <a:xfrm>
            <a:off x="3851102" y="217228"/>
            <a:ext cx="6120680" cy="1870285"/>
          </a:xfrm>
          <a:prstGeom prst="rect">
            <a:avLst/>
          </a:prstGeom>
          <a:solidFill>
            <a:schemeClr val="bg1"/>
          </a:solidFill>
        </p:spPr>
        <p:txBody>
          <a:bodyPr vert="horz" lIns="91440" tIns="45720" rIns="91440" bIns="45720" rtlCol="0" anchor="ctr">
            <a:norm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3600" b="1" dirty="0">
                <a:solidFill>
                  <a:srgbClr val="0000FF"/>
                </a:solidFill>
                <a:latin typeface="Cambria" panose="02040503050406030204" pitchFamily="18" charset="0"/>
                <a:ea typeface="Cambria" panose="02040503050406030204" pitchFamily="18" charset="0"/>
              </a:rPr>
              <a:t>BREADTH-FIRST SEARCH (BFS) ALGORITHM</a:t>
            </a:r>
            <a:endParaRPr lang="en-US" sz="3200" dirty="0">
              <a:solidFill>
                <a:srgbClr val="0000FF"/>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E521A9FB-8CB1-21AA-D8A5-CE062A65F319}"/>
              </a:ext>
            </a:extLst>
          </p:cNvPr>
          <p:cNvSpPr txBox="1"/>
          <p:nvPr/>
        </p:nvSpPr>
        <p:spPr>
          <a:xfrm>
            <a:off x="11841515" y="8502747"/>
            <a:ext cx="2273379" cy="523220"/>
          </a:xfrm>
          <a:prstGeom prst="rect">
            <a:avLst/>
          </a:prstGeom>
          <a:solidFill>
            <a:schemeClr val="bg1"/>
          </a:solidFill>
        </p:spPr>
        <p:txBody>
          <a:bodyPr wrap="none" rtlCol="0">
            <a:spAutoFit/>
          </a:bodyPr>
          <a:lstStyle/>
          <a:p>
            <a:r>
              <a:rPr lang="en-US" sz="2800" i="1" dirty="0" err="1">
                <a:solidFill>
                  <a:srgbClr val="FF0000"/>
                </a:solidFill>
                <a:latin typeface="Cambria" panose="02040503050406030204" pitchFamily="18" charset="0"/>
                <a:ea typeface="Cambria" panose="02040503050406030204" pitchFamily="18" charset="0"/>
              </a:rPr>
              <a:t>MatLab</a:t>
            </a:r>
            <a:r>
              <a:rPr lang="en-US" sz="2800" i="1" dirty="0">
                <a:solidFill>
                  <a:srgbClr val="FF0000"/>
                </a:solidFill>
                <a:latin typeface="Cambria" panose="02040503050406030204" pitchFamily="18" charset="0"/>
                <a:ea typeface="Cambria" panose="02040503050406030204" pitchFamily="18" charset="0"/>
              </a:rPr>
              <a:t> script</a:t>
            </a:r>
            <a:endParaRPr lang="en-IN" sz="2800" i="1" dirty="0">
              <a:solidFill>
                <a:srgbClr val="FF0000"/>
              </a:solidFill>
              <a:latin typeface="Cambria" panose="02040503050406030204" pitchFamily="18" charset="0"/>
              <a:ea typeface="Cambria" panose="02040503050406030204" pitchFamily="18" charset="0"/>
            </a:endParaRPr>
          </a:p>
        </p:txBody>
      </p:sp>
      <p:pic>
        <p:nvPicPr>
          <p:cNvPr id="11" name="Content Placeholder 10">
            <a:extLst>
              <a:ext uri="{FF2B5EF4-FFF2-40B4-BE49-F238E27FC236}">
                <a16:creationId xmlns:a16="http://schemas.microsoft.com/office/drawing/2014/main" id="{62EB49D0-C94A-9ABC-C05C-CA8D52DBBFE5}"/>
              </a:ext>
            </a:extLst>
          </p:cNvPr>
          <p:cNvPicPr>
            <a:picLocks noGrp="1" noChangeAspect="1"/>
          </p:cNvPicPr>
          <p:nvPr>
            <p:ph idx="1"/>
          </p:nvPr>
        </p:nvPicPr>
        <p:blipFill>
          <a:blip r:embed="rId3"/>
          <a:stretch>
            <a:fillRect/>
          </a:stretch>
        </p:blipFill>
        <p:spPr>
          <a:xfrm>
            <a:off x="7595517" y="2375545"/>
            <a:ext cx="6401825" cy="3024336"/>
          </a:xfrm>
        </p:spPr>
      </p:pic>
      <p:pic>
        <p:nvPicPr>
          <p:cNvPr id="8" name="Picture 7">
            <a:extLst>
              <a:ext uri="{FF2B5EF4-FFF2-40B4-BE49-F238E27FC236}">
                <a16:creationId xmlns:a16="http://schemas.microsoft.com/office/drawing/2014/main" id="{2155E7E6-1E94-9C91-4DAD-706578300FD3}"/>
              </a:ext>
            </a:extLst>
          </p:cNvPr>
          <p:cNvPicPr>
            <a:picLocks noChangeAspect="1"/>
          </p:cNvPicPr>
          <p:nvPr/>
        </p:nvPicPr>
        <p:blipFill>
          <a:blip r:embed="rId4"/>
          <a:stretch>
            <a:fillRect/>
          </a:stretch>
        </p:blipFill>
        <p:spPr>
          <a:xfrm>
            <a:off x="737948" y="2375545"/>
            <a:ext cx="6641546" cy="3024336"/>
          </a:xfrm>
          <a:prstGeom prst="rect">
            <a:avLst/>
          </a:prstGeom>
        </p:spPr>
      </p:pic>
    </p:spTree>
    <p:extLst>
      <p:ext uri="{BB962C8B-B14F-4D97-AF65-F5344CB8AC3E}">
        <p14:creationId xmlns:p14="http://schemas.microsoft.com/office/powerpoint/2010/main" val="40067713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3DB26314-56F3-829C-0995-91357DCDF889}"/>
              </a:ext>
            </a:extLst>
          </p:cNvPr>
          <p:cNvPicPr>
            <a:picLocks noChangeAspect="1"/>
          </p:cNvPicPr>
          <p:nvPr/>
        </p:nvPicPr>
        <p:blipFill rotWithShape="1">
          <a:blip r:embed="rId2">
            <a:alphaModFix amt="60000"/>
          </a:blip>
          <a:srcRect r="-1" b="3428"/>
          <a:stretch/>
        </p:blipFill>
        <p:spPr>
          <a:xfrm>
            <a:off x="531672" y="1439441"/>
            <a:ext cx="13297217" cy="7480056"/>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Date Placeholder 9"/>
          <p:cNvSpPr>
            <a:spLocks noGrp="1"/>
          </p:cNvSpPr>
          <p:nvPr>
            <p:ph type="dt" sz="half" idx="10"/>
          </p:nvPr>
        </p:nvSpPr>
        <p:spPr/>
        <p:txBody>
          <a:bodyPr/>
          <a:lstStyle/>
          <a:p>
            <a:fld id="{222C4294-9AAD-4E9E-9214-1FBA8618C975}" type="datetime1">
              <a:rPr lang="en-US" smtClean="0"/>
              <a:pPr/>
              <a:t>8/5/2026</a:t>
            </a:fld>
            <a:endParaRPr lang="en-IN" dirty="0"/>
          </a:p>
        </p:txBody>
      </p:sp>
      <p:pic>
        <p:nvPicPr>
          <p:cNvPr id="11" name="Content Placeholder 10">
            <a:extLst>
              <a:ext uri="{FF2B5EF4-FFF2-40B4-BE49-F238E27FC236}">
                <a16:creationId xmlns:a16="http://schemas.microsoft.com/office/drawing/2014/main" id="{62EB49D0-C94A-9ABC-C05C-CA8D52DBBFE5}"/>
              </a:ext>
            </a:extLst>
          </p:cNvPr>
          <p:cNvPicPr>
            <a:picLocks noGrp="1" noChangeAspect="1"/>
          </p:cNvPicPr>
          <p:nvPr>
            <p:ph idx="1"/>
          </p:nvPr>
        </p:nvPicPr>
        <p:blipFill>
          <a:blip r:embed="rId3"/>
          <a:stretch>
            <a:fillRect/>
          </a:stretch>
        </p:blipFill>
        <p:spPr>
          <a:xfrm>
            <a:off x="7602405" y="2375545"/>
            <a:ext cx="6401825" cy="3024336"/>
          </a:xfrm>
        </p:spPr>
      </p:pic>
      <p:pic>
        <p:nvPicPr>
          <p:cNvPr id="8" name="Picture 7">
            <a:extLst>
              <a:ext uri="{FF2B5EF4-FFF2-40B4-BE49-F238E27FC236}">
                <a16:creationId xmlns:a16="http://schemas.microsoft.com/office/drawing/2014/main" id="{2155E7E6-1E94-9C91-4DAD-706578300FD3}"/>
              </a:ext>
            </a:extLst>
          </p:cNvPr>
          <p:cNvPicPr>
            <a:picLocks noChangeAspect="1"/>
          </p:cNvPicPr>
          <p:nvPr/>
        </p:nvPicPr>
        <p:blipFill>
          <a:blip r:embed="rId4"/>
          <a:stretch>
            <a:fillRect/>
          </a:stretch>
        </p:blipFill>
        <p:spPr>
          <a:xfrm>
            <a:off x="737948" y="2375545"/>
            <a:ext cx="6641546" cy="3024336"/>
          </a:xfrm>
          <a:prstGeom prst="rect">
            <a:avLst/>
          </a:prstGeom>
        </p:spPr>
      </p:pic>
      <p:pic>
        <p:nvPicPr>
          <p:cNvPr id="6" name="Picture 5">
            <a:extLst>
              <a:ext uri="{FF2B5EF4-FFF2-40B4-BE49-F238E27FC236}">
                <a16:creationId xmlns:a16="http://schemas.microsoft.com/office/drawing/2014/main" id="{079F3045-AF0B-98BF-CD17-CD365DBE62BE}"/>
              </a:ext>
            </a:extLst>
          </p:cNvPr>
          <p:cNvPicPr>
            <a:picLocks noChangeAspect="1"/>
          </p:cNvPicPr>
          <p:nvPr/>
        </p:nvPicPr>
        <p:blipFill>
          <a:blip r:embed="rId5"/>
          <a:stretch>
            <a:fillRect/>
          </a:stretch>
        </p:blipFill>
        <p:spPr>
          <a:xfrm>
            <a:off x="737948" y="5349449"/>
            <a:ext cx="6641546" cy="2930752"/>
          </a:xfrm>
          <a:prstGeom prst="rect">
            <a:avLst/>
          </a:prstGeom>
        </p:spPr>
      </p:pic>
      <p:pic>
        <p:nvPicPr>
          <p:cNvPr id="9" name="Picture 8">
            <a:extLst>
              <a:ext uri="{FF2B5EF4-FFF2-40B4-BE49-F238E27FC236}">
                <a16:creationId xmlns:a16="http://schemas.microsoft.com/office/drawing/2014/main" id="{406AC908-BD12-7978-C518-0F87721F5F37}"/>
              </a:ext>
            </a:extLst>
          </p:cNvPr>
          <p:cNvPicPr>
            <a:picLocks noChangeAspect="1"/>
          </p:cNvPicPr>
          <p:nvPr/>
        </p:nvPicPr>
        <p:blipFill>
          <a:blip r:embed="rId6"/>
          <a:stretch>
            <a:fillRect/>
          </a:stretch>
        </p:blipFill>
        <p:spPr>
          <a:xfrm>
            <a:off x="7578708" y="5381043"/>
            <a:ext cx="6442332" cy="2930752"/>
          </a:xfrm>
          <a:prstGeom prst="rect">
            <a:avLst/>
          </a:prstGeom>
        </p:spPr>
      </p:pic>
      <p:sp>
        <p:nvSpPr>
          <p:cNvPr id="12" name="Title 10">
            <a:extLst>
              <a:ext uri="{FF2B5EF4-FFF2-40B4-BE49-F238E27FC236}">
                <a16:creationId xmlns:a16="http://schemas.microsoft.com/office/drawing/2014/main" id="{A7AB8662-4651-CF54-E410-BC18A5C54E12}"/>
              </a:ext>
            </a:extLst>
          </p:cNvPr>
          <p:cNvSpPr txBox="1">
            <a:spLocks/>
          </p:cNvSpPr>
          <p:nvPr/>
        </p:nvSpPr>
        <p:spPr>
          <a:xfrm>
            <a:off x="3851102" y="217228"/>
            <a:ext cx="6120680" cy="1870285"/>
          </a:xfrm>
          <a:prstGeom prst="rect">
            <a:avLst/>
          </a:prstGeom>
          <a:solidFill>
            <a:schemeClr val="bg1"/>
          </a:solidFill>
        </p:spPr>
        <p:txBody>
          <a:bodyPr vert="horz" lIns="91440" tIns="45720" rIns="91440" bIns="45720" rtlCol="0" anchor="ctr">
            <a:norm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3600" b="1" dirty="0">
                <a:solidFill>
                  <a:srgbClr val="0000FF"/>
                </a:solidFill>
                <a:latin typeface="Cambria" panose="02040503050406030204" pitchFamily="18" charset="0"/>
                <a:ea typeface="Cambria" panose="02040503050406030204" pitchFamily="18" charset="0"/>
              </a:rPr>
              <a:t>BREADTH-FIRST SEARCH (BFS) ALGORITHM</a:t>
            </a:r>
            <a:endParaRPr lang="en-US" sz="3200" dirty="0">
              <a:solidFill>
                <a:srgbClr val="0000FF"/>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874696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3DB26314-56F3-829C-0995-91357DCDF889}"/>
              </a:ext>
            </a:extLst>
          </p:cNvPr>
          <p:cNvPicPr>
            <a:picLocks noChangeAspect="1"/>
          </p:cNvPicPr>
          <p:nvPr/>
        </p:nvPicPr>
        <p:blipFill rotWithShape="1">
          <a:blip r:embed="rId2">
            <a:alphaModFix amt="60000"/>
          </a:blip>
          <a:srcRect r="-1" b="3428"/>
          <a:stretch/>
        </p:blipFill>
        <p:spPr>
          <a:xfrm>
            <a:off x="531672" y="1439441"/>
            <a:ext cx="13297217" cy="7480056"/>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Date Placeholder 9"/>
          <p:cNvSpPr>
            <a:spLocks noGrp="1"/>
          </p:cNvSpPr>
          <p:nvPr>
            <p:ph type="dt" sz="half" idx="10"/>
          </p:nvPr>
        </p:nvSpPr>
        <p:spPr/>
        <p:txBody>
          <a:bodyPr/>
          <a:lstStyle/>
          <a:p>
            <a:fld id="{222C4294-9AAD-4E9E-9214-1FBA8618C975}" type="datetime1">
              <a:rPr lang="en-US" smtClean="0"/>
              <a:pPr/>
              <a:t>8/5/2026</a:t>
            </a:fld>
            <a:endParaRPr lang="en-IN" dirty="0"/>
          </a:p>
        </p:txBody>
      </p:sp>
      <p:sp>
        <p:nvSpPr>
          <p:cNvPr id="12" name="Title 10">
            <a:extLst>
              <a:ext uri="{FF2B5EF4-FFF2-40B4-BE49-F238E27FC236}">
                <a16:creationId xmlns:a16="http://schemas.microsoft.com/office/drawing/2014/main" id="{A7AB8662-4651-CF54-E410-BC18A5C54E12}"/>
              </a:ext>
            </a:extLst>
          </p:cNvPr>
          <p:cNvSpPr txBox="1">
            <a:spLocks/>
          </p:cNvSpPr>
          <p:nvPr/>
        </p:nvSpPr>
        <p:spPr>
          <a:xfrm>
            <a:off x="3851102" y="217228"/>
            <a:ext cx="7704856" cy="1870285"/>
          </a:xfrm>
          <a:prstGeom prst="rect">
            <a:avLst/>
          </a:prstGeom>
          <a:solidFill>
            <a:schemeClr val="bg1"/>
          </a:solidFill>
        </p:spPr>
        <p:txBody>
          <a:bodyPr vert="horz" lIns="91440" tIns="45720" rIns="91440" bIns="45720" rtlCol="0" anchor="ctr">
            <a:normAutofit/>
          </a:bodyPr>
          <a:lstStyle>
            <a:lvl1pPr algn="ctr" defTabSz="1475925" rtl="0" eaLnBrk="1" latinLnBrk="0" hangingPunct="1">
              <a:spcBef>
                <a:spcPct val="0"/>
              </a:spcBef>
              <a:buNone/>
              <a:defRPr sz="7102" kern="1200">
                <a:solidFill>
                  <a:schemeClr val="tx1"/>
                </a:solidFill>
                <a:latin typeface="+mj-lt"/>
                <a:ea typeface="+mj-ea"/>
                <a:cs typeface="+mj-cs"/>
              </a:defRPr>
            </a:lvl1pPr>
          </a:lstStyle>
          <a:p>
            <a:r>
              <a:rPr lang="en-US" sz="4400" b="1" dirty="0">
                <a:solidFill>
                  <a:srgbClr val="0000FF"/>
                </a:solidFill>
                <a:latin typeface="Cambria" panose="02040503050406030204" pitchFamily="18" charset="0"/>
                <a:ea typeface="Cambria" panose="02040503050406030204" pitchFamily="18" charset="0"/>
              </a:rPr>
              <a:t>Connected and Disconnected Components</a:t>
            </a:r>
            <a:endParaRPr lang="en-US" sz="4000" dirty="0">
              <a:solidFill>
                <a:srgbClr val="0000FF"/>
              </a:solidFill>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ECD01B99-B933-43F5-2095-4E9F5E644442}"/>
              </a:ext>
            </a:extLst>
          </p:cNvPr>
          <p:cNvPicPr>
            <a:picLocks noChangeAspect="1"/>
          </p:cNvPicPr>
          <p:nvPr/>
        </p:nvPicPr>
        <p:blipFill>
          <a:blip r:embed="rId3"/>
          <a:stretch>
            <a:fillRect/>
          </a:stretch>
        </p:blipFill>
        <p:spPr>
          <a:xfrm>
            <a:off x="737950" y="2591569"/>
            <a:ext cx="6241909" cy="2592288"/>
          </a:xfrm>
          <a:prstGeom prst="rect">
            <a:avLst/>
          </a:prstGeom>
        </p:spPr>
      </p:pic>
      <p:pic>
        <p:nvPicPr>
          <p:cNvPr id="14" name="Picture 13">
            <a:extLst>
              <a:ext uri="{FF2B5EF4-FFF2-40B4-BE49-F238E27FC236}">
                <a16:creationId xmlns:a16="http://schemas.microsoft.com/office/drawing/2014/main" id="{65F4ED4F-6A1C-BE1F-18E8-FF8154C8E178}"/>
              </a:ext>
            </a:extLst>
          </p:cNvPr>
          <p:cNvPicPr>
            <a:picLocks noChangeAspect="1"/>
          </p:cNvPicPr>
          <p:nvPr/>
        </p:nvPicPr>
        <p:blipFill>
          <a:blip r:embed="rId4"/>
          <a:stretch>
            <a:fillRect/>
          </a:stretch>
        </p:blipFill>
        <p:spPr>
          <a:xfrm>
            <a:off x="7955558" y="2542597"/>
            <a:ext cx="3235898" cy="2628890"/>
          </a:xfrm>
          <a:prstGeom prst="rect">
            <a:avLst/>
          </a:prstGeom>
        </p:spPr>
      </p:pic>
      <p:pic>
        <p:nvPicPr>
          <p:cNvPr id="16" name="Picture 15">
            <a:extLst>
              <a:ext uri="{FF2B5EF4-FFF2-40B4-BE49-F238E27FC236}">
                <a16:creationId xmlns:a16="http://schemas.microsoft.com/office/drawing/2014/main" id="{38BC75F2-0C86-3AEF-27CE-FB15051C282F}"/>
              </a:ext>
            </a:extLst>
          </p:cNvPr>
          <p:cNvPicPr>
            <a:picLocks noChangeAspect="1"/>
          </p:cNvPicPr>
          <p:nvPr/>
        </p:nvPicPr>
        <p:blipFill>
          <a:blip r:embed="rId5"/>
          <a:stretch>
            <a:fillRect/>
          </a:stretch>
        </p:blipFill>
        <p:spPr>
          <a:xfrm>
            <a:off x="675636" y="5255865"/>
            <a:ext cx="6304223" cy="3030937"/>
          </a:xfrm>
          <a:prstGeom prst="rect">
            <a:avLst/>
          </a:prstGeom>
        </p:spPr>
      </p:pic>
      <p:pic>
        <p:nvPicPr>
          <p:cNvPr id="18" name="Picture 17">
            <a:extLst>
              <a:ext uri="{FF2B5EF4-FFF2-40B4-BE49-F238E27FC236}">
                <a16:creationId xmlns:a16="http://schemas.microsoft.com/office/drawing/2014/main" id="{8C523924-5A0A-09FE-4C7E-906CB3CD1069}"/>
              </a:ext>
            </a:extLst>
          </p:cNvPr>
          <p:cNvPicPr>
            <a:picLocks noChangeAspect="1"/>
          </p:cNvPicPr>
          <p:nvPr/>
        </p:nvPicPr>
        <p:blipFill>
          <a:blip r:embed="rId6"/>
          <a:stretch>
            <a:fillRect/>
          </a:stretch>
        </p:blipFill>
        <p:spPr>
          <a:xfrm>
            <a:off x="7974011" y="5382801"/>
            <a:ext cx="3217446" cy="2814169"/>
          </a:xfrm>
          <a:prstGeom prst="rect">
            <a:avLst/>
          </a:prstGeom>
        </p:spPr>
      </p:pic>
    </p:spTree>
    <p:extLst>
      <p:ext uri="{BB962C8B-B14F-4D97-AF65-F5344CB8AC3E}">
        <p14:creationId xmlns:p14="http://schemas.microsoft.com/office/powerpoint/2010/main" val="2266500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EA3058B0-74E5-A3DD-A7FD-20E7F6703170}"/>
              </a:ext>
            </a:extLst>
          </p:cNvPr>
          <p:cNvPicPr>
            <a:picLocks noChangeAspect="1"/>
          </p:cNvPicPr>
          <p:nvPr/>
        </p:nvPicPr>
        <p:blipFill rotWithShape="1">
          <a:blip r:embed="rId2">
            <a:alphaModFix amt="60000"/>
          </a:blip>
          <a:srcRect r="-1" b="3428"/>
          <a:stretch/>
        </p:blipFill>
        <p:spPr>
          <a:xfrm>
            <a:off x="508901" y="1066197"/>
            <a:ext cx="13741186" cy="8667368"/>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3" name="Content Placeholder 2">
            <a:extLst>
              <a:ext uri="{FF2B5EF4-FFF2-40B4-BE49-F238E27FC236}">
                <a16:creationId xmlns:a16="http://schemas.microsoft.com/office/drawing/2014/main" id="{1B1B2271-8AEC-8F6F-A2A9-A1E42DF1168C}"/>
              </a:ext>
            </a:extLst>
          </p:cNvPr>
          <p:cNvSpPr>
            <a:spLocks noGrp="1"/>
          </p:cNvSpPr>
          <p:nvPr>
            <p:ph idx="1"/>
          </p:nvPr>
        </p:nvSpPr>
        <p:spPr>
          <a:xfrm>
            <a:off x="733479" y="1994250"/>
            <a:ext cx="13283090" cy="7127344"/>
          </a:xfrm>
          <a:solidFill>
            <a:schemeClr val="bg1"/>
          </a:solidFill>
        </p:spPr>
        <p:txBody>
          <a:bodyPr>
            <a:normAutofit fontScale="92500" lnSpcReduction="20000"/>
          </a:bodyPr>
          <a:lstStyle/>
          <a:p>
            <a:r>
              <a:rPr lang="en-US" sz="4000" dirty="0">
                <a:latin typeface="Cambria" panose="02040503050406030204" pitchFamily="18" charset="0"/>
                <a:ea typeface="Cambria" panose="02040503050406030204" pitchFamily="18" charset="0"/>
              </a:rPr>
              <a:t>Construct your own random graph (N=10,50,500). </a:t>
            </a:r>
          </a:p>
          <a:p>
            <a:r>
              <a:rPr lang="en-US" sz="4400" dirty="0">
                <a:latin typeface="Cambria" panose="02040503050406030204" pitchFamily="18" charset="0"/>
                <a:ea typeface="Cambria" panose="02040503050406030204" pitchFamily="18" charset="0"/>
              </a:rPr>
              <a:t>Symmetric? </a:t>
            </a:r>
          </a:p>
          <a:p>
            <a:r>
              <a:rPr lang="en-US" sz="4400" dirty="0">
                <a:latin typeface="Cambria" panose="02040503050406030204" pitchFamily="18" charset="0"/>
                <a:ea typeface="Cambria" panose="02040503050406030204" pitchFamily="18" charset="0"/>
              </a:rPr>
              <a:t>Plot</a:t>
            </a:r>
          </a:p>
          <a:p>
            <a:pPr>
              <a:buFont typeface="Wingdings" panose="05000000000000000000" pitchFamily="2" charset="2"/>
              <a:buChar char="v"/>
            </a:pPr>
            <a:r>
              <a:rPr lang="en-US" sz="4400" dirty="0">
                <a:latin typeface="Cambria" panose="02040503050406030204" pitchFamily="18" charset="0"/>
                <a:ea typeface="Cambria" panose="02040503050406030204" pitchFamily="18" charset="0"/>
              </a:rPr>
              <a:t>Calculate all the pathlengths</a:t>
            </a:r>
          </a:p>
          <a:p>
            <a:pPr>
              <a:buFont typeface="Wingdings" panose="05000000000000000000" pitchFamily="2" charset="2"/>
              <a:buChar char="v"/>
            </a:pPr>
            <a:r>
              <a:rPr lang="en-US" sz="4400" dirty="0">
                <a:latin typeface="Cambria" panose="02040503050406030204" pitchFamily="18" charset="0"/>
                <a:ea typeface="Cambria" panose="02040503050406030204" pitchFamily="18" charset="0"/>
              </a:rPr>
              <a:t>Extract relevant information from the power of the matrix</a:t>
            </a:r>
          </a:p>
          <a:p>
            <a:pPr>
              <a:buFont typeface="Wingdings" panose="05000000000000000000" pitchFamily="2" charset="2"/>
              <a:buChar char="v"/>
            </a:pPr>
            <a:r>
              <a:rPr lang="en-US" sz="4400" dirty="0">
                <a:latin typeface="Cambria" panose="02040503050406030204" pitchFamily="18" charset="0"/>
                <a:ea typeface="Cambria" panose="02040503050406030204" pitchFamily="18" charset="0"/>
              </a:rPr>
              <a:t>Find the diameter</a:t>
            </a:r>
          </a:p>
          <a:p>
            <a:pPr>
              <a:buFont typeface="Wingdings" panose="05000000000000000000" pitchFamily="2" charset="2"/>
              <a:buChar char="v"/>
            </a:pPr>
            <a:r>
              <a:rPr lang="en-US" sz="4400" dirty="0">
                <a:latin typeface="Cambria" panose="02040503050406030204" pitchFamily="18" charset="0"/>
                <a:ea typeface="Cambria" panose="02040503050406030204" pitchFamily="18" charset="0"/>
              </a:rPr>
              <a:t>Plot the Histogram of all pathlengths</a:t>
            </a:r>
          </a:p>
          <a:p>
            <a:pPr>
              <a:buFont typeface="Wingdings" panose="05000000000000000000" pitchFamily="2" charset="2"/>
              <a:buChar char="v"/>
            </a:pPr>
            <a:r>
              <a:rPr lang="en-US" sz="4400" dirty="0">
                <a:latin typeface="Cambria" panose="02040503050406030204" pitchFamily="18" charset="0"/>
                <a:ea typeface="Cambria" panose="02040503050406030204" pitchFamily="18" charset="0"/>
              </a:rPr>
              <a:t>Calculate all centralities (degree, closeness, betweenness </a:t>
            </a:r>
            <a:r>
              <a:rPr lang="en-US" sz="4400" dirty="0" err="1">
                <a:latin typeface="Cambria" panose="02040503050406030204" pitchFamily="18" charset="0"/>
                <a:ea typeface="Cambria" panose="02040503050406030204" pitchFamily="18" charset="0"/>
              </a:rPr>
              <a:t>etc</a:t>
            </a:r>
            <a:r>
              <a:rPr lang="en-US" sz="4400" dirty="0">
                <a:latin typeface="Cambria" panose="02040503050406030204" pitchFamily="18" charset="0"/>
                <a:ea typeface="Cambria" panose="02040503050406030204" pitchFamily="18" charset="0"/>
              </a:rPr>
              <a:t>)</a:t>
            </a:r>
          </a:p>
          <a:p>
            <a:pPr>
              <a:buFont typeface="Wingdings" panose="05000000000000000000" pitchFamily="2" charset="2"/>
              <a:buChar char="v"/>
            </a:pPr>
            <a:r>
              <a:rPr lang="en-US" sz="4400" dirty="0">
                <a:latin typeface="Cambria" panose="02040503050406030204" pitchFamily="18" charset="0"/>
                <a:ea typeface="Cambria" panose="02040503050406030204" pitchFamily="18" charset="0"/>
              </a:rPr>
              <a:t>Check Eulerian trail / circuit (small size </a:t>
            </a:r>
            <a:r>
              <a:rPr lang="en-US" sz="4400" dirty="0" err="1">
                <a:latin typeface="Cambria" panose="02040503050406030204" pitchFamily="18" charset="0"/>
                <a:ea typeface="Cambria" panose="02040503050406030204" pitchFamily="18" charset="0"/>
              </a:rPr>
              <a:t>grah</a:t>
            </a:r>
            <a:r>
              <a:rPr lang="en-US" sz="4400" dirty="0">
                <a:latin typeface="Cambria" panose="02040503050406030204" pitchFamily="18" charset="0"/>
                <a:ea typeface="Cambria" panose="02040503050406030204" pitchFamily="18" charset="0"/>
              </a:rPr>
              <a:t>)</a:t>
            </a:r>
          </a:p>
          <a:p>
            <a:endParaRPr lang="en-US" sz="4400"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p:txBody>
      </p:sp>
      <p:sp>
        <p:nvSpPr>
          <p:cNvPr id="4" name="Date Placeholder 3">
            <a:extLst>
              <a:ext uri="{FF2B5EF4-FFF2-40B4-BE49-F238E27FC236}">
                <a16:creationId xmlns:a16="http://schemas.microsoft.com/office/drawing/2014/main" id="{02290AE3-C912-B8F3-1F1F-D00E556B0A80}"/>
              </a:ext>
            </a:extLst>
          </p:cNvPr>
          <p:cNvSpPr>
            <a:spLocks noGrp="1"/>
          </p:cNvSpPr>
          <p:nvPr>
            <p:ph type="dt" sz="half" idx="10"/>
          </p:nvPr>
        </p:nvSpPr>
        <p:spPr/>
        <p:txBody>
          <a:bodyPr/>
          <a:lstStyle/>
          <a:p>
            <a:fld id="{B27A9E18-5371-4FC2-8521-7ECB04290999}" type="datetime1">
              <a:rPr lang="en-US" smtClean="0"/>
              <a:pPr/>
              <a:t>8/5/2026</a:t>
            </a:fld>
            <a:endParaRPr lang="en-IN"/>
          </a:p>
        </p:txBody>
      </p:sp>
      <p:sp>
        <p:nvSpPr>
          <p:cNvPr id="5" name="TextBox 4">
            <a:extLst>
              <a:ext uri="{FF2B5EF4-FFF2-40B4-BE49-F238E27FC236}">
                <a16:creationId xmlns:a16="http://schemas.microsoft.com/office/drawing/2014/main" id="{92B54440-CCCF-94BD-B831-7C8745A90D61}"/>
              </a:ext>
            </a:extLst>
          </p:cNvPr>
          <p:cNvSpPr txBox="1"/>
          <p:nvPr/>
        </p:nvSpPr>
        <p:spPr>
          <a:xfrm>
            <a:off x="742419" y="1154148"/>
            <a:ext cx="2808312" cy="840102"/>
          </a:xfrm>
          <a:prstGeom prst="rect">
            <a:avLst/>
          </a:prstGeom>
          <a:solidFill>
            <a:schemeClr val="bg1"/>
          </a:solidFill>
        </p:spPr>
        <p:txBody>
          <a:bodyPr wrap="square" rtlCol="0">
            <a:spAutoFit/>
          </a:bodyPr>
          <a:lstStyle/>
          <a:p>
            <a:r>
              <a:rPr lang="en-US" b="1" dirty="0">
                <a:solidFill>
                  <a:srgbClr val="0000FF"/>
                </a:solidFill>
                <a:latin typeface="Cambria" panose="02040503050406030204" pitchFamily="18" charset="0"/>
                <a:ea typeface="Cambria" panose="02040503050406030204" pitchFamily="18" charset="0"/>
              </a:rPr>
              <a:t>Task 1-2</a:t>
            </a:r>
            <a:endParaRPr lang="en-IN" b="1" dirty="0">
              <a:solidFill>
                <a:srgbClr val="0000FF"/>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47017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EA3058B0-74E5-A3DD-A7FD-20E7F6703170}"/>
              </a:ext>
            </a:extLst>
          </p:cNvPr>
          <p:cNvPicPr>
            <a:picLocks noChangeAspect="1"/>
          </p:cNvPicPr>
          <p:nvPr/>
        </p:nvPicPr>
        <p:blipFill rotWithShape="1">
          <a:blip r:embed="rId2">
            <a:alphaModFix amt="60000"/>
          </a:blip>
          <a:srcRect r="-1" b="3428"/>
          <a:stretch/>
        </p:blipFill>
        <p:spPr>
          <a:xfrm>
            <a:off x="508901" y="1066197"/>
            <a:ext cx="13741186" cy="8667368"/>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4" name="Date Placeholder 3">
            <a:extLst>
              <a:ext uri="{FF2B5EF4-FFF2-40B4-BE49-F238E27FC236}">
                <a16:creationId xmlns:a16="http://schemas.microsoft.com/office/drawing/2014/main" id="{02290AE3-C912-B8F3-1F1F-D00E556B0A80}"/>
              </a:ext>
            </a:extLst>
          </p:cNvPr>
          <p:cNvSpPr>
            <a:spLocks noGrp="1"/>
          </p:cNvSpPr>
          <p:nvPr>
            <p:ph type="dt" sz="half" idx="10"/>
          </p:nvPr>
        </p:nvSpPr>
        <p:spPr/>
        <p:txBody>
          <a:bodyPr/>
          <a:lstStyle/>
          <a:p>
            <a:fld id="{B27A9E18-5371-4FC2-8521-7ECB04290999}" type="datetime1">
              <a:rPr lang="en-US" smtClean="0"/>
              <a:pPr/>
              <a:t>8/5/2026</a:t>
            </a:fld>
            <a:endParaRPr lang="en-IN"/>
          </a:p>
        </p:txBody>
      </p:sp>
      <p:sp>
        <p:nvSpPr>
          <p:cNvPr id="5" name="TextBox 4">
            <a:extLst>
              <a:ext uri="{FF2B5EF4-FFF2-40B4-BE49-F238E27FC236}">
                <a16:creationId xmlns:a16="http://schemas.microsoft.com/office/drawing/2014/main" id="{92B54440-CCCF-94BD-B831-7C8745A90D61}"/>
              </a:ext>
            </a:extLst>
          </p:cNvPr>
          <p:cNvSpPr txBox="1"/>
          <p:nvPr/>
        </p:nvSpPr>
        <p:spPr>
          <a:xfrm>
            <a:off x="508901" y="1152473"/>
            <a:ext cx="8208912" cy="840102"/>
          </a:xfrm>
          <a:prstGeom prst="rect">
            <a:avLst/>
          </a:prstGeom>
          <a:solidFill>
            <a:schemeClr val="bg1"/>
          </a:solidFill>
        </p:spPr>
        <p:txBody>
          <a:bodyPr wrap="square" rtlCol="0">
            <a:spAutoFit/>
          </a:bodyPr>
          <a:lstStyle/>
          <a:p>
            <a:r>
              <a:rPr lang="en-US" b="1" dirty="0">
                <a:solidFill>
                  <a:srgbClr val="0000FF"/>
                </a:solidFill>
                <a:latin typeface="Cambria" panose="02040503050406030204" pitchFamily="18" charset="0"/>
                <a:ea typeface="Cambria" panose="02040503050406030204" pitchFamily="18" charset="0"/>
              </a:rPr>
              <a:t>Edge list and node list</a:t>
            </a:r>
            <a:endParaRPr lang="en-IN" b="1" dirty="0">
              <a:solidFill>
                <a:srgbClr val="0000FF"/>
              </a:solidFill>
              <a:latin typeface="Cambria" panose="02040503050406030204" pitchFamily="18" charset="0"/>
              <a:ea typeface="Cambria" panose="02040503050406030204" pitchFamily="18" charset="0"/>
            </a:endParaRPr>
          </a:p>
        </p:txBody>
      </p:sp>
      <p:pic>
        <p:nvPicPr>
          <p:cNvPr id="9" name="Content Placeholder 8">
            <a:extLst>
              <a:ext uri="{FF2B5EF4-FFF2-40B4-BE49-F238E27FC236}">
                <a16:creationId xmlns:a16="http://schemas.microsoft.com/office/drawing/2014/main" id="{6E886004-6D9F-9997-56BF-FAC90B3841F2}"/>
              </a:ext>
            </a:extLst>
          </p:cNvPr>
          <p:cNvPicPr>
            <a:picLocks noGrp="1" noChangeAspect="1"/>
          </p:cNvPicPr>
          <p:nvPr>
            <p:ph idx="1"/>
          </p:nvPr>
        </p:nvPicPr>
        <p:blipFill>
          <a:blip r:embed="rId3"/>
          <a:stretch>
            <a:fillRect/>
          </a:stretch>
        </p:blipFill>
        <p:spPr>
          <a:xfrm>
            <a:off x="2408863" y="2519363"/>
            <a:ext cx="9941261" cy="7127875"/>
          </a:xfrm>
        </p:spPr>
      </p:pic>
    </p:spTree>
    <p:extLst>
      <p:ext uri="{BB962C8B-B14F-4D97-AF65-F5344CB8AC3E}">
        <p14:creationId xmlns:p14="http://schemas.microsoft.com/office/powerpoint/2010/main" val="273305818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EA3058B0-74E5-A3DD-A7FD-20E7F6703170}"/>
              </a:ext>
            </a:extLst>
          </p:cNvPr>
          <p:cNvPicPr>
            <a:picLocks noChangeAspect="1"/>
          </p:cNvPicPr>
          <p:nvPr/>
        </p:nvPicPr>
        <p:blipFill rotWithShape="1">
          <a:blip r:embed="rId2">
            <a:alphaModFix amt="60000"/>
          </a:blip>
          <a:srcRect r="-1" b="3428"/>
          <a:stretch/>
        </p:blipFill>
        <p:spPr>
          <a:xfrm>
            <a:off x="508901" y="1066197"/>
            <a:ext cx="13741186" cy="8667368"/>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4" name="Date Placeholder 3">
            <a:extLst>
              <a:ext uri="{FF2B5EF4-FFF2-40B4-BE49-F238E27FC236}">
                <a16:creationId xmlns:a16="http://schemas.microsoft.com/office/drawing/2014/main" id="{02290AE3-C912-B8F3-1F1F-D00E556B0A80}"/>
              </a:ext>
            </a:extLst>
          </p:cNvPr>
          <p:cNvSpPr>
            <a:spLocks noGrp="1"/>
          </p:cNvSpPr>
          <p:nvPr>
            <p:ph type="dt" sz="half" idx="10"/>
          </p:nvPr>
        </p:nvSpPr>
        <p:spPr/>
        <p:txBody>
          <a:bodyPr/>
          <a:lstStyle/>
          <a:p>
            <a:fld id="{B27A9E18-5371-4FC2-8521-7ECB04290999}" type="datetime1">
              <a:rPr lang="en-US" smtClean="0"/>
              <a:pPr/>
              <a:t>8/5/2026</a:t>
            </a:fld>
            <a:endParaRPr lang="en-IN"/>
          </a:p>
        </p:txBody>
      </p:sp>
      <p:sp>
        <p:nvSpPr>
          <p:cNvPr id="5" name="TextBox 4">
            <a:extLst>
              <a:ext uri="{FF2B5EF4-FFF2-40B4-BE49-F238E27FC236}">
                <a16:creationId xmlns:a16="http://schemas.microsoft.com/office/drawing/2014/main" id="{92B54440-CCCF-94BD-B831-7C8745A90D61}"/>
              </a:ext>
            </a:extLst>
          </p:cNvPr>
          <p:cNvSpPr txBox="1"/>
          <p:nvPr/>
        </p:nvSpPr>
        <p:spPr>
          <a:xfrm>
            <a:off x="3502427" y="1105618"/>
            <a:ext cx="8208912" cy="840102"/>
          </a:xfrm>
          <a:prstGeom prst="rect">
            <a:avLst/>
          </a:prstGeom>
          <a:solidFill>
            <a:schemeClr val="bg1"/>
          </a:solidFill>
        </p:spPr>
        <p:txBody>
          <a:bodyPr wrap="square" rtlCol="0">
            <a:spAutoFit/>
          </a:bodyPr>
          <a:lstStyle/>
          <a:p>
            <a:pPr algn="ctr"/>
            <a:r>
              <a:rPr lang="en-US" b="1" dirty="0">
                <a:solidFill>
                  <a:srgbClr val="0000FF"/>
                </a:solidFill>
                <a:latin typeface="Cambria" panose="02040503050406030204" pitchFamily="18" charset="0"/>
                <a:ea typeface="Cambria" panose="02040503050406030204" pitchFamily="18" charset="0"/>
              </a:rPr>
              <a:t>Edge list and node list</a:t>
            </a:r>
            <a:endParaRPr lang="en-IN" b="1" dirty="0">
              <a:solidFill>
                <a:srgbClr val="0000FF"/>
              </a:solidFill>
              <a:latin typeface="Cambria" panose="02040503050406030204" pitchFamily="18" charset="0"/>
              <a:ea typeface="Cambria" panose="02040503050406030204" pitchFamily="18" charset="0"/>
            </a:endParaRPr>
          </a:p>
        </p:txBody>
      </p:sp>
      <p:pic>
        <p:nvPicPr>
          <p:cNvPr id="8" name="Picture 7">
            <a:extLst>
              <a:ext uri="{FF2B5EF4-FFF2-40B4-BE49-F238E27FC236}">
                <a16:creationId xmlns:a16="http://schemas.microsoft.com/office/drawing/2014/main" id="{CE204013-5F68-5BA2-9848-4238D84A39D8}"/>
              </a:ext>
            </a:extLst>
          </p:cNvPr>
          <p:cNvPicPr>
            <a:picLocks noChangeAspect="1"/>
          </p:cNvPicPr>
          <p:nvPr/>
        </p:nvPicPr>
        <p:blipFill>
          <a:blip r:embed="rId3"/>
          <a:stretch>
            <a:fillRect/>
          </a:stretch>
        </p:blipFill>
        <p:spPr>
          <a:xfrm>
            <a:off x="737948" y="2519946"/>
            <a:ext cx="5566429" cy="2689200"/>
          </a:xfrm>
          <a:prstGeom prst="rect">
            <a:avLst/>
          </a:prstGeom>
        </p:spPr>
      </p:pic>
    </p:spTree>
    <p:extLst>
      <p:ext uri="{BB962C8B-B14F-4D97-AF65-F5344CB8AC3E}">
        <p14:creationId xmlns:p14="http://schemas.microsoft.com/office/powerpoint/2010/main" val="77349610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EA3058B0-74E5-A3DD-A7FD-20E7F6703170}"/>
              </a:ext>
            </a:extLst>
          </p:cNvPr>
          <p:cNvPicPr>
            <a:picLocks noChangeAspect="1"/>
          </p:cNvPicPr>
          <p:nvPr/>
        </p:nvPicPr>
        <p:blipFill rotWithShape="1">
          <a:blip r:embed="rId2">
            <a:alphaModFix amt="60000"/>
          </a:blip>
          <a:srcRect r="-1" b="3428"/>
          <a:stretch/>
        </p:blipFill>
        <p:spPr>
          <a:xfrm>
            <a:off x="508901" y="1066197"/>
            <a:ext cx="13741186" cy="8667368"/>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4" name="Date Placeholder 3">
            <a:extLst>
              <a:ext uri="{FF2B5EF4-FFF2-40B4-BE49-F238E27FC236}">
                <a16:creationId xmlns:a16="http://schemas.microsoft.com/office/drawing/2014/main" id="{02290AE3-C912-B8F3-1F1F-D00E556B0A80}"/>
              </a:ext>
            </a:extLst>
          </p:cNvPr>
          <p:cNvSpPr>
            <a:spLocks noGrp="1"/>
          </p:cNvSpPr>
          <p:nvPr>
            <p:ph type="dt" sz="half" idx="10"/>
          </p:nvPr>
        </p:nvSpPr>
        <p:spPr/>
        <p:txBody>
          <a:bodyPr/>
          <a:lstStyle/>
          <a:p>
            <a:fld id="{B27A9E18-5371-4FC2-8521-7ECB04290999}" type="datetime1">
              <a:rPr lang="en-US" smtClean="0"/>
              <a:pPr/>
              <a:t>8/5/2026</a:t>
            </a:fld>
            <a:endParaRPr lang="en-IN"/>
          </a:p>
        </p:txBody>
      </p:sp>
      <p:pic>
        <p:nvPicPr>
          <p:cNvPr id="10" name="Content Placeholder 9">
            <a:extLst>
              <a:ext uri="{FF2B5EF4-FFF2-40B4-BE49-F238E27FC236}">
                <a16:creationId xmlns:a16="http://schemas.microsoft.com/office/drawing/2014/main" id="{6FDE6B00-D520-597B-FA44-57748567DBCB}"/>
              </a:ext>
            </a:extLst>
          </p:cNvPr>
          <p:cNvPicPr>
            <a:picLocks noGrp="1" noChangeAspect="1"/>
          </p:cNvPicPr>
          <p:nvPr>
            <p:ph idx="1"/>
          </p:nvPr>
        </p:nvPicPr>
        <p:blipFill>
          <a:blip r:embed="rId3"/>
          <a:stretch>
            <a:fillRect/>
          </a:stretch>
        </p:blipFill>
        <p:spPr>
          <a:xfrm>
            <a:off x="7595518" y="5025687"/>
            <a:ext cx="3523523" cy="3449767"/>
          </a:xfrm>
        </p:spPr>
      </p:pic>
      <p:pic>
        <p:nvPicPr>
          <p:cNvPr id="8" name="Picture 7">
            <a:extLst>
              <a:ext uri="{FF2B5EF4-FFF2-40B4-BE49-F238E27FC236}">
                <a16:creationId xmlns:a16="http://schemas.microsoft.com/office/drawing/2014/main" id="{CE204013-5F68-5BA2-9848-4238D84A39D8}"/>
              </a:ext>
            </a:extLst>
          </p:cNvPr>
          <p:cNvPicPr>
            <a:picLocks noChangeAspect="1"/>
          </p:cNvPicPr>
          <p:nvPr/>
        </p:nvPicPr>
        <p:blipFill>
          <a:blip r:embed="rId4"/>
          <a:stretch>
            <a:fillRect/>
          </a:stretch>
        </p:blipFill>
        <p:spPr>
          <a:xfrm>
            <a:off x="737948" y="2519946"/>
            <a:ext cx="5566429" cy="2689200"/>
          </a:xfrm>
          <a:prstGeom prst="rect">
            <a:avLst/>
          </a:prstGeom>
        </p:spPr>
      </p:pic>
      <p:pic>
        <p:nvPicPr>
          <p:cNvPr id="7" name="Picture 6">
            <a:extLst>
              <a:ext uri="{FF2B5EF4-FFF2-40B4-BE49-F238E27FC236}">
                <a16:creationId xmlns:a16="http://schemas.microsoft.com/office/drawing/2014/main" id="{406DE4F3-78EC-D337-291B-5F8BB3CB5FD2}"/>
              </a:ext>
            </a:extLst>
          </p:cNvPr>
          <p:cNvPicPr>
            <a:picLocks noChangeAspect="1"/>
          </p:cNvPicPr>
          <p:nvPr/>
        </p:nvPicPr>
        <p:blipFill>
          <a:blip r:embed="rId5"/>
          <a:stretch>
            <a:fillRect/>
          </a:stretch>
        </p:blipFill>
        <p:spPr>
          <a:xfrm>
            <a:off x="11393541" y="4247753"/>
            <a:ext cx="1800200" cy="5005637"/>
          </a:xfrm>
          <a:prstGeom prst="rect">
            <a:avLst/>
          </a:prstGeom>
        </p:spPr>
      </p:pic>
      <p:sp>
        <p:nvSpPr>
          <p:cNvPr id="2" name="TextBox 1">
            <a:extLst>
              <a:ext uri="{FF2B5EF4-FFF2-40B4-BE49-F238E27FC236}">
                <a16:creationId xmlns:a16="http://schemas.microsoft.com/office/drawing/2014/main" id="{EFCBF4DB-B0CF-EBDD-73B5-29750A2281EF}"/>
              </a:ext>
            </a:extLst>
          </p:cNvPr>
          <p:cNvSpPr txBox="1"/>
          <p:nvPr/>
        </p:nvSpPr>
        <p:spPr>
          <a:xfrm>
            <a:off x="3502427" y="1105618"/>
            <a:ext cx="8208912" cy="840102"/>
          </a:xfrm>
          <a:prstGeom prst="rect">
            <a:avLst/>
          </a:prstGeom>
          <a:solidFill>
            <a:schemeClr val="bg1"/>
          </a:solidFill>
        </p:spPr>
        <p:txBody>
          <a:bodyPr wrap="square" rtlCol="0">
            <a:spAutoFit/>
          </a:bodyPr>
          <a:lstStyle/>
          <a:p>
            <a:pPr algn="ctr"/>
            <a:r>
              <a:rPr lang="en-US" b="1" dirty="0">
                <a:solidFill>
                  <a:srgbClr val="0000FF"/>
                </a:solidFill>
                <a:latin typeface="Cambria" panose="02040503050406030204" pitchFamily="18" charset="0"/>
                <a:ea typeface="Cambria" panose="02040503050406030204" pitchFamily="18" charset="0"/>
              </a:rPr>
              <a:t>Edge list and node list</a:t>
            </a:r>
            <a:endParaRPr lang="en-IN" b="1" dirty="0">
              <a:solidFill>
                <a:srgbClr val="0000FF"/>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93132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C854D08E-2B90-E834-212E-A51A9DFBEF5D}"/>
              </a:ext>
            </a:extLst>
          </p:cNvPr>
          <p:cNvPicPr>
            <a:picLocks noChangeAspect="1"/>
          </p:cNvPicPr>
          <p:nvPr/>
        </p:nvPicPr>
        <p:blipFill rotWithShape="1">
          <a:blip r:embed="rId2">
            <a:alphaModFix amt="60000"/>
          </a:blip>
          <a:srcRect r="-1" b="3428"/>
          <a:stretch/>
        </p:blipFill>
        <p:spPr>
          <a:xfrm>
            <a:off x="1042790" y="924530"/>
            <a:ext cx="13393488" cy="8947671"/>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3" name="Content Placeholder 2"/>
          <p:cNvSpPr>
            <a:spLocks noGrp="1"/>
          </p:cNvSpPr>
          <p:nvPr>
            <p:ph idx="1"/>
          </p:nvPr>
        </p:nvSpPr>
        <p:spPr>
          <a:xfrm>
            <a:off x="1252463" y="2806051"/>
            <a:ext cx="12974142" cy="5336415"/>
          </a:xfrm>
          <a:solidFill>
            <a:schemeClr val="bg1"/>
          </a:solidFill>
        </p:spPr>
        <p:txBody>
          <a:bodyPr>
            <a:noAutofit/>
          </a:bodyPr>
          <a:lstStyle/>
          <a:p>
            <a:r>
              <a:rPr lang="en-US" sz="3200" dirty="0">
                <a:latin typeface="Cambria" panose="02040503050406030204" pitchFamily="18" charset="0"/>
                <a:ea typeface="Cambria" panose="02040503050406030204" pitchFamily="18" charset="0"/>
              </a:rPr>
              <a:t>If G be a simple graph with vertex set V(G); The </a:t>
            </a:r>
            <a:r>
              <a:rPr lang="en-US" sz="3200" b="1" i="1" dirty="0">
                <a:solidFill>
                  <a:srgbClr val="FF0000"/>
                </a:solidFill>
                <a:latin typeface="Cambria" panose="02040503050406030204" pitchFamily="18" charset="0"/>
                <a:ea typeface="Cambria" panose="02040503050406030204" pitchFamily="18" charset="0"/>
              </a:rPr>
              <a:t>complement</a:t>
            </a:r>
            <a:r>
              <a:rPr lang="en-US" sz="3200" dirty="0">
                <a:latin typeface="Cambria" panose="02040503050406030204" pitchFamily="18" charset="0"/>
                <a:ea typeface="Cambria" panose="02040503050406030204" pitchFamily="18" charset="0"/>
              </a:rPr>
              <a:t> G of G is the simple graph which has V(G) at its vertex set and in which two vertices are adjacent </a:t>
            </a:r>
            <a:r>
              <a:rPr lang="en-US" sz="3200" i="1" dirty="0">
                <a:latin typeface="Cambria" panose="02040503050406030204" pitchFamily="18" charset="0"/>
                <a:ea typeface="Cambria" panose="02040503050406030204" pitchFamily="18" charset="0"/>
              </a:rPr>
              <a:t>if and only if </a:t>
            </a:r>
            <a:r>
              <a:rPr lang="en-US" sz="3200" dirty="0">
                <a:latin typeface="Cambria" panose="02040503050406030204" pitchFamily="18" charset="0"/>
                <a:ea typeface="Cambria" panose="02040503050406030204" pitchFamily="18" charset="0"/>
              </a:rPr>
              <a:t>they are not adjacent in V(G).</a:t>
            </a:r>
          </a:p>
          <a:p>
            <a:endParaRPr lang="en-US" sz="3200" dirty="0">
              <a:latin typeface="Cambria" panose="02040503050406030204" pitchFamily="18" charset="0"/>
              <a:ea typeface="Cambria" panose="02040503050406030204" pitchFamily="18" charset="0"/>
            </a:endParaRPr>
          </a:p>
          <a:p>
            <a:r>
              <a:rPr lang="en-US" sz="3200" dirty="0">
                <a:latin typeface="Cambria" panose="02040503050406030204" pitchFamily="18" charset="0"/>
                <a:ea typeface="Cambria" panose="02040503050406030204" pitchFamily="18" charset="0"/>
              </a:rPr>
              <a:t> Given any pair of vertices </a:t>
            </a:r>
            <a:r>
              <a:rPr lang="en-US" sz="3200" i="1" dirty="0" err="1">
                <a:latin typeface="Cambria" panose="02040503050406030204" pitchFamily="18" charset="0"/>
                <a:ea typeface="Cambria" panose="02040503050406030204" pitchFamily="18" charset="0"/>
              </a:rPr>
              <a:t>v,w</a:t>
            </a:r>
            <a:r>
              <a:rPr lang="en-US" sz="3200" dirty="0">
                <a:latin typeface="Cambria" panose="02040503050406030204" pitchFamily="18" charset="0"/>
                <a:ea typeface="Cambria" panose="02040503050406030204" pitchFamily="18" charset="0"/>
              </a:rPr>
              <a:t> of Graph G there is a path from </a:t>
            </a:r>
            <a:r>
              <a:rPr lang="en-US" sz="3200" i="1" dirty="0">
                <a:latin typeface="Cambria" panose="02040503050406030204" pitchFamily="18" charset="0"/>
                <a:ea typeface="Cambria" panose="02040503050406030204" pitchFamily="18" charset="0"/>
              </a:rPr>
              <a:t>v </a:t>
            </a:r>
            <a:r>
              <a:rPr lang="en-US" sz="3200" dirty="0">
                <a:latin typeface="Cambria" panose="02040503050406030204" pitchFamily="18" charset="0"/>
                <a:ea typeface="Cambria" panose="02040503050406030204" pitchFamily="18" charset="0"/>
              </a:rPr>
              <a:t>to</a:t>
            </a:r>
            <a:r>
              <a:rPr lang="en-US" sz="3200" i="1" dirty="0">
                <a:latin typeface="Cambria" panose="02040503050406030204" pitchFamily="18" charset="0"/>
                <a:ea typeface="Cambria" panose="02040503050406030204" pitchFamily="18" charset="0"/>
              </a:rPr>
              <a:t> w  </a:t>
            </a:r>
            <a:r>
              <a:rPr lang="en-US" sz="3200" b="1" dirty="0">
                <a:solidFill>
                  <a:srgbClr val="FF0000"/>
                </a:solidFill>
                <a:latin typeface="Cambria" panose="02040503050406030204" pitchFamily="18" charset="0"/>
                <a:ea typeface="Cambria" panose="02040503050406030204" pitchFamily="18" charset="0"/>
              </a:rPr>
              <a:t>: </a:t>
            </a:r>
            <a:r>
              <a:rPr lang="en-US" sz="3200" b="1" i="1" dirty="0">
                <a:solidFill>
                  <a:srgbClr val="FF0000"/>
                </a:solidFill>
                <a:latin typeface="Cambria" panose="02040503050406030204" pitchFamily="18" charset="0"/>
                <a:ea typeface="Cambria" panose="02040503050406030204" pitchFamily="18" charset="0"/>
              </a:rPr>
              <a:t>Connected graph </a:t>
            </a:r>
          </a:p>
          <a:p>
            <a:pPr>
              <a:buNone/>
            </a:pPr>
            <a:r>
              <a:rPr lang="en-US" sz="4519" dirty="0">
                <a:latin typeface="Cambria" panose="02040503050406030204" pitchFamily="18" charset="0"/>
                <a:ea typeface="Cambria" panose="02040503050406030204" pitchFamily="18" charset="0"/>
              </a:rPr>
              <a:t>  </a:t>
            </a:r>
          </a:p>
        </p:txBody>
      </p:sp>
      <p:cxnSp>
        <p:nvCxnSpPr>
          <p:cNvPr id="5" name="Straight Connector 4"/>
          <p:cNvCxnSpPr/>
          <p:nvPr/>
        </p:nvCxnSpPr>
        <p:spPr>
          <a:xfrm>
            <a:off x="12420054" y="2951609"/>
            <a:ext cx="348676" cy="0"/>
          </a:xfrm>
          <a:prstGeom prst="line">
            <a:avLst/>
          </a:prstGeom>
        </p:spPr>
        <p:style>
          <a:lnRef idx="3">
            <a:schemeClr val="dk1"/>
          </a:lnRef>
          <a:fillRef idx="0">
            <a:schemeClr val="dk1"/>
          </a:fillRef>
          <a:effectRef idx="2">
            <a:schemeClr val="dk1"/>
          </a:effectRef>
          <a:fontRef idx="minor">
            <a:schemeClr val="tx1"/>
          </a:fontRef>
        </p:style>
      </p:cxnSp>
      <p:sp>
        <p:nvSpPr>
          <p:cNvPr id="8" name="Rectangle 7"/>
          <p:cNvSpPr/>
          <p:nvPr/>
        </p:nvSpPr>
        <p:spPr>
          <a:xfrm>
            <a:off x="3203030" y="1084996"/>
            <a:ext cx="10135339" cy="707886"/>
          </a:xfrm>
          <a:prstGeom prst="rect">
            <a:avLst/>
          </a:prstGeom>
          <a:solidFill>
            <a:schemeClr val="bg1"/>
          </a:solidFill>
        </p:spPr>
        <p:txBody>
          <a:bodyPr wrap="none">
            <a:spAutoFit/>
          </a:bodyPr>
          <a:lstStyle/>
          <a:p>
            <a:pPr algn="ctr"/>
            <a:r>
              <a:rPr lang="en-US" sz="4000" b="1" dirty="0">
                <a:solidFill>
                  <a:srgbClr val="0000FF"/>
                </a:solidFill>
                <a:latin typeface="Cambria" panose="02040503050406030204" pitchFamily="18" charset="0"/>
                <a:ea typeface="Cambria" panose="02040503050406030204" pitchFamily="18" charset="0"/>
              </a:rPr>
              <a:t>Complement, Connected and disconnected</a:t>
            </a:r>
            <a:endParaRPr lang="en-US" sz="4000" dirty="0">
              <a:solidFill>
                <a:srgbClr val="0000FF"/>
              </a:solidFill>
              <a:latin typeface="Cambria" panose="02040503050406030204" pitchFamily="18" charset="0"/>
              <a:ea typeface="Cambria" panose="02040503050406030204" pitchFamily="18" charset="0"/>
            </a:endParaRPr>
          </a:p>
        </p:txBody>
      </p:sp>
      <p:sp>
        <p:nvSpPr>
          <p:cNvPr id="10" name="TextBox 9"/>
          <p:cNvSpPr txBox="1"/>
          <p:nvPr/>
        </p:nvSpPr>
        <p:spPr>
          <a:xfrm>
            <a:off x="1546846" y="6595429"/>
            <a:ext cx="9515810" cy="1077218"/>
          </a:xfrm>
          <a:prstGeom prst="rect">
            <a:avLst/>
          </a:prstGeom>
          <a:noFill/>
        </p:spPr>
        <p:txBody>
          <a:bodyPr wrap="none" rtlCol="0">
            <a:spAutoFit/>
          </a:bodyPr>
          <a:lstStyle/>
          <a:p>
            <a:r>
              <a:rPr lang="en-US" sz="3200" i="1" dirty="0">
                <a:latin typeface="Cambria" panose="02040503050406030204" pitchFamily="18" charset="0"/>
                <a:ea typeface="Cambria" panose="02040503050406030204" pitchFamily="18" charset="0"/>
              </a:rPr>
              <a:t>An arbitrary graph  can split up into disjoint connected</a:t>
            </a:r>
          </a:p>
          <a:p>
            <a:r>
              <a:rPr lang="en-US" sz="3200" i="1" dirty="0">
                <a:latin typeface="Cambria" panose="02040503050406030204" pitchFamily="18" charset="0"/>
                <a:ea typeface="Cambria" panose="02040503050406030204" pitchFamily="18" charset="0"/>
              </a:rPr>
              <a:t> </a:t>
            </a:r>
            <a:r>
              <a:rPr lang="en-US" sz="3200" i="1" dirty="0" err="1">
                <a:latin typeface="Cambria" panose="02040503050406030204" pitchFamily="18" charset="0"/>
                <a:ea typeface="Cambria" panose="02040503050406030204" pitchFamily="18" charset="0"/>
              </a:rPr>
              <a:t>subgraphs</a:t>
            </a:r>
            <a:r>
              <a:rPr lang="en-US" sz="3200" i="1" dirty="0">
                <a:latin typeface="Cambria" panose="02040503050406030204" pitchFamily="18" charset="0"/>
                <a:ea typeface="Cambria" panose="02040503050406030204" pitchFamily="18" charset="0"/>
              </a:rPr>
              <a:t>  called </a:t>
            </a:r>
            <a:r>
              <a:rPr lang="en-US" sz="3200" b="1" i="1" dirty="0">
                <a:solidFill>
                  <a:srgbClr val="FF0000"/>
                </a:solidFill>
                <a:latin typeface="Cambria" panose="02040503050406030204" pitchFamily="18" charset="0"/>
                <a:ea typeface="Cambria" panose="02040503050406030204" pitchFamily="18" charset="0"/>
              </a:rPr>
              <a:t>components.</a:t>
            </a:r>
          </a:p>
        </p:txBody>
      </p:sp>
      <p:sp>
        <p:nvSpPr>
          <p:cNvPr id="20" name="Date Placeholder 19"/>
          <p:cNvSpPr>
            <a:spLocks noGrp="1"/>
          </p:cNvSpPr>
          <p:nvPr>
            <p:ph type="dt" sz="half" idx="10"/>
          </p:nvPr>
        </p:nvSpPr>
        <p:spPr/>
        <p:txBody>
          <a:bodyPr/>
          <a:lstStyle/>
          <a:p>
            <a:fld id="{9D477783-9A7F-4D6F-8141-376FFF768C86}" type="datetime1">
              <a:rPr lang="en-US" smtClean="0"/>
              <a:pPr/>
              <a:t>8/5/2026</a:t>
            </a:fld>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2540</TotalTime>
  <Words>3190</Words>
  <Application>Microsoft Office PowerPoint</Application>
  <PresentationFormat>Custom</PresentationFormat>
  <Paragraphs>493</Paragraphs>
  <Slides>83</Slides>
  <Notes>17</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83</vt:i4>
      </vt:variant>
    </vt:vector>
  </HeadingPairs>
  <TitlesOfParts>
    <vt:vector size="95" baseType="lpstr">
      <vt:lpstr>Arial</vt:lpstr>
      <vt:lpstr>Calibri</vt:lpstr>
      <vt:lpstr>Calibri Light</vt:lpstr>
      <vt:lpstr>Cambria</vt:lpstr>
      <vt:lpstr>Cambria Math</vt:lpstr>
      <vt:lpstr>Helvetica</vt:lpstr>
      <vt:lpstr>Palatino</vt:lpstr>
      <vt:lpstr>Times New Roman</vt:lpstr>
      <vt:lpstr>Wingdings</vt:lpstr>
      <vt:lpstr>Office Theme</vt:lpstr>
      <vt:lpstr>Office 2013 - 2022 Theme</vt:lpstr>
      <vt:lpstr>Equation</vt:lpstr>
      <vt:lpstr> Complex networks: Basics </vt:lpstr>
      <vt:lpstr>PowerPoint Presentation</vt:lpstr>
      <vt:lpstr>Origins</vt:lpstr>
      <vt:lpstr>PowerPoint Presentation</vt:lpstr>
      <vt:lpstr>PowerPoint Presentation</vt:lpstr>
      <vt:lpstr>PowerPoint Presentation</vt:lpstr>
      <vt:lpstr>PowerPoint Presentation</vt:lpstr>
      <vt:lpstr>PowerPoint Presentation</vt:lpstr>
      <vt:lpstr> Complex networks: Outline </vt:lpstr>
      <vt:lpstr>PowerPoint Presentation</vt:lpstr>
      <vt:lpstr>PowerPoint Presentation</vt:lpstr>
      <vt:lpstr>PowerPoint Presentation</vt:lpstr>
      <vt:lpstr>PowerPoint Presentation</vt:lpstr>
      <vt:lpstr>PowerPoint Presentation</vt:lpstr>
      <vt:lpstr>Simple Graph</vt:lpstr>
      <vt:lpstr>PowerPoint Presentation</vt:lpstr>
      <vt:lpstr>Complex network</vt:lpstr>
      <vt:lpstr>Complex network</vt:lpstr>
      <vt:lpstr>Directed and undirected network</vt:lpstr>
      <vt:lpstr>Degree (Structural Characterization)</vt:lpstr>
      <vt:lpstr>Degree (Structural Chracterization)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Handshaking lemma</vt:lpstr>
      <vt:lpstr>Handshaking lemma</vt:lpstr>
      <vt:lpstr>Handshaking lemma</vt:lpstr>
      <vt:lpstr>PowerPoint Presentation</vt:lpstr>
      <vt:lpstr>PowerPoint Presentation</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Dr S K Dana</dc:creator>
  <cp:lastModifiedBy>Chittaranjan Hens</cp:lastModifiedBy>
  <cp:revision>102</cp:revision>
  <dcterms:created xsi:type="dcterms:W3CDTF">2012-11-09T11:52:54Z</dcterms:created>
  <dcterms:modified xsi:type="dcterms:W3CDTF">2026-08-05T04:43:17Z</dcterms:modified>
</cp:coreProperties>
</file>