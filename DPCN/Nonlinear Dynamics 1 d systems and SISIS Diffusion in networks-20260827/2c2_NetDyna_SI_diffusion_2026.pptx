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309_68A267B2.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718" r:id="rId2"/>
    <p:sldId id="324" r:id="rId3"/>
    <p:sldId id="325" r:id="rId4"/>
    <p:sldId id="793" r:id="rId5"/>
    <p:sldId id="763" r:id="rId6"/>
    <p:sldId id="802" r:id="rId7"/>
    <p:sldId id="800" r:id="rId8"/>
    <p:sldId id="803" r:id="rId9"/>
    <p:sldId id="805" r:id="rId10"/>
    <p:sldId id="804" r:id="rId11"/>
    <p:sldId id="806" r:id="rId12"/>
    <p:sldId id="807" r:id="rId13"/>
    <p:sldId id="801" r:id="rId14"/>
    <p:sldId id="780" r:id="rId15"/>
    <p:sldId id="798" r:id="rId16"/>
    <p:sldId id="776" r:id="rId17"/>
    <p:sldId id="777" r:id="rId18"/>
    <p:sldId id="828" r:id="rId19"/>
    <p:sldId id="829" r:id="rId20"/>
    <p:sldId id="438" r:id="rId21"/>
    <p:sldId id="453" r:id="rId22"/>
    <p:sldId id="832" r:id="rId23"/>
    <p:sldId id="452" r:id="rId24"/>
    <p:sldId id="454" r:id="rId25"/>
    <p:sldId id="455" r:id="rId26"/>
    <p:sldId id="456" r:id="rId27"/>
    <p:sldId id="457" r:id="rId28"/>
    <p:sldId id="458" r:id="rId29"/>
    <p:sldId id="809" r:id="rId30"/>
    <p:sldId id="810" r:id="rId31"/>
    <p:sldId id="811" r:id="rId32"/>
    <p:sldId id="812" r:id="rId33"/>
    <p:sldId id="813" r:id="rId34"/>
    <p:sldId id="814" r:id="rId35"/>
    <p:sldId id="815" r:id="rId36"/>
    <p:sldId id="816" r:id="rId37"/>
    <p:sldId id="817" r:id="rId38"/>
    <p:sldId id="819" r:id="rId39"/>
    <p:sldId id="820" r:id="rId40"/>
    <p:sldId id="818" r:id="rId41"/>
    <p:sldId id="827" r:id="rId42"/>
    <p:sldId id="821" r:id="rId43"/>
    <p:sldId id="822" r:id="rId44"/>
    <p:sldId id="823" r:id="rId45"/>
    <p:sldId id="824" r:id="rId46"/>
    <p:sldId id="825" r:id="rId47"/>
    <p:sldId id="82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E026BE3-B353-4144-4AD1-B1482F387DF5}" name="Chittaranjan Hens" initials="CH" userId="6fc03958433e8a4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82" d="100"/>
          <a:sy n="82" d="100"/>
        </p:scale>
        <p:origin x="7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ttaranjan Hens" userId="6fc03958433e8a43" providerId="LiveId" clId="{BAF5217A-4785-44C5-914D-C0DCF71AE3A9}"/>
    <pc:docChg chg="undo custSel addSld delSld modSld">
      <pc:chgData name="Chittaranjan Hens" userId="6fc03958433e8a43" providerId="LiveId" clId="{BAF5217A-4785-44C5-914D-C0DCF71AE3A9}" dt="2023-01-30T04:19:15.847" v="373"/>
      <pc:docMkLst>
        <pc:docMk/>
      </pc:docMkLst>
      <pc:sldChg chg="addSp modSp mod">
        <pc:chgData name="Chittaranjan Hens" userId="6fc03958433e8a43" providerId="LiveId" clId="{BAF5217A-4785-44C5-914D-C0DCF71AE3A9}" dt="2023-01-30T03:33:40.049" v="105" actId="207"/>
        <pc:sldMkLst>
          <pc:docMk/>
          <pc:sldMk cId="0" sldId="387"/>
        </pc:sldMkLst>
        <pc:spChg chg="add mod">
          <ac:chgData name="Chittaranjan Hens" userId="6fc03958433e8a43" providerId="LiveId" clId="{BAF5217A-4785-44C5-914D-C0DCF71AE3A9}" dt="2023-01-30T03:33:40.049" v="105" actId="207"/>
          <ac:spMkLst>
            <pc:docMk/>
            <pc:sldMk cId="0" sldId="387"/>
            <ac:spMk id="2" creationId="{621A1555-7226-F014-0069-39A86A51C250}"/>
          </ac:spMkLst>
        </pc:spChg>
        <pc:spChg chg="mod">
          <ac:chgData name="Chittaranjan Hens" userId="6fc03958433e8a43" providerId="LiveId" clId="{BAF5217A-4785-44C5-914D-C0DCF71AE3A9}" dt="2023-01-30T03:32:29.019" v="77" actId="20577"/>
          <ac:spMkLst>
            <pc:docMk/>
            <pc:sldMk cId="0" sldId="387"/>
            <ac:spMk id="5130" creationId="{2059CBC7-5FD0-363E-A717-16CCAF84FCF2}"/>
          </ac:spMkLst>
        </pc:spChg>
      </pc:sldChg>
      <pc:sldChg chg="addSp delSp modSp mod">
        <pc:chgData name="Chittaranjan Hens" userId="6fc03958433e8a43" providerId="LiveId" clId="{BAF5217A-4785-44C5-914D-C0DCF71AE3A9}" dt="2023-01-30T03:34:13.883" v="109" actId="478"/>
        <pc:sldMkLst>
          <pc:docMk/>
          <pc:sldMk cId="0" sldId="389"/>
        </pc:sldMkLst>
        <pc:spChg chg="add mod">
          <ac:chgData name="Chittaranjan Hens" userId="6fc03958433e8a43" providerId="LiveId" clId="{BAF5217A-4785-44C5-914D-C0DCF71AE3A9}" dt="2023-01-30T03:34:11.459" v="108" actId="1076"/>
          <ac:spMkLst>
            <pc:docMk/>
            <pc:sldMk cId="0" sldId="389"/>
            <ac:spMk id="2" creationId="{532DE975-FC85-EDD9-0F5A-BE871B3A8F86}"/>
          </ac:spMkLst>
        </pc:spChg>
        <pc:spChg chg="del">
          <ac:chgData name="Chittaranjan Hens" userId="6fc03958433e8a43" providerId="LiveId" clId="{BAF5217A-4785-44C5-914D-C0DCF71AE3A9}" dt="2023-01-30T03:34:13.883" v="109" actId="478"/>
          <ac:spMkLst>
            <pc:docMk/>
            <pc:sldMk cId="0" sldId="389"/>
            <ac:spMk id="8" creationId="{F124FB4F-48FB-E3A5-39E0-A052B79C31CC}"/>
          </ac:spMkLst>
        </pc:spChg>
      </pc:sldChg>
      <pc:sldChg chg="addSp modSp mod">
        <pc:chgData name="Chittaranjan Hens" userId="6fc03958433e8a43" providerId="LiveId" clId="{BAF5217A-4785-44C5-914D-C0DCF71AE3A9}" dt="2023-01-30T03:33:47.925" v="106" actId="207"/>
        <pc:sldMkLst>
          <pc:docMk/>
          <pc:sldMk cId="3066498584" sldId="412"/>
        </pc:sldMkLst>
        <pc:spChg chg="add mod">
          <ac:chgData name="Chittaranjan Hens" userId="6fc03958433e8a43" providerId="LiveId" clId="{BAF5217A-4785-44C5-914D-C0DCF71AE3A9}" dt="2023-01-30T03:33:47.925" v="106" actId="207"/>
          <ac:spMkLst>
            <pc:docMk/>
            <pc:sldMk cId="3066498584" sldId="412"/>
            <ac:spMk id="3" creationId="{87325C60-0A16-B31F-2906-C2B1DDEF4A6C}"/>
          </ac:spMkLst>
        </pc:spChg>
      </pc:sldChg>
      <pc:sldChg chg="addSp modSp">
        <pc:chgData name="Chittaranjan Hens" userId="6fc03958433e8a43" providerId="LiveId" clId="{BAF5217A-4785-44C5-914D-C0DCF71AE3A9}" dt="2023-01-30T03:34:34.109" v="110"/>
        <pc:sldMkLst>
          <pc:docMk/>
          <pc:sldMk cId="2718063657" sldId="418"/>
        </pc:sldMkLst>
        <pc:spChg chg="add mod">
          <ac:chgData name="Chittaranjan Hens" userId="6fc03958433e8a43" providerId="LiveId" clId="{BAF5217A-4785-44C5-914D-C0DCF71AE3A9}" dt="2023-01-30T03:34:34.109" v="110"/>
          <ac:spMkLst>
            <pc:docMk/>
            <pc:sldMk cId="2718063657" sldId="418"/>
            <ac:spMk id="2" creationId="{F644BA7E-9658-B466-C0B4-FCE79654518A}"/>
          </ac:spMkLst>
        </pc:spChg>
      </pc:sldChg>
      <pc:sldChg chg="delSp mod delAnim">
        <pc:chgData name="Chittaranjan Hens" userId="6fc03958433e8a43" providerId="LiveId" clId="{BAF5217A-4785-44C5-914D-C0DCF71AE3A9}" dt="2023-01-30T03:47:40.410" v="112" actId="478"/>
        <pc:sldMkLst>
          <pc:docMk/>
          <pc:sldMk cId="1626102158" sldId="470"/>
        </pc:sldMkLst>
        <pc:picChg chg="del">
          <ac:chgData name="Chittaranjan Hens" userId="6fc03958433e8a43" providerId="LiveId" clId="{BAF5217A-4785-44C5-914D-C0DCF71AE3A9}" dt="2023-01-30T03:47:40.410" v="112" actId="478"/>
          <ac:picMkLst>
            <pc:docMk/>
            <pc:sldMk cId="1626102158" sldId="470"/>
            <ac:picMk id="5" creationId="{63F953E1-C1E0-E71C-D6AC-A83AD09062FF}"/>
          </ac:picMkLst>
        </pc:picChg>
      </pc:sldChg>
      <pc:sldChg chg="modSp mod">
        <pc:chgData name="Chittaranjan Hens" userId="6fc03958433e8a43" providerId="LiveId" clId="{BAF5217A-4785-44C5-914D-C0DCF71AE3A9}" dt="2023-01-30T03:51:13.222" v="114" actId="1076"/>
        <pc:sldMkLst>
          <pc:docMk/>
          <pc:sldMk cId="1387844827" sldId="474"/>
        </pc:sldMkLst>
        <pc:picChg chg="mod">
          <ac:chgData name="Chittaranjan Hens" userId="6fc03958433e8a43" providerId="LiveId" clId="{BAF5217A-4785-44C5-914D-C0DCF71AE3A9}" dt="2023-01-30T03:51:13.222" v="114" actId="1076"/>
          <ac:picMkLst>
            <pc:docMk/>
            <pc:sldMk cId="1387844827" sldId="474"/>
            <ac:picMk id="6" creationId="{57942462-6F5C-7B9E-F6D3-59F5F3C7B2E5}"/>
          </ac:picMkLst>
        </pc:picChg>
      </pc:sldChg>
      <pc:sldChg chg="del">
        <pc:chgData name="Chittaranjan Hens" userId="6fc03958433e8a43" providerId="LiveId" clId="{BAF5217A-4785-44C5-914D-C0DCF71AE3A9}" dt="2023-01-29T17:57:37.088" v="6" actId="47"/>
        <pc:sldMkLst>
          <pc:docMk/>
          <pc:sldMk cId="3455243882" sldId="475"/>
        </pc:sldMkLst>
      </pc:sldChg>
      <pc:sldChg chg="del">
        <pc:chgData name="Chittaranjan Hens" userId="6fc03958433e8a43" providerId="LiveId" clId="{BAF5217A-4785-44C5-914D-C0DCF71AE3A9}" dt="2023-01-29T17:57:25.906" v="5" actId="47"/>
        <pc:sldMkLst>
          <pc:docMk/>
          <pc:sldMk cId="969092816" sldId="476"/>
        </pc:sldMkLst>
      </pc:sldChg>
      <pc:sldChg chg="del">
        <pc:chgData name="Chittaranjan Hens" userId="6fc03958433e8a43" providerId="LiveId" clId="{BAF5217A-4785-44C5-914D-C0DCF71AE3A9}" dt="2023-01-29T17:58:56.528" v="7" actId="47"/>
        <pc:sldMkLst>
          <pc:docMk/>
          <pc:sldMk cId="2060000503" sldId="477"/>
        </pc:sldMkLst>
      </pc:sldChg>
      <pc:sldChg chg="modSp mod">
        <pc:chgData name="Chittaranjan Hens" userId="6fc03958433e8a43" providerId="LiveId" clId="{BAF5217A-4785-44C5-914D-C0DCF71AE3A9}" dt="2023-01-30T03:52:39.970" v="118" actId="1076"/>
        <pc:sldMkLst>
          <pc:docMk/>
          <pc:sldMk cId="3726892099" sldId="478"/>
        </pc:sldMkLst>
        <pc:spChg chg="mod">
          <ac:chgData name="Chittaranjan Hens" userId="6fc03958433e8a43" providerId="LiveId" clId="{BAF5217A-4785-44C5-914D-C0DCF71AE3A9}" dt="2023-01-30T03:52:39.970" v="118" actId="1076"/>
          <ac:spMkLst>
            <pc:docMk/>
            <pc:sldMk cId="3726892099" sldId="478"/>
            <ac:spMk id="7" creationId="{00000000-0000-0000-0000-000000000000}"/>
          </ac:spMkLst>
        </pc:spChg>
        <pc:picChg chg="mod">
          <ac:chgData name="Chittaranjan Hens" userId="6fc03958433e8a43" providerId="LiveId" clId="{BAF5217A-4785-44C5-914D-C0DCF71AE3A9}" dt="2023-01-30T03:52:33.888" v="117" actId="1076"/>
          <ac:picMkLst>
            <pc:docMk/>
            <pc:sldMk cId="3726892099" sldId="478"/>
            <ac:picMk id="2" creationId="{D46632B5-BEDB-5424-58D9-B31AA1BB1767}"/>
          </ac:picMkLst>
        </pc:picChg>
      </pc:sldChg>
      <pc:sldChg chg="addSp modSp mod modAnim">
        <pc:chgData name="Chittaranjan Hens" userId="6fc03958433e8a43" providerId="LiveId" clId="{BAF5217A-4785-44C5-914D-C0DCF71AE3A9}" dt="2023-01-30T03:57:11.719" v="259" actId="20577"/>
        <pc:sldMkLst>
          <pc:docMk/>
          <pc:sldMk cId="903028763" sldId="480"/>
        </pc:sldMkLst>
        <pc:spChg chg="add mod">
          <ac:chgData name="Chittaranjan Hens" userId="6fc03958433e8a43" providerId="LiveId" clId="{BAF5217A-4785-44C5-914D-C0DCF71AE3A9}" dt="2023-01-30T03:57:11.719" v="259" actId="20577"/>
          <ac:spMkLst>
            <pc:docMk/>
            <pc:sldMk cId="903028763" sldId="480"/>
            <ac:spMk id="3" creationId="{6DDE27EF-4FF1-99D7-9D4B-8767B389D4F7}"/>
          </ac:spMkLst>
        </pc:spChg>
        <pc:picChg chg="mod">
          <ac:chgData name="Chittaranjan Hens" userId="6fc03958433e8a43" providerId="LiveId" clId="{BAF5217A-4785-44C5-914D-C0DCF71AE3A9}" dt="2023-01-30T03:54:59.348" v="123" actId="1076"/>
          <ac:picMkLst>
            <pc:docMk/>
            <pc:sldMk cId="903028763" sldId="480"/>
            <ac:picMk id="2" creationId="{D46632B5-BEDB-5424-58D9-B31AA1BB1767}"/>
          </ac:picMkLst>
        </pc:picChg>
      </pc:sldChg>
      <pc:sldChg chg="modAnim">
        <pc:chgData name="Chittaranjan Hens" userId="6fc03958433e8a43" providerId="LiveId" clId="{BAF5217A-4785-44C5-914D-C0DCF71AE3A9}" dt="2023-01-30T03:51:52.580" v="116"/>
        <pc:sldMkLst>
          <pc:docMk/>
          <pc:sldMk cId="275163279" sldId="482"/>
        </pc:sldMkLst>
      </pc:sldChg>
      <pc:sldChg chg="add">
        <pc:chgData name="Chittaranjan Hens" userId="6fc03958433e8a43" providerId="LiveId" clId="{BAF5217A-4785-44C5-914D-C0DCF71AE3A9}" dt="2023-01-30T03:47:34.886" v="111"/>
        <pc:sldMkLst>
          <pc:docMk/>
          <pc:sldMk cId="1282371320" sldId="483"/>
        </pc:sldMkLst>
      </pc:sldChg>
      <pc:sldChg chg="addSp delSp modSp add mod">
        <pc:chgData name="Chittaranjan Hens" userId="6fc03958433e8a43" providerId="LiveId" clId="{BAF5217A-4785-44C5-914D-C0DCF71AE3A9}" dt="2023-01-30T04:07:00.905" v="338" actId="732"/>
        <pc:sldMkLst>
          <pc:docMk/>
          <pc:sldMk cId="3293640932" sldId="484"/>
        </pc:sldMkLst>
        <pc:spChg chg="mod">
          <ac:chgData name="Chittaranjan Hens" userId="6fc03958433e8a43" providerId="LiveId" clId="{BAF5217A-4785-44C5-914D-C0DCF71AE3A9}" dt="2023-01-30T03:59:59.470" v="315" actId="14100"/>
          <ac:spMkLst>
            <pc:docMk/>
            <pc:sldMk cId="3293640932" sldId="484"/>
            <ac:spMk id="2" creationId="{8EFBF971-A446-CBB4-16FA-5E2E2C5903F0}"/>
          </ac:spMkLst>
        </pc:spChg>
        <pc:spChg chg="add mod">
          <ac:chgData name="Chittaranjan Hens" userId="6fc03958433e8a43" providerId="LiveId" clId="{BAF5217A-4785-44C5-914D-C0DCF71AE3A9}" dt="2023-01-30T04:06:43.992" v="336" actId="207"/>
          <ac:spMkLst>
            <pc:docMk/>
            <pc:sldMk cId="3293640932" sldId="484"/>
            <ac:spMk id="7" creationId="{82DC60F8-9A85-D2E9-75E2-431F97C4BC9D}"/>
          </ac:spMkLst>
        </pc:spChg>
        <pc:picChg chg="add mod modCrop">
          <ac:chgData name="Chittaranjan Hens" userId="6fc03958433e8a43" providerId="LiveId" clId="{BAF5217A-4785-44C5-914D-C0DCF71AE3A9}" dt="2023-01-30T04:07:00.905" v="338" actId="732"/>
          <ac:picMkLst>
            <pc:docMk/>
            <pc:sldMk cId="3293640932" sldId="484"/>
            <ac:picMk id="5" creationId="{2ACFB47D-973D-62BD-3FB0-89FA88AC5BB0}"/>
          </ac:picMkLst>
        </pc:picChg>
        <pc:picChg chg="del">
          <ac:chgData name="Chittaranjan Hens" userId="6fc03958433e8a43" providerId="LiveId" clId="{BAF5217A-4785-44C5-914D-C0DCF71AE3A9}" dt="2023-01-30T03:59:33.313" v="261" actId="478"/>
          <ac:picMkLst>
            <pc:docMk/>
            <pc:sldMk cId="3293640932" sldId="484"/>
            <ac:picMk id="6" creationId="{57942462-6F5C-7B9E-F6D3-59F5F3C7B2E5}"/>
          </ac:picMkLst>
        </pc:picChg>
      </pc:sldChg>
      <pc:sldChg chg="addSp delSp modSp add mod">
        <pc:chgData name="Chittaranjan Hens" userId="6fc03958433e8a43" providerId="LiveId" clId="{BAF5217A-4785-44C5-914D-C0DCF71AE3A9}" dt="2023-01-30T04:13:58.484" v="343" actId="478"/>
        <pc:sldMkLst>
          <pc:docMk/>
          <pc:sldMk cId="2258000590" sldId="485"/>
        </pc:sldMkLst>
        <pc:spChg chg="add mod">
          <ac:chgData name="Chittaranjan Hens" userId="6fc03958433e8a43" providerId="LiveId" clId="{BAF5217A-4785-44C5-914D-C0DCF71AE3A9}" dt="2023-01-30T04:07:17.581" v="340" actId="1076"/>
          <ac:spMkLst>
            <pc:docMk/>
            <pc:sldMk cId="2258000590" sldId="485"/>
            <ac:spMk id="3" creationId="{59586E11-0704-DCAB-F583-4B451DBFAD0B}"/>
          </ac:spMkLst>
        </pc:spChg>
        <pc:picChg chg="add del mod">
          <ac:chgData name="Chittaranjan Hens" userId="6fc03958433e8a43" providerId="LiveId" clId="{BAF5217A-4785-44C5-914D-C0DCF71AE3A9}" dt="2023-01-30T04:13:58.484" v="343" actId="478"/>
          <ac:picMkLst>
            <pc:docMk/>
            <pc:sldMk cId="2258000590" sldId="485"/>
            <ac:picMk id="7" creationId="{7075C4AF-6ECD-B69C-0E8A-BCA69B2587BD}"/>
          </ac:picMkLst>
        </pc:picChg>
      </pc:sldChg>
      <pc:sldChg chg="addSp delSp modSp add mod modAnim">
        <pc:chgData name="Chittaranjan Hens" userId="6fc03958433e8a43" providerId="LiveId" clId="{BAF5217A-4785-44C5-914D-C0DCF71AE3A9}" dt="2023-01-30T04:18:59.824" v="371"/>
        <pc:sldMkLst>
          <pc:docMk/>
          <pc:sldMk cId="3628849433" sldId="486"/>
        </pc:sldMkLst>
        <pc:picChg chg="mod">
          <ac:chgData name="Chittaranjan Hens" userId="6fc03958433e8a43" providerId="LiveId" clId="{BAF5217A-4785-44C5-914D-C0DCF71AE3A9}" dt="2023-01-30T04:14:57.997" v="352" actId="1076"/>
          <ac:picMkLst>
            <pc:docMk/>
            <pc:sldMk cId="3628849433" sldId="486"/>
            <ac:picMk id="4" creationId="{BAC19C6E-1362-8D93-CD6A-1AD50E72579F}"/>
          </ac:picMkLst>
        </pc:picChg>
        <pc:picChg chg="mod">
          <ac:chgData name="Chittaranjan Hens" userId="6fc03958433e8a43" providerId="LiveId" clId="{BAF5217A-4785-44C5-914D-C0DCF71AE3A9}" dt="2023-01-30T04:15:12.075" v="354" actId="14100"/>
          <ac:picMkLst>
            <pc:docMk/>
            <pc:sldMk cId="3628849433" sldId="486"/>
            <ac:picMk id="7" creationId="{7075C4AF-6ECD-B69C-0E8A-BCA69B2587BD}"/>
          </ac:picMkLst>
        </pc:picChg>
        <pc:picChg chg="add mod">
          <ac:chgData name="Chittaranjan Hens" userId="6fc03958433e8a43" providerId="LiveId" clId="{BAF5217A-4785-44C5-914D-C0DCF71AE3A9}" dt="2023-01-30T04:15:15.528" v="355" actId="1076"/>
          <ac:picMkLst>
            <pc:docMk/>
            <pc:sldMk cId="3628849433" sldId="486"/>
            <ac:picMk id="8" creationId="{F2C37136-634A-9EDD-CCE4-202AA0BEADE5}"/>
          </ac:picMkLst>
        </pc:picChg>
        <pc:picChg chg="add del mod">
          <ac:chgData name="Chittaranjan Hens" userId="6fc03958433e8a43" providerId="LiveId" clId="{BAF5217A-4785-44C5-914D-C0DCF71AE3A9}" dt="2023-01-30T04:16:13.999" v="357" actId="478"/>
          <ac:picMkLst>
            <pc:docMk/>
            <pc:sldMk cId="3628849433" sldId="486"/>
            <ac:picMk id="10" creationId="{2F385243-C6B7-96A7-44C7-7EA9AF76BB80}"/>
          </ac:picMkLst>
        </pc:picChg>
        <pc:cxnChg chg="add mod">
          <ac:chgData name="Chittaranjan Hens" userId="6fc03958433e8a43" providerId="LiveId" clId="{BAF5217A-4785-44C5-914D-C0DCF71AE3A9}" dt="2023-01-30T04:18:48.397" v="370" actId="208"/>
          <ac:cxnSpMkLst>
            <pc:docMk/>
            <pc:sldMk cId="3628849433" sldId="486"/>
            <ac:cxnSpMk id="12" creationId="{FDD3F487-99C3-5047-5CA3-7F61F2F87118}"/>
          </ac:cxnSpMkLst>
        </pc:cxnChg>
      </pc:sldChg>
      <pc:sldChg chg="addSp modSp add mod modAnim">
        <pc:chgData name="Chittaranjan Hens" userId="6fc03958433e8a43" providerId="LiveId" clId="{BAF5217A-4785-44C5-914D-C0DCF71AE3A9}" dt="2023-01-30T04:19:15.847" v="373"/>
        <pc:sldMkLst>
          <pc:docMk/>
          <pc:sldMk cId="2673504197" sldId="487"/>
        </pc:sldMkLst>
        <pc:picChg chg="add mod">
          <ac:chgData name="Chittaranjan Hens" userId="6fc03958433e8a43" providerId="LiveId" clId="{BAF5217A-4785-44C5-914D-C0DCF71AE3A9}" dt="2023-01-30T04:17:53.743" v="365" actId="962"/>
          <ac:picMkLst>
            <pc:docMk/>
            <pc:sldMk cId="2673504197" sldId="487"/>
            <ac:picMk id="9" creationId="{61FE7019-AAC0-A863-6C9D-691E8F09B30E}"/>
          </ac:picMkLst>
        </pc:picChg>
        <pc:cxnChg chg="add mod">
          <ac:chgData name="Chittaranjan Hens" userId="6fc03958433e8a43" providerId="LiveId" clId="{BAF5217A-4785-44C5-914D-C0DCF71AE3A9}" dt="2023-01-30T04:19:10.496" v="372"/>
          <ac:cxnSpMkLst>
            <pc:docMk/>
            <pc:sldMk cId="2673504197" sldId="487"/>
            <ac:cxnSpMk id="10" creationId="{DAC75C66-62A9-F0BF-834D-9677E7BD5E4B}"/>
          </ac:cxnSpMkLst>
        </pc:cxnChg>
      </pc:sldChg>
      <pc:sldChg chg="add del">
        <pc:chgData name="Chittaranjan Hens" userId="6fc03958433e8a43" providerId="LiveId" clId="{BAF5217A-4785-44C5-914D-C0DCF71AE3A9}" dt="2023-01-30T04:17:00.980" v="359"/>
        <pc:sldMkLst>
          <pc:docMk/>
          <pc:sldMk cId="3143287860" sldId="487"/>
        </pc:sldMkLst>
      </pc:sldChg>
      <pc:sldChg chg="add del">
        <pc:chgData name="Chittaranjan Hens" userId="6fc03958433e8a43" providerId="LiveId" clId="{BAF5217A-4785-44C5-914D-C0DCF71AE3A9}" dt="2023-01-30T04:17:38.537" v="362" actId="47"/>
        <pc:sldMkLst>
          <pc:docMk/>
          <pc:sldMk cId="2441009819" sldId="488"/>
        </pc:sldMkLst>
      </pc:sldChg>
    </pc:docChg>
  </pc:docChgLst>
  <pc:docChgLst>
    <pc:chgData name="Chittaranjan Hens" userId="6fc03958433e8a43" providerId="LiveId" clId="{3941B8DD-44C0-4984-B2B1-5E7086316BFB}"/>
    <pc:docChg chg="undo redo custSel addSld delSld modSld sldOrd">
      <pc:chgData name="Chittaranjan Hens" userId="6fc03958433e8a43" providerId="LiveId" clId="{3941B8DD-44C0-4984-B2B1-5E7086316BFB}" dt="2023-02-05T05:08:33.090" v="4178" actId="113"/>
      <pc:docMkLst>
        <pc:docMk/>
      </pc:docMkLst>
      <pc:sldChg chg="modSp del mod">
        <pc:chgData name="Chittaranjan Hens" userId="6fc03958433e8a43" providerId="LiveId" clId="{3941B8DD-44C0-4984-B2B1-5E7086316BFB}" dt="2023-02-04T10:46:59.327" v="65" actId="47"/>
        <pc:sldMkLst>
          <pc:docMk/>
          <pc:sldMk cId="2551970589" sldId="271"/>
        </pc:sldMkLst>
        <pc:spChg chg="mod">
          <ac:chgData name="Chittaranjan Hens" userId="6fc03958433e8a43" providerId="LiveId" clId="{3941B8DD-44C0-4984-B2B1-5E7086316BFB}" dt="2023-02-04T10:38:47.060" v="1" actId="20577"/>
          <ac:spMkLst>
            <pc:docMk/>
            <pc:sldMk cId="2551970589" sldId="271"/>
            <ac:spMk id="27" creationId="{672DC67C-7211-3BCA-2C29-FFE14165ABFE}"/>
          </ac:spMkLst>
        </pc:spChg>
      </pc:sldChg>
      <pc:sldChg chg="addSp modSp add mod modAnim">
        <pc:chgData name="Chittaranjan Hens" userId="6fc03958433e8a43" providerId="LiveId" clId="{3941B8DD-44C0-4984-B2B1-5E7086316BFB}" dt="2023-02-05T04:41:41.056" v="3926"/>
        <pc:sldMkLst>
          <pc:docMk/>
          <pc:sldMk cId="0" sldId="275"/>
        </pc:sldMkLst>
        <pc:spChg chg="mod">
          <ac:chgData name="Chittaranjan Hens" userId="6fc03958433e8a43" providerId="LiveId" clId="{3941B8DD-44C0-4984-B2B1-5E7086316BFB}" dt="2023-02-05T04:36:47.179" v="3848" actId="1076"/>
          <ac:spMkLst>
            <pc:docMk/>
            <pc:sldMk cId="0" sldId="275"/>
            <ac:spMk id="11" creationId="{AD2E3B5A-C40E-4FCB-B30D-76945AD1A606}"/>
          </ac:spMkLst>
        </pc:spChg>
        <pc:spChg chg="mod">
          <ac:chgData name="Chittaranjan Hens" userId="6fc03958433e8a43" providerId="LiveId" clId="{3941B8DD-44C0-4984-B2B1-5E7086316BFB}" dt="2023-02-05T04:40:52.270" v="3918" actId="403"/>
          <ac:spMkLst>
            <pc:docMk/>
            <pc:sldMk cId="0" sldId="275"/>
            <ac:spMk id="39941" creationId="{DC48E3EE-2506-4EEA-905A-02DB2E058CFE}"/>
          </ac:spMkLst>
        </pc:spChg>
        <pc:spChg chg="mod">
          <ac:chgData name="Chittaranjan Hens" userId="6fc03958433e8a43" providerId="LiveId" clId="{3941B8DD-44C0-4984-B2B1-5E7086316BFB}" dt="2023-02-05T04:41:07.616" v="3922" actId="1076"/>
          <ac:spMkLst>
            <pc:docMk/>
            <pc:sldMk cId="0" sldId="275"/>
            <ac:spMk id="39945" creationId="{F7FDCDC9-7D8E-4661-B720-2A3690F69C60}"/>
          </ac:spMkLst>
        </pc:spChg>
        <pc:picChg chg="add mod ord">
          <ac:chgData name="Chittaranjan Hens" userId="6fc03958433e8a43" providerId="LiveId" clId="{3941B8DD-44C0-4984-B2B1-5E7086316BFB}" dt="2023-02-05T04:41:31.045" v="3924" actId="1076"/>
          <ac:picMkLst>
            <pc:docMk/>
            <pc:sldMk cId="0" sldId="275"/>
            <ac:picMk id="2" creationId="{0002B9B7-FED8-4DE7-DD1E-0EFC60884940}"/>
          </ac:picMkLst>
        </pc:picChg>
      </pc:sldChg>
      <pc:sldChg chg="addSp modSp add mod">
        <pc:chgData name="Chittaranjan Hens" userId="6fc03958433e8a43" providerId="LiveId" clId="{3941B8DD-44C0-4984-B2B1-5E7086316BFB}" dt="2023-02-05T04:35:49.901" v="3839" actId="167"/>
        <pc:sldMkLst>
          <pc:docMk/>
          <pc:sldMk cId="0" sldId="276"/>
        </pc:sldMkLst>
        <pc:picChg chg="add mod ord">
          <ac:chgData name="Chittaranjan Hens" userId="6fc03958433e8a43" providerId="LiveId" clId="{3941B8DD-44C0-4984-B2B1-5E7086316BFB}" dt="2023-02-05T04:35:49.901" v="3839" actId="167"/>
          <ac:picMkLst>
            <pc:docMk/>
            <pc:sldMk cId="0" sldId="276"/>
            <ac:picMk id="2" creationId="{D4B1EBB3-F39A-F3D2-79ED-4714D3D3387A}"/>
          </ac:picMkLst>
        </pc:picChg>
      </pc:sldChg>
      <pc:sldChg chg="modSp add mod">
        <pc:chgData name="Chittaranjan Hens" userId="6fc03958433e8a43" providerId="LiveId" clId="{3941B8DD-44C0-4984-B2B1-5E7086316BFB}" dt="2023-02-04T10:50:52.111" v="102" actId="20577"/>
        <pc:sldMkLst>
          <pc:docMk/>
          <pc:sldMk cId="106760763" sldId="277"/>
        </pc:sldMkLst>
        <pc:spChg chg="mod">
          <ac:chgData name="Chittaranjan Hens" userId="6fc03958433e8a43" providerId="LiveId" clId="{3941B8DD-44C0-4984-B2B1-5E7086316BFB}" dt="2023-02-04T10:50:40.108" v="95" actId="1076"/>
          <ac:spMkLst>
            <pc:docMk/>
            <pc:sldMk cId="106760763" sldId="277"/>
            <ac:spMk id="2" creationId="{DC222BA3-A2CE-2597-05A4-700543D69720}"/>
          </ac:spMkLst>
        </pc:spChg>
        <pc:spChg chg="mod">
          <ac:chgData name="Chittaranjan Hens" userId="6fc03958433e8a43" providerId="LiveId" clId="{3941B8DD-44C0-4984-B2B1-5E7086316BFB}" dt="2023-02-04T10:50:52.111" v="102" actId="20577"/>
          <ac:spMkLst>
            <pc:docMk/>
            <pc:sldMk cId="106760763" sldId="277"/>
            <ac:spMk id="27" creationId="{672DC67C-7211-3BCA-2C29-FFE14165ABFE}"/>
          </ac:spMkLst>
        </pc:spChg>
      </pc:sldChg>
      <pc:sldChg chg="addSp delSp modSp add mod ord setBg modAnim delDesignElem">
        <pc:chgData name="Chittaranjan Hens" userId="6fc03958433e8a43" providerId="LiveId" clId="{3941B8DD-44C0-4984-B2B1-5E7086316BFB}" dt="2023-02-04T10:49:44.045" v="86"/>
        <pc:sldMkLst>
          <pc:docMk/>
          <pc:sldMk cId="322152922" sldId="278"/>
        </pc:sldMkLst>
        <pc:spChg chg="mod">
          <ac:chgData name="Chittaranjan Hens" userId="6fc03958433e8a43" providerId="LiveId" clId="{3941B8DD-44C0-4984-B2B1-5E7086316BFB}" dt="2023-02-04T10:49:03.570" v="82" actId="26606"/>
          <ac:spMkLst>
            <pc:docMk/>
            <pc:sldMk cId="322152922" sldId="278"/>
            <ac:spMk id="9" creationId="{392C5059-EB68-AD60-8B1D-D540BD55A8FF}"/>
          </ac:spMkLst>
        </pc:spChg>
        <pc:spChg chg="add del">
          <ac:chgData name="Chittaranjan Hens" userId="6fc03958433e8a43" providerId="LiveId" clId="{3941B8DD-44C0-4984-B2B1-5E7086316BFB}" dt="2023-02-04T10:49:03.570" v="82" actId="26606"/>
          <ac:spMkLst>
            <pc:docMk/>
            <pc:sldMk cId="322152922" sldId="278"/>
            <ac:spMk id="14" creationId="{AC8EEB0F-BA72-49AC-956F-331B60FDE79E}"/>
          </ac:spMkLst>
        </pc:spChg>
        <pc:spChg chg="del">
          <ac:chgData name="Chittaranjan Hens" userId="6fc03958433e8a43" providerId="LiveId" clId="{3941B8DD-44C0-4984-B2B1-5E7086316BFB}" dt="2023-02-04T10:46:57.287" v="64"/>
          <ac:spMkLst>
            <pc:docMk/>
            <pc:sldMk cId="322152922" sldId="278"/>
            <ac:spMk id="15" creationId="{247A131F-D5DE-41A5-B4CF-4F345319B40B}"/>
          </ac:spMkLst>
        </pc:spChg>
        <pc:spChg chg="add del">
          <ac:chgData name="Chittaranjan Hens" userId="6fc03958433e8a43" providerId="LiveId" clId="{3941B8DD-44C0-4984-B2B1-5E7086316BFB}" dt="2023-02-04T10:49:03.570" v="82" actId="26606"/>
          <ac:spMkLst>
            <pc:docMk/>
            <pc:sldMk cId="322152922" sldId="278"/>
            <ac:spMk id="16" creationId="{8CC700D5-9809-43F4-89D5-7DBBCB0DCC10}"/>
          </ac:spMkLst>
        </pc:spChg>
        <pc:spChg chg="del">
          <ac:chgData name="Chittaranjan Hens" userId="6fc03958433e8a43" providerId="LiveId" clId="{3941B8DD-44C0-4984-B2B1-5E7086316BFB}" dt="2023-02-04T10:46:57.287" v="64"/>
          <ac:spMkLst>
            <pc:docMk/>
            <pc:sldMk cId="322152922" sldId="278"/>
            <ac:spMk id="17" creationId="{3AF4666D-BD98-40A5-A75F-478B982010B2}"/>
          </ac:spMkLst>
        </pc:spChg>
        <pc:spChg chg="add del">
          <ac:chgData name="Chittaranjan Hens" userId="6fc03958433e8a43" providerId="LiveId" clId="{3941B8DD-44C0-4984-B2B1-5E7086316BFB}" dt="2023-02-04T10:49:03.570" v="82" actId="26606"/>
          <ac:spMkLst>
            <pc:docMk/>
            <pc:sldMk cId="322152922" sldId="278"/>
            <ac:spMk id="18" creationId="{C7163242-6303-46DC-BAC1-2A204F061321}"/>
          </ac:spMkLst>
        </pc:spChg>
        <pc:spChg chg="del">
          <ac:chgData name="Chittaranjan Hens" userId="6fc03958433e8a43" providerId="LiveId" clId="{3941B8DD-44C0-4984-B2B1-5E7086316BFB}" dt="2023-02-04T10:46:57.287" v="64"/>
          <ac:spMkLst>
            <pc:docMk/>
            <pc:sldMk cId="322152922" sldId="278"/>
            <ac:spMk id="19" creationId="{68680585-71F9-4721-A998-4974171D2EB4}"/>
          </ac:spMkLst>
        </pc:spChg>
        <pc:spChg chg="add del">
          <ac:chgData name="Chittaranjan Hens" userId="6fc03958433e8a43" providerId="LiveId" clId="{3941B8DD-44C0-4984-B2B1-5E7086316BFB}" dt="2023-02-04T10:49:03.570" v="82" actId="26606"/>
          <ac:spMkLst>
            <pc:docMk/>
            <pc:sldMk cId="322152922" sldId="278"/>
            <ac:spMk id="20" creationId="{805C4C40-D70E-4C4F-B228-98A0A6132603}"/>
          </ac:spMkLst>
        </pc:spChg>
        <pc:spChg chg="del">
          <ac:chgData name="Chittaranjan Hens" userId="6fc03958433e8a43" providerId="LiveId" clId="{3941B8DD-44C0-4984-B2B1-5E7086316BFB}" dt="2023-02-04T10:46:57.287" v="64"/>
          <ac:spMkLst>
            <pc:docMk/>
            <pc:sldMk cId="322152922" sldId="278"/>
            <ac:spMk id="21" creationId="{12BC95C2-2EEC-4F59-ABA8-660B0D059CCF}"/>
          </ac:spMkLst>
        </pc:spChg>
        <pc:spChg chg="del">
          <ac:chgData name="Chittaranjan Hens" userId="6fc03958433e8a43" providerId="LiveId" clId="{3941B8DD-44C0-4984-B2B1-5E7086316BFB}" dt="2023-02-04T10:46:57.287" v="64"/>
          <ac:spMkLst>
            <pc:docMk/>
            <pc:sldMk cId="322152922" sldId="278"/>
            <ac:spMk id="41" creationId="{81BC67A1-175E-439E-85E2-88911C119814}"/>
          </ac:spMkLst>
        </pc:spChg>
        <pc:spChg chg="del">
          <ac:chgData name="Chittaranjan Hens" userId="6fc03958433e8a43" providerId="LiveId" clId="{3941B8DD-44C0-4984-B2B1-5E7086316BFB}" dt="2023-02-04T10:46:57.287" v="64"/>
          <ac:spMkLst>
            <pc:docMk/>
            <pc:sldMk cId="322152922" sldId="278"/>
            <ac:spMk id="43" creationId="{94A7B82C-30F1-42B4-BE36-3DB42DD517D1}"/>
          </ac:spMkLst>
        </pc:spChg>
        <pc:spChg chg="del">
          <ac:chgData name="Chittaranjan Hens" userId="6fc03958433e8a43" providerId="LiveId" clId="{3941B8DD-44C0-4984-B2B1-5E7086316BFB}" dt="2023-02-04T10:46:57.287" v="64"/>
          <ac:spMkLst>
            <pc:docMk/>
            <pc:sldMk cId="322152922" sldId="278"/>
            <ac:spMk id="45" creationId="{43CA1578-CEEB-41BB-8068-C0DA02C36C52}"/>
          </ac:spMkLst>
        </pc:spChg>
        <pc:grpChg chg="add del">
          <ac:chgData name="Chittaranjan Hens" userId="6fc03958433e8a43" providerId="LiveId" clId="{3941B8DD-44C0-4984-B2B1-5E7086316BFB}" dt="2023-02-04T10:49:03.570" v="82" actId="26606"/>
          <ac:grpSpMkLst>
            <pc:docMk/>
            <pc:sldMk cId="322152922" sldId="278"/>
            <ac:grpSpMk id="22" creationId="{06536C0D-2219-44F1-94EC-B9A56501DB36}"/>
          </ac:grpSpMkLst>
        </pc:grpChg>
        <pc:grpChg chg="del">
          <ac:chgData name="Chittaranjan Hens" userId="6fc03958433e8a43" providerId="LiveId" clId="{3941B8DD-44C0-4984-B2B1-5E7086316BFB}" dt="2023-02-04T10:46:57.287" v="64"/>
          <ac:grpSpMkLst>
            <pc:docMk/>
            <pc:sldMk cId="322152922" sldId="278"/>
            <ac:grpSpMk id="23" creationId="{03E9870D-4BBA-43AF-8D44-BBADF020CFF6}"/>
          </ac:grpSpMkLst>
        </pc:grpChg>
        <pc:grpChg chg="del">
          <ac:chgData name="Chittaranjan Hens" userId="6fc03958433e8a43" providerId="LiveId" clId="{3941B8DD-44C0-4984-B2B1-5E7086316BFB}" dt="2023-02-04T10:46:57.287" v="64"/>
          <ac:grpSpMkLst>
            <pc:docMk/>
            <pc:sldMk cId="322152922" sldId="278"/>
            <ac:grpSpMk id="32" creationId="{C3279E8D-2BAA-4CB1-834B-09FADD54DE56}"/>
          </ac:grpSpMkLst>
        </pc:grpChg>
        <pc:grpChg chg="del">
          <ac:chgData name="Chittaranjan Hens" userId="6fc03958433e8a43" providerId="LiveId" clId="{3941B8DD-44C0-4984-B2B1-5E7086316BFB}" dt="2023-02-04T10:46:57.287" v="64"/>
          <ac:grpSpMkLst>
            <pc:docMk/>
            <pc:sldMk cId="322152922" sldId="278"/>
            <ac:grpSpMk id="47" creationId="{7DF11618-754F-4C58-94AD-F7AA3530D6AF}"/>
          </ac:grpSpMkLst>
        </pc:grpChg>
        <pc:grpChg chg="del">
          <ac:chgData name="Chittaranjan Hens" userId="6fc03958433e8a43" providerId="LiveId" clId="{3941B8DD-44C0-4984-B2B1-5E7086316BFB}" dt="2023-02-04T10:46:57.287" v="64"/>
          <ac:grpSpMkLst>
            <pc:docMk/>
            <pc:sldMk cId="322152922" sldId="278"/>
            <ac:grpSpMk id="73" creationId="{A5761FD8-9CFD-4F5A-AB69-F179306BCD09}"/>
          </ac:grpSpMkLst>
        </pc:grpChg>
        <pc:grpChg chg="del">
          <ac:chgData name="Chittaranjan Hens" userId="6fc03958433e8a43" providerId="LiveId" clId="{3941B8DD-44C0-4984-B2B1-5E7086316BFB}" dt="2023-02-04T10:46:57.287" v="64"/>
          <ac:grpSpMkLst>
            <pc:docMk/>
            <pc:sldMk cId="322152922" sldId="278"/>
            <ac:grpSpMk id="84" creationId="{361195DA-BFB4-4917-BAFD-7D3D669EFA86}"/>
          </ac:grpSpMkLst>
        </pc:grpChg>
        <pc:picChg chg="add mod ord">
          <ac:chgData name="Chittaranjan Hens" userId="6fc03958433e8a43" providerId="LiveId" clId="{3941B8DD-44C0-4984-B2B1-5E7086316BFB}" dt="2023-02-04T10:49:03.570" v="82" actId="26606"/>
          <ac:picMkLst>
            <pc:docMk/>
            <pc:sldMk cId="322152922" sldId="278"/>
            <ac:picMk id="2" creationId="{79F04B89-7863-B0C2-C2C1-5DDEC61CFC3E}"/>
          </ac:picMkLst>
        </pc:picChg>
        <pc:picChg chg="add mod">
          <ac:chgData name="Chittaranjan Hens" userId="6fc03958433e8a43" providerId="LiveId" clId="{3941B8DD-44C0-4984-B2B1-5E7086316BFB}" dt="2023-02-04T10:49:03.570" v="82" actId="26606"/>
          <ac:picMkLst>
            <pc:docMk/>
            <pc:sldMk cId="322152922" sldId="278"/>
            <ac:picMk id="3" creationId="{BE92AD32-12AE-EBC9-6D2F-370E432DF69B}"/>
          </ac:picMkLst>
        </pc:picChg>
        <pc:picChg chg="add del mod">
          <ac:chgData name="Chittaranjan Hens" userId="6fc03958433e8a43" providerId="LiveId" clId="{3941B8DD-44C0-4984-B2B1-5E7086316BFB}" dt="2023-02-04T10:49:38.182" v="84"/>
          <ac:picMkLst>
            <pc:docMk/>
            <pc:sldMk cId="322152922" sldId="278"/>
            <ac:picMk id="4" creationId="{18C46ED6-AFDF-E6FD-58F2-6BABAFC140A3}"/>
          </ac:picMkLst>
        </pc:picChg>
        <pc:picChg chg="add del mod">
          <ac:chgData name="Chittaranjan Hens" userId="6fc03958433e8a43" providerId="LiveId" clId="{3941B8DD-44C0-4984-B2B1-5E7086316BFB}" dt="2023-02-04T10:49:44.045" v="86"/>
          <ac:picMkLst>
            <pc:docMk/>
            <pc:sldMk cId="322152922" sldId="278"/>
            <ac:picMk id="5" creationId="{B0207855-85C5-FEA6-E3F9-272C60543198}"/>
          </ac:picMkLst>
        </pc:picChg>
        <pc:picChg chg="del mod">
          <ac:chgData name="Chittaranjan Hens" userId="6fc03958433e8a43" providerId="LiveId" clId="{3941B8DD-44C0-4984-B2B1-5E7086316BFB}" dt="2023-02-04T10:48:12.897" v="76" actId="478"/>
          <ac:picMkLst>
            <pc:docMk/>
            <pc:sldMk cId="322152922" sldId="278"/>
            <ac:picMk id="11" creationId="{11FA15EA-65CD-907F-E475-8CD200ECCFF0}"/>
          </ac:picMkLst>
        </pc:picChg>
      </pc:sldChg>
      <pc:sldChg chg="del">
        <pc:chgData name="Chittaranjan Hens" userId="6fc03958433e8a43" providerId="LiveId" clId="{3941B8DD-44C0-4984-B2B1-5E7086316BFB}" dt="2023-02-04T10:38:49.903" v="3" actId="47"/>
        <pc:sldMkLst>
          <pc:docMk/>
          <pc:sldMk cId="912596222" sldId="278"/>
        </pc:sldMkLst>
      </pc:sldChg>
      <pc:sldChg chg="del">
        <pc:chgData name="Chittaranjan Hens" userId="6fc03958433e8a43" providerId="LiveId" clId="{3941B8DD-44C0-4984-B2B1-5E7086316BFB}" dt="2023-02-04T10:38:49.718" v="2" actId="47"/>
        <pc:sldMkLst>
          <pc:docMk/>
          <pc:sldMk cId="2492080926" sldId="280"/>
        </pc:sldMkLst>
      </pc:sldChg>
      <pc:sldChg chg="del">
        <pc:chgData name="Chittaranjan Hens" userId="6fc03958433e8a43" providerId="LiveId" clId="{3941B8DD-44C0-4984-B2B1-5E7086316BFB}" dt="2023-02-04T10:38:51.551" v="12" actId="47"/>
        <pc:sldMkLst>
          <pc:docMk/>
          <pc:sldMk cId="1568558789" sldId="282"/>
        </pc:sldMkLst>
      </pc:sldChg>
      <pc:sldChg chg="addSp delSp modSp add mod">
        <pc:chgData name="Chittaranjan Hens" userId="6fc03958433e8a43" providerId="LiveId" clId="{3941B8DD-44C0-4984-B2B1-5E7086316BFB}" dt="2023-02-05T05:02:01.971" v="4095" actId="2711"/>
        <pc:sldMkLst>
          <pc:docMk/>
          <pc:sldMk cId="0" sldId="324"/>
        </pc:sldMkLst>
        <pc:spChg chg="add del mod">
          <ac:chgData name="Chittaranjan Hens" userId="6fc03958433e8a43" providerId="LiveId" clId="{3941B8DD-44C0-4984-B2B1-5E7086316BFB}" dt="2023-02-05T04:38:35.163" v="3902" actId="478"/>
          <ac:spMkLst>
            <pc:docMk/>
            <pc:sldMk cId="0" sldId="324"/>
            <ac:spMk id="4" creationId="{4D30030E-6CE4-4B80-7803-F9E0DAFA31A2}"/>
          </ac:spMkLst>
        </pc:spChg>
        <pc:spChg chg="add mod">
          <ac:chgData name="Chittaranjan Hens" userId="6fc03958433e8a43" providerId="LiveId" clId="{3941B8DD-44C0-4984-B2B1-5E7086316BFB}" dt="2023-02-05T05:02:01.971" v="4095" actId="2711"/>
          <ac:spMkLst>
            <pc:docMk/>
            <pc:sldMk cId="0" sldId="324"/>
            <ac:spMk id="5" creationId="{E414C3A5-FCAF-5973-3DBC-5FE821BA4C44}"/>
          </ac:spMkLst>
        </pc:spChg>
        <pc:spChg chg="del mod">
          <ac:chgData name="Chittaranjan Hens" userId="6fc03958433e8a43" providerId="LiveId" clId="{3941B8DD-44C0-4984-B2B1-5E7086316BFB}" dt="2023-02-05T04:36:12.428" v="3844" actId="478"/>
          <ac:spMkLst>
            <pc:docMk/>
            <pc:sldMk cId="0" sldId="324"/>
            <ac:spMk id="53250" creationId="{B30C2AD8-81FF-4A77-94BC-F1BC81BDCCBE}"/>
          </ac:spMkLst>
        </pc:spChg>
        <pc:spChg chg="mod">
          <ac:chgData name="Chittaranjan Hens" userId="6fc03958433e8a43" providerId="LiveId" clId="{3941B8DD-44C0-4984-B2B1-5E7086316BFB}" dt="2023-02-05T05:01:56.113" v="4094" actId="2711"/>
          <ac:spMkLst>
            <pc:docMk/>
            <pc:sldMk cId="0" sldId="324"/>
            <ac:spMk id="53251" creationId="{6F1E4EBF-FB48-4D27-BFAC-A3166D6FB001}"/>
          </ac:spMkLst>
        </pc:spChg>
        <pc:picChg chg="add mod ord">
          <ac:chgData name="Chittaranjan Hens" userId="6fc03958433e8a43" providerId="LiveId" clId="{3941B8DD-44C0-4984-B2B1-5E7086316BFB}" dt="2023-02-05T03:57:28.051" v="3733" actId="167"/>
          <ac:picMkLst>
            <pc:docMk/>
            <pc:sldMk cId="0" sldId="324"/>
            <ac:picMk id="2" creationId="{2C59BAA2-1666-46CC-48CB-1960FFDE7DFD}"/>
          </ac:picMkLst>
        </pc:picChg>
        <pc:picChg chg="mod">
          <ac:chgData name="Chittaranjan Hens" userId="6fc03958433e8a43" providerId="LiveId" clId="{3941B8DD-44C0-4984-B2B1-5E7086316BFB}" dt="2023-02-05T04:31:02.716" v="3803" actId="1076"/>
          <ac:picMkLst>
            <pc:docMk/>
            <pc:sldMk cId="0" sldId="324"/>
            <ac:picMk id="53254" creationId="{ED2F458C-AB84-4BE0-803A-EAC44E590EF3}"/>
          </ac:picMkLst>
        </pc:picChg>
      </pc:sldChg>
      <pc:sldChg chg="addSp modSp add mod">
        <pc:chgData name="Chittaranjan Hens" userId="6fc03958433e8a43" providerId="LiveId" clId="{3941B8DD-44C0-4984-B2B1-5E7086316BFB}" dt="2023-02-05T05:00:43.602" v="4089" actId="6549"/>
        <pc:sldMkLst>
          <pc:docMk/>
          <pc:sldMk cId="0" sldId="325"/>
        </pc:sldMkLst>
        <pc:spChg chg="mod">
          <ac:chgData name="Chittaranjan Hens" userId="6fc03958433e8a43" providerId="LiveId" clId="{3941B8DD-44C0-4984-B2B1-5E7086316BFB}" dt="2023-02-05T05:00:43.602" v="4089" actId="6549"/>
          <ac:spMkLst>
            <pc:docMk/>
            <pc:sldMk cId="0" sldId="325"/>
            <ac:spMk id="55298" creationId="{137384C5-6923-406A-8FD8-3D74C54FF3EF}"/>
          </ac:spMkLst>
        </pc:spChg>
        <pc:spChg chg="mod">
          <ac:chgData name="Chittaranjan Hens" userId="6fc03958433e8a43" providerId="LiveId" clId="{3941B8DD-44C0-4984-B2B1-5E7086316BFB}" dt="2023-02-05T05:00:40.962" v="4088" actId="1076"/>
          <ac:spMkLst>
            <pc:docMk/>
            <pc:sldMk cId="0" sldId="325"/>
            <ac:spMk id="55301" creationId="{4465FCF6-D5EF-45CD-9FD8-A4892F6CC87B}"/>
          </ac:spMkLst>
        </pc:spChg>
        <pc:spChg chg="mod">
          <ac:chgData name="Chittaranjan Hens" userId="6fc03958433e8a43" providerId="LiveId" clId="{3941B8DD-44C0-4984-B2B1-5E7086316BFB}" dt="2023-02-05T05:00:32.095" v="4086" actId="2711"/>
          <ac:spMkLst>
            <pc:docMk/>
            <pc:sldMk cId="0" sldId="325"/>
            <ac:spMk id="55302" creationId="{6384F58B-23BE-495E-9144-0E2FD07D5CF3}"/>
          </ac:spMkLst>
        </pc:spChg>
        <pc:picChg chg="add mod ord">
          <ac:chgData name="Chittaranjan Hens" userId="6fc03958433e8a43" providerId="LiveId" clId="{3941B8DD-44C0-4984-B2B1-5E7086316BFB}" dt="2023-02-05T03:57:56.387" v="3738" actId="167"/>
          <ac:picMkLst>
            <pc:docMk/>
            <pc:sldMk cId="0" sldId="325"/>
            <ac:picMk id="2" creationId="{51B164C9-C9AC-FC1C-E60F-5761EB437D03}"/>
          </ac:picMkLst>
        </pc:picChg>
      </pc:sldChg>
      <pc:sldChg chg="addSp delSp modSp add mod">
        <pc:chgData name="Chittaranjan Hens" userId="6fc03958433e8a43" providerId="LiveId" clId="{3941B8DD-44C0-4984-B2B1-5E7086316BFB}" dt="2023-02-05T05:03:56.968" v="4109" actId="1076"/>
        <pc:sldMkLst>
          <pc:docMk/>
          <pc:sldMk cId="0" sldId="345"/>
        </pc:sldMkLst>
        <pc:spChg chg="mod">
          <ac:chgData name="Chittaranjan Hens" userId="6fc03958433e8a43" providerId="LiveId" clId="{3941B8DD-44C0-4984-B2B1-5E7086316BFB}" dt="2023-02-05T05:03:46.798" v="4107" actId="2711"/>
          <ac:spMkLst>
            <pc:docMk/>
            <pc:sldMk cId="0" sldId="345"/>
            <ac:spMk id="714754" creationId="{14E9F399-C42D-4E3A-3CAF-795F972775BA}"/>
          </ac:spMkLst>
        </pc:spChg>
        <pc:spChg chg="mod">
          <ac:chgData name="Chittaranjan Hens" userId="6fc03958433e8a43" providerId="LiveId" clId="{3941B8DD-44C0-4984-B2B1-5E7086316BFB}" dt="2023-02-05T05:03:53.040" v="4108" actId="2711"/>
          <ac:spMkLst>
            <pc:docMk/>
            <pc:sldMk cId="0" sldId="345"/>
            <ac:spMk id="714755" creationId="{5241D862-8AD9-D5B2-3F91-84AA65EF6C3E}"/>
          </ac:spMkLst>
        </pc:spChg>
        <pc:spChg chg="add mod">
          <ac:chgData name="Chittaranjan Hens" userId="6fc03958433e8a43" providerId="LiveId" clId="{3941B8DD-44C0-4984-B2B1-5E7086316BFB}" dt="2023-02-05T05:03:56.968" v="4109" actId="1076"/>
          <ac:spMkLst>
            <pc:docMk/>
            <pc:sldMk cId="0" sldId="345"/>
            <ac:spMk id="714760" creationId="{303DDE4A-33DC-A533-C762-2AB9EF9CE79F}"/>
          </ac:spMkLst>
        </pc:spChg>
        <pc:graphicFrameChg chg="del mod replId">
          <ac:chgData name="Chittaranjan Hens" userId="6fc03958433e8a43" providerId="LiveId" clId="{3941B8DD-44C0-4984-B2B1-5E7086316BFB}" dt="2023-02-05T04:50:05.258" v="3982"/>
          <ac:graphicFrameMkLst>
            <pc:docMk/>
            <pc:sldMk cId="0" sldId="345"/>
            <ac:graphicFrameMk id="2" creationId="{303DDE4A-33DC-A533-C762-2AB9EF9CE79F}"/>
          </ac:graphicFrameMkLst>
        </pc:graphicFrameChg>
        <pc:picChg chg="add mod ord">
          <ac:chgData name="Chittaranjan Hens" userId="6fc03958433e8a43" providerId="LiveId" clId="{3941B8DD-44C0-4984-B2B1-5E7086316BFB}" dt="2023-02-05T04:57:37.817" v="4067"/>
          <ac:picMkLst>
            <pc:docMk/>
            <pc:sldMk cId="0" sldId="345"/>
            <ac:picMk id="4" creationId="{8131EE0B-4A69-D5DF-A94F-FC4F5826A24C}"/>
          </ac:picMkLst>
        </pc:picChg>
      </pc:sldChg>
      <pc:sldChg chg="addSp delSp modSp add mod">
        <pc:chgData name="Chittaranjan Hens" userId="6fc03958433e8a43" providerId="LiveId" clId="{3941B8DD-44C0-4984-B2B1-5E7086316BFB}" dt="2023-02-05T05:04:45.495" v="4120" actId="27636"/>
        <pc:sldMkLst>
          <pc:docMk/>
          <pc:sldMk cId="0" sldId="346"/>
        </pc:sldMkLst>
        <pc:spChg chg="mod">
          <ac:chgData name="Chittaranjan Hens" userId="6fc03958433e8a43" providerId="LiveId" clId="{3941B8DD-44C0-4984-B2B1-5E7086316BFB}" dt="2023-02-05T05:04:12.062" v="4112" actId="207"/>
          <ac:spMkLst>
            <pc:docMk/>
            <pc:sldMk cId="0" sldId="346"/>
            <ac:spMk id="715778" creationId="{9EF8B3B8-A8D8-F59B-206D-17A47DC592E3}"/>
          </ac:spMkLst>
        </pc:spChg>
        <pc:spChg chg="add mod">
          <ac:chgData name="Chittaranjan Hens" userId="6fc03958433e8a43" providerId="LiveId" clId="{3941B8DD-44C0-4984-B2B1-5E7086316BFB}" dt="2023-02-05T04:50:07.276" v="3992" actId="27636"/>
          <ac:spMkLst>
            <pc:docMk/>
            <pc:sldMk cId="0" sldId="346"/>
            <ac:spMk id="715800" creationId="{FFDB03E4-2C25-40BE-6696-E4136C4472A6}"/>
          </ac:spMkLst>
        </pc:spChg>
        <pc:spChg chg="add mod">
          <ac:chgData name="Chittaranjan Hens" userId="6fc03958433e8a43" providerId="LiveId" clId="{3941B8DD-44C0-4984-B2B1-5E7086316BFB}" dt="2023-02-05T05:04:19.701" v="4116" actId="27636"/>
          <ac:spMkLst>
            <pc:docMk/>
            <pc:sldMk cId="0" sldId="346"/>
            <ac:spMk id="715806" creationId="{320957FB-A90D-0E2C-C6EB-27B3C767CB31}"/>
          </ac:spMkLst>
        </pc:spChg>
        <pc:spChg chg="add mod">
          <ac:chgData name="Chittaranjan Hens" userId="6fc03958433e8a43" providerId="LiveId" clId="{3941B8DD-44C0-4984-B2B1-5E7086316BFB}" dt="2023-02-05T05:04:27.534" v="4118" actId="113"/>
          <ac:spMkLst>
            <pc:docMk/>
            <pc:sldMk cId="0" sldId="346"/>
            <ac:spMk id="715808" creationId="{FBB23A08-E205-CD9D-6261-A511C4D66E37}"/>
          </ac:spMkLst>
        </pc:spChg>
        <pc:spChg chg="add mod">
          <ac:chgData name="Chittaranjan Hens" userId="6fc03958433e8a43" providerId="LiveId" clId="{3941B8DD-44C0-4984-B2B1-5E7086316BFB}" dt="2023-02-05T05:04:45.495" v="4120" actId="27636"/>
          <ac:spMkLst>
            <pc:docMk/>
            <pc:sldMk cId="0" sldId="346"/>
            <ac:spMk id="715814" creationId="{C03650D2-6C99-2FD4-E685-694F46962DE4}"/>
          </ac:spMkLst>
        </pc:spChg>
        <pc:spChg chg="add">
          <ac:chgData name="Chittaranjan Hens" userId="6fc03958433e8a43" providerId="LiveId" clId="{3941B8DD-44C0-4984-B2B1-5E7086316BFB}" dt="2023-02-05T04:50:05.258" v="3982"/>
          <ac:spMkLst>
            <pc:docMk/>
            <pc:sldMk cId="0" sldId="346"/>
            <ac:spMk id="715817" creationId="{BA3D7CDE-A08F-C453-88B9-7B8D4038750B}"/>
          </ac:spMkLst>
        </pc:spChg>
        <pc:graphicFrameChg chg="del mod replId">
          <ac:chgData name="Chittaranjan Hens" userId="6fc03958433e8a43" providerId="LiveId" clId="{3941B8DD-44C0-4984-B2B1-5E7086316BFB}" dt="2023-02-05T04:50:05.258" v="3982"/>
          <ac:graphicFrameMkLst>
            <pc:docMk/>
            <pc:sldMk cId="0" sldId="346"/>
            <ac:graphicFrameMk id="2" creationId="{FFDB03E4-2C25-40BE-6696-E4136C4472A6}"/>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4" creationId="{320957FB-A90D-0E2C-C6EB-27B3C767CB31}"/>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6" creationId="{FBB23A08-E205-CD9D-6261-A511C4D66E37}"/>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8" creationId="{C03650D2-6C99-2FD4-E685-694F46962DE4}"/>
          </ac:graphicFrameMkLst>
        </pc:graphicFrameChg>
        <pc:graphicFrameChg chg="del mod replId">
          <ac:chgData name="Chittaranjan Hens" userId="6fc03958433e8a43" providerId="LiveId" clId="{3941B8DD-44C0-4984-B2B1-5E7086316BFB}" dt="2023-02-05T04:50:05.258" v="3982"/>
          <ac:graphicFrameMkLst>
            <pc:docMk/>
            <pc:sldMk cId="0" sldId="346"/>
            <ac:graphicFrameMk id="10" creationId="{BA3D7CDE-A08F-C453-88B9-7B8D4038750B}"/>
          </ac:graphicFrameMkLst>
        </pc:graphicFrameChg>
        <pc:picChg chg="add mod ord">
          <ac:chgData name="Chittaranjan Hens" userId="6fc03958433e8a43" providerId="LiveId" clId="{3941B8DD-44C0-4984-B2B1-5E7086316BFB}" dt="2023-02-05T04:57:46.276" v="4070" actId="167"/>
          <ac:picMkLst>
            <pc:docMk/>
            <pc:sldMk cId="0" sldId="346"/>
            <ac:picMk id="12" creationId="{E743753B-7D04-8EE1-CE7A-FD907DAA7F00}"/>
          </ac:picMkLst>
        </pc:picChg>
      </pc:sldChg>
      <pc:sldChg chg="addSp delSp modSp add mod setBg">
        <pc:chgData name="Chittaranjan Hens" userId="6fc03958433e8a43" providerId="LiveId" clId="{3941B8DD-44C0-4984-B2B1-5E7086316BFB}" dt="2023-02-05T04:56:00.495" v="4053" actId="2711"/>
        <pc:sldMkLst>
          <pc:docMk/>
          <pc:sldMk cId="0" sldId="368"/>
        </pc:sldMkLst>
        <pc:spChg chg="mod">
          <ac:chgData name="Chittaranjan Hens" userId="6fc03958433e8a43" providerId="LiveId" clId="{3941B8DD-44C0-4984-B2B1-5E7086316BFB}" dt="2023-02-05T04:56:00.495" v="4053" actId="2711"/>
          <ac:spMkLst>
            <pc:docMk/>
            <pc:sldMk cId="0" sldId="368"/>
            <ac:spMk id="765954" creationId="{6DBF10D8-E29B-0474-ABE3-23493065C9EB}"/>
          </ac:spMkLst>
        </pc:spChg>
        <pc:spChg chg="mod">
          <ac:chgData name="Chittaranjan Hens" userId="6fc03958433e8a43" providerId="LiveId" clId="{3941B8DD-44C0-4984-B2B1-5E7086316BFB}" dt="2023-02-05T04:55:55" v="4052" actId="2711"/>
          <ac:spMkLst>
            <pc:docMk/>
            <pc:sldMk cId="0" sldId="368"/>
            <ac:spMk id="765955" creationId="{CF9FB50D-0B65-BE07-449D-E501CBB26309}"/>
          </ac:spMkLst>
        </pc:spChg>
        <pc:spChg chg="add">
          <ac:chgData name="Chittaranjan Hens" userId="6fc03958433e8a43" providerId="LiveId" clId="{3941B8DD-44C0-4984-B2B1-5E7086316BFB}" dt="2023-02-05T04:52:05.483" v="4020" actId="26606"/>
          <ac:spMkLst>
            <pc:docMk/>
            <pc:sldMk cId="0" sldId="368"/>
            <ac:spMk id="765957" creationId="{86C7B4A1-154A-4DF0-AC46-F88D75A2E0FD}"/>
          </ac:spMkLst>
        </pc:spChg>
        <pc:spChg chg="add del">
          <ac:chgData name="Chittaranjan Hens" userId="6fc03958433e8a43" providerId="LiveId" clId="{3941B8DD-44C0-4984-B2B1-5E7086316BFB}" dt="2023-02-05T04:52:03.265" v="4019" actId="26606"/>
          <ac:spMkLst>
            <pc:docMk/>
            <pc:sldMk cId="0" sldId="368"/>
            <ac:spMk id="765960" creationId="{3CD9DF72-87A3-404E-A828-84CBF11A8303}"/>
          </ac:spMkLst>
        </pc:spChg>
        <pc:picChg chg="add mod ord">
          <ac:chgData name="Chittaranjan Hens" userId="6fc03958433e8a43" providerId="LiveId" clId="{3941B8DD-44C0-4984-B2B1-5E7086316BFB}" dt="2023-02-05T04:52:05.483" v="4020" actId="26606"/>
          <ac:picMkLst>
            <pc:docMk/>
            <pc:sldMk cId="0" sldId="368"/>
            <ac:picMk id="2" creationId="{123047F8-0D19-24AA-CB3B-EFBA5350F5E9}"/>
          </ac:picMkLst>
        </pc:picChg>
        <pc:cxnChg chg="add del">
          <ac:chgData name="Chittaranjan Hens" userId="6fc03958433e8a43" providerId="LiveId" clId="{3941B8DD-44C0-4984-B2B1-5E7086316BFB}" dt="2023-02-05T04:52:03.265" v="4019" actId="26606"/>
          <ac:cxnSpMkLst>
            <pc:docMk/>
            <pc:sldMk cId="0" sldId="368"/>
            <ac:cxnSpMk id="765962" creationId="{20E3A342-4D61-4E3F-AF90-1AB42AEB96CC}"/>
          </ac:cxnSpMkLst>
        </pc:cxnChg>
      </pc:sldChg>
      <pc:sldChg chg="addSp modSp add mod">
        <pc:chgData name="Chittaranjan Hens" userId="6fc03958433e8a43" providerId="LiveId" clId="{3941B8DD-44C0-4984-B2B1-5E7086316BFB}" dt="2023-02-05T05:00:22.989" v="4085" actId="2711"/>
        <pc:sldMkLst>
          <pc:docMk/>
          <pc:sldMk cId="0" sldId="369"/>
        </pc:sldMkLst>
        <pc:spChg chg="mod">
          <ac:chgData name="Chittaranjan Hens" userId="6fc03958433e8a43" providerId="LiveId" clId="{3941B8DD-44C0-4984-B2B1-5E7086316BFB}" dt="2023-02-05T05:00:22.989" v="4085" actId="2711"/>
          <ac:spMkLst>
            <pc:docMk/>
            <pc:sldMk cId="0" sldId="369"/>
            <ac:spMk id="766978" creationId="{B263AADE-01CB-69A4-42F6-D481F0373067}"/>
          </ac:spMkLst>
        </pc:spChg>
        <pc:spChg chg="mod">
          <ac:chgData name="Chittaranjan Hens" userId="6fc03958433e8a43" providerId="LiveId" clId="{3941B8DD-44C0-4984-B2B1-5E7086316BFB}" dt="2023-02-05T05:00:17.593" v="4084" actId="2711"/>
          <ac:spMkLst>
            <pc:docMk/>
            <pc:sldMk cId="0" sldId="369"/>
            <ac:spMk id="766979" creationId="{9534F5ED-EA2D-84B4-A301-020B4BBBF54B}"/>
          </ac:spMkLst>
        </pc:spChg>
        <pc:picChg chg="add mod ord">
          <ac:chgData name="Chittaranjan Hens" userId="6fc03958433e8a43" providerId="LiveId" clId="{3941B8DD-44C0-4984-B2B1-5E7086316BFB}" dt="2023-02-05T04:49:24.557" v="3942" actId="167"/>
          <ac:picMkLst>
            <pc:docMk/>
            <pc:sldMk cId="0" sldId="369"/>
            <ac:picMk id="2" creationId="{F6B024DE-C9CC-6633-45A3-195E72F1037E}"/>
          </ac:picMkLst>
        </pc:picChg>
      </pc:sldChg>
      <pc:sldChg chg="addSp modSp add mod setBg">
        <pc:chgData name="Chittaranjan Hens" userId="6fc03958433e8a43" providerId="LiveId" clId="{3941B8DD-44C0-4984-B2B1-5E7086316BFB}" dt="2023-02-05T04:54:16.469" v="4040" actId="403"/>
        <pc:sldMkLst>
          <pc:docMk/>
          <pc:sldMk cId="0" sldId="370"/>
        </pc:sldMkLst>
        <pc:spChg chg="mod">
          <ac:chgData name="Chittaranjan Hens" userId="6fc03958433e8a43" providerId="LiveId" clId="{3941B8DD-44C0-4984-B2B1-5E7086316BFB}" dt="2023-02-05T04:53:53.369" v="4036" actId="207"/>
          <ac:spMkLst>
            <pc:docMk/>
            <pc:sldMk cId="0" sldId="370"/>
            <ac:spMk id="768002" creationId="{84CD0B95-F924-4469-1300-99B425175DEB}"/>
          </ac:spMkLst>
        </pc:spChg>
        <pc:spChg chg="mod">
          <ac:chgData name="Chittaranjan Hens" userId="6fc03958433e8a43" providerId="LiveId" clId="{3941B8DD-44C0-4984-B2B1-5E7086316BFB}" dt="2023-02-05T04:54:16.469" v="4040" actId="403"/>
          <ac:spMkLst>
            <pc:docMk/>
            <pc:sldMk cId="0" sldId="370"/>
            <ac:spMk id="768003" creationId="{9FD34AF7-BCBA-F723-6E2D-3B9613877F98}"/>
          </ac:spMkLst>
        </pc:spChg>
        <pc:spChg chg="add">
          <ac:chgData name="Chittaranjan Hens" userId="6fc03958433e8a43" providerId="LiveId" clId="{3941B8DD-44C0-4984-B2B1-5E7086316BFB}" dt="2023-02-05T04:53:49.582" v="4035" actId="26606"/>
          <ac:spMkLst>
            <pc:docMk/>
            <pc:sldMk cId="0" sldId="370"/>
            <ac:spMk id="768008" creationId="{2B566528-1B12-4246-9431-5C2D7D081168}"/>
          </ac:spMkLst>
        </pc:spChg>
        <pc:spChg chg="add">
          <ac:chgData name="Chittaranjan Hens" userId="6fc03958433e8a43" providerId="LiveId" clId="{3941B8DD-44C0-4984-B2B1-5E7086316BFB}" dt="2023-02-05T04:53:49.582" v="4035" actId="26606"/>
          <ac:spMkLst>
            <pc:docMk/>
            <pc:sldMk cId="0" sldId="370"/>
            <ac:spMk id="768014" creationId="{D3F51FEB-38FB-4F6C-9F7B-2F2AFAB65463}"/>
          </ac:spMkLst>
        </pc:spChg>
        <pc:spChg chg="add">
          <ac:chgData name="Chittaranjan Hens" userId="6fc03958433e8a43" providerId="LiveId" clId="{3941B8DD-44C0-4984-B2B1-5E7086316BFB}" dt="2023-02-05T04:53:49.582" v="4035" actId="26606"/>
          <ac:spMkLst>
            <pc:docMk/>
            <pc:sldMk cId="0" sldId="370"/>
            <ac:spMk id="768016" creationId="{1E547BA6-BAE0-43BB-A7CA-60F69CE252F0}"/>
          </ac:spMkLst>
        </pc:spChg>
        <pc:grpChg chg="add">
          <ac:chgData name="Chittaranjan Hens" userId="6fc03958433e8a43" providerId="LiveId" clId="{3941B8DD-44C0-4984-B2B1-5E7086316BFB}" dt="2023-02-05T04:53:49.582" v="4035" actId="26606"/>
          <ac:grpSpMkLst>
            <pc:docMk/>
            <pc:sldMk cId="0" sldId="370"/>
            <ac:grpSpMk id="768010" creationId="{07EAA094-9CF6-4695-958A-33D9BCAA9474}"/>
          </ac:grpSpMkLst>
        </pc:grpChg>
        <pc:picChg chg="add mod ord">
          <ac:chgData name="Chittaranjan Hens" userId="6fc03958433e8a43" providerId="LiveId" clId="{3941B8DD-44C0-4984-B2B1-5E7086316BFB}" dt="2023-02-05T04:54:09.396" v="4037"/>
          <ac:picMkLst>
            <pc:docMk/>
            <pc:sldMk cId="0" sldId="370"/>
            <ac:picMk id="2" creationId="{178C7548-CC1C-68D1-4918-3DA7E639E906}"/>
          </ac:picMkLst>
        </pc:picChg>
      </pc:sldChg>
      <pc:sldChg chg="addSp delSp modSp add mod">
        <pc:chgData name="Chittaranjan Hens" userId="6fc03958433e8a43" providerId="LiveId" clId="{3941B8DD-44C0-4984-B2B1-5E7086316BFB}" dt="2023-02-05T05:02:48.321" v="4098" actId="2711"/>
        <pc:sldMkLst>
          <pc:docMk/>
          <pc:sldMk cId="0" sldId="371"/>
        </pc:sldMkLst>
        <pc:spChg chg="mod">
          <ac:chgData name="Chittaranjan Hens" userId="6fc03958433e8a43" providerId="LiveId" clId="{3941B8DD-44C0-4984-B2B1-5E7086316BFB}" dt="2023-02-05T05:02:48.321" v="4098" actId="2711"/>
          <ac:spMkLst>
            <pc:docMk/>
            <pc:sldMk cId="0" sldId="371"/>
            <ac:spMk id="769026" creationId="{C307884B-53F6-B8BC-6180-5DBB9CC8F30D}"/>
          </ac:spMkLst>
        </pc:spChg>
        <pc:spChg chg="mod">
          <ac:chgData name="Chittaranjan Hens" userId="6fc03958433e8a43" providerId="LiveId" clId="{3941B8DD-44C0-4984-B2B1-5E7086316BFB}" dt="2023-02-05T04:59:35.744" v="4078" actId="2711"/>
          <ac:spMkLst>
            <pc:docMk/>
            <pc:sldMk cId="0" sldId="371"/>
            <ac:spMk id="769027" creationId="{1F9AF560-3661-E8E2-5044-9A3E94DB567D}"/>
          </ac:spMkLst>
        </pc:spChg>
        <pc:spChg chg="add mod">
          <ac:chgData name="Chittaranjan Hens" userId="6fc03958433e8a43" providerId="LiveId" clId="{3941B8DD-44C0-4984-B2B1-5E7086316BFB}" dt="2023-02-05T05:00:04.927" v="4082" actId="207"/>
          <ac:spMkLst>
            <pc:docMk/>
            <pc:sldMk cId="0" sldId="371"/>
            <ac:spMk id="769028" creationId="{854BEB92-C2F7-3044-A297-04480AC60326}"/>
          </ac:spMkLst>
        </pc:spChg>
        <pc:spChg chg="add mod">
          <ac:chgData name="Chittaranjan Hens" userId="6fc03958433e8a43" providerId="LiveId" clId="{3941B8DD-44C0-4984-B2B1-5E7086316BFB}" dt="2023-02-05T05:00:02.464" v="4081" actId="207"/>
          <ac:spMkLst>
            <pc:docMk/>
            <pc:sldMk cId="0" sldId="371"/>
            <ac:spMk id="769029" creationId="{369AF879-A2E2-3D9A-5603-51F24502BB64}"/>
          </ac:spMkLst>
        </pc:spChg>
        <pc:spChg chg="add mod">
          <ac:chgData name="Chittaranjan Hens" userId="6fc03958433e8a43" providerId="LiveId" clId="{3941B8DD-44C0-4984-B2B1-5E7086316BFB}" dt="2023-02-05T04:59:58.642" v="4080" actId="403"/>
          <ac:spMkLst>
            <pc:docMk/>
            <pc:sldMk cId="0" sldId="371"/>
            <ac:spMk id="769030" creationId="{6B119383-AA4E-40E4-163D-88BA7A50BB44}"/>
          </ac:spMkLst>
        </pc:spChg>
        <pc:graphicFrameChg chg="del mod replId">
          <ac:chgData name="Chittaranjan Hens" userId="6fc03958433e8a43" providerId="LiveId" clId="{3941B8DD-44C0-4984-B2B1-5E7086316BFB}" dt="2023-02-05T04:50:05.258" v="3982"/>
          <ac:graphicFrameMkLst>
            <pc:docMk/>
            <pc:sldMk cId="0" sldId="371"/>
            <ac:graphicFrameMk id="3" creationId="{854BEB92-C2F7-3044-A297-04480AC60326}"/>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5" creationId="{369AF879-A2E2-3D9A-5603-51F24502BB64}"/>
          </ac:graphicFrameMkLst>
        </pc:graphicFrameChg>
        <pc:graphicFrameChg chg="del mod replId">
          <ac:chgData name="Chittaranjan Hens" userId="6fc03958433e8a43" providerId="LiveId" clId="{3941B8DD-44C0-4984-B2B1-5E7086316BFB}" dt="2023-02-05T04:50:05.258" v="3982"/>
          <ac:graphicFrameMkLst>
            <pc:docMk/>
            <pc:sldMk cId="0" sldId="371"/>
            <ac:graphicFrameMk id="7" creationId="{6B119383-AA4E-40E4-163D-88BA7A50BB44}"/>
          </ac:graphicFrameMkLst>
        </pc:graphicFrameChg>
        <pc:picChg chg="add mod ord">
          <ac:chgData name="Chittaranjan Hens" userId="6fc03958433e8a43" providerId="LiveId" clId="{3941B8DD-44C0-4984-B2B1-5E7086316BFB}" dt="2023-02-05T04:49:55.234" v="3948" actId="207"/>
          <ac:picMkLst>
            <pc:docMk/>
            <pc:sldMk cId="0" sldId="371"/>
            <ac:picMk id="2" creationId="{18C80CCC-9009-4602-266A-7B4F0DC7F297}"/>
          </ac:picMkLst>
        </pc:picChg>
      </pc:sldChg>
      <pc:sldChg chg="addSp delSp modSp add mod modAnim">
        <pc:chgData name="Chittaranjan Hens" userId="6fc03958433e8a43" providerId="LiveId" clId="{3941B8DD-44C0-4984-B2B1-5E7086316BFB}" dt="2023-02-05T05:03:29.827" v="4101" actId="113"/>
        <pc:sldMkLst>
          <pc:docMk/>
          <pc:sldMk cId="0" sldId="372"/>
        </pc:sldMkLst>
        <pc:spChg chg="mod">
          <ac:chgData name="Chittaranjan Hens" userId="6fc03958433e8a43" providerId="LiveId" clId="{3941B8DD-44C0-4984-B2B1-5E7086316BFB}" dt="2023-02-05T05:03:29.827" v="4101" actId="113"/>
          <ac:spMkLst>
            <pc:docMk/>
            <pc:sldMk cId="0" sldId="372"/>
            <ac:spMk id="770050" creationId="{7104B65F-F69A-5BBC-B447-916DF98DDBF1}"/>
          </ac:spMkLst>
        </pc:spChg>
        <pc:spChg chg="mod">
          <ac:chgData name="Chittaranjan Hens" userId="6fc03958433e8a43" providerId="LiveId" clId="{3941B8DD-44C0-4984-B2B1-5E7086316BFB}" dt="2023-02-05T05:01:17.493" v="4093" actId="404"/>
          <ac:spMkLst>
            <pc:docMk/>
            <pc:sldMk cId="0" sldId="372"/>
            <ac:spMk id="770051" creationId="{00FC97AB-C099-3BB0-F785-10D491B64FBD}"/>
          </ac:spMkLst>
        </pc:spChg>
        <pc:spChg chg="add mod">
          <ac:chgData name="Chittaranjan Hens" userId="6fc03958433e8a43" providerId="LiveId" clId="{3941B8DD-44C0-4984-B2B1-5E7086316BFB}" dt="2023-02-05T04:50:06.070" v="3986" actId="27636"/>
          <ac:spMkLst>
            <pc:docMk/>
            <pc:sldMk cId="0" sldId="372"/>
            <ac:spMk id="770052" creationId="{AE290FB7-1DB7-33FB-E03E-76D0029F16EC}"/>
          </ac:spMkLst>
        </pc:spChg>
        <pc:graphicFrameChg chg="del mod replId">
          <ac:chgData name="Chittaranjan Hens" userId="6fc03958433e8a43" providerId="LiveId" clId="{3941B8DD-44C0-4984-B2B1-5E7086316BFB}" dt="2023-02-05T04:50:05.258" v="3982"/>
          <ac:graphicFrameMkLst>
            <pc:docMk/>
            <pc:sldMk cId="0" sldId="372"/>
            <ac:graphicFrameMk id="2" creationId="{AE290FB7-1DB7-33FB-E03E-76D0029F16EC}"/>
          </ac:graphicFrameMkLst>
        </pc:graphicFrameChg>
        <pc:picChg chg="add mod ord">
          <ac:chgData name="Chittaranjan Hens" userId="6fc03958433e8a43" providerId="LiveId" clId="{3941B8DD-44C0-4984-B2B1-5E7086316BFB}" dt="2023-02-05T04:54:32.472" v="4045" actId="207"/>
          <ac:picMkLst>
            <pc:docMk/>
            <pc:sldMk cId="0" sldId="372"/>
            <ac:picMk id="4" creationId="{9EB3C399-1062-633A-F6C7-4E8B29E10F56}"/>
          </ac:picMkLst>
        </pc:picChg>
      </pc:sldChg>
      <pc:sldChg chg="addSp delSp modSp add mod">
        <pc:chgData name="Chittaranjan Hens" userId="6fc03958433e8a43" providerId="LiveId" clId="{3941B8DD-44C0-4984-B2B1-5E7086316BFB}" dt="2023-02-05T05:02:57.379" v="4099" actId="113"/>
        <pc:sldMkLst>
          <pc:docMk/>
          <pc:sldMk cId="0" sldId="373"/>
        </pc:sldMkLst>
        <pc:spChg chg="mod">
          <ac:chgData name="Chittaranjan Hens" userId="6fc03958433e8a43" providerId="LiveId" clId="{3941B8DD-44C0-4984-B2B1-5E7086316BFB}" dt="2023-02-05T05:02:57.379" v="4099" actId="113"/>
          <ac:spMkLst>
            <pc:docMk/>
            <pc:sldMk cId="0" sldId="373"/>
            <ac:spMk id="771074" creationId="{E9662C65-7B9B-1D9A-7253-ABA5166588E7}"/>
          </ac:spMkLst>
        </pc:spChg>
        <pc:spChg chg="mod">
          <ac:chgData name="Chittaranjan Hens" userId="6fc03958433e8a43" providerId="LiveId" clId="{3941B8DD-44C0-4984-B2B1-5E7086316BFB}" dt="2023-02-05T04:59:24.386" v="4077" actId="2711"/>
          <ac:spMkLst>
            <pc:docMk/>
            <pc:sldMk cId="0" sldId="373"/>
            <ac:spMk id="771077" creationId="{3BB75CF9-BA76-3199-E1B2-83C1064B53DF}"/>
          </ac:spMkLst>
        </pc:spChg>
        <pc:spChg chg="add mod">
          <ac:chgData name="Chittaranjan Hens" userId="6fc03958433e8a43" providerId="LiveId" clId="{3941B8DD-44C0-4984-B2B1-5E7086316BFB}" dt="2023-02-05T04:52:41.366" v="4027" actId="207"/>
          <ac:spMkLst>
            <pc:docMk/>
            <pc:sldMk cId="0" sldId="373"/>
            <ac:spMk id="771079" creationId="{5612BF20-6325-A248-9962-A514369A35B3}"/>
          </ac:spMkLst>
        </pc:spChg>
        <pc:spChg chg="add mod">
          <ac:chgData name="Chittaranjan Hens" userId="6fc03958433e8a43" providerId="LiveId" clId="{3941B8DD-44C0-4984-B2B1-5E7086316BFB}" dt="2023-02-05T04:52:41.366" v="4027" actId="207"/>
          <ac:spMkLst>
            <pc:docMk/>
            <pc:sldMk cId="0" sldId="373"/>
            <ac:spMk id="771081" creationId="{083E03B8-58EC-15A9-7476-CADCF7ACF7C1}"/>
          </ac:spMkLst>
        </pc:spChg>
        <pc:spChg chg="mod">
          <ac:chgData name="Chittaranjan Hens" userId="6fc03958433e8a43" providerId="LiveId" clId="{3941B8DD-44C0-4984-B2B1-5E7086316BFB}" dt="2023-02-05T05:01:00.014" v="4090" actId="2711"/>
          <ac:spMkLst>
            <pc:docMk/>
            <pc:sldMk cId="0" sldId="373"/>
            <ac:spMk id="771082" creationId="{FDCA458E-DAD5-ECE6-E183-40D51B91B299}"/>
          </ac:spMkLst>
        </pc:spChg>
        <pc:spChg chg="add mod">
          <ac:chgData name="Chittaranjan Hens" userId="6fc03958433e8a43" providerId="LiveId" clId="{3941B8DD-44C0-4984-B2B1-5E7086316BFB}" dt="2023-02-05T04:53:02.188" v="4032" actId="1076"/>
          <ac:spMkLst>
            <pc:docMk/>
            <pc:sldMk cId="0" sldId="373"/>
            <ac:spMk id="771084" creationId="{6F4EAFD4-127C-1501-4554-D0952730DC91}"/>
          </ac:spMkLst>
        </pc:spChg>
        <pc:spChg chg="mod">
          <ac:chgData name="Chittaranjan Hens" userId="6fc03958433e8a43" providerId="LiveId" clId="{3941B8DD-44C0-4984-B2B1-5E7086316BFB}" dt="2023-02-05T05:01:03.623" v="4091" actId="2711"/>
          <ac:spMkLst>
            <pc:docMk/>
            <pc:sldMk cId="0" sldId="373"/>
            <ac:spMk id="771085" creationId="{C2B314FE-26DD-CF84-EC71-09391AB5E386}"/>
          </ac:spMkLst>
        </pc:spChg>
        <pc:spChg chg="add mod">
          <ac:chgData name="Chittaranjan Hens" userId="6fc03958433e8a43" providerId="LiveId" clId="{3941B8DD-44C0-4984-B2B1-5E7086316BFB}" dt="2023-02-05T04:52:41.366" v="4027" actId="207"/>
          <ac:spMkLst>
            <pc:docMk/>
            <pc:sldMk cId="0" sldId="373"/>
            <ac:spMk id="771087" creationId="{753436FE-BCA4-4128-2417-0B5A9921C119}"/>
          </ac:spMkLst>
        </pc:spChg>
        <pc:spChg chg="add mod">
          <ac:chgData name="Chittaranjan Hens" userId="6fc03958433e8a43" providerId="LiveId" clId="{3941B8DD-44C0-4984-B2B1-5E7086316BFB}" dt="2023-02-05T04:52:41.366" v="4027" actId="207"/>
          <ac:spMkLst>
            <pc:docMk/>
            <pc:sldMk cId="0" sldId="373"/>
            <ac:spMk id="771088" creationId="{BDE19B6E-BBCF-B539-FC10-D6BA930067C4}"/>
          </ac:spMkLst>
        </pc:spChg>
        <pc:spChg chg="mod">
          <ac:chgData name="Chittaranjan Hens" userId="6fc03958433e8a43" providerId="LiveId" clId="{3941B8DD-44C0-4984-B2B1-5E7086316BFB}" dt="2023-02-05T04:52:51.389" v="4029" actId="1582"/>
          <ac:spMkLst>
            <pc:docMk/>
            <pc:sldMk cId="0" sldId="373"/>
            <ac:spMk id="771090" creationId="{1F2BC179-ABDD-3E8F-7D7B-99702AFE6EDD}"/>
          </ac:spMkLst>
        </pc:spChg>
        <pc:graphicFrameChg chg="del mod replId">
          <ac:chgData name="Chittaranjan Hens" userId="6fc03958433e8a43" providerId="LiveId" clId="{3941B8DD-44C0-4984-B2B1-5E7086316BFB}" dt="2023-02-05T04:50:05.258" v="3982"/>
          <ac:graphicFrameMkLst>
            <pc:docMk/>
            <pc:sldMk cId="0" sldId="373"/>
            <ac:graphicFrameMk id="2" creationId="{5612BF20-6325-A248-9962-A514369A35B3}"/>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4" creationId="{083E03B8-58EC-15A9-7476-CADCF7ACF7C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6" creationId="{6F4EAFD4-127C-1501-4554-D0952730DC91}"/>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8" creationId="{753436FE-BCA4-4128-2417-0B5A9921C119}"/>
          </ac:graphicFrameMkLst>
        </pc:graphicFrameChg>
        <pc:graphicFrameChg chg="del mod replId">
          <ac:chgData name="Chittaranjan Hens" userId="6fc03958433e8a43" providerId="LiveId" clId="{3941B8DD-44C0-4984-B2B1-5E7086316BFB}" dt="2023-02-05T04:50:05.258" v="3982"/>
          <ac:graphicFrameMkLst>
            <pc:docMk/>
            <pc:sldMk cId="0" sldId="373"/>
            <ac:graphicFrameMk id="10" creationId="{BDE19B6E-BBCF-B539-FC10-D6BA930067C4}"/>
          </ac:graphicFrameMkLst>
        </pc:graphicFrameChg>
        <pc:picChg chg="add mod ord">
          <ac:chgData name="Chittaranjan Hens" userId="6fc03958433e8a43" providerId="LiveId" clId="{3941B8DD-44C0-4984-B2B1-5E7086316BFB}" dt="2023-02-05T04:52:56.604" v="4031" actId="1076"/>
          <ac:picMkLst>
            <pc:docMk/>
            <pc:sldMk cId="0" sldId="373"/>
            <ac:picMk id="12" creationId="{8FF21430-7777-AC67-88BE-F5A9EB49FF2D}"/>
          </ac:picMkLst>
        </pc:picChg>
      </pc:sldChg>
      <pc:sldChg chg="addSp delSp modSp add mod modAnim">
        <pc:chgData name="Chittaranjan Hens" userId="6fc03958433e8a43" providerId="LiveId" clId="{3941B8DD-44C0-4984-B2B1-5E7086316BFB}" dt="2023-02-05T05:08:33.090" v="4178" actId="113"/>
        <pc:sldMkLst>
          <pc:docMk/>
          <pc:sldMk cId="0" sldId="374"/>
        </pc:sldMkLst>
        <pc:spChg chg="add mod">
          <ac:chgData name="Chittaranjan Hens" userId="6fc03958433e8a43" providerId="LiveId" clId="{3941B8DD-44C0-4984-B2B1-5E7086316BFB}" dt="2023-02-05T05:08:33.090" v="4178" actId="113"/>
          <ac:spMkLst>
            <pc:docMk/>
            <pc:sldMk cId="0" sldId="374"/>
            <ac:spMk id="12" creationId="{4E2EE9D0-7654-636B-FA3E-F862C83E22F9}"/>
          </ac:spMkLst>
        </pc:spChg>
        <pc:spChg chg="mod">
          <ac:chgData name="Chittaranjan Hens" userId="6fc03958433e8a43" providerId="LiveId" clId="{3941B8DD-44C0-4984-B2B1-5E7086316BFB}" dt="2023-02-05T05:03:38.334" v="4103" actId="113"/>
          <ac:spMkLst>
            <pc:docMk/>
            <pc:sldMk cId="0" sldId="374"/>
            <ac:spMk id="773122" creationId="{BFEEFAC8-9B57-DC66-E751-7A0642C99446}"/>
          </ac:spMkLst>
        </pc:spChg>
        <pc:spChg chg="mod">
          <ac:chgData name="Chittaranjan Hens" userId="6fc03958433e8a43" providerId="LiveId" clId="{3941B8DD-44C0-4984-B2B1-5E7086316BFB}" dt="2023-02-05T05:07:12.169" v="4129" actId="1076"/>
          <ac:spMkLst>
            <pc:docMk/>
            <pc:sldMk cId="0" sldId="374"/>
            <ac:spMk id="773125" creationId="{F1B1FB3A-F74D-8554-4C70-879A0E7D5176}"/>
          </ac:spMkLst>
        </pc:spChg>
        <pc:spChg chg="add mod">
          <ac:chgData name="Chittaranjan Hens" userId="6fc03958433e8a43" providerId="LiveId" clId="{3941B8DD-44C0-4984-B2B1-5E7086316BFB}" dt="2023-02-05T04:50:06.111" v="3987" actId="27636"/>
          <ac:spMkLst>
            <pc:docMk/>
            <pc:sldMk cId="0" sldId="374"/>
            <ac:spMk id="773143" creationId="{F01794A4-A9D0-CBDB-433E-07F29A77B8C9}"/>
          </ac:spMkLst>
        </pc:spChg>
        <pc:spChg chg="mod">
          <ac:chgData name="Chittaranjan Hens" userId="6fc03958433e8a43" providerId="LiveId" clId="{3941B8DD-44C0-4984-B2B1-5E7086316BFB}" dt="2023-02-05T04:56:20.935" v="4059" actId="207"/>
          <ac:spMkLst>
            <pc:docMk/>
            <pc:sldMk cId="0" sldId="374"/>
            <ac:spMk id="773150" creationId="{620D6B8C-BBA4-DF4B-AB65-0D6758E6BF4E}"/>
          </ac:spMkLst>
        </pc:spChg>
        <pc:spChg chg="add mod">
          <ac:chgData name="Chittaranjan Hens" userId="6fc03958433e8a43" providerId="LiveId" clId="{3941B8DD-44C0-4984-B2B1-5E7086316BFB}" dt="2023-02-05T04:50:06.137" v="3988" actId="27636"/>
          <ac:spMkLst>
            <pc:docMk/>
            <pc:sldMk cId="0" sldId="374"/>
            <ac:spMk id="773154" creationId="{FC8AB9B2-B73E-8560-C376-54B81C8C61B0}"/>
          </ac:spMkLst>
        </pc:spChg>
        <pc:spChg chg="add mod">
          <ac:chgData name="Chittaranjan Hens" userId="6fc03958433e8a43" providerId="LiveId" clId="{3941B8DD-44C0-4984-B2B1-5E7086316BFB}" dt="2023-02-05T05:05:28.635" v="4123" actId="207"/>
          <ac:spMkLst>
            <pc:docMk/>
            <pc:sldMk cId="0" sldId="374"/>
            <ac:spMk id="773156" creationId="{4C8F8C2B-EE08-528C-3B79-02C595244C56}"/>
          </ac:spMkLst>
        </pc:spChg>
        <pc:spChg chg="mod">
          <ac:chgData name="Chittaranjan Hens" userId="6fc03958433e8a43" providerId="LiveId" clId="{3941B8DD-44C0-4984-B2B1-5E7086316BFB}" dt="2023-02-05T05:07:18.247" v="4130" actId="1076"/>
          <ac:spMkLst>
            <pc:docMk/>
            <pc:sldMk cId="0" sldId="374"/>
            <ac:spMk id="773158" creationId="{C7D96A8E-5472-E4FD-A71A-243AED759C96}"/>
          </ac:spMkLst>
        </pc:spChg>
        <pc:spChg chg="add mod">
          <ac:chgData name="Chittaranjan Hens" userId="6fc03958433e8a43" providerId="LiveId" clId="{3941B8DD-44C0-4984-B2B1-5E7086316BFB}" dt="2023-02-05T05:07:20.812" v="4131" actId="1076"/>
          <ac:spMkLst>
            <pc:docMk/>
            <pc:sldMk cId="0" sldId="374"/>
            <ac:spMk id="773159" creationId="{6495EC62-C8F0-A5A0-6206-17090A35E099}"/>
          </ac:spMkLst>
        </pc:spChg>
        <pc:graphicFrameChg chg="del mod replId">
          <ac:chgData name="Chittaranjan Hens" userId="6fc03958433e8a43" providerId="LiveId" clId="{3941B8DD-44C0-4984-B2B1-5E7086316BFB}" dt="2023-02-05T04:50:05.258" v="3982"/>
          <ac:graphicFrameMkLst>
            <pc:docMk/>
            <pc:sldMk cId="0" sldId="374"/>
            <ac:graphicFrameMk id="2" creationId="{F01794A4-A9D0-CBDB-433E-07F29A77B8C9}"/>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4" creationId="{FC8AB9B2-B73E-8560-C376-54B81C8C61B0}"/>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6" creationId="{4C8F8C2B-EE08-528C-3B79-02C595244C56}"/>
          </ac:graphicFrameMkLst>
        </pc:graphicFrameChg>
        <pc:graphicFrameChg chg="del mod replId">
          <ac:chgData name="Chittaranjan Hens" userId="6fc03958433e8a43" providerId="LiveId" clId="{3941B8DD-44C0-4984-B2B1-5E7086316BFB}" dt="2023-02-05T04:50:05.258" v="3982"/>
          <ac:graphicFrameMkLst>
            <pc:docMk/>
            <pc:sldMk cId="0" sldId="374"/>
            <ac:graphicFrameMk id="8" creationId="{6495EC62-C8F0-A5A0-6206-17090A35E099}"/>
          </ac:graphicFrameMkLst>
        </pc:graphicFrameChg>
        <pc:picChg chg="add mod ord">
          <ac:chgData name="Chittaranjan Hens" userId="6fc03958433e8a43" providerId="LiveId" clId="{3941B8DD-44C0-4984-B2B1-5E7086316BFB}" dt="2023-02-05T05:07:03.704" v="4127" actId="1076"/>
          <ac:picMkLst>
            <pc:docMk/>
            <pc:sldMk cId="0" sldId="374"/>
            <ac:picMk id="10" creationId="{101003AF-3B9C-0CC4-26A8-12ABCF17A6EB}"/>
          </ac:picMkLst>
        </pc:picChg>
      </pc:sldChg>
      <pc:sldChg chg="add">
        <pc:chgData name="Chittaranjan Hens" userId="6fc03958433e8a43" providerId="LiveId" clId="{3941B8DD-44C0-4984-B2B1-5E7086316BFB}" dt="2023-02-05T04:49:16.094" v="3939"/>
        <pc:sldMkLst>
          <pc:docMk/>
          <pc:sldMk cId="0" sldId="375"/>
        </pc:sldMkLst>
      </pc:sldChg>
      <pc:sldChg chg="del">
        <pc:chgData name="Chittaranjan Hens" userId="6fc03958433e8a43" providerId="LiveId" clId="{3941B8DD-44C0-4984-B2B1-5E7086316BFB}" dt="2023-02-04T10:39:56.357" v="36" actId="47"/>
        <pc:sldMkLst>
          <pc:docMk/>
          <pc:sldMk cId="0" sldId="385"/>
        </pc:sldMkLst>
      </pc:sldChg>
      <pc:sldChg chg="del">
        <pc:chgData name="Chittaranjan Hens" userId="6fc03958433e8a43" providerId="LiveId" clId="{3941B8DD-44C0-4984-B2B1-5E7086316BFB}" dt="2023-02-04T10:40:03.938" v="38" actId="47"/>
        <pc:sldMkLst>
          <pc:docMk/>
          <pc:sldMk cId="0" sldId="386"/>
        </pc:sldMkLst>
      </pc:sldChg>
      <pc:sldChg chg="del">
        <pc:chgData name="Chittaranjan Hens" userId="6fc03958433e8a43" providerId="LiveId" clId="{3941B8DD-44C0-4984-B2B1-5E7086316BFB}" dt="2023-02-04T10:39:49.721" v="33" actId="47"/>
        <pc:sldMkLst>
          <pc:docMk/>
          <pc:sldMk cId="0" sldId="407"/>
        </pc:sldMkLst>
      </pc:sldChg>
      <pc:sldChg chg="del">
        <pc:chgData name="Chittaranjan Hens" userId="6fc03958433e8a43" providerId="LiveId" clId="{3941B8DD-44C0-4984-B2B1-5E7086316BFB}" dt="2023-02-04T10:39:51.119" v="34" actId="47"/>
        <pc:sldMkLst>
          <pc:docMk/>
          <pc:sldMk cId="703473011" sldId="408"/>
        </pc:sldMkLst>
      </pc:sldChg>
      <pc:sldChg chg="del">
        <pc:chgData name="Chittaranjan Hens" userId="6fc03958433e8a43" providerId="LiveId" clId="{3941B8DD-44C0-4984-B2B1-5E7086316BFB}" dt="2023-02-04T10:39:54.181" v="35" actId="47"/>
        <pc:sldMkLst>
          <pc:docMk/>
          <pc:sldMk cId="2694055609" sldId="409"/>
        </pc:sldMkLst>
      </pc:sldChg>
      <pc:sldChg chg="del">
        <pc:chgData name="Chittaranjan Hens" userId="6fc03958433e8a43" providerId="LiveId" clId="{3941B8DD-44C0-4984-B2B1-5E7086316BFB}" dt="2023-02-04T10:39:57.883" v="37" actId="47"/>
        <pc:sldMkLst>
          <pc:docMk/>
          <pc:sldMk cId="2737422709" sldId="410"/>
        </pc:sldMkLst>
      </pc:sldChg>
      <pc:sldChg chg="del">
        <pc:chgData name="Chittaranjan Hens" userId="6fc03958433e8a43" providerId="LiveId" clId="{3941B8DD-44C0-4984-B2B1-5E7086316BFB}" dt="2023-02-04T10:40:05.390" v="39" actId="47"/>
        <pc:sldMkLst>
          <pc:docMk/>
          <pc:sldMk cId="3066498584" sldId="412"/>
        </pc:sldMkLst>
      </pc:sldChg>
      <pc:sldChg chg="del">
        <pc:chgData name="Chittaranjan Hens" userId="6fc03958433e8a43" providerId="LiveId" clId="{3941B8DD-44C0-4984-B2B1-5E7086316BFB}" dt="2023-02-04T10:38:49.999" v="4" actId="47"/>
        <pc:sldMkLst>
          <pc:docMk/>
          <pc:sldMk cId="2071020980" sldId="420"/>
        </pc:sldMkLst>
      </pc:sldChg>
      <pc:sldChg chg="del">
        <pc:chgData name="Chittaranjan Hens" userId="6fc03958433e8a43" providerId="LiveId" clId="{3941B8DD-44C0-4984-B2B1-5E7086316BFB}" dt="2023-02-04T10:38:50.219" v="5" actId="47"/>
        <pc:sldMkLst>
          <pc:docMk/>
          <pc:sldMk cId="315410369" sldId="421"/>
        </pc:sldMkLst>
      </pc:sldChg>
      <pc:sldChg chg="del">
        <pc:chgData name="Chittaranjan Hens" userId="6fc03958433e8a43" providerId="LiveId" clId="{3941B8DD-44C0-4984-B2B1-5E7086316BFB}" dt="2023-02-04T10:38:50.405" v="6" actId="47"/>
        <pc:sldMkLst>
          <pc:docMk/>
          <pc:sldMk cId="3603090006" sldId="422"/>
        </pc:sldMkLst>
      </pc:sldChg>
      <pc:sldChg chg="del">
        <pc:chgData name="Chittaranjan Hens" userId="6fc03958433e8a43" providerId="LiveId" clId="{3941B8DD-44C0-4984-B2B1-5E7086316BFB}" dt="2023-02-04T10:38:50.584" v="7" actId="47"/>
        <pc:sldMkLst>
          <pc:docMk/>
          <pc:sldMk cId="2811330060" sldId="423"/>
        </pc:sldMkLst>
      </pc:sldChg>
      <pc:sldChg chg="del">
        <pc:chgData name="Chittaranjan Hens" userId="6fc03958433e8a43" providerId="LiveId" clId="{3941B8DD-44C0-4984-B2B1-5E7086316BFB}" dt="2023-02-04T10:38:50.793" v="8" actId="47"/>
        <pc:sldMkLst>
          <pc:docMk/>
          <pc:sldMk cId="4075232126" sldId="424"/>
        </pc:sldMkLst>
      </pc:sldChg>
      <pc:sldChg chg="del">
        <pc:chgData name="Chittaranjan Hens" userId="6fc03958433e8a43" providerId="LiveId" clId="{3941B8DD-44C0-4984-B2B1-5E7086316BFB}" dt="2023-02-04T10:38:50.922" v="9" actId="47"/>
        <pc:sldMkLst>
          <pc:docMk/>
          <pc:sldMk cId="2123596472" sldId="425"/>
        </pc:sldMkLst>
      </pc:sldChg>
      <pc:sldChg chg="del">
        <pc:chgData name="Chittaranjan Hens" userId="6fc03958433e8a43" providerId="LiveId" clId="{3941B8DD-44C0-4984-B2B1-5E7086316BFB}" dt="2023-02-04T10:38:51.116" v="10" actId="47"/>
        <pc:sldMkLst>
          <pc:docMk/>
          <pc:sldMk cId="3407723665" sldId="426"/>
        </pc:sldMkLst>
      </pc:sldChg>
      <pc:sldChg chg="del">
        <pc:chgData name="Chittaranjan Hens" userId="6fc03958433e8a43" providerId="LiveId" clId="{3941B8DD-44C0-4984-B2B1-5E7086316BFB}" dt="2023-02-04T10:38:51.365" v="11" actId="47"/>
        <pc:sldMkLst>
          <pc:docMk/>
          <pc:sldMk cId="3131739272" sldId="427"/>
        </pc:sldMkLst>
      </pc:sldChg>
      <pc:sldChg chg="del">
        <pc:chgData name="Chittaranjan Hens" userId="6fc03958433e8a43" providerId="LiveId" clId="{3941B8DD-44C0-4984-B2B1-5E7086316BFB}" dt="2023-02-04T10:38:55.315" v="22" actId="47"/>
        <pc:sldMkLst>
          <pc:docMk/>
          <pc:sldMk cId="2025037418" sldId="428"/>
        </pc:sldMkLst>
      </pc:sldChg>
      <pc:sldChg chg="del">
        <pc:chgData name="Chittaranjan Hens" userId="6fc03958433e8a43" providerId="LiveId" clId="{3941B8DD-44C0-4984-B2B1-5E7086316BFB}" dt="2023-02-04T10:38:55.500" v="23" actId="47"/>
        <pc:sldMkLst>
          <pc:docMk/>
          <pc:sldMk cId="355332200" sldId="429"/>
        </pc:sldMkLst>
      </pc:sldChg>
      <pc:sldChg chg="del">
        <pc:chgData name="Chittaranjan Hens" userId="6fc03958433e8a43" providerId="LiveId" clId="{3941B8DD-44C0-4984-B2B1-5E7086316BFB}" dt="2023-02-04T10:38:55.057" v="21" actId="47"/>
        <pc:sldMkLst>
          <pc:docMk/>
          <pc:sldMk cId="454236153" sldId="430"/>
        </pc:sldMkLst>
      </pc:sldChg>
      <pc:sldChg chg="del">
        <pc:chgData name="Chittaranjan Hens" userId="6fc03958433e8a43" providerId="LiveId" clId="{3941B8DD-44C0-4984-B2B1-5E7086316BFB}" dt="2023-02-04T10:38:55.644" v="24" actId="47"/>
        <pc:sldMkLst>
          <pc:docMk/>
          <pc:sldMk cId="2865835326" sldId="432"/>
        </pc:sldMkLst>
      </pc:sldChg>
      <pc:sldChg chg="del">
        <pc:chgData name="Chittaranjan Hens" userId="6fc03958433e8a43" providerId="LiveId" clId="{3941B8DD-44C0-4984-B2B1-5E7086316BFB}" dt="2023-02-04T10:38:58.667" v="32" actId="47"/>
        <pc:sldMkLst>
          <pc:docMk/>
          <pc:sldMk cId="3951377450" sldId="433"/>
        </pc:sldMkLst>
      </pc:sldChg>
      <pc:sldChg chg="del">
        <pc:chgData name="Chittaranjan Hens" userId="6fc03958433e8a43" providerId="LiveId" clId="{3941B8DD-44C0-4984-B2B1-5E7086316BFB}" dt="2023-02-04T10:38:57.680" v="31" actId="47"/>
        <pc:sldMkLst>
          <pc:docMk/>
          <pc:sldMk cId="3768725755" sldId="434"/>
        </pc:sldMkLst>
      </pc:sldChg>
      <pc:sldChg chg="del">
        <pc:chgData name="Chittaranjan Hens" userId="6fc03958433e8a43" providerId="LiveId" clId="{3941B8DD-44C0-4984-B2B1-5E7086316BFB}" dt="2023-02-04T10:38:55.828" v="25" actId="47"/>
        <pc:sldMkLst>
          <pc:docMk/>
          <pc:sldMk cId="1014503442" sldId="435"/>
        </pc:sldMkLst>
      </pc:sldChg>
      <pc:sldChg chg="del">
        <pc:chgData name="Chittaranjan Hens" userId="6fc03958433e8a43" providerId="LiveId" clId="{3941B8DD-44C0-4984-B2B1-5E7086316BFB}" dt="2023-02-04T10:38:56.238" v="27" actId="47"/>
        <pc:sldMkLst>
          <pc:docMk/>
          <pc:sldMk cId="2702629498" sldId="436"/>
        </pc:sldMkLst>
      </pc:sldChg>
      <pc:sldChg chg="del">
        <pc:chgData name="Chittaranjan Hens" userId="6fc03958433e8a43" providerId="LiveId" clId="{3941B8DD-44C0-4984-B2B1-5E7086316BFB}" dt="2023-02-04T10:38:56.608" v="29" actId="47"/>
        <pc:sldMkLst>
          <pc:docMk/>
          <pc:sldMk cId="4011416936" sldId="437"/>
        </pc:sldMkLst>
      </pc:sldChg>
      <pc:sldChg chg="del">
        <pc:chgData name="Chittaranjan Hens" userId="6fc03958433e8a43" providerId="LiveId" clId="{3941B8DD-44C0-4984-B2B1-5E7086316BFB}" dt="2023-02-04T10:38:56.037" v="26" actId="47"/>
        <pc:sldMkLst>
          <pc:docMk/>
          <pc:sldMk cId="3843567462" sldId="438"/>
        </pc:sldMkLst>
      </pc:sldChg>
      <pc:sldChg chg="del">
        <pc:chgData name="Chittaranjan Hens" userId="6fc03958433e8a43" providerId="LiveId" clId="{3941B8DD-44C0-4984-B2B1-5E7086316BFB}" dt="2023-02-04T10:38:56.434" v="28" actId="47"/>
        <pc:sldMkLst>
          <pc:docMk/>
          <pc:sldMk cId="962572978" sldId="441"/>
        </pc:sldMkLst>
      </pc:sldChg>
      <pc:sldChg chg="del">
        <pc:chgData name="Chittaranjan Hens" userId="6fc03958433e8a43" providerId="LiveId" clId="{3941B8DD-44C0-4984-B2B1-5E7086316BFB}" dt="2023-02-04T10:38:57.166" v="30" actId="47"/>
        <pc:sldMkLst>
          <pc:docMk/>
          <pc:sldMk cId="1048911858" sldId="442"/>
        </pc:sldMkLst>
      </pc:sldChg>
      <pc:sldChg chg="del">
        <pc:chgData name="Chittaranjan Hens" userId="6fc03958433e8a43" providerId="LiveId" clId="{3941B8DD-44C0-4984-B2B1-5E7086316BFB}" dt="2023-02-04T10:38:51.753" v="13" actId="47"/>
        <pc:sldMkLst>
          <pc:docMk/>
          <pc:sldMk cId="3706076406" sldId="446"/>
        </pc:sldMkLst>
      </pc:sldChg>
      <pc:sldChg chg="del">
        <pc:chgData name="Chittaranjan Hens" userId="6fc03958433e8a43" providerId="LiveId" clId="{3941B8DD-44C0-4984-B2B1-5E7086316BFB}" dt="2023-02-04T10:38:52.539" v="15" actId="47"/>
        <pc:sldMkLst>
          <pc:docMk/>
          <pc:sldMk cId="281728120" sldId="447"/>
        </pc:sldMkLst>
      </pc:sldChg>
      <pc:sldChg chg="del">
        <pc:chgData name="Chittaranjan Hens" userId="6fc03958433e8a43" providerId="LiveId" clId="{3941B8DD-44C0-4984-B2B1-5E7086316BFB}" dt="2023-02-04T10:38:52.999" v="16" actId="47"/>
        <pc:sldMkLst>
          <pc:docMk/>
          <pc:sldMk cId="1301453285" sldId="448"/>
        </pc:sldMkLst>
      </pc:sldChg>
      <pc:sldChg chg="del">
        <pc:chgData name="Chittaranjan Hens" userId="6fc03958433e8a43" providerId="LiveId" clId="{3941B8DD-44C0-4984-B2B1-5E7086316BFB}" dt="2023-02-04T10:38:53.477" v="17" actId="47"/>
        <pc:sldMkLst>
          <pc:docMk/>
          <pc:sldMk cId="1466892033" sldId="449"/>
        </pc:sldMkLst>
      </pc:sldChg>
      <pc:sldChg chg="del">
        <pc:chgData name="Chittaranjan Hens" userId="6fc03958433e8a43" providerId="LiveId" clId="{3941B8DD-44C0-4984-B2B1-5E7086316BFB}" dt="2023-02-04T10:38:53.551" v="18" actId="47"/>
        <pc:sldMkLst>
          <pc:docMk/>
          <pc:sldMk cId="662479611" sldId="450"/>
        </pc:sldMkLst>
      </pc:sldChg>
      <pc:sldChg chg="del">
        <pc:chgData name="Chittaranjan Hens" userId="6fc03958433e8a43" providerId="LiveId" clId="{3941B8DD-44C0-4984-B2B1-5E7086316BFB}" dt="2023-02-04T10:38:53.735" v="19" actId="47"/>
        <pc:sldMkLst>
          <pc:docMk/>
          <pc:sldMk cId="3631773866" sldId="451"/>
        </pc:sldMkLst>
      </pc:sldChg>
      <pc:sldChg chg="del">
        <pc:chgData name="Chittaranjan Hens" userId="6fc03958433e8a43" providerId="LiveId" clId="{3941B8DD-44C0-4984-B2B1-5E7086316BFB}" dt="2023-02-04T10:38:53.896" v="20" actId="47"/>
        <pc:sldMkLst>
          <pc:docMk/>
          <pc:sldMk cId="1198420360" sldId="452"/>
        </pc:sldMkLst>
      </pc:sldChg>
      <pc:sldChg chg="del">
        <pc:chgData name="Chittaranjan Hens" userId="6fc03958433e8a43" providerId="LiveId" clId="{3941B8DD-44C0-4984-B2B1-5E7086316BFB}" dt="2023-02-04T10:40:23.402" v="42" actId="47"/>
        <pc:sldMkLst>
          <pc:docMk/>
          <pc:sldMk cId="3928615934" sldId="453"/>
        </pc:sldMkLst>
      </pc:sldChg>
      <pc:sldChg chg="del">
        <pc:chgData name="Chittaranjan Hens" userId="6fc03958433e8a43" providerId="LiveId" clId="{3941B8DD-44C0-4984-B2B1-5E7086316BFB}" dt="2023-02-04T10:40:23.937" v="43" actId="47"/>
        <pc:sldMkLst>
          <pc:docMk/>
          <pc:sldMk cId="3898846860" sldId="454"/>
        </pc:sldMkLst>
      </pc:sldChg>
      <pc:sldChg chg="del">
        <pc:chgData name="Chittaranjan Hens" userId="6fc03958433e8a43" providerId="LiveId" clId="{3941B8DD-44C0-4984-B2B1-5E7086316BFB}" dt="2023-02-04T10:38:52.174" v="14" actId="47"/>
        <pc:sldMkLst>
          <pc:docMk/>
          <pc:sldMk cId="1993423980" sldId="455"/>
        </pc:sldMkLst>
      </pc:sldChg>
      <pc:sldChg chg="del">
        <pc:chgData name="Chittaranjan Hens" userId="6fc03958433e8a43" providerId="LiveId" clId="{3941B8DD-44C0-4984-B2B1-5E7086316BFB}" dt="2023-02-04T10:40:20.834" v="40" actId="47"/>
        <pc:sldMkLst>
          <pc:docMk/>
          <pc:sldMk cId="2606878452" sldId="461"/>
        </pc:sldMkLst>
      </pc:sldChg>
      <pc:sldChg chg="del">
        <pc:chgData name="Chittaranjan Hens" userId="6fc03958433e8a43" providerId="LiveId" clId="{3941B8DD-44C0-4984-B2B1-5E7086316BFB}" dt="2023-02-04T10:40:24.551" v="44" actId="47"/>
        <pc:sldMkLst>
          <pc:docMk/>
          <pc:sldMk cId="1063074342" sldId="462"/>
        </pc:sldMkLst>
      </pc:sldChg>
      <pc:sldChg chg="del">
        <pc:chgData name="Chittaranjan Hens" userId="6fc03958433e8a43" providerId="LiveId" clId="{3941B8DD-44C0-4984-B2B1-5E7086316BFB}" dt="2023-02-04T10:40:26.206" v="46" actId="47"/>
        <pc:sldMkLst>
          <pc:docMk/>
          <pc:sldMk cId="4024557567" sldId="464"/>
        </pc:sldMkLst>
      </pc:sldChg>
      <pc:sldChg chg="del">
        <pc:chgData name="Chittaranjan Hens" userId="6fc03958433e8a43" providerId="LiveId" clId="{3941B8DD-44C0-4984-B2B1-5E7086316BFB}" dt="2023-02-04T10:40:25.088" v="45" actId="47"/>
        <pc:sldMkLst>
          <pc:docMk/>
          <pc:sldMk cId="2325569822" sldId="465"/>
        </pc:sldMkLst>
      </pc:sldChg>
      <pc:sldChg chg="del">
        <pc:chgData name="Chittaranjan Hens" userId="6fc03958433e8a43" providerId="LiveId" clId="{3941B8DD-44C0-4984-B2B1-5E7086316BFB}" dt="2023-02-04T10:40:26.713" v="47" actId="47"/>
        <pc:sldMkLst>
          <pc:docMk/>
          <pc:sldMk cId="452374109" sldId="466"/>
        </pc:sldMkLst>
      </pc:sldChg>
      <pc:sldChg chg="del">
        <pc:chgData name="Chittaranjan Hens" userId="6fc03958433e8a43" providerId="LiveId" clId="{3941B8DD-44C0-4984-B2B1-5E7086316BFB}" dt="2023-02-04T10:40:27.245" v="48" actId="47"/>
        <pc:sldMkLst>
          <pc:docMk/>
          <pc:sldMk cId="1160093022" sldId="467"/>
        </pc:sldMkLst>
      </pc:sldChg>
      <pc:sldChg chg="del">
        <pc:chgData name="Chittaranjan Hens" userId="6fc03958433e8a43" providerId="LiveId" clId="{3941B8DD-44C0-4984-B2B1-5E7086316BFB}" dt="2023-02-04T10:40:27.770" v="49" actId="47"/>
        <pc:sldMkLst>
          <pc:docMk/>
          <pc:sldMk cId="1498014708" sldId="468"/>
        </pc:sldMkLst>
      </pc:sldChg>
      <pc:sldChg chg="del">
        <pc:chgData name="Chittaranjan Hens" userId="6fc03958433e8a43" providerId="LiveId" clId="{3941B8DD-44C0-4984-B2B1-5E7086316BFB}" dt="2023-02-04T10:40:28.270" v="50" actId="47"/>
        <pc:sldMkLst>
          <pc:docMk/>
          <pc:sldMk cId="2423768226" sldId="469"/>
        </pc:sldMkLst>
      </pc:sldChg>
      <pc:sldChg chg="del">
        <pc:chgData name="Chittaranjan Hens" userId="6fc03958433e8a43" providerId="LiveId" clId="{3941B8DD-44C0-4984-B2B1-5E7086316BFB}" dt="2023-02-04T10:40:28.745" v="51" actId="47"/>
        <pc:sldMkLst>
          <pc:docMk/>
          <pc:sldMk cId="1626102158" sldId="470"/>
        </pc:sldMkLst>
      </pc:sldChg>
      <pc:sldChg chg="del">
        <pc:chgData name="Chittaranjan Hens" userId="6fc03958433e8a43" providerId="LiveId" clId="{3941B8DD-44C0-4984-B2B1-5E7086316BFB}" dt="2023-02-04T10:40:30.276" v="53" actId="47"/>
        <pc:sldMkLst>
          <pc:docMk/>
          <pc:sldMk cId="2207851321" sldId="471"/>
        </pc:sldMkLst>
      </pc:sldChg>
      <pc:sldChg chg="del">
        <pc:chgData name="Chittaranjan Hens" userId="6fc03958433e8a43" providerId="LiveId" clId="{3941B8DD-44C0-4984-B2B1-5E7086316BFB}" dt="2023-02-04T10:40:30.737" v="54" actId="47"/>
        <pc:sldMkLst>
          <pc:docMk/>
          <pc:sldMk cId="111647214" sldId="472"/>
        </pc:sldMkLst>
      </pc:sldChg>
      <pc:sldChg chg="del">
        <pc:chgData name="Chittaranjan Hens" userId="6fc03958433e8a43" providerId="LiveId" clId="{3941B8DD-44C0-4984-B2B1-5E7086316BFB}" dt="2023-02-04T10:40:31.243" v="55" actId="47"/>
        <pc:sldMkLst>
          <pc:docMk/>
          <pc:sldMk cId="828867410" sldId="473"/>
        </pc:sldMkLst>
      </pc:sldChg>
      <pc:sldChg chg="add del">
        <pc:chgData name="Chittaranjan Hens" userId="6fc03958433e8a43" providerId="LiveId" clId="{3941B8DD-44C0-4984-B2B1-5E7086316BFB}" dt="2023-02-04T10:41:18.876" v="62" actId="47"/>
        <pc:sldMkLst>
          <pc:docMk/>
          <pc:sldMk cId="1387844827" sldId="474"/>
        </pc:sldMkLst>
      </pc:sldChg>
      <pc:sldChg chg="delSp mod delAnim">
        <pc:chgData name="Chittaranjan Hens" userId="6fc03958433e8a43" providerId="LiveId" clId="{3941B8DD-44C0-4984-B2B1-5E7086316BFB}" dt="2023-02-05T04:43:19.479" v="3927" actId="478"/>
        <pc:sldMkLst>
          <pc:docMk/>
          <pc:sldMk cId="3726892099" sldId="478"/>
        </pc:sldMkLst>
        <pc:spChg chg="del">
          <ac:chgData name="Chittaranjan Hens" userId="6fc03958433e8a43" providerId="LiveId" clId="{3941B8DD-44C0-4984-B2B1-5E7086316BFB}" dt="2023-02-05T04:43:19.479" v="3927" actId="478"/>
          <ac:spMkLst>
            <pc:docMk/>
            <pc:sldMk cId="3726892099" sldId="478"/>
            <ac:spMk id="7" creationId="{00000000-0000-0000-0000-000000000000}"/>
          </ac:spMkLst>
        </pc:spChg>
      </pc:sldChg>
      <pc:sldChg chg="del">
        <pc:chgData name="Chittaranjan Hens" userId="6fc03958433e8a43" providerId="LiveId" clId="{3941B8DD-44C0-4984-B2B1-5E7086316BFB}" dt="2023-02-04T10:40:22.579" v="41" actId="47"/>
        <pc:sldMkLst>
          <pc:docMk/>
          <pc:sldMk cId="1252726851" sldId="479"/>
        </pc:sldMkLst>
      </pc:sldChg>
      <pc:sldChg chg="modSp add del modAnim">
        <pc:chgData name="Chittaranjan Hens" userId="6fc03958433e8a43" providerId="LiveId" clId="{3941B8DD-44C0-4984-B2B1-5E7086316BFB}" dt="2023-02-05T04:43:37.202" v="3930"/>
        <pc:sldMkLst>
          <pc:docMk/>
          <pc:sldMk cId="903028763" sldId="480"/>
        </pc:sldMkLst>
        <pc:spChg chg="mod">
          <ac:chgData name="Chittaranjan Hens" userId="6fc03958433e8a43" providerId="LiveId" clId="{3941B8DD-44C0-4984-B2B1-5E7086316BFB}" dt="2023-02-05T04:28:32.187" v="3793" actId="20577"/>
          <ac:spMkLst>
            <pc:docMk/>
            <pc:sldMk cId="903028763" sldId="480"/>
            <ac:spMk id="3" creationId="{6DDE27EF-4FF1-99D7-9D4B-8767B389D4F7}"/>
          </ac:spMkLst>
        </pc:spChg>
      </pc:sldChg>
      <pc:sldChg chg="add del">
        <pc:chgData name="Chittaranjan Hens" userId="6fc03958433e8a43" providerId="LiveId" clId="{3941B8DD-44C0-4984-B2B1-5E7086316BFB}" dt="2023-02-05T04:28:45.005" v="3795" actId="47"/>
        <pc:sldMkLst>
          <pc:docMk/>
          <pc:sldMk cId="1804185450" sldId="481"/>
        </pc:sldMkLst>
      </pc:sldChg>
      <pc:sldChg chg="add del">
        <pc:chgData name="Chittaranjan Hens" userId="6fc03958433e8a43" providerId="LiveId" clId="{3941B8DD-44C0-4984-B2B1-5E7086316BFB}" dt="2023-02-05T04:27:56.514" v="3752" actId="47"/>
        <pc:sldMkLst>
          <pc:docMk/>
          <pc:sldMk cId="275163279" sldId="482"/>
        </pc:sldMkLst>
      </pc:sldChg>
      <pc:sldChg chg="del">
        <pc:chgData name="Chittaranjan Hens" userId="6fc03958433e8a43" providerId="LiveId" clId="{3941B8DD-44C0-4984-B2B1-5E7086316BFB}" dt="2023-02-04T10:40:29.705" v="52" actId="47"/>
        <pc:sldMkLst>
          <pc:docMk/>
          <pc:sldMk cId="1282371320" sldId="483"/>
        </pc:sldMkLst>
      </pc:sldChg>
      <pc:sldChg chg="addSp delSp modSp mod setBg">
        <pc:chgData name="Chittaranjan Hens" userId="6fc03958433e8a43" providerId="LiveId" clId="{3941B8DD-44C0-4984-B2B1-5E7086316BFB}" dt="2023-02-04T10:50:35.165" v="94" actId="1076"/>
        <pc:sldMkLst>
          <pc:docMk/>
          <pc:sldMk cId="531838443" sldId="488"/>
        </pc:sldMkLst>
        <pc:spChg chg="mod">
          <ac:chgData name="Chittaranjan Hens" userId="6fc03958433e8a43" providerId="LiveId" clId="{3941B8DD-44C0-4984-B2B1-5E7086316BFB}" dt="2023-02-04T10:50:35.165" v="94" actId="1076"/>
          <ac:spMkLst>
            <pc:docMk/>
            <pc:sldMk cId="531838443" sldId="488"/>
            <ac:spMk id="2" creationId="{CC9D182B-D969-B31C-B54B-DD1117D14321}"/>
          </ac:spMkLst>
        </pc:spChg>
        <pc:spChg chg="add del mod">
          <ac:chgData name="Chittaranjan Hens" userId="6fc03958433e8a43" providerId="LiveId" clId="{3941B8DD-44C0-4984-B2B1-5E7086316BFB}" dt="2023-02-04T10:50:32.103" v="93" actId="207"/>
          <ac:spMkLst>
            <pc:docMk/>
            <pc:sldMk cId="531838443" sldId="488"/>
            <ac:spMk id="5" creationId="{8CA60EBD-8FEF-48C4-10A2-6D9A1287CDAB}"/>
          </ac:spMkLst>
        </pc:spChg>
        <pc:spChg chg="add del">
          <ac:chgData name="Chittaranjan Hens" userId="6fc03958433e8a43" providerId="LiveId" clId="{3941B8DD-44C0-4984-B2B1-5E7086316BFB}" dt="2023-02-04T10:50:17.731" v="89" actId="26606"/>
          <ac:spMkLst>
            <pc:docMk/>
            <pc:sldMk cId="531838443" sldId="488"/>
            <ac:spMk id="11" creationId="{5C8908E2-EE49-44D2-9428-A28D2312A8D5}"/>
          </ac:spMkLst>
        </pc:spChg>
        <pc:spChg chg="add del">
          <ac:chgData name="Chittaranjan Hens" userId="6fc03958433e8a43" providerId="LiveId" clId="{3941B8DD-44C0-4984-B2B1-5E7086316BFB}" dt="2023-02-04T10:50:17.731" v="89" actId="26606"/>
          <ac:spMkLst>
            <pc:docMk/>
            <pc:sldMk cId="531838443" sldId="488"/>
            <ac:spMk id="17" creationId="{7449A6C7-D15F-4AA5-BFA5-71A404B47016}"/>
          </ac:spMkLst>
        </pc:spChg>
        <pc:spChg chg="add del">
          <ac:chgData name="Chittaranjan Hens" userId="6fc03958433e8a43" providerId="LiveId" clId="{3941B8DD-44C0-4984-B2B1-5E7086316BFB}" dt="2023-02-04T10:50:17.731" v="89" actId="26606"/>
          <ac:spMkLst>
            <pc:docMk/>
            <pc:sldMk cId="531838443" sldId="488"/>
            <ac:spMk id="19" creationId="{ED888B23-07FA-482A-96DF-47E31AF1A603}"/>
          </ac:spMkLst>
        </pc:spChg>
        <pc:grpChg chg="add del">
          <ac:chgData name="Chittaranjan Hens" userId="6fc03958433e8a43" providerId="LiveId" clId="{3941B8DD-44C0-4984-B2B1-5E7086316BFB}" dt="2023-02-04T10:50:17.731" v="89" actId="26606"/>
          <ac:grpSpMkLst>
            <pc:docMk/>
            <pc:sldMk cId="531838443" sldId="488"/>
            <ac:grpSpMk id="13" creationId="{05314994-6337-4875-8CF5-652CAFE8342C}"/>
          </ac:grpSpMkLst>
        </pc:grpChg>
        <pc:graphicFrameChg chg="add del">
          <ac:chgData name="Chittaranjan Hens" userId="6fc03958433e8a43" providerId="LiveId" clId="{3941B8DD-44C0-4984-B2B1-5E7086316BFB}" dt="2023-02-04T10:50:17.731" v="89" actId="26606"/>
          <ac:graphicFrameMkLst>
            <pc:docMk/>
            <pc:sldMk cId="531838443" sldId="488"/>
            <ac:graphicFrameMk id="7" creationId="{524B6D29-FCE0-AAAE-9F85-6E31F3479DF3}"/>
          </ac:graphicFrameMkLst>
        </pc:graphicFrameChg>
        <pc:picChg chg="add mod ord">
          <ac:chgData name="Chittaranjan Hens" userId="6fc03958433e8a43" providerId="LiveId" clId="{3941B8DD-44C0-4984-B2B1-5E7086316BFB}" dt="2023-02-04T10:50:26.812" v="91" actId="167"/>
          <ac:picMkLst>
            <pc:docMk/>
            <pc:sldMk cId="531838443" sldId="488"/>
            <ac:picMk id="3" creationId="{79C64732-2D75-B827-5A92-47E60C6A7677}"/>
          </ac:picMkLst>
        </pc:picChg>
      </pc:sldChg>
      <pc:sldChg chg="add">
        <pc:chgData name="Chittaranjan Hens" userId="6fc03958433e8a43" providerId="LiveId" clId="{3941B8DD-44C0-4984-B2B1-5E7086316BFB}" dt="2023-02-04T10:57:49.083" v="103"/>
        <pc:sldMkLst>
          <pc:docMk/>
          <pc:sldMk cId="1815916369" sldId="493"/>
        </pc:sldMkLst>
      </pc:sldChg>
      <pc:sldChg chg="addSp delSp modSp add mod delAnim modAnim">
        <pc:chgData name="Chittaranjan Hens" userId="6fc03958433e8a43" providerId="LiveId" clId="{3941B8DD-44C0-4984-B2B1-5E7086316BFB}" dt="2023-02-04T11:58:05.300" v="2002" actId="20577"/>
        <pc:sldMkLst>
          <pc:docMk/>
          <pc:sldMk cId="3155934259" sldId="494"/>
        </pc:sldMkLst>
        <pc:spChg chg="add del mod">
          <ac:chgData name="Chittaranjan Hens" userId="6fc03958433e8a43" providerId="LiveId" clId="{3941B8DD-44C0-4984-B2B1-5E7086316BFB}" dt="2023-02-04T11:39:21.880" v="1499" actId="1076"/>
          <ac:spMkLst>
            <pc:docMk/>
            <pc:sldMk cId="3155934259" sldId="494"/>
            <ac:spMk id="4" creationId="{E376CAE2-2CE4-7A54-6578-CF3CDEF9E367}"/>
          </ac:spMkLst>
        </pc:spChg>
        <pc:spChg chg="add del mod">
          <ac:chgData name="Chittaranjan Hens" userId="6fc03958433e8a43" providerId="LiveId" clId="{3941B8DD-44C0-4984-B2B1-5E7086316BFB}" dt="2023-02-04T10:59:20.979" v="117" actId="478"/>
          <ac:spMkLst>
            <pc:docMk/>
            <pc:sldMk cId="3155934259" sldId="494"/>
            <ac:spMk id="5" creationId="{00000000-0000-0000-0000-000000000000}"/>
          </ac:spMkLst>
        </pc:spChg>
        <pc:spChg chg="add del mod">
          <ac:chgData name="Chittaranjan Hens" userId="6fc03958433e8a43" providerId="LiveId" clId="{3941B8DD-44C0-4984-B2B1-5E7086316BFB}" dt="2023-02-04T11:13:47.895" v="1165" actId="478"/>
          <ac:spMkLst>
            <pc:docMk/>
            <pc:sldMk cId="3155934259" sldId="494"/>
            <ac:spMk id="6" creationId="{91BBC12C-E4B4-3AD4-851B-A7926F11B598}"/>
          </ac:spMkLst>
        </pc:spChg>
        <pc:spChg chg="add del mod">
          <ac:chgData name="Chittaranjan Hens" userId="6fc03958433e8a43" providerId="LiveId" clId="{3941B8DD-44C0-4984-B2B1-5E7086316BFB}" dt="2023-02-04T11:02:15.862" v="302" actId="478"/>
          <ac:spMkLst>
            <pc:docMk/>
            <pc:sldMk cId="3155934259" sldId="494"/>
            <ac:spMk id="7" creationId="{6914705F-5DAA-074E-F1F8-BBCCA9869E73}"/>
          </ac:spMkLst>
        </pc:spChg>
        <pc:spChg chg="add del mod">
          <ac:chgData name="Chittaranjan Hens" userId="6fc03958433e8a43" providerId="LiveId" clId="{3941B8DD-44C0-4984-B2B1-5E7086316BFB}" dt="2023-02-04T10:58:48.412" v="106" actId="478"/>
          <ac:spMkLst>
            <pc:docMk/>
            <pc:sldMk cId="3155934259" sldId="494"/>
            <ac:spMk id="8" creationId="{735CE141-FE23-1B2E-4D2A-4CAAD5D111B5}"/>
          </ac:spMkLst>
        </pc:spChg>
        <pc:spChg chg="add del mod">
          <ac:chgData name="Chittaranjan Hens" userId="6fc03958433e8a43" providerId="LiveId" clId="{3941B8DD-44C0-4984-B2B1-5E7086316BFB}" dt="2023-02-04T11:02:18.259" v="303" actId="478"/>
          <ac:spMkLst>
            <pc:docMk/>
            <pc:sldMk cId="3155934259" sldId="494"/>
            <ac:spMk id="11" creationId="{7870177E-F47A-3FF3-0C63-DA5B3CC9209B}"/>
          </ac:spMkLst>
        </pc:spChg>
        <pc:spChg chg="add mod">
          <ac:chgData name="Chittaranjan Hens" userId="6fc03958433e8a43" providerId="LiveId" clId="{3941B8DD-44C0-4984-B2B1-5E7086316BFB}" dt="2023-02-04T11:58:05.300" v="2002" actId="20577"/>
          <ac:spMkLst>
            <pc:docMk/>
            <pc:sldMk cId="3155934259" sldId="494"/>
            <ac:spMk id="13" creationId="{DCFD545E-0985-7F8C-7F33-6D500C22BB49}"/>
          </ac:spMkLst>
        </pc:spChg>
        <pc:spChg chg="add del mod">
          <ac:chgData name="Chittaranjan Hens" userId="6fc03958433e8a43" providerId="LiveId" clId="{3941B8DD-44C0-4984-B2B1-5E7086316BFB}" dt="2023-02-04T10:59:12.717" v="112" actId="478"/>
          <ac:spMkLst>
            <pc:docMk/>
            <pc:sldMk cId="3155934259" sldId="494"/>
            <ac:spMk id="16" creationId="{00000000-0000-0000-0000-000000000000}"/>
          </ac:spMkLst>
        </pc:spChg>
        <pc:picChg chg="add del mod">
          <ac:chgData name="Chittaranjan Hens" userId="6fc03958433e8a43" providerId="LiveId" clId="{3941B8DD-44C0-4984-B2B1-5E7086316BFB}" dt="2023-02-04T10:58:58.150" v="108" actId="14100"/>
          <ac:picMkLst>
            <pc:docMk/>
            <pc:sldMk cId="3155934259" sldId="494"/>
            <ac:picMk id="2" creationId="{1F52086F-5926-4073-55EB-04D733E0C16C}"/>
          </ac:picMkLst>
        </pc:picChg>
        <pc:picChg chg="add del mod">
          <ac:chgData name="Chittaranjan Hens" userId="6fc03958433e8a43" providerId="LiveId" clId="{3941B8DD-44C0-4984-B2B1-5E7086316BFB}" dt="2023-02-04T10:59:16.584" v="114" actId="478"/>
          <ac:picMkLst>
            <pc:docMk/>
            <pc:sldMk cId="3155934259" sldId="494"/>
            <ac:picMk id="8195" creationId="{00000000-0000-0000-0000-000000000000}"/>
          </ac:picMkLst>
        </pc:picChg>
        <pc:picChg chg="add del mod">
          <ac:chgData name="Chittaranjan Hens" userId="6fc03958433e8a43" providerId="LiveId" clId="{3941B8DD-44C0-4984-B2B1-5E7086316BFB}" dt="2023-02-04T10:59:18.097" v="115" actId="478"/>
          <ac:picMkLst>
            <pc:docMk/>
            <pc:sldMk cId="3155934259" sldId="494"/>
            <ac:picMk id="8197" creationId="{00000000-0000-0000-0000-000000000000}"/>
          </ac:picMkLst>
        </pc:picChg>
        <pc:picChg chg="add del mod">
          <ac:chgData name="Chittaranjan Hens" userId="6fc03958433e8a43" providerId="LiveId" clId="{3941B8DD-44C0-4984-B2B1-5E7086316BFB}" dt="2023-02-04T10:59:09.827" v="111" actId="478"/>
          <ac:picMkLst>
            <pc:docMk/>
            <pc:sldMk cId="3155934259" sldId="494"/>
            <ac:picMk id="8198" creationId="{00000000-0000-0000-0000-000000000000}"/>
          </ac:picMkLst>
        </pc:picChg>
        <pc:picChg chg="add del mod">
          <ac:chgData name="Chittaranjan Hens" userId="6fc03958433e8a43" providerId="LiveId" clId="{3941B8DD-44C0-4984-B2B1-5E7086316BFB}" dt="2023-02-04T10:59:05.936" v="109" actId="478"/>
          <ac:picMkLst>
            <pc:docMk/>
            <pc:sldMk cId="3155934259" sldId="494"/>
            <ac:picMk id="8200" creationId="{00000000-0000-0000-0000-000000000000}"/>
          </ac:picMkLst>
        </pc:picChg>
        <pc:picChg chg="add del mod">
          <ac:chgData name="Chittaranjan Hens" userId="6fc03958433e8a43" providerId="LiveId" clId="{3941B8DD-44C0-4984-B2B1-5E7086316BFB}" dt="2023-02-04T10:59:08.137" v="110" actId="478"/>
          <ac:picMkLst>
            <pc:docMk/>
            <pc:sldMk cId="3155934259" sldId="494"/>
            <ac:picMk id="8202" creationId="{00000000-0000-0000-0000-000000000000}"/>
          </ac:picMkLst>
        </pc:picChg>
        <pc:picChg chg="add del mod">
          <ac:chgData name="Chittaranjan Hens" userId="6fc03958433e8a43" providerId="LiveId" clId="{3941B8DD-44C0-4984-B2B1-5E7086316BFB}" dt="2023-02-04T10:59:14.490" v="113" actId="478"/>
          <ac:picMkLst>
            <pc:docMk/>
            <pc:sldMk cId="3155934259" sldId="494"/>
            <ac:picMk id="15362" creationId="{00000000-0000-0000-0000-000000000000}"/>
          </ac:picMkLst>
        </pc:picChg>
        <pc:cxnChg chg="add del mod">
          <ac:chgData name="Chittaranjan Hens" userId="6fc03958433e8a43" providerId="LiveId" clId="{3941B8DD-44C0-4984-B2B1-5E7086316BFB}" dt="2023-02-04T10:59:22.954" v="118" actId="478"/>
          <ac:cxnSpMkLst>
            <pc:docMk/>
            <pc:sldMk cId="3155934259" sldId="494"/>
            <ac:cxnSpMk id="3" creationId="{00000000-0000-0000-0000-000000000000}"/>
          </ac:cxnSpMkLst>
        </pc:cxnChg>
      </pc:sldChg>
      <pc:sldChg chg="addSp delSp modSp add mod modAnim">
        <pc:chgData name="Chittaranjan Hens" userId="6fc03958433e8a43" providerId="LiveId" clId="{3941B8DD-44C0-4984-B2B1-5E7086316BFB}" dt="2023-02-04T12:04:51.781" v="2505" actId="2711"/>
        <pc:sldMkLst>
          <pc:docMk/>
          <pc:sldMk cId="1934842325" sldId="495"/>
        </pc:sldMkLst>
        <pc:spChg chg="add del mod">
          <ac:chgData name="Chittaranjan Hens" userId="6fc03958433e8a43" providerId="LiveId" clId="{3941B8DD-44C0-4984-B2B1-5E7086316BFB}" dt="2023-02-04T11:39:37.265" v="1503"/>
          <ac:spMkLst>
            <pc:docMk/>
            <pc:sldMk cId="1934842325" sldId="495"/>
            <ac:spMk id="3" creationId="{2D9EF725-7A55-773A-76F5-ED1EA891B6FF}"/>
          </ac:spMkLst>
        </pc:spChg>
        <pc:spChg chg="del mod">
          <ac:chgData name="Chittaranjan Hens" userId="6fc03958433e8a43" providerId="LiveId" clId="{3941B8DD-44C0-4984-B2B1-5E7086316BFB}" dt="2023-02-04T11:41:09.874" v="1537" actId="478"/>
          <ac:spMkLst>
            <pc:docMk/>
            <pc:sldMk cId="1934842325" sldId="495"/>
            <ac:spMk id="4" creationId="{E376CAE2-2CE4-7A54-6578-CF3CDEF9E367}"/>
          </ac:spMkLst>
        </pc:spChg>
        <pc:spChg chg="add del mod">
          <ac:chgData name="Chittaranjan Hens" userId="6fc03958433e8a43" providerId="LiveId" clId="{3941B8DD-44C0-4984-B2B1-5E7086316BFB}" dt="2023-02-04T11:41:05.476" v="1536" actId="478"/>
          <ac:spMkLst>
            <pc:docMk/>
            <pc:sldMk cId="1934842325" sldId="495"/>
            <ac:spMk id="6" creationId="{2E15E0F8-78EB-D2E8-CEEF-EA59298EF694}"/>
          </ac:spMkLst>
        </pc:spChg>
        <pc:spChg chg="add del">
          <ac:chgData name="Chittaranjan Hens" userId="6fc03958433e8a43" providerId="LiveId" clId="{3941B8DD-44C0-4984-B2B1-5E7086316BFB}" dt="2023-02-04T11:41:17.026" v="1541" actId="22"/>
          <ac:spMkLst>
            <pc:docMk/>
            <pc:sldMk cId="1934842325" sldId="495"/>
            <ac:spMk id="8" creationId="{B7BD524F-7C85-4DA0-9E9C-7A48F82204E4}"/>
          </ac:spMkLst>
        </pc:spChg>
        <pc:spChg chg="add mod">
          <ac:chgData name="Chittaranjan Hens" userId="6fc03958433e8a43" providerId="LiveId" clId="{3941B8DD-44C0-4984-B2B1-5E7086316BFB}" dt="2023-02-04T11:55:44.972" v="1879" actId="20577"/>
          <ac:spMkLst>
            <pc:docMk/>
            <pc:sldMk cId="1934842325" sldId="495"/>
            <ac:spMk id="10" creationId="{01A96E18-E979-9E3C-2D58-AAA147C6EA59}"/>
          </ac:spMkLst>
        </pc:spChg>
        <pc:spChg chg="add del mod">
          <ac:chgData name="Chittaranjan Hens" userId="6fc03958433e8a43" providerId="LiveId" clId="{3941B8DD-44C0-4984-B2B1-5E7086316BFB}" dt="2023-02-04T11:42:38.171" v="1586" actId="478"/>
          <ac:spMkLst>
            <pc:docMk/>
            <pc:sldMk cId="1934842325" sldId="495"/>
            <ac:spMk id="11" creationId="{E277B572-675A-4C3A-4504-0FB8E212C0B0}"/>
          </ac:spMkLst>
        </pc:spChg>
        <pc:spChg chg="mod">
          <ac:chgData name="Chittaranjan Hens" userId="6fc03958433e8a43" providerId="LiveId" clId="{3941B8DD-44C0-4984-B2B1-5E7086316BFB}" dt="2023-02-04T11:54:54.448" v="1797" actId="1076"/>
          <ac:spMkLst>
            <pc:docMk/>
            <pc:sldMk cId="1934842325" sldId="495"/>
            <ac:spMk id="12" creationId="{2C3D86F2-20D7-69BD-7C34-0EFAAADCDE8C}"/>
          </ac:spMkLst>
        </pc:spChg>
        <pc:spChg chg="del">
          <ac:chgData name="Chittaranjan Hens" userId="6fc03958433e8a43" providerId="LiveId" clId="{3941B8DD-44C0-4984-B2B1-5E7086316BFB}" dt="2023-02-04T11:39:30.470" v="1501" actId="478"/>
          <ac:spMkLst>
            <pc:docMk/>
            <pc:sldMk cId="1934842325" sldId="495"/>
            <ac:spMk id="13" creationId="{DCFD545E-0985-7F8C-7F33-6D500C22BB49}"/>
          </ac:spMkLst>
        </pc:spChg>
        <pc:spChg chg="add del mod">
          <ac:chgData name="Chittaranjan Hens" userId="6fc03958433e8a43" providerId="LiveId" clId="{3941B8DD-44C0-4984-B2B1-5E7086316BFB}" dt="2023-02-04T11:46:09.510" v="1613"/>
          <ac:spMkLst>
            <pc:docMk/>
            <pc:sldMk cId="1934842325" sldId="495"/>
            <ac:spMk id="14" creationId="{98772E44-1F63-F932-83C9-7D1534D48070}"/>
          </ac:spMkLst>
        </pc:spChg>
        <pc:spChg chg="add del mod">
          <ac:chgData name="Chittaranjan Hens" userId="6fc03958433e8a43" providerId="LiveId" clId="{3941B8DD-44C0-4984-B2B1-5E7086316BFB}" dt="2023-02-04T11:51:49.314" v="1703" actId="478"/>
          <ac:spMkLst>
            <pc:docMk/>
            <pc:sldMk cId="1934842325" sldId="495"/>
            <ac:spMk id="15" creationId="{F0D1226D-5E0E-DE72-B3C9-3D38F424E802}"/>
          </ac:spMkLst>
        </pc:spChg>
        <pc:spChg chg="add del mod">
          <ac:chgData name="Chittaranjan Hens" userId="6fc03958433e8a43" providerId="LiveId" clId="{3941B8DD-44C0-4984-B2B1-5E7086316BFB}" dt="2023-02-04T11:51:49.314" v="1703" actId="478"/>
          <ac:spMkLst>
            <pc:docMk/>
            <pc:sldMk cId="1934842325" sldId="495"/>
            <ac:spMk id="16" creationId="{3B3B1232-DDED-9B65-48FC-83EC99E1245A}"/>
          </ac:spMkLst>
        </pc:spChg>
        <pc:spChg chg="add mod">
          <ac:chgData name="Chittaranjan Hens" userId="6fc03958433e8a43" providerId="LiveId" clId="{3941B8DD-44C0-4984-B2B1-5E7086316BFB}" dt="2023-02-04T11:53:01.610" v="1731" actId="20577"/>
          <ac:spMkLst>
            <pc:docMk/>
            <pc:sldMk cId="1934842325" sldId="495"/>
            <ac:spMk id="17" creationId="{0941DD14-4206-02AC-7CBA-171170F174CB}"/>
          </ac:spMkLst>
        </pc:spChg>
        <pc:spChg chg="add mod">
          <ac:chgData name="Chittaranjan Hens" userId="6fc03958433e8a43" providerId="LiveId" clId="{3941B8DD-44C0-4984-B2B1-5E7086316BFB}" dt="2023-02-04T11:55:02.812" v="1800" actId="1076"/>
          <ac:spMkLst>
            <pc:docMk/>
            <pc:sldMk cId="1934842325" sldId="495"/>
            <ac:spMk id="18" creationId="{5CE6DB7F-F52F-764B-7306-0CF78CD4E86F}"/>
          </ac:spMkLst>
        </pc:spChg>
        <pc:spChg chg="add mod">
          <ac:chgData name="Chittaranjan Hens" userId="6fc03958433e8a43" providerId="LiveId" clId="{3941B8DD-44C0-4984-B2B1-5E7086316BFB}" dt="2023-02-04T12:04:51.781" v="2505" actId="2711"/>
          <ac:spMkLst>
            <pc:docMk/>
            <pc:sldMk cId="1934842325" sldId="495"/>
            <ac:spMk id="19" creationId="{3F77851B-8722-797E-1324-FA61F445A15F}"/>
          </ac:spMkLst>
        </pc:spChg>
        <pc:picChg chg="mod">
          <ac:chgData name="Chittaranjan Hens" userId="6fc03958433e8a43" providerId="LiveId" clId="{3941B8DD-44C0-4984-B2B1-5E7086316BFB}" dt="2023-02-04T11:54:57.672" v="1799" actId="1076"/>
          <ac:picMkLst>
            <pc:docMk/>
            <pc:sldMk cId="1934842325" sldId="495"/>
            <ac:picMk id="2" creationId="{1F52086F-5926-4073-55EB-04D733E0C16C}"/>
          </ac:picMkLst>
        </pc:picChg>
      </pc:sldChg>
      <pc:sldChg chg="addSp delSp modSp add mod">
        <pc:chgData name="Chittaranjan Hens" userId="6fc03958433e8a43" providerId="LiveId" clId="{3941B8DD-44C0-4984-B2B1-5E7086316BFB}" dt="2023-02-05T04:44:56.384" v="3938" actId="14100"/>
        <pc:sldMkLst>
          <pc:docMk/>
          <pc:sldMk cId="2612928384" sldId="496"/>
        </pc:sldMkLst>
        <pc:spChg chg="add mod">
          <ac:chgData name="Chittaranjan Hens" userId="6fc03958433e8a43" providerId="LiveId" clId="{3941B8DD-44C0-4984-B2B1-5E7086316BFB}" dt="2023-02-05T04:44:41.759" v="3934" actId="403"/>
          <ac:spMkLst>
            <pc:docMk/>
            <pc:sldMk cId="2612928384" sldId="496"/>
            <ac:spMk id="3" creationId="{B7B6992D-9BE6-C0C9-25A0-445EBE1C659F}"/>
          </ac:spMkLst>
        </pc:spChg>
        <pc:spChg chg="add mod">
          <ac:chgData name="Chittaranjan Hens" userId="6fc03958433e8a43" providerId="LiveId" clId="{3941B8DD-44C0-4984-B2B1-5E7086316BFB}" dt="2023-02-05T04:44:41.759" v="3934" actId="403"/>
          <ac:spMkLst>
            <pc:docMk/>
            <pc:sldMk cId="2612928384" sldId="496"/>
            <ac:spMk id="4" creationId="{967AE5EE-5C58-7524-E636-A93EA14F72EC}"/>
          </ac:spMkLst>
        </pc:spChg>
        <pc:spChg chg="add mod">
          <ac:chgData name="Chittaranjan Hens" userId="6fc03958433e8a43" providerId="LiveId" clId="{3941B8DD-44C0-4984-B2B1-5E7086316BFB}" dt="2023-02-05T04:44:50.510" v="3936" actId="1076"/>
          <ac:spMkLst>
            <pc:docMk/>
            <pc:sldMk cId="2612928384" sldId="496"/>
            <ac:spMk id="5" creationId="{9068BA54-0AB7-0E3D-31E6-E6D2014CD1C3}"/>
          </ac:spMkLst>
        </pc:spChg>
        <pc:spChg chg="add mod">
          <ac:chgData name="Chittaranjan Hens" userId="6fc03958433e8a43" providerId="LiveId" clId="{3941B8DD-44C0-4984-B2B1-5E7086316BFB}" dt="2023-02-05T04:44:56.384" v="3938" actId="14100"/>
          <ac:spMkLst>
            <pc:docMk/>
            <pc:sldMk cId="2612928384" sldId="496"/>
            <ac:spMk id="7" creationId="{02382943-2226-A308-CF45-A818BC66E2C5}"/>
          </ac:spMkLst>
        </pc:spChg>
        <pc:spChg chg="add mod">
          <ac:chgData name="Chittaranjan Hens" userId="6fc03958433e8a43" providerId="LiveId" clId="{3941B8DD-44C0-4984-B2B1-5E7086316BFB}" dt="2023-02-05T04:44:53.017" v="3937" actId="14100"/>
          <ac:spMkLst>
            <pc:docMk/>
            <pc:sldMk cId="2612928384" sldId="496"/>
            <ac:spMk id="8" creationId="{59DB56EB-1BCE-322D-F18E-2876476F9504}"/>
          </ac:spMkLst>
        </pc:spChg>
        <pc:spChg chg="mod">
          <ac:chgData name="Chittaranjan Hens" userId="6fc03958433e8a43" providerId="LiveId" clId="{3941B8DD-44C0-4984-B2B1-5E7086316BFB}" dt="2023-02-05T04:44:41.759" v="3934" actId="403"/>
          <ac:spMkLst>
            <pc:docMk/>
            <pc:sldMk cId="2612928384" sldId="496"/>
            <ac:spMk id="12" creationId="{2C3D86F2-20D7-69BD-7C34-0EFAAADCDE8C}"/>
          </ac:spMkLst>
        </pc:spChg>
        <pc:spChg chg="mod">
          <ac:chgData name="Chittaranjan Hens" userId="6fc03958433e8a43" providerId="LiveId" clId="{3941B8DD-44C0-4984-B2B1-5E7086316BFB}" dt="2023-02-05T04:44:44.903" v="3935" actId="14100"/>
          <ac:spMkLst>
            <pc:docMk/>
            <pc:sldMk cId="2612928384" sldId="496"/>
            <ac:spMk id="15" creationId="{F0D1226D-5E0E-DE72-B3C9-3D38F424E802}"/>
          </ac:spMkLst>
        </pc:spChg>
        <pc:picChg chg="mod">
          <ac:chgData name="Chittaranjan Hens" userId="6fc03958433e8a43" providerId="LiveId" clId="{3941B8DD-44C0-4984-B2B1-5E7086316BFB}" dt="2023-02-04T11:47:41.067" v="1645" actId="1076"/>
          <ac:picMkLst>
            <pc:docMk/>
            <pc:sldMk cId="2612928384" sldId="496"/>
            <ac:picMk id="2" creationId="{1F52086F-5926-4073-55EB-04D733E0C16C}"/>
          </ac:picMkLst>
        </pc:picChg>
        <pc:picChg chg="add del mod">
          <ac:chgData name="Chittaranjan Hens" userId="6fc03958433e8a43" providerId="LiveId" clId="{3941B8DD-44C0-4984-B2B1-5E7086316BFB}" dt="2023-02-04T11:48:29.627" v="1664"/>
          <ac:picMkLst>
            <pc:docMk/>
            <pc:sldMk cId="2612928384" sldId="496"/>
            <ac:picMk id="6" creationId="{FCD70EEE-0352-292D-758B-35FCAD09CCEE}"/>
          </ac:picMkLst>
        </pc:picChg>
      </pc:sldChg>
      <pc:sldChg chg="addSp delSp modSp add mod">
        <pc:chgData name="Chittaranjan Hens" userId="6fc03958433e8a43" providerId="LiveId" clId="{3941B8DD-44C0-4984-B2B1-5E7086316BFB}" dt="2023-02-04T11:50:45.138" v="1699" actId="167"/>
        <pc:sldMkLst>
          <pc:docMk/>
          <pc:sldMk cId="1172416498" sldId="497"/>
        </pc:sldMkLst>
        <pc:spChg chg="del mod">
          <ac:chgData name="Chittaranjan Hens" userId="6fc03958433e8a43" providerId="LiveId" clId="{3941B8DD-44C0-4984-B2B1-5E7086316BFB}" dt="2023-02-04T11:50:31.989" v="1697" actId="478"/>
          <ac:spMkLst>
            <pc:docMk/>
            <pc:sldMk cId="1172416498" sldId="497"/>
            <ac:spMk id="3" creationId="{B7B6992D-9BE6-C0C9-25A0-445EBE1C659F}"/>
          </ac:spMkLst>
        </pc:spChg>
        <pc:spChg chg="del mod">
          <ac:chgData name="Chittaranjan Hens" userId="6fc03958433e8a43" providerId="LiveId" clId="{3941B8DD-44C0-4984-B2B1-5E7086316BFB}" dt="2023-02-04T11:50:31.989" v="1697" actId="478"/>
          <ac:spMkLst>
            <pc:docMk/>
            <pc:sldMk cId="1172416498" sldId="497"/>
            <ac:spMk id="4" creationId="{967AE5EE-5C58-7524-E636-A93EA14F72EC}"/>
          </ac:spMkLst>
        </pc:spChg>
        <pc:spChg chg="del mod">
          <ac:chgData name="Chittaranjan Hens" userId="6fc03958433e8a43" providerId="LiveId" clId="{3941B8DD-44C0-4984-B2B1-5E7086316BFB}" dt="2023-02-04T11:50:31.989" v="1697" actId="478"/>
          <ac:spMkLst>
            <pc:docMk/>
            <pc:sldMk cId="1172416498" sldId="497"/>
            <ac:spMk id="5" creationId="{9068BA54-0AB7-0E3D-31E6-E6D2014CD1C3}"/>
          </ac:spMkLst>
        </pc:spChg>
        <pc:spChg chg="del mod">
          <ac:chgData name="Chittaranjan Hens" userId="6fc03958433e8a43" providerId="LiveId" clId="{3941B8DD-44C0-4984-B2B1-5E7086316BFB}" dt="2023-02-04T11:50:31.989" v="1697" actId="478"/>
          <ac:spMkLst>
            <pc:docMk/>
            <pc:sldMk cId="1172416498" sldId="497"/>
            <ac:spMk id="7" creationId="{02382943-2226-A308-CF45-A818BC66E2C5}"/>
          </ac:spMkLst>
        </pc:spChg>
        <pc:spChg chg="del mod">
          <ac:chgData name="Chittaranjan Hens" userId="6fc03958433e8a43" providerId="LiveId" clId="{3941B8DD-44C0-4984-B2B1-5E7086316BFB}" dt="2023-02-04T11:50:31.989" v="1697" actId="478"/>
          <ac:spMkLst>
            <pc:docMk/>
            <pc:sldMk cId="1172416498" sldId="497"/>
            <ac:spMk id="8" creationId="{59DB56EB-1BCE-322D-F18E-2876476F9504}"/>
          </ac:spMkLst>
        </pc:spChg>
        <pc:spChg chg="del mod">
          <ac:chgData name="Chittaranjan Hens" userId="6fc03958433e8a43" providerId="LiveId" clId="{3941B8DD-44C0-4984-B2B1-5E7086316BFB}" dt="2023-02-04T11:50:31.989" v="1697" actId="478"/>
          <ac:spMkLst>
            <pc:docMk/>
            <pc:sldMk cId="1172416498" sldId="497"/>
            <ac:spMk id="12" creationId="{2C3D86F2-20D7-69BD-7C34-0EFAAADCDE8C}"/>
          </ac:spMkLst>
        </pc:spChg>
        <pc:spChg chg="del mod">
          <ac:chgData name="Chittaranjan Hens" userId="6fc03958433e8a43" providerId="LiveId" clId="{3941B8DD-44C0-4984-B2B1-5E7086316BFB}" dt="2023-02-04T11:50:31.989" v="1697" actId="478"/>
          <ac:spMkLst>
            <pc:docMk/>
            <pc:sldMk cId="1172416498" sldId="497"/>
            <ac:spMk id="15" creationId="{F0D1226D-5E0E-DE72-B3C9-3D38F424E802}"/>
          </ac:spMkLst>
        </pc:spChg>
        <pc:picChg chg="del mod">
          <ac:chgData name="Chittaranjan Hens" userId="6fc03958433e8a43" providerId="LiveId" clId="{3941B8DD-44C0-4984-B2B1-5E7086316BFB}" dt="2023-02-04T11:50:31.989" v="1697" actId="478"/>
          <ac:picMkLst>
            <pc:docMk/>
            <pc:sldMk cId="1172416498" sldId="497"/>
            <ac:picMk id="2" creationId="{1F52086F-5926-4073-55EB-04D733E0C16C}"/>
          </ac:picMkLst>
        </pc:picChg>
        <pc:picChg chg="add mod ord">
          <ac:chgData name="Chittaranjan Hens" userId="6fc03958433e8a43" providerId="LiveId" clId="{3941B8DD-44C0-4984-B2B1-5E7086316BFB}" dt="2023-02-04T11:50:45.138" v="1699" actId="167"/>
          <ac:picMkLst>
            <pc:docMk/>
            <pc:sldMk cId="1172416498" sldId="497"/>
            <ac:picMk id="6" creationId="{F6BB9EF6-0B4A-79BA-2D9E-0584B3978D7F}"/>
          </ac:picMkLst>
        </pc:picChg>
      </pc:sldChg>
      <pc:sldChg chg="add">
        <pc:chgData name="Chittaranjan Hens" userId="6fc03958433e8a43" providerId="LiveId" clId="{3941B8DD-44C0-4984-B2B1-5E7086316BFB}" dt="2023-02-04T11:51:35.926" v="1700"/>
        <pc:sldMkLst>
          <pc:docMk/>
          <pc:sldMk cId="580591518" sldId="498"/>
        </pc:sldMkLst>
      </pc:sldChg>
      <pc:sldChg chg="addSp modSp add mod modAnim">
        <pc:chgData name="Chittaranjan Hens" userId="6fc03958433e8a43" providerId="LiveId" clId="{3941B8DD-44C0-4984-B2B1-5E7086316BFB}" dt="2023-02-04T12:15:20.141" v="2858"/>
        <pc:sldMkLst>
          <pc:docMk/>
          <pc:sldMk cId="4203961249" sldId="499"/>
        </pc:sldMkLst>
        <pc:spChg chg="add mod">
          <ac:chgData name="Chittaranjan Hens" userId="6fc03958433e8a43" providerId="LiveId" clId="{3941B8DD-44C0-4984-B2B1-5E7086316BFB}" dt="2023-02-04T12:14:34.315" v="2851" actId="2711"/>
          <ac:spMkLst>
            <pc:docMk/>
            <pc:sldMk cId="4203961249" sldId="499"/>
            <ac:spMk id="3" creationId="{F1BD9619-9035-7A64-D104-42F81070C85E}"/>
          </ac:spMkLst>
        </pc:spChg>
        <pc:spChg chg="mod">
          <ac:chgData name="Chittaranjan Hens" userId="6fc03958433e8a43" providerId="LiveId" clId="{3941B8DD-44C0-4984-B2B1-5E7086316BFB}" dt="2023-02-04T12:05:10.558" v="2510" actId="1076"/>
          <ac:spMkLst>
            <pc:docMk/>
            <pc:sldMk cId="4203961249" sldId="499"/>
            <ac:spMk id="18" creationId="{5CE6DB7F-F52F-764B-7306-0CF78CD4E86F}"/>
          </ac:spMkLst>
        </pc:spChg>
        <pc:spChg chg="mod">
          <ac:chgData name="Chittaranjan Hens" userId="6fc03958433e8a43" providerId="LiveId" clId="{3941B8DD-44C0-4984-B2B1-5E7086316BFB}" dt="2023-02-04T12:14:19.165" v="2850" actId="20577"/>
          <ac:spMkLst>
            <pc:docMk/>
            <pc:sldMk cId="4203961249" sldId="499"/>
            <ac:spMk id="19" creationId="{3F77851B-8722-797E-1324-FA61F445A15F}"/>
          </ac:spMkLst>
        </pc:spChg>
        <pc:picChg chg="mod">
          <ac:chgData name="Chittaranjan Hens" userId="6fc03958433e8a43" providerId="LiveId" clId="{3941B8DD-44C0-4984-B2B1-5E7086316BFB}" dt="2023-02-04T12:05:04.245" v="2509" actId="1076"/>
          <ac:picMkLst>
            <pc:docMk/>
            <pc:sldMk cId="4203961249" sldId="499"/>
            <ac:picMk id="2" creationId="{1F52086F-5926-4073-55EB-04D733E0C16C}"/>
          </ac:picMkLst>
        </pc:picChg>
      </pc:sldChg>
      <pc:sldChg chg="addSp delSp modSp add mod ord modAnim">
        <pc:chgData name="Chittaranjan Hens" userId="6fc03958433e8a43" providerId="LiveId" clId="{3941B8DD-44C0-4984-B2B1-5E7086316BFB}" dt="2023-02-05T04:30:32.628" v="3801"/>
        <pc:sldMkLst>
          <pc:docMk/>
          <pc:sldMk cId="225175671" sldId="500"/>
        </pc:sldMkLst>
        <pc:spChg chg="add mod">
          <ac:chgData name="Chittaranjan Hens" userId="6fc03958433e8a43" providerId="LiveId" clId="{3941B8DD-44C0-4984-B2B1-5E7086316BFB}" dt="2023-02-04T12:16:08.899" v="2869" actId="20577"/>
          <ac:spMkLst>
            <pc:docMk/>
            <pc:sldMk cId="225175671" sldId="500"/>
            <ac:spMk id="3" creationId="{838DB15F-6022-2983-C313-9EA67B2941DF}"/>
          </ac:spMkLst>
        </pc:spChg>
        <pc:spChg chg="add mod">
          <ac:chgData name="Chittaranjan Hens" userId="6fc03958433e8a43" providerId="LiveId" clId="{3941B8DD-44C0-4984-B2B1-5E7086316BFB}" dt="2023-02-04T12:24:34.508" v="3491" actId="2711"/>
          <ac:spMkLst>
            <pc:docMk/>
            <pc:sldMk cId="225175671" sldId="500"/>
            <ac:spMk id="4" creationId="{AFE51AD9-A3D9-253A-1B86-5EF4D52F1C8E}"/>
          </ac:spMkLst>
        </pc:spChg>
        <pc:spChg chg="add mod">
          <ac:chgData name="Chittaranjan Hens" userId="6fc03958433e8a43" providerId="LiveId" clId="{3941B8DD-44C0-4984-B2B1-5E7086316BFB}" dt="2023-02-05T04:30:27.742" v="3800" actId="20577"/>
          <ac:spMkLst>
            <pc:docMk/>
            <pc:sldMk cId="225175671" sldId="500"/>
            <ac:spMk id="5" creationId="{390AA857-A8BE-08CA-EF6B-BFEF1D995E2C}"/>
          </ac:spMkLst>
        </pc:spChg>
        <pc:spChg chg="del mod">
          <ac:chgData name="Chittaranjan Hens" userId="6fc03958433e8a43" providerId="LiveId" clId="{3941B8DD-44C0-4984-B2B1-5E7086316BFB}" dt="2023-02-04T12:15:53.531" v="2864" actId="478"/>
          <ac:spMkLst>
            <pc:docMk/>
            <pc:sldMk cId="225175671" sldId="500"/>
            <ac:spMk id="19" creationId="{3F77851B-8722-797E-1324-FA61F445A15F}"/>
          </ac:spMkLst>
        </pc:spChg>
      </pc:sldChg>
      <pc:sldChg chg="addSp delSp modSp add mod modAnim">
        <pc:chgData name="Chittaranjan Hens" userId="6fc03958433e8a43" providerId="LiveId" clId="{3941B8DD-44C0-4984-B2B1-5E7086316BFB}" dt="2023-02-04T12:31:34.570" v="3679"/>
        <pc:sldMkLst>
          <pc:docMk/>
          <pc:sldMk cId="1158314465" sldId="501"/>
        </pc:sldMkLst>
        <pc:spChg chg="del">
          <ac:chgData name="Chittaranjan Hens" userId="6fc03958433e8a43" providerId="LiveId" clId="{3941B8DD-44C0-4984-B2B1-5E7086316BFB}" dt="2023-02-04T12:27:03.153" v="3499" actId="478"/>
          <ac:spMkLst>
            <pc:docMk/>
            <pc:sldMk cId="1158314465" sldId="501"/>
            <ac:spMk id="3" creationId="{838DB15F-6022-2983-C313-9EA67B2941DF}"/>
          </ac:spMkLst>
        </pc:spChg>
        <pc:spChg chg="mod">
          <ac:chgData name="Chittaranjan Hens" userId="6fc03958433e8a43" providerId="LiveId" clId="{3941B8DD-44C0-4984-B2B1-5E7086316BFB}" dt="2023-02-04T12:28:07.085" v="3506" actId="1076"/>
          <ac:spMkLst>
            <pc:docMk/>
            <pc:sldMk cId="1158314465" sldId="501"/>
            <ac:spMk id="4" creationId="{AFE51AD9-A3D9-253A-1B86-5EF4D52F1C8E}"/>
          </ac:spMkLst>
        </pc:spChg>
        <pc:spChg chg="mod">
          <ac:chgData name="Chittaranjan Hens" userId="6fc03958433e8a43" providerId="LiveId" clId="{3941B8DD-44C0-4984-B2B1-5E7086316BFB}" dt="2023-02-04T12:29:46.342" v="3614" actId="20577"/>
          <ac:spMkLst>
            <pc:docMk/>
            <pc:sldMk cId="1158314465" sldId="501"/>
            <ac:spMk id="5" creationId="{390AA857-A8BE-08CA-EF6B-BFEF1D995E2C}"/>
          </ac:spMkLst>
        </pc:spChg>
        <pc:spChg chg="add mod">
          <ac:chgData name="Chittaranjan Hens" userId="6fc03958433e8a43" providerId="LiveId" clId="{3941B8DD-44C0-4984-B2B1-5E7086316BFB}" dt="2023-02-04T12:31:27.392" v="3678" actId="14100"/>
          <ac:spMkLst>
            <pc:docMk/>
            <pc:sldMk cId="1158314465" sldId="501"/>
            <ac:spMk id="6" creationId="{340142F5-1F69-49A1-BE4C-6BF697BEA809}"/>
          </ac:spMkLst>
        </pc:spChg>
        <pc:spChg chg="mod">
          <ac:chgData name="Chittaranjan Hens" userId="6fc03958433e8a43" providerId="LiveId" clId="{3941B8DD-44C0-4984-B2B1-5E7086316BFB}" dt="2023-02-04T12:27:09.827" v="3500" actId="1076"/>
          <ac:spMkLst>
            <pc:docMk/>
            <pc:sldMk cId="1158314465" sldId="501"/>
            <ac:spMk id="17" creationId="{0941DD14-4206-02AC-7CBA-171170F174CB}"/>
          </ac:spMkLst>
        </pc:spChg>
        <pc:spChg chg="mod">
          <ac:chgData name="Chittaranjan Hens" userId="6fc03958433e8a43" providerId="LiveId" clId="{3941B8DD-44C0-4984-B2B1-5E7086316BFB}" dt="2023-02-04T12:27:19.633" v="3503" actId="1076"/>
          <ac:spMkLst>
            <pc:docMk/>
            <pc:sldMk cId="1158314465" sldId="501"/>
            <ac:spMk id="18" creationId="{5CE6DB7F-F52F-764B-7306-0CF78CD4E86F}"/>
          </ac:spMkLst>
        </pc:spChg>
        <pc:picChg chg="mod">
          <ac:chgData name="Chittaranjan Hens" userId="6fc03958433e8a43" providerId="LiveId" clId="{3941B8DD-44C0-4984-B2B1-5E7086316BFB}" dt="2023-02-04T12:27:13.257" v="3502" actId="1076"/>
          <ac:picMkLst>
            <pc:docMk/>
            <pc:sldMk cId="1158314465" sldId="501"/>
            <ac:picMk id="2" creationId="{1F52086F-5926-4073-55EB-04D733E0C16C}"/>
          </ac:picMkLst>
        </pc:picChg>
      </pc:sldChg>
      <pc:sldChg chg="add del">
        <pc:chgData name="Chittaranjan Hens" userId="6fc03958433e8a43" providerId="LiveId" clId="{3941B8DD-44C0-4984-B2B1-5E7086316BFB}" dt="2023-02-04T12:24:51.308" v="3494"/>
        <pc:sldMkLst>
          <pc:docMk/>
          <pc:sldMk cId="2421417533" sldId="501"/>
        </pc:sldMkLst>
      </pc:sldChg>
      <pc:sldChg chg="modSp add mod">
        <pc:chgData name="Chittaranjan Hens" userId="6fc03958433e8a43" providerId="LiveId" clId="{3941B8DD-44C0-4984-B2B1-5E7086316BFB}" dt="2023-02-05T03:56:21.574" v="3725" actId="6549"/>
        <pc:sldMkLst>
          <pc:docMk/>
          <pc:sldMk cId="1071421308" sldId="502"/>
        </pc:sldMkLst>
        <pc:spChg chg="mod">
          <ac:chgData name="Chittaranjan Hens" userId="6fc03958433e8a43" providerId="LiveId" clId="{3941B8DD-44C0-4984-B2B1-5E7086316BFB}" dt="2023-02-05T03:56:21.574" v="3725" actId="6549"/>
          <ac:spMkLst>
            <pc:docMk/>
            <pc:sldMk cId="1071421308" sldId="502"/>
            <ac:spMk id="10" creationId="{01A96E18-E979-9E3C-2D58-AAA147C6EA59}"/>
          </ac:spMkLst>
        </pc:spChg>
      </pc:sldChg>
      <pc:sldChg chg="add">
        <pc:chgData name="Chittaranjan Hens" userId="6fc03958433e8a43" providerId="LiveId" clId="{3941B8DD-44C0-4984-B2B1-5E7086316BFB}" dt="2023-02-05T04:33:48.220" v="3825"/>
        <pc:sldMkLst>
          <pc:docMk/>
          <pc:sldMk cId="0" sldId="712"/>
        </pc:sldMkLst>
      </pc:sldChg>
      <pc:sldChg chg="addSp modSp add mod">
        <pc:chgData name="Chittaranjan Hens" userId="6fc03958433e8a43" providerId="LiveId" clId="{3941B8DD-44C0-4984-B2B1-5E7086316BFB}" dt="2023-02-05T04:59:06.154" v="4075"/>
        <pc:sldMkLst>
          <pc:docMk/>
          <pc:sldMk cId="2950253912" sldId="714"/>
        </pc:sldMkLst>
        <pc:spChg chg="add mod">
          <ac:chgData name="Chittaranjan Hens" userId="6fc03958433e8a43" providerId="LiveId" clId="{3941B8DD-44C0-4984-B2B1-5E7086316BFB}" dt="2023-02-05T04:38:49.836" v="3904" actId="2711"/>
          <ac:spMkLst>
            <pc:docMk/>
            <pc:sldMk cId="2950253912" sldId="714"/>
            <ac:spMk id="4" creationId="{307B1385-1CDC-2127-DC4D-5918A8E4EB3C}"/>
          </ac:spMkLst>
        </pc:spChg>
        <pc:spChg chg="mod">
          <ac:chgData name="Chittaranjan Hens" userId="6fc03958433e8a43" providerId="LiveId" clId="{3941B8DD-44C0-4984-B2B1-5E7086316BFB}" dt="2023-02-05T03:58:35.078" v="3746" actId="207"/>
          <ac:spMkLst>
            <pc:docMk/>
            <pc:sldMk cId="2950253912" sldId="714"/>
            <ac:spMk id="7" creationId="{303B675C-FEDF-4D95-92D2-2CF55DE2E221}"/>
          </ac:spMkLst>
        </pc:spChg>
        <pc:spChg chg="mod">
          <ac:chgData name="Chittaranjan Hens" userId="6fc03958433e8a43" providerId="LiveId" clId="{3941B8DD-44C0-4984-B2B1-5E7086316BFB}" dt="2023-02-05T03:58:38.355" v="3747" actId="207"/>
          <ac:spMkLst>
            <pc:docMk/>
            <pc:sldMk cId="2950253912" sldId="714"/>
            <ac:spMk id="9" creationId="{1B038A45-0674-4FFD-88C9-F51C5CC1787F}"/>
          </ac:spMkLst>
        </pc:spChg>
        <pc:spChg chg="mod">
          <ac:chgData name="Chittaranjan Hens" userId="6fc03958433e8a43" providerId="LiveId" clId="{3941B8DD-44C0-4984-B2B1-5E7086316BFB}" dt="2023-02-05T03:58:40.893" v="3748" actId="207"/>
          <ac:spMkLst>
            <pc:docMk/>
            <pc:sldMk cId="2950253912" sldId="714"/>
            <ac:spMk id="10" creationId="{98EFD8C6-540C-466E-B4AF-4550FEBA9533}"/>
          </ac:spMkLst>
        </pc:spChg>
        <pc:spChg chg="mod">
          <ac:chgData name="Chittaranjan Hens" userId="6fc03958433e8a43" providerId="LiveId" clId="{3941B8DD-44C0-4984-B2B1-5E7086316BFB}" dt="2023-02-05T04:31:43.243" v="3824" actId="122"/>
          <ac:spMkLst>
            <pc:docMk/>
            <pc:sldMk cId="2950253912" sldId="714"/>
            <ac:spMk id="48134" creationId="{D1E4B96B-AA11-4834-A4AB-DCEFAC09E403}"/>
          </ac:spMkLst>
        </pc:spChg>
        <pc:picChg chg="add mod ord">
          <ac:chgData name="Chittaranjan Hens" userId="6fc03958433e8a43" providerId="LiveId" clId="{3941B8DD-44C0-4984-B2B1-5E7086316BFB}" dt="2023-02-05T04:59:06.154" v="4075"/>
          <ac:picMkLst>
            <pc:docMk/>
            <pc:sldMk cId="2950253912" sldId="714"/>
            <ac:picMk id="2" creationId="{97251323-3C90-B246-2856-7A93EC5AB6D5}"/>
          </ac:picMkLst>
        </pc:picChg>
        <pc:picChg chg="add mod">
          <ac:chgData name="Chittaranjan Hens" userId="6fc03958433e8a43" providerId="LiveId" clId="{3941B8DD-44C0-4984-B2B1-5E7086316BFB}" dt="2023-02-05T04:31:27.591" v="3805" actId="1076"/>
          <ac:picMkLst>
            <pc:docMk/>
            <pc:sldMk cId="2950253912" sldId="714"/>
            <ac:picMk id="3" creationId="{27239F7E-4A53-2C4C-1E73-9ADF5284026D}"/>
          </ac:picMkLst>
        </pc:picChg>
      </pc:sldChg>
      <pc:sldChg chg="add del">
        <pc:chgData name="Chittaranjan Hens" userId="6fc03958433e8a43" providerId="LiveId" clId="{3941B8DD-44C0-4984-B2B1-5E7086316BFB}" dt="2023-02-05T04:31:29.241" v="3806" actId="47"/>
        <pc:sldMkLst>
          <pc:docMk/>
          <pc:sldMk cId="3498039141" sldId="716"/>
        </pc:sldMkLst>
      </pc:sldChg>
      <pc:sldChg chg="addSp delSp modSp add mod modAnim">
        <pc:chgData name="Chittaranjan Hens" userId="6fc03958433e8a43" providerId="LiveId" clId="{3941B8DD-44C0-4984-B2B1-5E7086316BFB}" dt="2023-02-05T04:40:35.835" v="3916" actId="403"/>
        <pc:sldMkLst>
          <pc:docMk/>
          <pc:sldMk cId="0" sldId="717"/>
        </pc:sldMkLst>
        <pc:spChg chg="add mod">
          <ac:chgData name="Chittaranjan Hens" userId="6fc03958433e8a43" providerId="LiveId" clId="{3941B8DD-44C0-4984-B2B1-5E7086316BFB}" dt="2023-02-05T04:40:35.835" v="3916" actId="403"/>
          <ac:spMkLst>
            <pc:docMk/>
            <pc:sldMk cId="0" sldId="717"/>
            <ac:spMk id="3" creationId="{7D3AD282-BCF4-3D53-1C22-70E10BBA4BCE}"/>
          </ac:spMkLst>
        </pc:spChg>
        <pc:spChg chg="mod">
          <ac:chgData name="Chittaranjan Hens" userId="6fc03958433e8a43" providerId="LiveId" clId="{3941B8DD-44C0-4984-B2B1-5E7086316BFB}" dt="2023-02-05T04:35:12.506" v="3831" actId="207"/>
          <ac:spMkLst>
            <pc:docMk/>
            <pc:sldMk cId="0" sldId="717"/>
            <ac:spMk id="5" creationId="{202D4595-3008-4E7F-8F58-AFF53D89B4B7}"/>
          </ac:spMkLst>
        </pc:spChg>
        <pc:spChg chg="mod">
          <ac:chgData name="Chittaranjan Hens" userId="6fc03958433e8a43" providerId="LiveId" clId="{3941B8DD-44C0-4984-B2B1-5E7086316BFB}" dt="2023-02-05T04:35:19.275" v="3833" actId="207"/>
          <ac:spMkLst>
            <pc:docMk/>
            <pc:sldMk cId="0" sldId="717"/>
            <ac:spMk id="6" creationId="{915712DA-65A9-4ED1-83D5-DA908F121DDD}"/>
          </ac:spMkLst>
        </pc:spChg>
        <pc:spChg chg="mod">
          <ac:chgData name="Chittaranjan Hens" userId="6fc03958433e8a43" providerId="LiveId" clId="{3941B8DD-44C0-4984-B2B1-5E7086316BFB}" dt="2023-02-05T04:35:12.506" v="3831" actId="207"/>
          <ac:spMkLst>
            <pc:docMk/>
            <pc:sldMk cId="0" sldId="717"/>
            <ac:spMk id="7" creationId="{3925E6F8-5CBE-4F47-A617-4C5D07C15360}"/>
          </ac:spMkLst>
        </pc:spChg>
        <pc:spChg chg="mod">
          <ac:chgData name="Chittaranjan Hens" userId="6fc03958433e8a43" providerId="LiveId" clId="{3941B8DD-44C0-4984-B2B1-5E7086316BFB}" dt="2023-02-05T04:35:12.506" v="3831" actId="207"/>
          <ac:spMkLst>
            <pc:docMk/>
            <pc:sldMk cId="0" sldId="717"/>
            <ac:spMk id="11" creationId="{3F19C001-87C5-4BE0-B73E-1E708E07FCFF}"/>
          </ac:spMkLst>
        </pc:spChg>
        <pc:spChg chg="mod">
          <ac:chgData name="Chittaranjan Hens" userId="6fc03958433e8a43" providerId="LiveId" clId="{3941B8DD-44C0-4984-B2B1-5E7086316BFB}" dt="2023-02-05T04:35:12.506" v="3831" actId="207"/>
          <ac:spMkLst>
            <pc:docMk/>
            <pc:sldMk cId="0" sldId="717"/>
            <ac:spMk id="14" creationId="{F1356606-D5A3-44AA-9C4E-091E0F09A908}"/>
          </ac:spMkLst>
        </pc:spChg>
        <pc:spChg chg="mod">
          <ac:chgData name="Chittaranjan Hens" userId="6fc03958433e8a43" providerId="LiveId" clId="{3941B8DD-44C0-4984-B2B1-5E7086316BFB}" dt="2023-02-05T04:35:12.506" v="3831" actId="207"/>
          <ac:spMkLst>
            <pc:docMk/>
            <pc:sldMk cId="0" sldId="717"/>
            <ac:spMk id="20" creationId="{1E9D6697-55E0-4925-A7C3-0863CB577201}"/>
          </ac:spMkLst>
        </pc:spChg>
        <pc:spChg chg="del">
          <ac:chgData name="Chittaranjan Hens" userId="6fc03958433e8a43" providerId="LiveId" clId="{3941B8DD-44C0-4984-B2B1-5E7086316BFB}" dt="2023-02-05T04:33:57.800" v="3826" actId="478"/>
          <ac:spMkLst>
            <pc:docMk/>
            <pc:sldMk cId="0" sldId="717"/>
            <ac:spMk id="56323" creationId="{39E54375-B88A-47B9-A209-8368BCE91FDC}"/>
          </ac:spMkLst>
        </pc:spChg>
        <pc:spChg chg="mod">
          <ac:chgData name="Chittaranjan Hens" userId="6fc03958433e8a43" providerId="LiveId" clId="{3941B8DD-44C0-4984-B2B1-5E7086316BFB}" dt="2023-02-05T04:35:12.506" v="3831" actId="207"/>
          <ac:spMkLst>
            <pc:docMk/>
            <pc:sldMk cId="0" sldId="717"/>
            <ac:spMk id="56329" creationId="{8C8C04DE-8D6B-4481-98FE-B836BD6623AB}"/>
          </ac:spMkLst>
        </pc:spChg>
        <pc:picChg chg="add mod ord">
          <ac:chgData name="Chittaranjan Hens" userId="6fc03958433e8a43" providerId="LiveId" clId="{3941B8DD-44C0-4984-B2B1-5E7086316BFB}" dt="2023-02-05T04:40:29.530" v="3914" actId="1076"/>
          <ac:picMkLst>
            <pc:docMk/>
            <pc:sldMk cId="0" sldId="717"/>
            <ac:picMk id="2" creationId="{948FC06C-00BA-578A-411D-53495C896D7A}"/>
          </ac:picMkLst>
        </pc:picChg>
      </pc:sldChg>
      <pc:sldChg chg="addSp delSp modSp add mod">
        <pc:chgData name="Chittaranjan Hens" userId="6fc03958433e8a43" providerId="LiveId" clId="{3941B8DD-44C0-4984-B2B1-5E7086316BFB}" dt="2023-02-05T04:36:20.128" v="3847"/>
        <pc:sldMkLst>
          <pc:docMk/>
          <pc:sldMk cId="0" sldId="718"/>
        </pc:sldMkLst>
        <pc:spChg chg="add mod">
          <ac:chgData name="Chittaranjan Hens" userId="6fc03958433e8a43" providerId="LiveId" clId="{3941B8DD-44C0-4984-B2B1-5E7086316BFB}" dt="2023-02-05T04:36:18.950" v="3846" actId="478"/>
          <ac:spMkLst>
            <pc:docMk/>
            <pc:sldMk cId="0" sldId="718"/>
            <ac:spMk id="4" creationId="{F17E6C5C-78CB-9643-6745-08CC806A1707}"/>
          </ac:spMkLst>
        </pc:spChg>
        <pc:spChg chg="add mod">
          <ac:chgData name="Chittaranjan Hens" userId="6fc03958433e8a43" providerId="LiveId" clId="{3941B8DD-44C0-4984-B2B1-5E7086316BFB}" dt="2023-02-05T04:36:20.128" v="3847"/>
          <ac:spMkLst>
            <pc:docMk/>
            <pc:sldMk cId="0" sldId="718"/>
            <ac:spMk id="5" creationId="{674D4ECF-7904-FD70-9AC3-226D19FEE37E}"/>
          </ac:spMkLst>
        </pc:spChg>
        <pc:spChg chg="mod">
          <ac:chgData name="Chittaranjan Hens" userId="6fc03958433e8a43" providerId="LiveId" clId="{3941B8DD-44C0-4984-B2B1-5E7086316BFB}" dt="2023-02-05T03:57:02.891" v="3730" actId="1076"/>
          <ac:spMkLst>
            <pc:docMk/>
            <pc:sldMk cId="0" sldId="718"/>
            <ac:spMk id="52226" creationId="{291A7F2A-11B0-42B5-BD2B-0A65D0EA2C79}"/>
          </ac:spMkLst>
        </pc:spChg>
        <pc:spChg chg="mod">
          <ac:chgData name="Chittaranjan Hens" userId="6fc03958433e8a43" providerId="LiveId" clId="{3941B8DD-44C0-4984-B2B1-5E7086316BFB}" dt="2023-02-05T03:57:07.551" v="3731" actId="1076"/>
          <ac:spMkLst>
            <pc:docMk/>
            <pc:sldMk cId="0" sldId="718"/>
            <ac:spMk id="52227" creationId="{A523149E-6D00-4A97-B757-2DD01EDABE68}"/>
          </ac:spMkLst>
        </pc:spChg>
        <pc:spChg chg="del mod">
          <ac:chgData name="Chittaranjan Hens" userId="6fc03958433e8a43" providerId="LiveId" clId="{3941B8DD-44C0-4984-B2B1-5E7086316BFB}" dt="2023-02-05T04:36:18.950" v="3846" actId="478"/>
          <ac:spMkLst>
            <pc:docMk/>
            <pc:sldMk cId="0" sldId="718"/>
            <ac:spMk id="52228" creationId="{4E8BB43B-1112-4448-A7F7-B26E2F7D33D0}"/>
          </ac:spMkLst>
        </pc:spChg>
        <pc:picChg chg="add mod ord">
          <ac:chgData name="Chittaranjan Hens" userId="6fc03958433e8a43" providerId="LiveId" clId="{3941B8DD-44C0-4984-B2B1-5E7086316BFB}" dt="2023-02-05T03:56:40.060" v="3727" actId="167"/>
          <ac:picMkLst>
            <pc:docMk/>
            <pc:sldMk cId="0" sldId="718"/>
            <ac:picMk id="2" creationId="{D317EB69-5218-0394-3DB4-C3F93A1D09C5}"/>
          </ac:picMkLst>
        </pc:picChg>
      </pc:sldChg>
      <pc:sldChg chg="addSp modSp add mod">
        <pc:chgData name="Chittaranjan Hens" userId="6fc03958433e8a43" providerId="LiveId" clId="{3941B8DD-44C0-4984-B2B1-5E7086316BFB}" dt="2023-02-05T04:35:54.943" v="3841" actId="167"/>
        <pc:sldMkLst>
          <pc:docMk/>
          <pc:sldMk cId="0" sldId="719"/>
        </pc:sldMkLst>
        <pc:picChg chg="add mod ord">
          <ac:chgData name="Chittaranjan Hens" userId="6fc03958433e8a43" providerId="LiveId" clId="{3941B8DD-44C0-4984-B2B1-5E7086316BFB}" dt="2023-02-05T04:35:54.943" v="3841" actId="167"/>
          <ac:picMkLst>
            <pc:docMk/>
            <pc:sldMk cId="0" sldId="719"/>
            <ac:picMk id="2" creationId="{68CB660A-5850-4A4B-33C5-A269463E7129}"/>
          </ac:picMkLst>
        </pc:picChg>
      </pc:sldChg>
    </pc:docChg>
  </pc:docChgLst>
  <pc:docChgLst>
    <pc:chgData name="Chittaranjan Hens" userId="6fc03958433e8a43" providerId="LiveId" clId="{8D136F36-C1D9-423B-93C3-5AAF6E101A27}"/>
    <pc:docChg chg="custSel modSld">
      <pc:chgData name="Chittaranjan Hens" userId="6fc03958433e8a43" providerId="LiveId" clId="{8D136F36-C1D9-423B-93C3-5AAF6E101A27}" dt="2023-02-06T04:20:46.464" v="86" actId="20577"/>
      <pc:docMkLst>
        <pc:docMk/>
      </pc:docMkLst>
      <pc:sldChg chg="modSp">
        <pc:chgData name="Chittaranjan Hens" userId="6fc03958433e8a43" providerId="LiveId" clId="{8D136F36-C1D9-423B-93C3-5AAF6E101A27}" dt="2023-02-06T04:09:00.310" v="9" actId="20577"/>
        <pc:sldMkLst>
          <pc:docMk/>
          <pc:sldMk cId="4118174380" sldId="281"/>
        </pc:sldMkLst>
        <pc:spChg chg="mod">
          <ac:chgData name="Chittaranjan Hens" userId="6fc03958433e8a43" providerId="LiveId" clId="{8D136F36-C1D9-423B-93C3-5AAF6E101A27}" dt="2023-02-06T04:09:00.310" v="9" actId="20577"/>
          <ac:spMkLst>
            <pc:docMk/>
            <pc:sldMk cId="4118174380" sldId="281"/>
            <ac:spMk id="7" creationId="{6914705F-5DAA-074E-F1F8-BBCCA9869E73}"/>
          </ac:spMkLst>
        </pc:spChg>
      </pc:sldChg>
      <pc:sldChg chg="delSp modSp mod">
        <pc:chgData name="Chittaranjan Hens" userId="6fc03958433e8a43" providerId="LiveId" clId="{8D136F36-C1D9-423B-93C3-5AAF6E101A27}" dt="2023-02-06T04:04:24.016" v="1" actId="478"/>
        <pc:sldMkLst>
          <pc:docMk/>
          <pc:sldMk cId="3155934259" sldId="494"/>
        </pc:sldMkLst>
        <pc:spChg chg="del mod">
          <ac:chgData name="Chittaranjan Hens" userId="6fc03958433e8a43" providerId="LiveId" clId="{8D136F36-C1D9-423B-93C3-5AAF6E101A27}" dt="2023-02-06T04:04:24.016" v="1" actId="478"/>
          <ac:spMkLst>
            <pc:docMk/>
            <pc:sldMk cId="3155934259" sldId="494"/>
            <ac:spMk id="4" creationId="{E376CAE2-2CE4-7A54-6578-CF3CDEF9E367}"/>
          </ac:spMkLst>
        </pc:spChg>
      </pc:sldChg>
      <pc:sldChg chg="modSp mod">
        <pc:chgData name="Chittaranjan Hens" userId="6fc03958433e8a43" providerId="LiveId" clId="{8D136F36-C1D9-423B-93C3-5AAF6E101A27}" dt="2023-02-06T04:20:46.464" v="86" actId="20577"/>
        <pc:sldMkLst>
          <pc:docMk/>
          <pc:sldMk cId="4203961249" sldId="499"/>
        </pc:sldMkLst>
        <pc:spChg chg="mod">
          <ac:chgData name="Chittaranjan Hens" userId="6fc03958433e8a43" providerId="LiveId" clId="{8D136F36-C1D9-423B-93C3-5AAF6E101A27}" dt="2023-02-06T04:20:46.464" v="86" actId="20577"/>
          <ac:spMkLst>
            <pc:docMk/>
            <pc:sldMk cId="4203961249" sldId="499"/>
            <ac:spMk id="10" creationId="{01A96E18-E979-9E3C-2D58-AAA147C6EA59}"/>
          </ac:spMkLst>
        </pc:spChg>
      </pc:sldChg>
      <pc:sldChg chg="modSp">
        <pc:chgData name="Chittaranjan Hens" userId="6fc03958433e8a43" providerId="LiveId" clId="{8D136F36-C1D9-423B-93C3-5AAF6E101A27}" dt="2023-02-06T04:10:17.842" v="20" actId="20577"/>
        <pc:sldMkLst>
          <pc:docMk/>
          <pc:sldMk cId="225175671" sldId="500"/>
        </pc:sldMkLst>
        <pc:spChg chg="mod">
          <ac:chgData name="Chittaranjan Hens" userId="6fc03958433e8a43" providerId="LiveId" clId="{8D136F36-C1D9-423B-93C3-5AAF6E101A27}" dt="2023-02-06T04:10:17.842" v="20" actId="20577"/>
          <ac:spMkLst>
            <pc:docMk/>
            <pc:sldMk cId="225175671" sldId="500"/>
            <ac:spMk id="4" creationId="{AFE51AD9-A3D9-253A-1B86-5EF4D52F1C8E}"/>
          </ac:spMkLst>
        </pc:spChg>
      </pc:sldChg>
      <pc:sldChg chg="modSp mod">
        <pc:chgData name="Chittaranjan Hens" userId="6fc03958433e8a43" providerId="LiveId" clId="{8D136F36-C1D9-423B-93C3-5AAF6E101A27}" dt="2023-02-06T04:20:35.941" v="76" actId="20577"/>
        <pc:sldMkLst>
          <pc:docMk/>
          <pc:sldMk cId="1158314465" sldId="501"/>
        </pc:sldMkLst>
        <pc:spChg chg="mod">
          <ac:chgData name="Chittaranjan Hens" userId="6fc03958433e8a43" providerId="LiveId" clId="{8D136F36-C1D9-423B-93C3-5AAF6E101A27}" dt="2023-02-06T04:20:35.941" v="76" actId="20577"/>
          <ac:spMkLst>
            <pc:docMk/>
            <pc:sldMk cId="1158314465" sldId="501"/>
            <ac:spMk id="10" creationId="{01A96E18-E979-9E3C-2D58-AAA147C6EA59}"/>
          </ac:spMkLst>
        </pc:spChg>
      </pc:sldChg>
      <pc:sldChg chg="modSp mod">
        <pc:chgData name="Chittaranjan Hens" userId="6fc03958433e8a43" providerId="LiveId" clId="{8D136F36-C1D9-423B-93C3-5AAF6E101A27}" dt="2023-02-06T04:09:31.477" v="19" actId="20577"/>
        <pc:sldMkLst>
          <pc:docMk/>
          <pc:sldMk cId="3671995003" sldId="722"/>
        </pc:sldMkLst>
        <pc:spChg chg="mod">
          <ac:chgData name="Chittaranjan Hens" userId="6fc03958433e8a43" providerId="LiveId" clId="{8D136F36-C1D9-423B-93C3-5AAF6E101A27}" dt="2023-02-06T04:09:31.477" v="19" actId="20577"/>
          <ac:spMkLst>
            <pc:docMk/>
            <pc:sldMk cId="3671995003" sldId="722"/>
            <ac:spMk id="10" creationId="{01A96E18-E979-9E3C-2D58-AAA147C6EA59}"/>
          </ac:spMkLst>
        </pc:spChg>
      </pc:sldChg>
      <pc:sldChg chg="modSp">
        <pc:chgData name="Chittaranjan Hens" userId="6fc03958433e8a43" providerId="LiveId" clId="{8D136F36-C1D9-423B-93C3-5AAF6E101A27}" dt="2023-02-06T04:16:59.124" v="66" actId="20577"/>
        <pc:sldMkLst>
          <pc:docMk/>
          <pc:sldMk cId="150847126" sldId="724"/>
        </pc:sldMkLst>
        <pc:spChg chg="mod">
          <ac:chgData name="Chittaranjan Hens" userId="6fc03958433e8a43" providerId="LiveId" clId="{8D136F36-C1D9-423B-93C3-5AAF6E101A27}" dt="2023-02-06T04:16:59.124" v="66" actId="20577"/>
          <ac:spMkLst>
            <pc:docMk/>
            <pc:sldMk cId="150847126" sldId="724"/>
            <ac:spMk id="11" creationId="{C88415E0-5323-E1E7-CAEA-43160FD99A98}"/>
          </ac:spMkLst>
        </pc:spChg>
      </pc:sldChg>
    </pc:docChg>
  </pc:docChgLst>
  <pc:docChgLst>
    <pc:chgData name="Chittaranjan Hens" userId="6fc03958433e8a43" providerId="LiveId" clId="{D4CFC1A1-7733-4FB9-9E77-B66CEA53A255}"/>
    <pc:docChg chg="undo redo custSel addSld delSld modSld sldOrd delMainMaster">
      <pc:chgData name="Chittaranjan Hens" userId="6fc03958433e8a43" providerId="LiveId" clId="{D4CFC1A1-7733-4FB9-9E77-B66CEA53A255}" dt="2023-02-09T05:02:09.234" v="2468" actId="1076"/>
      <pc:docMkLst>
        <pc:docMk/>
      </pc:docMkLst>
      <pc:sldChg chg="modSp mod">
        <pc:chgData name="Chittaranjan Hens" userId="6fc03958433e8a43" providerId="LiveId" clId="{D4CFC1A1-7733-4FB9-9E77-B66CEA53A255}" dt="2023-02-07T19:28:27.861" v="2115" actId="2711"/>
        <pc:sldMkLst>
          <pc:docMk/>
          <pc:sldMk cId="0" sldId="275"/>
        </pc:sldMkLst>
        <pc:spChg chg="mod">
          <ac:chgData name="Chittaranjan Hens" userId="6fc03958433e8a43" providerId="LiveId" clId="{D4CFC1A1-7733-4FB9-9E77-B66CEA53A255}" dt="2023-02-07T19:28:27.861" v="2115" actId="2711"/>
          <ac:spMkLst>
            <pc:docMk/>
            <pc:sldMk cId="0" sldId="275"/>
            <ac:spMk id="11" creationId="{AD2E3B5A-C40E-4FCB-B30D-76945AD1A606}"/>
          </ac:spMkLst>
        </pc:spChg>
      </pc:sldChg>
      <pc:sldChg chg="modSp mod">
        <pc:chgData name="Chittaranjan Hens" userId="6fc03958433e8a43" providerId="LiveId" clId="{D4CFC1A1-7733-4FB9-9E77-B66CEA53A255}" dt="2023-02-07T19:28:41.945" v="2117" actId="207"/>
        <pc:sldMkLst>
          <pc:docMk/>
          <pc:sldMk cId="0" sldId="276"/>
        </pc:sldMkLst>
        <pc:spChg chg="mod">
          <ac:chgData name="Chittaranjan Hens" userId="6fc03958433e8a43" providerId="LiveId" clId="{D4CFC1A1-7733-4FB9-9E77-B66CEA53A255}" dt="2023-02-07T19:28:41.945" v="2117" actId="207"/>
          <ac:spMkLst>
            <pc:docMk/>
            <pc:sldMk cId="0" sldId="276"/>
            <ac:spMk id="11" creationId="{C9588097-1637-47F7-BAD9-E8C38241F40D}"/>
          </ac:spMkLst>
        </pc:spChg>
      </pc:sldChg>
      <pc:sldChg chg="modSp mod">
        <pc:chgData name="Chittaranjan Hens" userId="6fc03958433e8a43" providerId="LiveId" clId="{D4CFC1A1-7733-4FB9-9E77-B66CEA53A255}" dt="2023-02-07T10:25:17.098" v="126" actId="207"/>
        <pc:sldMkLst>
          <pc:docMk/>
          <pc:sldMk cId="0" sldId="324"/>
        </pc:sldMkLst>
        <pc:spChg chg="mod">
          <ac:chgData name="Chittaranjan Hens" userId="6fc03958433e8a43" providerId="LiveId" clId="{D4CFC1A1-7733-4FB9-9E77-B66CEA53A255}" dt="2023-02-07T10:25:17.098" v="126" actId="207"/>
          <ac:spMkLst>
            <pc:docMk/>
            <pc:sldMk cId="0" sldId="324"/>
            <ac:spMk id="5" creationId="{E414C3A5-FCAF-5973-3DBC-5FE821BA4C44}"/>
          </ac:spMkLst>
        </pc:spChg>
      </pc:sldChg>
      <pc:sldChg chg="modSp mod">
        <pc:chgData name="Chittaranjan Hens" userId="6fc03958433e8a43" providerId="LiveId" clId="{D4CFC1A1-7733-4FB9-9E77-B66CEA53A255}" dt="2023-02-07T10:25:19.559" v="127" actId="207"/>
        <pc:sldMkLst>
          <pc:docMk/>
          <pc:sldMk cId="0" sldId="325"/>
        </pc:sldMkLst>
        <pc:spChg chg="mod">
          <ac:chgData name="Chittaranjan Hens" userId="6fc03958433e8a43" providerId="LiveId" clId="{D4CFC1A1-7733-4FB9-9E77-B66CEA53A255}" dt="2023-02-07T04:59:15.964" v="1" actId="207"/>
          <ac:spMkLst>
            <pc:docMk/>
            <pc:sldMk cId="0" sldId="325"/>
            <ac:spMk id="55298" creationId="{137384C5-6923-406A-8FD8-3D74C54FF3EF}"/>
          </ac:spMkLst>
        </pc:spChg>
        <pc:spChg chg="mod">
          <ac:chgData name="Chittaranjan Hens" userId="6fc03958433e8a43" providerId="LiveId" clId="{D4CFC1A1-7733-4FB9-9E77-B66CEA53A255}" dt="2023-02-07T04:59:06.462" v="0" actId="207"/>
          <ac:spMkLst>
            <pc:docMk/>
            <pc:sldMk cId="0" sldId="325"/>
            <ac:spMk id="55299" creationId="{8215FC5E-575E-42A1-B068-74CDF450F4F7}"/>
          </ac:spMkLst>
        </pc:spChg>
        <pc:spChg chg="mod">
          <ac:chgData name="Chittaranjan Hens" userId="6fc03958433e8a43" providerId="LiveId" clId="{D4CFC1A1-7733-4FB9-9E77-B66CEA53A255}" dt="2023-02-07T05:10:23.259" v="17" actId="207"/>
          <ac:spMkLst>
            <pc:docMk/>
            <pc:sldMk cId="0" sldId="325"/>
            <ac:spMk id="55301" creationId="{4465FCF6-D5EF-45CD-9FD8-A4892F6CC87B}"/>
          </ac:spMkLst>
        </pc:spChg>
        <pc:spChg chg="mod">
          <ac:chgData name="Chittaranjan Hens" userId="6fc03958433e8a43" providerId="LiveId" clId="{D4CFC1A1-7733-4FB9-9E77-B66CEA53A255}" dt="2023-02-07T10:25:19.559" v="127" actId="207"/>
          <ac:spMkLst>
            <pc:docMk/>
            <pc:sldMk cId="0" sldId="325"/>
            <ac:spMk id="55302" creationId="{6384F58B-23BE-495E-9144-0E2FD07D5CF3}"/>
          </ac:spMkLst>
        </pc:spChg>
      </pc:sldChg>
      <pc:sldChg chg="addSp modSp add mod">
        <pc:chgData name="Chittaranjan Hens" userId="6fc03958433e8a43" providerId="LiveId" clId="{D4CFC1A1-7733-4FB9-9E77-B66CEA53A255}" dt="2023-02-08T20:08:26.882" v="2160" actId="1076"/>
        <pc:sldMkLst>
          <pc:docMk/>
          <pc:sldMk cId="0" sldId="332"/>
        </pc:sldMkLst>
        <pc:spChg chg="add mod">
          <ac:chgData name="Chittaranjan Hens" userId="6fc03958433e8a43" providerId="LiveId" clId="{D4CFC1A1-7733-4FB9-9E77-B66CEA53A255}" dt="2023-02-08T20:08:26.882" v="2160" actId="1076"/>
          <ac:spMkLst>
            <pc:docMk/>
            <pc:sldMk cId="0" sldId="332"/>
            <ac:spMk id="3" creationId="{6E2CE11B-44AF-618B-AE05-C623D266C4B1}"/>
          </ac:spMkLst>
        </pc:spChg>
        <pc:spChg chg="mod">
          <ac:chgData name="Chittaranjan Hens" userId="6fc03958433e8a43" providerId="LiveId" clId="{D4CFC1A1-7733-4FB9-9E77-B66CEA53A255}" dt="2023-02-08T19:45:02.247" v="2148" actId="207"/>
          <ac:spMkLst>
            <pc:docMk/>
            <pc:sldMk cId="0" sldId="332"/>
            <ac:spMk id="5122" creationId="{8D317AE1-DF06-5347-CB6A-3C0AF77DE589}"/>
          </ac:spMkLst>
        </pc:spChg>
        <pc:picChg chg="add mod ord">
          <ac:chgData name="Chittaranjan Hens" userId="6fc03958433e8a43" providerId="LiveId" clId="{D4CFC1A1-7733-4FB9-9E77-B66CEA53A255}" dt="2023-02-08T19:44:55.638" v="2147" actId="167"/>
          <ac:picMkLst>
            <pc:docMk/>
            <pc:sldMk cId="0" sldId="332"/>
            <ac:picMk id="2" creationId="{3A9A29E8-4EEE-1BCA-AC60-76196AD64D38}"/>
          </ac:picMkLst>
        </pc:picChg>
        <pc:picChg chg="mod">
          <ac:chgData name="Chittaranjan Hens" userId="6fc03958433e8a43" providerId="LiveId" clId="{D4CFC1A1-7733-4FB9-9E77-B66CEA53A255}" dt="2023-02-08T20:08:24.624" v="2159" actId="14100"/>
          <ac:picMkLst>
            <pc:docMk/>
            <pc:sldMk cId="0" sldId="332"/>
            <ac:picMk id="5123" creationId="{12EA6230-BDD1-1896-29BF-21FD8AAB4EDC}"/>
          </ac:picMkLst>
        </pc:picChg>
      </pc:sldChg>
      <pc:sldChg chg="delSp add del">
        <pc:chgData name="Chittaranjan Hens" userId="6fc03958433e8a43" providerId="LiveId" clId="{D4CFC1A1-7733-4FB9-9E77-B66CEA53A255}" dt="2023-02-08T19:44:42.770" v="2145" actId="47"/>
        <pc:sldMkLst>
          <pc:docMk/>
          <pc:sldMk cId="0" sldId="339"/>
        </pc:sldMkLst>
        <pc:spChg chg="del">
          <ac:chgData name="Chittaranjan Hens" userId="6fc03958433e8a43" providerId="LiveId" clId="{D4CFC1A1-7733-4FB9-9E77-B66CEA53A255}" dt="2023-02-08T19:44:07.929" v="2140" actId="21"/>
          <ac:spMkLst>
            <pc:docMk/>
            <pc:sldMk cId="0" sldId="339"/>
            <ac:spMk id="4099" creationId="{115C1AA6-004E-FF5C-8089-D7093663DB07}"/>
          </ac:spMkLst>
        </pc:spChg>
        <pc:spChg chg="del">
          <ac:chgData name="Chittaranjan Hens" userId="6fc03958433e8a43" providerId="LiveId" clId="{D4CFC1A1-7733-4FB9-9E77-B66CEA53A255}" dt="2023-02-08T19:44:07.929" v="2140" actId="21"/>
          <ac:spMkLst>
            <pc:docMk/>
            <pc:sldMk cId="0" sldId="339"/>
            <ac:spMk id="4100" creationId="{8A20A2A5-EB23-BCBF-DC88-89208CA33AFB}"/>
          </ac:spMkLst>
        </pc:spChg>
        <pc:picChg chg="del">
          <ac:chgData name="Chittaranjan Hens" userId="6fc03958433e8a43" providerId="LiveId" clId="{D4CFC1A1-7733-4FB9-9E77-B66CEA53A255}" dt="2023-02-08T19:44:07.929" v="2140" actId="21"/>
          <ac:picMkLst>
            <pc:docMk/>
            <pc:sldMk cId="0" sldId="339"/>
            <ac:picMk id="4098" creationId="{C3992764-A5F0-6D3C-8005-A76D1260B543}"/>
          </ac:picMkLst>
        </pc:picChg>
      </pc:sldChg>
      <pc:sldChg chg="modSp mod">
        <pc:chgData name="Chittaranjan Hens" userId="6fc03958433e8a43" providerId="LiveId" clId="{D4CFC1A1-7733-4FB9-9E77-B66CEA53A255}" dt="2023-02-07T10:33:53.536" v="634" actId="207"/>
        <pc:sldMkLst>
          <pc:docMk/>
          <pc:sldMk cId="0" sldId="345"/>
        </pc:sldMkLst>
        <pc:spChg chg="mod">
          <ac:chgData name="Chittaranjan Hens" userId="6fc03958433e8a43" providerId="LiveId" clId="{D4CFC1A1-7733-4FB9-9E77-B66CEA53A255}" dt="2023-02-07T10:33:53.536" v="634" actId="207"/>
          <ac:spMkLst>
            <pc:docMk/>
            <pc:sldMk cId="0" sldId="345"/>
            <ac:spMk id="714754" creationId="{14E9F399-C42D-4E3A-3CAF-795F972775BA}"/>
          </ac:spMkLst>
        </pc:spChg>
      </pc:sldChg>
      <pc:sldChg chg="modSp mod">
        <pc:chgData name="Chittaranjan Hens" userId="6fc03958433e8a43" providerId="LiveId" clId="{D4CFC1A1-7733-4FB9-9E77-B66CEA53A255}" dt="2023-02-07T10:34:00.955" v="636" actId="207"/>
        <pc:sldMkLst>
          <pc:docMk/>
          <pc:sldMk cId="0" sldId="346"/>
        </pc:sldMkLst>
        <pc:spChg chg="mod">
          <ac:chgData name="Chittaranjan Hens" userId="6fc03958433e8a43" providerId="LiveId" clId="{D4CFC1A1-7733-4FB9-9E77-B66CEA53A255}" dt="2023-02-07T10:34:00.955" v="636" actId="207"/>
          <ac:spMkLst>
            <pc:docMk/>
            <pc:sldMk cId="0" sldId="346"/>
            <ac:spMk id="715778" creationId="{9EF8B3B8-A8D8-F59B-206D-17A47DC592E3}"/>
          </ac:spMkLst>
        </pc:spChg>
      </pc:sldChg>
      <pc:sldChg chg="modSp mod">
        <pc:chgData name="Chittaranjan Hens" userId="6fc03958433e8a43" providerId="LiveId" clId="{D4CFC1A1-7733-4FB9-9E77-B66CEA53A255}" dt="2023-02-07T10:33:28.985" v="629" actId="20577"/>
        <pc:sldMkLst>
          <pc:docMk/>
          <pc:sldMk cId="0" sldId="369"/>
        </pc:sldMkLst>
        <pc:spChg chg="mod">
          <ac:chgData name="Chittaranjan Hens" userId="6fc03958433e8a43" providerId="LiveId" clId="{D4CFC1A1-7733-4FB9-9E77-B66CEA53A255}" dt="2023-02-07T10:33:28.985" v="629" actId="20577"/>
          <ac:spMkLst>
            <pc:docMk/>
            <pc:sldMk cId="0" sldId="369"/>
            <ac:spMk id="766978" creationId="{B263AADE-01CB-69A4-42F6-D481F0373067}"/>
          </ac:spMkLst>
        </pc:spChg>
        <pc:spChg chg="mod">
          <ac:chgData name="Chittaranjan Hens" userId="6fc03958433e8a43" providerId="LiveId" clId="{D4CFC1A1-7733-4FB9-9E77-B66CEA53A255}" dt="2023-02-07T04:59:26.540" v="2" actId="6549"/>
          <ac:spMkLst>
            <pc:docMk/>
            <pc:sldMk cId="0" sldId="369"/>
            <ac:spMk id="766979" creationId="{9534F5ED-EA2D-84B4-A301-020B4BBBF54B}"/>
          </ac:spMkLst>
        </pc:spChg>
      </pc:sldChg>
      <pc:sldChg chg="modSp mod">
        <pc:chgData name="Chittaranjan Hens" userId="6fc03958433e8a43" providerId="LiveId" clId="{D4CFC1A1-7733-4FB9-9E77-B66CEA53A255}" dt="2023-02-07T10:33:34.849" v="630" actId="207"/>
        <pc:sldMkLst>
          <pc:docMk/>
          <pc:sldMk cId="0" sldId="371"/>
        </pc:sldMkLst>
        <pc:spChg chg="mod">
          <ac:chgData name="Chittaranjan Hens" userId="6fc03958433e8a43" providerId="LiveId" clId="{D4CFC1A1-7733-4FB9-9E77-B66CEA53A255}" dt="2023-02-07T10:33:34.849" v="630" actId="207"/>
          <ac:spMkLst>
            <pc:docMk/>
            <pc:sldMk cId="0" sldId="371"/>
            <ac:spMk id="769026" creationId="{C307884B-53F6-B8BC-6180-5DBB9CC8F30D}"/>
          </ac:spMkLst>
        </pc:spChg>
      </pc:sldChg>
      <pc:sldChg chg="modSp mod">
        <pc:chgData name="Chittaranjan Hens" userId="6fc03958433e8a43" providerId="LiveId" clId="{D4CFC1A1-7733-4FB9-9E77-B66CEA53A255}" dt="2023-02-09T04:19:55.976" v="2370" actId="207"/>
        <pc:sldMkLst>
          <pc:docMk/>
          <pc:sldMk cId="0" sldId="372"/>
        </pc:sldMkLst>
        <pc:spChg chg="mod">
          <ac:chgData name="Chittaranjan Hens" userId="6fc03958433e8a43" providerId="LiveId" clId="{D4CFC1A1-7733-4FB9-9E77-B66CEA53A255}" dt="2023-02-07T10:33:45.611" v="632" actId="207"/>
          <ac:spMkLst>
            <pc:docMk/>
            <pc:sldMk cId="0" sldId="372"/>
            <ac:spMk id="770050" creationId="{7104B65F-F69A-5BBC-B447-916DF98DDBF1}"/>
          </ac:spMkLst>
        </pc:spChg>
        <pc:spChg chg="mod">
          <ac:chgData name="Chittaranjan Hens" userId="6fc03958433e8a43" providerId="LiveId" clId="{D4CFC1A1-7733-4FB9-9E77-B66CEA53A255}" dt="2023-02-09T04:19:55.976" v="2370" actId="207"/>
          <ac:spMkLst>
            <pc:docMk/>
            <pc:sldMk cId="0" sldId="372"/>
            <ac:spMk id="770051" creationId="{00FC97AB-C099-3BB0-F785-10D491B64FBD}"/>
          </ac:spMkLst>
        </pc:spChg>
      </pc:sldChg>
      <pc:sldChg chg="modSp mod">
        <pc:chgData name="Chittaranjan Hens" userId="6fc03958433e8a43" providerId="LiveId" clId="{D4CFC1A1-7733-4FB9-9E77-B66CEA53A255}" dt="2023-02-07T10:33:40.557" v="631" actId="207"/>
        <pc:sldMkLst>
          <pc:docMk/>
          <pc:sldMk cId="0" sldId="373"/>
        </pc:sldMkLst>
        <pc:spChg chg="mod">
          <ac:chgData name="Chittaranjan Hens" userId="6fc03958433e8a43" providerId="LiveId" clId="{D4CFC1A1-7733-4FB9-9E77-B66CEA53A255}" dt="2023-02-07T10:33:40.557" v="631" actId="207"/>
          <ac:spMkLst>
            <pc:docMk/>
            <pc:sldMk cId="0" sldId="373"/>
            <ac:spMk id="771074" creationId="{E9662C65-7B9B-1D9A-7253-ABA5166588E7}"/>
          </ac:spMkLst>
        </pc:spChg>
      </pc:sldChg>
      <pc:sldChg chg="modSp mod">
        <pc:chgData name="Chittaranjan Hens" userId="6fc03958433e8a43" providerId="LiveId" clId="{D4CFC1A1-7733-4FB9-9E77-B66CEA53A255}" dt="2023-02-07T19:29:18.253" v="2126" actId="2711"/>
        <pc:sldMkLst>
          <pc:docMk/>
          <pc:sldMk cId="0" sldId="712"/>
        </pc:sldMkLst>
        <pc:spChg chg="mod">
          <ac:chgData name="Chittaranjan Hens" userId="6fc03958433e8a43" providerId="LiveId" clId="{D4CFC1A1-7733-4FB9-9E77-B66CEA53A255}" dt="2023-02-07T19:29:18.253" v="2126" actId="2711"/>
          <ac:spMkLst>
            <pc:docMk/>
            <pc:sldMk cId="0" sldId="712"/>
            <ac:spMk id="4" creationId="{C7E3B5E9-1BF1-4A10-8F5F-5F8F5FC7EB04}"/>
          </ac:spMkLst>
        </pc:spChg>
      </pc:sldChg>
      <pc:sldChg chg="modSp mod">
        <pc:chgData name="Chittaranjan Hens" userId="6fc03958433e8a43" providerId="LiveId" clId="{D4CFC1A1-7733-4FB9-9E77-B66CEA53A255}" dt="2023-02-07T10:34:12.667" v="639" actId="255"/>
        <pc:sldMkLst>
          <pc:docMk/>
          <pc:sldMk cId="2950253912" sldId="714"/>
        </pc:sldMkLst>
        <pc:spChg chg="mod">
          <ac:chgData name="Chittaranjan Hens" userId="6fc03958433e8a43" providerId="LiveId" clId="{D4CFC1A1-7733-4FB9-9E77-B66CEA53A255}" dt="2023-02-07T10:34:12.667" v="639" actId="255"/>
          <ac:spMkLst>
            <pc:docMk/>
            <pc:sldMk cId="2950253912" sldId="714"/>
            <ac:spMk id="48134" creationId="{D1E4B96B-AA11-4834-A4AB-DCEFAC09E403}"/>
          </ac:spMkLst>
        </pc:spChg>
      </pc:sldChg>
      <pc:sldChg chg="modSp mod">
        <pc:chgData name="Chittaranjan Hens" userId="6fc03958433e8a43" providerId="LiveId" clId="{D4CFC1A1-7733-4FB9-9E77-B66CEA53A255}" dt="2023-02-07T10:25:13.613" v="125" actId="207"/>
        <pc:sldMkLst>
          <pc:docMk/>
          <pc:sldMk cId="0" sldId="718"/>
        </pc:sldMkLst>
        <pc:spChg chg="mod">
          <ac:chgData name="Chittaranjan Hens" userId="6fc03958433e8a43" providerId="LiveId" clId="{D4CFC1A1-7733-4FB9-9E77-B66CEA53A255}" dt="2023-02-07T10:25:13.613" v="125" actId="207"/>
          <ac:spMkLst>
            <pc:docMk/>
            <pc:sldMk cId="0" sldId="718"/>
            <ac:spMk id="5" creationId="{674D4ECF-7904-FD70-9AC3-226D19FEE37E}"/>
          </ac:spMkLst>
        </pc:spChg>
      </pc:sldChg>
      <pc:sldChg chg="modSp mod">
        <pc:chgData name="Chittaranjan Hens" userId="6fc03958433e8a43" providerId="LiveId" clId="{D4CFC1A1-7733-4FB9-9E77-B66CEA53A255}" dt="2023-02-07T19:29:04.159" v="2124" actId="2711"/>
        <pc:sldMkLst>
          <pc:docMk/>
          <pc:sldMk cId="0" sldId="719"/>
        </pc:sldMkLst>
        <pc:spChg chg="mod">
          <ac:chgData name="Chittaranjan Hens" userId="6fc03958433e8a43" providerId="LiveId" clId="{D4CFC1A1-7733-4FB9-9E77-B66CEA53A255}" dt="2023-02-07T19:29:04.159" v="2124" actId="2711"/>
          <ac:spMkLst>
            <pc:docMk/>
            <pc:sldMk cId="0" sldId="719"/>
            <ac:spMk id="5" creationId="{640A4687-BC41-4158-BE68-44B5A6A91F59}"/>
          </ac:spMkLst>
        </pc:spChg>
      </pc:sldChg>
      <pc:sldChg chg="modSp add mod ord">
        <pc:chgData name="Chittaranjan Hens" userId="6fc03958433e8a43" providerId="LiveId" clId="{D4CFC1A1-7733-4FB9-9E77-B66CEA53A255}" dt="2023-02-09T05:01:36.546" v="2467"/>
        <pc:sldMkLst>
          <pc:docMk/>
          <pc:sldMk cId="1745512506" sldId="743"/>
        </pc:sldMkLst>
        <pc:spChg chg="mod">
          <ac:chgData name="Chittaranjan Hens" userId="6fc03958433e8a43" providerId="LiveId" clId="{D4CFC1A1-7733-4FB9-9E77-B66CEA53A255}" dt="2023-02-07T19:06:19.487" v="2010" actId="403"/>
          <ac:spMkLst>
            <pc:docMk/>
            <pc:sldMk cId="1745512506" sldId="743"/>
            <ac:spMk id="10" creationId="{01A96E18-E979-9E3C-2D58-AAA147C6EA59}"/>
          </ac:spMkLst>
        </pc:spChg>
      </pc:sldChg>
      <pc:sldChg chg="addSp delSp modSp add mod">
        <pc:chgData name="Chittaranjan Hens" userId="6fc03958433e8a43" providerId="LiveId" clId="{D4CFC1A1-7733-4FB9-9E77-B66CEA53A255}" dt="2023-02-07T05:16:06.077" v="54" actId="478"/>
        <pc:sldMkLst>
          <pc:docMk/>
          <pc:sldMk cId="2979180241" sldId="744"/>
        </pc:sldMkLst>
        <pc:spChg chg="add del mod">
          <ac:chgData name="Chittaranjan Hens" userId="6fc03958433e8a43" providerId="LiveId" clId="{D4CFC1A1-7733-4FB9-9E77-B66CEA53A255}" dt="2023-02-07T05:10:08.419" v="13" actId="478"/>
          <ac:spMkLst>
            <pc:docMk/>
            <pc:sldMk cId="2979180241" sldId="744"/>
            <ac:spMk id="4" creationId="{35B21B6F-3840-4931-3EC5-77733040762A}"/>
          </ac:spMkLst>
        </pc:spChg>
        <pc:spChg chg="add del mod">
          <ac:chgData name="Chittaranjan Hens" userId="6fc03958433e8a43" providerId="LiveId" clId="{D4CFC1A1-7733-4FB9-9E77-B66CEA53A255}" dt="2023-02-07T05:16:06.077" v="54" actId="478"/>
          <ac:spMkLst>
            <pc:docMk/>
            <pc:sldMk cId="2979180241" sldId="744"/>
            <ac:spMk id="10" creationId="{0D604DE8-6CE8-A821-74EA-89CBA07F1D2B}"/>
          </ac:spMkLst>
        </pc:spChg>
        <pc:spChg chg="del">
          <ac:chgData name="Chittaranjan Hens" userId="6fc03958433e8a43" providerId="LiveId" clId="{D4CFC1A1-7733-4FB9-9E77-B66CEA53A255}" dt="2023-02-07T05:10:04.130" v="12" actId="478"/>
          <ac:spMkLst>
            <pc:docMk/>
            <pc:sldMk cId="2979180241" sldId="744"/>
            <ac:spMk id="55298" creationId="{137384C5-6923-406A-8FD8-3D74C54FF3EF}"/>
          </ac:spMkLst>
        </pc:spChg>
        <pc:spChg chg="del">
          <ac:chgData name="Chittaranjan Hens" userId="6fc03958433e8a43" providerId="LiveId" clId="{D4CFC1A1-7733-4FB9-9E77-B66CEA53A255}" dt="2023-02-07T05:10:13.948" v="15" actId="478"/>
          <ac:spMkLst>
            <pc:docMk/>
            <pc:sldMk cId="2979180241" sldId="744"/>
            <ac:spMk id="55299" creationId="{8215FC5E-575E-42A1-B068-74CDF450F4F7}"/>
          </ac:spMkLst>
        </pc:spChg>
        <pc:spChg chg="del">
          <ac:chgData name="Chittaranjan Hens" userId="6fc03958433e8a43" providerId="LiveId" clId="{D4CFC1A1-7733-4FB9-9E77-B66CEA53A255}" dt="2023-02-07T05:10:11.394" v="14" actId="478"/>
          <ac:spMkLst>
            <pc:docMk/>
            <pc:sldMk cId="2979180241" sldId="744"/>
            <ac:spMk id="55300" creationId="{E363FE1A-0F4D-4980-9F39-B954DA57CCA2}"/>
          </ac:spMkLst>
        </pc:spChg>
        <pc:spChg chg="del">
          <ac:chgData name="Chittaranjan Hens" userId="6fc03958433e8a43" providerId="LiveId" clId="{D4CFC1A1-7733-4FB9-9E77-B66CEA53A255}" dt="2023-02-07T05:10:16.300" v="16" actId="478"/>
          <ac:spMkLst>
            <pc:docMk/>
            <pc:sldMk cId="2979180241" sldId="744"/>
            <ac:spMk id="55301" creationId="{4465FCF6-D5EF-45CD-9FD8-A4892F6CC87B}"/>
          </ac:spMkLst>
        </pc:spChg>
        <pc:spChg chg="del">
          <ac:chgData name="Chittaranjan Hens" userId="6fc03958433e8a43" providerId="LiveId" clId="{D4CFC1A1-7733-4FB9-9E77-B66CEA53A255}" dt="2023-02-07T05:15:44.638" v="47" actId="478"/>
          <ac:spMkLst>
            <pc:docMk/>
            <pc:sldMk cId="2979180241" sldId="744"/>
            <ac:spMk id="55302" creationId="{6384F58B-23BE-495E-9144-0E2FD07D5CF3}"/>
          </ac:spMkLst>
        </pc:spChg>
        <pc:picChg chg="add mod">
          <ac:chgData name="Chittaranjan Hens" userId="6fc03958433e8a43" providerId="LiveId" clId="{D4CFC1A1-7733-4FB9-9E77-B66CEA53A255}" dt="2023-02-07T05:10:30.073" v="19" actId="1076"/>
          <ac:picMkLst>
            <pc:docMk/>
            <pc:sldMk cId="2979180241" sldId="744"/>
            <ac:picMk id="6" creationId="{C36C5EEE-0442-286A-8150-96B3C96F66A5}"/>
          </ac:picMkLst>
        </pc:picChg>
        <pc:picChg chg="add mod">
          <ac:chgData name="Chittaranjan Hens" userId="6fc03958433e8a43" providerId="LiveId" clId="{D4CFC1A1-7733-4FB9-9E77-B66CEA53A255}" dt="2023-02-07T05:10:38.899" v="21" actId="1076"/>
          <ac:picMkLst>
            <pc:docMk/>
            <pc:sldMk cId="2979180241" sldId="744"/>
            <ac:picMk id="8" creationId="{E68E3A38-6825-F35D-6660-982D8CD36D96}"/>
          </ac:picMkLst>
        </pc:picChg>
      </pc:sldChg>
      <pc:sldChg chg="addSp delSp modSp add mod">
        <pc:chgData name="Chittaranjan Hens" userId="6fc03958433e8a43" providerId="LiveId" clId="{D4CFC1A1-7733-4FB9-9E77-B66CEA53A255}" dt="2023-02-07T05:16:02.878" v="53" actId="478"/>
        <pc:sldMkLst>
          <pc:docMk/>
          <pc:sldMk cId="3078596329" sldId="745"/>
        </pc:sldMkLst>
        <pc:spChg chg="add del mod">
          <ac:chgData name="Chittaranjan Hens" userId="6fc03958433e8a43" providerId="LiveId" clId="{D4CFC1A1-7733-4FB9-9E77-B66CEA53A255}" dt="2023-02-07T05:16:02.878" v="53" actId="478"/>
          <ac:spMkLst>
            <pc:docMk/>
            <pc:sldMk cId="3078596329" sldId="745"/>
            <ac:spMk id="7" creationId="{B9BC3069-CDB5-3BCD-D965-94765858CD00}"/>
          </ac:spMkLst>
        </pc:spChg>
        <pc:spChg chg="del">
          <ac:chgData name="Chittaranjan Hens" userId="6fc03958433e8a43" providerId="LiveId" clId="{D4CFC1A1-7733-4FB9-9E77-B66CEA53A255}" dt="2023-02-07T05:15:47.546" v="48" actId="478"/>
          <ac:spMkLst>
            <pc:docMk/>
            <pc:sldMk cId="3078596329" sldId="745"/>
            <ac:spMk id="55302" creationId="{6384F58B-23BE-495E-9144-0E2FD07D5CF3}"/>
          </ac:spMkLst>
        </pc:spChg>
        <pc:picChg chg="add mod">
          <ac:chgData name="Chittaranjan Hens" userId="6fc03958433e8a43" providerId="LiveId" clId="{D4CFC1A1-7733-4FB9-9E77-B66CEA53A255}" dt="2023-02-07T05:13:24.786" v="31" actId="14100"/>
          <ac:picMkLst>
            <pc:docMk/>
            <pc:sldMk cId="3078596329" sldId="745"/>
            <ac:picMk id="4" creationId="{FE7B1273-3C7D-0197-162C-B07CAF45CD69}"/>
          </ac:picMkLst>
        </pc:picChg>
      </pc:sldChg>
      <pc:sldChg chg="add del">
        <pc:chgData name="Chittaranjan Hens" userId="6fc03958433e8a43" providerId="LiveId" clId="{D4CFC1A1-7733-4FB9-9E77-B66CEA53A255}" dt="2023-02-07T05:13:09.463" v="26"/>
        <pc:sldMkLst>
          <pc:docMk/>
          <pc:sldMk cId="736541533" sldId="746"/>
        </pc:sldMkLst>
      </pc:sldChg>
      <pc:sldChg chg="add del">
        <pc:chgData name="Chittaranjan Hens" userId="6fc03958433e8a43" providerId="LiveId" clId="{D4CFC1A1-7733-4FB9-9E77-B66CEA53A255}" dt="2023-02-07T05:13:14.333" v="28"/>
        <pc:sldMkLst>
          <pc:docMk/>
          <pc:sldMk cId="979312341" sldId="746"/>
        </pc:sldMkLst>
      </pc:sldChg>
      <pc:sldChg chg="add del">
        <pc:chgData name="Chittaranjan Hens" userId="6fc03958433e8a43" providerId="LiveId" clId="{D4CFC1A1-7733-4FB9-9E77-B66CEA53A255}" dt="2023-02-07T05:12:59.801" v="24" actId="47"/>
        <pc:sldMkLst>
          <pc:docMk/>
          <pc:sldMk cId="3070771610" sldId="746"/>
        </pc:sldMkLst>
      </pc:sldChg>
      <pc:sldChg chg="addSp delSp modSp add mod ord setBg">
        <pc:chgData name="Chittaranjan Hens" userId="6fc03958433e8a43" providerId="LiveId" clId="{D4CFC1A1-7733-4FB9-9E77-B66CEA53A255}" dt="2023-02-07T19:07:16.172" v="2012" actId="478"/>
        <pc:sldMkLst>
          <pc:docMk/>
          <pc:sldMk cId="3520337993" sldId="746"/>
        </pc:sldMkLst>
        <pc:spChg chg="add del mod">
          <ac:chgData name="Chittaranjan Hens" userId="6fc03958433e8a43" providerId="LiveId" clId="{D4CFC1A1-7733-4FB9-9E77-B66CEA53A255}" dt="2023-02-07T05:16:00.580" v="52" actId="478"/>
          <ac:spMkLst>
            <pc:docMk/>
            <pc:sldMk cId="3520337993" sldId="746"/>
            <ac:spMk id="12" creationId="{16EE77FC-6823-4866-AC20-AD65BC509964}"/>
          </ac:spMkLst>
        </pc:spChg>
        <pc:spChg chg="add del">
          <ac:chgData name="Chittaranjan Hens" userId="6fc03958433e8a43" providerId="LiveId" clId="{D4CFC1A1-7733-4FB9-9E77-B66CEA53A255}" dt="2023-02-07T05:17:04.592" v="63" actId="26606"/>
          <ac:spMkLst>
            <pc:docMk/>
            <pc:sldMk cId="3520337993" sldId="746"/>
            <ac:spMk id="19" creationId="{F82BF3E2-EB0E-40D6-8835-2367A5316CA4}"/>
          </ac:spMkLst>
        </pc:spChg>
        <pc:spChg chg="add del">
          <ac:chgData name="Chittaranjan Hens" userId="6fc03958433e8a43" providerId="LiveId" clId="{D4CFC1A1-7733-4FB9-9E77-B66CEA53A255}" dt="2023-02-07T05:17:04.592" v="63" actId="26606"/>
          <ac:spMkLst>
            <pc:docMk/>
            <pc:sldMk cId="3520337993" sldId="746"/>
            <ac:spMk id="21" creationId="{CB6FFAAC-8A48-4FBF-BAFE-BAD367694022}"/>
          </ac:spMkLst>
        </pc:spChg>
        <pc:spChg chg="add del">
          <ac:chgData name="Chittaranjan Hens" userId="6fc03958433e8a43" providerId="LiveId" clId="{D4CFC1A1-7733-4FB9-9E77-B66CEA53A255}" dt="2023-02-07T05:17:04.592" v="63" actId="26606"/>
          <ac:spMkLst>
            <pc:docMk/>
            <pc:sldMk cId="3520337993" sldId="746"/>
            <ac:spMk id="23" creationId="{481E86DD-89E6-42B2-8675-84B7C56BFF7D}"/>
          </ac:spMkLst>
        </pc:spChg>
        <pc:spChg chg="add del">
          <ac:chgData name="Chittaranjan Hens" userId="6fc03958433e8a43" providerId="LiveId" clId="{D4CFC1A1-7733-4FB9-9E77-B66CEA53A255}" dt="2023-02-07T05:17:04.592" v="63" actId="26606"/>
          <ac:spMkLst>
            <pc:docMk/>
            <pc:sldMk cId="3520337993" sldId="746"/>
            <ac:spMk id="25" creationId="{440EF577-B6F8-4C57-B956-AB860B388EB8}"/>
          </ac:spMkLst>
        </pc:spChg>
        <pc:spChg chg="add del">
          <ac:chgData name="Chittaranjan Hens" userId="6fc03958433e8a43" providerId="LiveId" clId="{D4CFC1A1-7733-4FB9-9E77-B66CEA53A255}" dt="2023-02-07T05:17:04.592" v="63" actId="26606"/>
          <ac:spMkLst>
            <pc:docMk/>
            <pc:sldMk cId="3520337993" sldId="746"/>
            <ac:spMk id="27" creationId="{EA518CE4-E4D4-4D8A-980F-6D692AC96949}"/>
          </ac:spMkLst>
        </pc:spChg>
        <pc:spChg chg="add del">
          <ac:chgData name="Chittaranjan Hens" userId="6fc03958433e8a43" providerId="LiveId" clId="{D4CFC1A1-7733-4FB9-9E77-B66CEA53A255}" dt="2023-02-07T05:17:04.592" v="63" actId="26606"/>
          <ac:spMkLst>
            <pc:docMk/>
            <pc:sldMk cId="3520337993" sldId="746"/>
            <ac:spMk id="29" creationId="{5E6FAE32-AB12-4E77-A677-F6BD5D71ADD0}"/>
          </ac:spMkLst>
        </pc:spChg>
        <pc:spChg chg="del">
          <ac:chgData name="Chittaranjan Hens" userId="6fc03958433e8a43" providerId="LiveId" clId="{D4CFC1A1-7733-4FB9-9E77-B66CEA53A255}" dt="2023-02-07T05:15:50.599" v="49" actId="478"/>
          <ac:spMkLst>
            <pc:docMk/>
            <pc:sldMk cId="3520337993" sldId="746"/>
            <ac:spMk id="55302" creationId="{6384F58B-23BE-495E-9144-0E2FD07D5CF3}"/>
          </ac:spMkLst>
        </pc:spChg>
        <pc:picChg chg="mod ord">
          <ac:chgData name="Chittaranjan Hens" userId="6fc03958433e8a43" providerId="LiveId" clId="{D4CFC1A1-7733-4FB9-9E77-B66CEA53A255}" dt="2023-02-07T05:17:04.592" v="63" actId="26606"/>
          <ac:picMkLst>
            <pc:docMk/>
            <pc:sldMk cId="3520337993" sldId="746"/>
            <ac:picMk id="2" creationId="{51B164C9-C9AC-FC1C-E60F-5761EB437D03}"/>
          </ac:picMkLst>
        </pc:picChg>
        <pc:picChg chg="add mod ord">
          <ac:chgData name="Chittaranjan Hens" userId="6fc03958433e8a43" providerId="LiveId" clId="{D4CFC1A1-7733-4FB9-9E77-B66CEA53A255}" dt="2023-02-07T05:17:04.592" v="63" actId="26606"/>
          <ac:picMkLst>
            <pc:docMk/>
            <pc:sldMk cId="3520337993" sldId="746"/>
            <ac:picMk id="4" creationId="{0FFDC659-811D-1325-EF93-3C3C31E7C2B1}"/>
          </ac:picMkLst>
        </pc:picChg>
        <pc:picChg chg="del">
          <ac:chgData name="Chittaranjan Hens" userId="6fc03958433e8a43" providerId="LiveId" clId="{D4CFC1A1-7733-4FB9-9E77-B66CEA53A255}" dt="2023-02-07T05:13:54.853" v="36" actId="478"/>
          <ac:picMkLst>
            <pc:docMk/>
            <pc:sldMk cId="3520337993" sldId="746"/>
            <ac:picMk id="6" creationId="{C36C5EEE-0442-286A-8150-96B3C96F66A5}"/>
          </ac:picMkLst>
        </pc:picChg>
        <pc:picChg chg="add del mod ord">
          <ac:chgData name="Chittaranjan Hens" userId="6fc03958433e8a43" providerId="LiveId" clId="{D4CFC1A1-7733-4FB9-9E77-B66CEA53A255}" dt="2023-02-07T19:07:16.172" v="2012" actId="478"/>
          <ac:picMkLst>
            <pc:docMk/>
            <pc:sldMk cId="3520337993" sldId="746"/>
            <ac:picMk id="7" creationId="{B194F721-54D1-BCFB-3355-A8BE3AEBD695}"/>
          </ac:picMkLst>
        </pc:picChg>
        <pc:picChg chg="del">
          <ac:chgData name="Chittaranjan Hens" userId="6fc03958433e8a43" providerId="LiveId" clId="{D4CFC1A1-7733-4FB9-9E77-B66CEA53A255}" dt="2023-02-07T05:13:54.240" v="35" actId="478"/>
          <ac:picMkLst>
            <pc:docMk/>
            <pc:sldMk cId="3520337993" sldId="746"/>
            <ac:picMk id="8" creationId="{E68E3A38-6825-F35D-6660-982D8CD36D96}"/>
          </ac:picMkLst>
        </pc:picChg>
        <pc:picChg chg="add del mod">
          <ac:chgData name="Chittaranjan Hens" userId="6fc03958433e8a43" providerId="LiveId" clId="{D4CFC1A1-7733-4FB9-9E77-B66CEA53A255}" dt="2023-02-07T19:07:16.172" v="2012" actId="478"/>
          <ac:picMkLst>
            <pc:docMk/>
            <pc:sldMk cId="3520337993" sldId="746"/>
            <ac:picMk id="10" creationId="{98FA6D2E-01D3-E31E-3024-DC22ED45F0F9}"/>
          </ac:picMkLst>
        </pc:picChg>
        <pc:picChg chg="add del mod">
          <ac:chgData name="Chittaranjan Hens" userId="6fc03958433e8a43" providerId="LiveId" clId="{D4CFC1A1-7733-4FB9-9E77-B66CEA53A255}" dt="2023-02-07T19:07:16.172" v="2012" actId="478"/>
          <ac:picMkLst>
            <pc:docMk/>
            <pc:sldMk cId="3520337993" sldId="746"/>
            <ac:picMk id="14" creationId="{C68F1575-E38D-765D-77FF-6488618CE311}"/>
          </ac:picMkLst>
        </pc:picChg>
      </pc:sldChg>
      <pc:sldChg chg="addSp delSp modSp add mod">
        <pc:chgData name="Chittaranjan Hens" userId="6fc03958433e8a43" providerId="LiveId" clId="{D4CFC1A1-7733-4FB9-9E77-B66CEA53A255}" dt="2023-02-07T10:26:33.630" v="135" actId="20577"/>
        <pc:sldMkLst>
          <pc:docMk/>
          <pc:sldMk cId="148387601" sldId="747"/>
        </pc:sldMkLst>
        <pc:spChg chg="add del mod">
          <ac:chgData name="Chittaranjan Hens" userId="6fc03958433e8a43" providerId="LiveId" clId="{D4CFC1A1-7733-4FB9-9E77-B66CEA53A255}" dt="2023-02-07T05:15:56.919" v="51" actId="478"/>
          <ac:spMkLst>
            <pc:docMk/>
            <pc:sldMk cId="148387601" sldId="747"/>
            <ac:spMk id="5" creationId="{67B3C495-ECAA-83A7-98CD-D98E1185971C}"/>
          </ac:spMkLst>
        </pc:spChg>
        <pc:spChg chg="add mod">
          <ac:chgData name="Chittaranjan Hens" userId="6fc03958433e8a43" providerId="LiveId" clId="{D4CFC1A1-7733-4FB9-9E77-B66CEA53A255}" dt="2023-02-07T10:26:33.630" v="135" actId="20577"/>
          <ac:spMkLst>
            <pc:docMk/>
            <pc:sldMk cId="148387601" sldId="747"/>
            <ac:spMk id="6" creationId="{8BC74A0A-295C-9D35-D749-29A5A638EAD6}"/>
          </ac:spMkLst>
        </pc:spChg>
        <pc:spChg chg="del">
          <ac:chgData name="Chittaranjan Hens" userId="6fc03958433e8a43" providerId="LiveId" clId="{D4CFC1A1-7733-4FB9-9E77-B66CEA53A255}" dt="2023-02-07T05:15:52.858" v="50" actId="478"/>
          <ac:spMkLst>
            <pc:docMk/>
            <pc:sldMk cId="148387601" sldId="747"/>
            <ac:spMk id="55302" creationId="{6384F58B-23BE-495E-9144-0E2FD07D5CF3}"/>
          </ac:spMkLst>
        </pc:spChg>
        <pc:picChg chg="del">
          <ac:chgData name="Chittaranjan Hens" userId="6fc03958433e8a43" providerId="LiveId" clId="{D4CFC1A1-7733-4FB9-9E77-B66CEA53A255}" dt="2023-02-07T05:16:21.696" v="55" actId="478"/>
          <ac:picMkLst>
            <pc:docMk/>
            <pc:sldMk cId="148387601" sldId="747"/>
            <ac:picMk id="4" creationId="{0FFDC659-811D-1325-EF93-3C3C31E7C2B1}"/>
          </ac:picMkLst>
        </pc:picChg>
        <pc:picChg chg="del">
          <ac:chgData name="Chittaranjan Hens" userId="6fc03958433e8a43" providerId="LiveId" clId="{D4CFC1A1-7733-4FB9-9E77-B66CEA53A255}" dt="2023-02-07T05:16:21.696" v="55" actId="478"/>
          <ac:picMkLst>
            <pc:docMk/>
            <pc:sldMk cId="148387601" sldId="747"/>
            <ac:picMk id="7" creationId="{B194F721-54D1-BCFB-3355-A8BE3AEBD695}"/>
          </ac:picMkLst>
        </pc:picChg>
        <pc:picChg chg="del">
          <ac:chgData name="Chittaranjan Hens" userId="6fc03958433e8a43" providerId="LiveId" clId="{D4CFC1A1-7733-4FB9-9E77-B66CEA53A255}" dt="2023-02-07T05:16:21.696" v="55" actId="478"/>
          <ac:picMkLst>
            <pc:docMk/>
            <pc:sldMk cId="148387601" sldId="747"/>
            <ac:picMk id="10" creationId="{98FA6D2E-01D3-E31E-3024-DC22ED45F0F9}"/>
          </ac:picMkLst>
        </pc:picChg>
      </pc:sldChg>
      <pc:sldChg chg="addSp delSp modSp add mod ord">
        <pc:chgData name="Chittaranjan Hens" userId="6fc03958433e8a43" providerId="LiveId" clId="{D4CFC1A1-7733-4FB9-9E77-B66CEA53A255}" dt="2023-02-07T19:09:07.899" v="2020"/>
        <pc:sldMkLst>
          <pc:docMk/>
          <pc:sldMk cId="3589007145" sldId="748"/>
        </pc:sldMkLst>
        <pc:picChg chg="del">
          <ac:chgData name="Chittaranjan Hens" userId="6fc03958433e8a43" providerId="LiveId" clId="{D4CFC1A1-7733-4FB9-9E77-B66CEA53A255}" dt="2023-02-07T05:17:18.445" v="67" actId="478"/>
          <ac:picMkLst>
            <pc:docMk/>
            <pc:sldMk cId="3589007145" sldId="748"/>
            <ac:picMk id="4" creationId="{0FFDC659-811D-1325-EF93-3C3C31E7C2B1}"/>
          </ac:picMkLst>
        </pc:picChg>
        <pc:picChg chg="add mod">
          <ac:chgData name="Chittaranjan Hens" userId="6fc03958433e8a43" providerId="LiveId" clId="{D4CFC1A1-7733-4FB9-9E77-B66CEA53A255}" dt="2023-02-07T05:17:38" v="69" actId="1076"/>
          <ac:picMkLst>
            <pc:docMk/>
            <pc:sldMk cId="3589007145" sldId="748"/>
            <ac:picMk id="5" creationId="{D75E515D-60E9-FFD8-15F4-2C0F3DCE6B19}"/>
          </ac:picMkLst>
        </pc:picChg>
        <pc:picChg chg="del">
          <ac:chgData name="Chittaranjan Hens" userId="6fc03958433e8a43" providerId="LiveId" clId="{D4CFC1A1-7733-4FB9-9E77-B66CEA53A255}" dt="2023-02-07T05:17:18.445" v="67" actId="478"/>
          <ac:picMkLst>
            <pc:docMk/>
            <pc:sldMk cId="3589007145" sldId="748"/>
            <ac:picMk id="7" creationId="{B194F721-54D1-BCFB-3355-A8BE3AEBD695}"/>
          </ac:picMkLst>
        </pc:picChg>
        <pc:picChg chg="add mod">
          <ac:chgData name="Chittaranjan Hens" userId="6fc03958433e8a43" providerId="LiveId" clId="{D4CFC1A1-7733-4FB9-9E77-B66CEA53A255}" dt="2023-02-07T05:56:34.910" v="71" actId="1076"/>
          <ac:picMkLst>
            <pc:docMk/>
            <pc:sldMk cId="3589007145" sldId="748"/>
            <ac:picMk id="8" creationId="{ED3B2BD5-4AA3-3387-AB56-FC4606FD26CE}"/>
          </ac:picMkLst>
        </pc:picChg>
        <pc:picChg chg="del">
          <ac:chgData name="Chittaranjan Hens" userId="6fc03958433e8a43" providerId="LiveId" clId="{D4CFC1A1-7733-4FB9-9E77-B66CEA53A255}" dt="2023-02-07T05:17:18.445" v="67" actId="478"/>
          <ac:picMkLst>
            <pc:docMk/>
            <pc:sldMk cId="3589007145" sldId="748"/>
            <ac:picMk id="10" creationId="{98FA6D2E-01D3-E31E-3024-DC22ED45F0F9}"/>
          </ac:picMkLst>
        </pc:picChg>
        <pc:picChg chg="del mod">
          <ac:chgData name="Chittaranjan Hens" userId="6fc03958433e8a43" providerId="LiveId" clId="{D4CFC1A1-7733-4FB9-9E77-B66CEA53A255}" dt="2023-02-07T05:17:18.445" v="67" actId="478"/>
          <ac:picMkLst>
            <pc:docMk/>
            <pc:sldMk cId="3589007145" sldId="748"/>
            <ac:picMk id="14" creationId="{C68F1575-E38D-765D-77FF-6488618CE311}"/>
          </ac:picMkLst>
        </pc:picChg>
      </pc:sldChg>
      <pc:sldChg chg="new ord">
        <pc:chgData name="Chittaranjan Hens" userId="6fc03958433e8a43" providerId="LiveId" clId="{D4CFC1A1-7733-4FB9-9E77-B66CEA53A255}" dt="2023-02-07T09:54:25.864" v="122"/>
        <pc:sldMkLst>
          <pc:docMk/>
          <pc:sldMk cId="2240916671" sldId="749"/>
        </pc:sldMkLst>
      </pc:sldChg>
      <pc:sldChg chg="addSp modSp add mod modAnim">
        <pc:chgData name="Chittaranjan Hens" userId="6fc03958433e8a43" providerId="LiveId" clId="{D4CFC1A1-7733-4FB9-9E77-B66CEA53A255}" dt="2023-02-09T04:08:20.060" v="2311" actId="20577"/>
        <pc:sldMkLst>
          <pc:docMk/>
          <pc:sldMk cId="4246675200" sldId="750"/>
        </pc:sldMkLst>
        <pc:spChg chg="add mod">
          <ac:chgData name="Chittaranjan Hens" userId="6fc03958433e8a43" providerId="LiveId" clId="{D4CFC1A1-7733-4FB9-9E77-B66CEA53A255}" dt="2023-02-07T10:27:43.939" v="169" actId="207"/>
          <ac:spMkLst>
            <pc:docMk/>
            <pc:sldMk cId="4246675200" sldId="750"/>
            <ac:spMk id="3" creationId="{5C2B762D-0516-BD09-D6D0-4A36EFF2245F}"/>
          </ac:spMkLst>
        </pc:spChg>
        <pc:spChg chg="add mod">
          <ac:chgData name="Chittaranjan Hens" userId="6fc03958433e8a43" providerId="LiveId" clId="{D4CFC1A1-7733-4FB9-9E77-B66CEA53A255}" dt="2023-02-09T04:08:20.060" v="2311" actId="20577"/>
          <ac:spMkLst>
            <pc:docMk/>
            <pc:sldMk cId="4246675200" sldId="750"/>
            <ac:spMk id="4" creationId="{580436B9-1849-6620-4349-ED73CC534943}"/>
          </ac:spMkLst>
        </pc:spChg>
        <pc:spChg chg="mod">
          <ac:chgData name="Chittaranjan Hens" userId="6fc03958433e8a43" providerId="LiveId" clId="{D4CFC1A1-7733-4FB9-9E77-B66CEA53A255}" dt="2023-02-07T10:34:41.602" v="643" actId="255"/>
          <ac:spMkLst>
            <pc:docMk/>
            <pc:sldMk cId="4246675200" sldId="750"/>
            <ac:spMk id="6" creationId="{8BC74A0A-295C-9D35-D749-29A5A638EAD6}"/>
          </ac:spMkLst>
        </pc:spChg>
      </pc:sldChg>
      <pc:sldChg chg="addSp modSp add mod">
        <pc:chgData name="Chittaranjan Hens" userId="6fc03958433e8a43" providerId="LiveId" clId="{D4CFC1A1-7733-4FB9-9E77-B66CEA53A255}" dt="2023-02-07T10:36:08.193" v="660" actId="14100"/>
        <pc:sldMkLst>
          <pc:docMk/>
          <pc:sldMk cId="941427086" sldId="751"/>
        </pc:sldMkLst>
        <pc:spChg chg="mod">
          <ac:chgData name="Chittaranjan Hens" userId="6fc03958433e8a43" providerId="LiveId" clId="{D4CFC1A1-7733-4FB9-9E77-B66CEA53A255}" dt="2023-02-07T10:35:57.544" v="655" actId="1076"/>
          <ac:spMkLst>
            <pc:docMk/>
            <pc:sldMk cId="941427086" sldId="751"/>
            <ac:spMk id="3" creationId="{5C2B762D-0516-BD09-D6D0-4A36EFF2245F}"/>
          </ac:spMkLst>
        </pc:spChg>
        <pc:spChg chg="mod">
          <ac:chgData name="Chittaranjan Hens" userId="6fc03958433e8a43" providerId="LiveId" clId="{D4CFC1A1-7733-4FB9-9E77-B66CEA53A255}" dt="2023-02-07T10:35:59.852" v="656" actId="1076"/>
          <ac:spMkLst>
            <pc:docMk/>
            <pc:sldMk cId="941427086" sldId="751"/>
            <ac:spMk id="4" creationId="{580436B9-1849-6620-4349-ED73CC534943}"/>
          </ac:spMkLst>
        </pc:spChg>
        <pc:picChg chg="mod">
          <ac:chgData name="Chittaranjan Hens" userId="6fc03958433e8a43" providerId="LiveId" clId="{D4CFC1A1-7733-4FB9-9E77-B66CEA53A255}" dt="2023-02-07T10:35:53.726" v="654" actId="1076"/>
          <ac:picMkLst>
            <pc:docMk/>
            <pc:sldMk cId="941427086" sldId="751"/>
            <ac:picMk id="2" creationId="{51B164C9-C9AC-FC1C-E60F-5761EB437D03}"/>
          </ac:picMkLst>
        </pc:picChg>
        <pc:picChg chg="add mod">
          <ac:chgData name="Chittaranjan Hens" userId="6fc03958433e8a43" providerId="LiveId" clId="{D4CFC1A1-7733-4FB9-9E77-B66CEA53A255}" dt="2023-02-07T10:36:08.193" v="660" actId="14100"/>
          <ac:picMkLst>
            <pc:docMk/>
            <pc:sldMk cId="941427086" sldId="751"/>
            <ac:picMk id="7" creationId="{F0A654BC-0445-3D1F-3AA1-55DBC5B0FD82}"/>
          </ac:picMkLst>
        </pc:picChg>
      </pc:sldChg>
      <pc:sldChg chg="addSp delSp modSp add mod">
        <pc:chgData name="Chittaranjan Hens" userId="6fc03958433e8a43" providerId="LiveId" clId="{D4CFC1A1-7733-4FB9-9E77-B66CEA53A255}" dt="2023-02-07T10:41:39.465" v="706" actId="478"/>
        <pc:sldMkLst>
          <pc:docMk/>
          <pc:sldMk cId="3527580294" sldId="752"/>
        </pc:sldMkLst>
        <pc:spChg chg="mod">
          <ac:chgData name="Chittaranjan Hens" userId="6fc03958433e8a43" providerId="LiveId" clId="{D4CFC1A1-7733-4FB9-9E77-B66CEA53A255}" dt="2023-02-07T10:41:17.475" v="704" actId="1076"/>
          <ac:spMkLst>
            <pc:docMk/>
            <pc:sldMk cId="3527580294" sldId="752"/>
            <ac:spMk id="3" creationId="{5C2B762D-0516-BD09-D6D0-4A36EFF2245F}"/>
          </ac:spMkLst>
        </pc:spChg>
        <pc:spChg chg="del">
          <ac:chgData name="Chittaranjan Hens" userId="6fc03958433e8a43" providerId="LiveId" clId="{D4CFC1A1-7733-4FB9-9E77-B66CEA53A255}" dt="2023-02-07T10:36:37.614" v="666" actId="478"/>
          <ac:spMkLst>
            <pc:docMk/>
            <pc:sldMk cId="3527580294" sldId="752"/>
            <ac:spMk id="4" creationId="{580436B9-1849-6620-4349-ED73CC534943}"/>
          </ac:spMkLst>
        </pc:spChg>
        <pc:spChg chg="add del mod">
          <ac:chgData name="Chittaranjan Hens" userId="6fc03958433e8a43" providerId="LiveId" clId="{D4CFC1A1-7733-4FB9-9E77-B66CEA53A255}" dt="2023-02-07T10:41:39.465" v="706" actId="478"/>
          <ac:spMkLst>
            <pc:docMk/>
            <pc:sldMk cId="3527580294" sldId="752"/>
            <ac:spMk id="16" creationId="{6F2178EF-CD35-1234-1643-2E3909A13C2E}"/>
          </ac:spMkLst>
        </pc:spChg>
        <pc:spChg chg="add del mod">
          <ac:chgData name="Chittaranjan Hens" userId="6fc03958433e8a43" providerId="LiveId" clId="{D4CFC1A1-7733-4FB9-9E77-B66CEA53A255}" dt="2023-02-07T10:39:44.232" v="684" actId="478"/>
          <ac:spMkLst>
            <pc:docMk/>
            <pc:sldMk cId="3527580294" sldId="752"/>
            <ac:spMk id="18" creationId="{624DD00E-BE5D-784A-3C15-3D06AB9CA309}"/>
          </ac:spMkLst>
        </pc:spChg>
        <pc:spChg chg="add del">
          <ac:chgData name="Chittaranjan Hens" userId="6fc03958433e8a43" providerId="LiveId" clId="{D4CFC1A1-7733-4FB9-9E77-B66CEA53A255}" dt="2023-02-07T10:39:47.810" v="688" actId="22"/>
          <ac:spMkLst>
            <pc:docMk/>
            <pc:sldMk cId="3527580294" sldId="752"/>
            <ac:spMk id="20" creationId="{DB6E0BC7-C19C-7A4C-289B-64CD3B778255}"/>
          </ac:spMkLst>
        </pc:spChg>
        <pc:spChg chg="add del mod">
          <ac:chgData name="Chittaranjan Hens" userId="6fc03958433e8a43" providerId="LiveId" clId="{D4CFC1A1-7733-4FB9-9E77-B66CEA53A255}" dt="2023-02-07T10:41:39.465" v="706" actId="478"/>
          <ac:spMkLst>
            <pc:docMk/>
            <pc:sldMk cId="3527580294" sldId="752"/>
            <ac:spMk id="22" creationId="{68FD2D28-E699-97FA-9B19-C1DDEA9E668F}"/>
          </ac:spMkLst>
        </pc:spChg>
        <pc:picChg chg="del">
          <ac:chgData name="Chittaranjan Hens" userId="6fc03958433e8a43" providerId="LiveId" clId="{D4CFC1A1-7733-4FB9-9E77-B66CEA53A255}" dt="2023-02-07T10:36:34.580" v="665" actId="478"/>
          <ac:picMkLst>
            <pc:docMk/>
            <pc:sldMk cId="3527580294" sldId="752"/>
            <ac:picMk id="7" creationId="{F0A654BC-0445-3D1F-3AA1-55DBC5B0FD82}"/>
          </ac:picMkLst>
        </pc:picChg>
        <pc:picChg chg="add mod">
          <ac:chgData name="Chittaranjan Hens" userId="6fc03958433e8a43" providerId="LiveId" clId="{D4CFC1A1-7733-4FB9-9E77-B66CEA53A255}" dt="2023-02-07T10:41:17.475" v="704" actId="1076"/>
          <ac:picMkLst>
            <pc:docMk/>
            <pc:sldMk cId="3527580294" sldId="752"/>
            <ac:picMk id="8" creationId="{52C1415F-3088-BDD4-C991-4CCF197D8CFD}"/>
          </ac:picMkLst>
        </pc:picChg>
        <pc:picChg chg="add del">
          <ac:chgData name="Chittaranjan Hens" userId="6fc03958433e8a43" providerId="LiveId" clId="{D4CFC1A1-7733-4FB9-9E77-B66CEA53A255}" dt="2023-02-07T10:38:36.169" v="670" actId="22"/>
          <ac:picMkLst>
            <pc:docMk/>
            <pc:sldMk cId="3527580294" sldId="752"/>
            <ac:picMk id="10" creationId="{E6AD7DFA-F31E-B9A6-87C2-F4306B3ADE53}"/>
          </ac:picMkLst>
        </pc:picChg>
        <pc:picChg chg="add del mod">
          <ac:chgData name="Chittaranjan Hens" userId="6fc03958433e8a43" providerId="LiveId" clId="{D4CFC1A1-7733-4FB9-9E77-B66CEA53A255}" dt="2023-02-07T10:41:39.465" v="706" actId="478"/>
          <ac:picMkLst>
            <pc:docMk/>
            <pc:sldMk cId="3527580294" sldId="752"/>
            <ac:picMk id="12" creationId="{88E56AEC-B3AF-CFD5-6996-17BB6EBBE34C}"/>
          </ac:picMkLst>
        </pc:picChg>
        <pc:picChg chg="add del mod">
          <ac:chgData name="Chittaranjan Hens" userId="6fc03958433e8a43" providerId="LiveId" clId="{D4CFC1A1-7733-4FB9-9E77-B66CEA53A255}" dt="2023-02-07T10:41:39.465" v="706" actId="478"/>
          <ac:picMkLst>
            <pc:docMk/>
            <pc:sldMk cId="3527580294" sldId="752"/>
            <ac:picMk id="14" creationId="{C035D068-38AB-C4C0-8CA3-3AA4DCC11F18}"/>
          </ac:picMkLst>
        </pc:picChg>
        <pc:cxnChg chg="add del mod">
          <ac:chgData name="Chittaranjan Hens" userId="6fc03958433e8a43" providerId="LiveId" clId="{D4CFC1A1-7733-4FB9-9E77-B66CEA53A255}" dt="2023-02-07T10:41:39.465" v="706" actId="478"/>
          <ac:cxnSpMkLst>
            <pc:docMk/>
            <pc:sldMk cId="3527580294" sldId="752"/>
            <ac:cxnSpMk id="24" creationId="{98A78259-EE01-BE6A-6F1D-AC2D826D553F}"/>
          </ac:cxnSpMkLst>
        </pc:cxnChg>
        <pc:cxnChg chg="add del mod">
          <ac:chgData name="Chittaranjan Hens" userId="6fc03958433e8a43" providerId="LiveId" clId="{D4CFC1A1-7733-4FB9-9E77-B66CEA53A255}" dt="2023-02-07T10:41:39.465" v="706" actId="478"/>
          <ac:cxnSpMkLst>
            <pc:docMk/>
            <pc:sldMk cId="3527580294" sldId="752"/>
            <ac:cxnSpMk id="25" creationId="{01C45D86-6F5E-9CE3-E39B-9E5DC6FDDA30}"/>
          </ac:cxnSpMkLst>
        </pc:cxnChg>
      </pc:sldChg>
      <pc:sldChg chg="modSp add mod">
        <pc:chgData name="Chittaranjan Hens" userId="6fc03958433e8a43" providerId="LiveId" clId="{D4CFC1A1-7733-4FB9-9E77-B66CEA53A255}" dt="2023-02-07T10:41:53.670" v="710" actId="14100"/>
        <pc:sldMkLst>
          <pc:docMk/>
          <pc:sldMk cId="2630379527" sldId="753"/>
        </pc:sldMkLst>
        <pc:spChg chg="mod">
          <ac:chgData name="Chittaranjan Hens" userId="6fc03958433e8a43" providerId="LiveId" clId="{D4CFC1A1-7733-4FB9-9E77-B66CEA53A255}" dt="2023-02-07T10:41:53.670" v="710" actId="14100"/>
          <ac:spMkLst>
            <pc:docMk/>
            <pc:sldMk cId="2630379527" sldId="753"/>
            <ac:spMk id="16" creationId="{6F2178EF-CD35-1234-1643-2E3909A13C2E}"/>
          </ac:spMkLst>
        </pc:spChg>
        <pc:spChg chg="mod">
          <ac:chgData name="Chittaranjan Hens" userId="6fc03958433e8a43" providerId="LiveId" clId="{D4CFC1A1-7733-4FB9-9E77-B66CEA53A255}" dt="2023-02-07T10:41:48.464" v="708" actId="14100"/>
          <ac:spMkLst>
            <pc:docMk/>
            <pc:sldMk cId="2630379527" sldId="753"/>
            <ac:spMk id="22" creationId="{68FD2D28-E699-97FA-9B19-C1DDEA9E668F}"/>
          </ac:spMkLst>
        </pc:spChg>
      </pc:sldChg>
      <pc:sldChg chg="addSp delSp modSp add mod ord">
        <pc:chgData name="Chittaranjan Hens" userId="6fc03958433e8a43" providerId="LiveId" clId="{D4CFC1A1-7733-4FB9-9E77-B66CEA53A255}" dt="2023-02-07T10:45:43.726" v="785" actId="14100"/>
        <pc:sldMkLst>
          <pc:docMk/>
          <pc:sldMk cId="2144312097" sldId="754"/>
        </pc:sldMkLst>
        <pc:spChg chg="mod">
          <ac:chgData name="Chittaranjan Hens" userId="6fc03958433e8a43" providerId="LiveId" clId="{D4CFC1A1-7733-4FB9-9E77-B66CEA53A255}" dt="2023-02-07T10:42:15.024" v="714" actId="1076"/>
          <ac:spMkLst>
            <pc:docMk/>
            <pc:sldMk cId="2144312097" sldId="754"/>
            <ac:spMk id="3" creationId="{5C2B762D-0516-BD09-D6D0-4A36EFF2245F}"/>
          </ac:spMkLst>
        </pc:spChg>
        <pc:spChg chg="add del mod">
          <ac:chgData name="Chittaranjan Hens" userId="6fc03958433e8a43" providerId="LiveId" clId="{D4CFC1A1-7733-4FB9-9E77-B66CEA53A255}" dt="2023-02-07T10:45:10.720" v="774" actId="478"/>
          <ac:spMkLst>
            <pc:docMk/>
            <pc:sldMk cId="2144312097" sldId="754"/>
            <ac:spMk id="4" creationId="{0083871E-2CDC-8E0C-D5DA-BADDDF4083A4}"/>
          </ac:spMkLst>
        </pc:spChg>
        <pc:spChg chg="add mod">
          <ac:chgData name="Chittaranjan Hens" userId="6fc03958433e8a43" providerId="LiveId" clId="{D4CFC1A1-7733-4FB9-9E77-B66CEA53A255}" dt="2023-02-07T10:45:43.726" v="785" actId="14100"/>
          <ac:spMkLst>
            <pc:docMk/>
            <pc:sldMk cId="2144312097" sldId="754"/>
            <ac:spMk id="5" creationId="{4529A306-D578-D69C-D574-CDD7153A139F}"/>
          </ac:spMkLst>
        </pc:spChg>
        <pc:picChg chg="mod">
          <ac:chgData name="Chittaranjan Hens" userId="6fc03958433e8a43" providerId="LiveId" clId="{D4CFC1A1-7733-4FB9-9E77-B66CEA53A255}" dt="2023-02-07T10:42:17.715" v="715" actId="1076"/>
          <ac:picMkLst>
            <pc:docMk/>
            <pc:sldMk cId="2144312097" sldId="754"/>
            <ac:picMk id="8" creationId="{52C1415F-3088-BDD4-C991-4CCF197D8CFD}"/>
          </ac:picMkLst>
        </pc:picChg>
      </pc:sldChg>
      <pc:sldChg chg="addSp delSp modSp add mod">
        <pc:chgData name="Chittaranjan Hens" userId="6fc03958433e8a43" providerId="LiveId" clId="{D4CFC1A1-7733-4FB9-9E77-B66CEA53A255}" dt="2023-02-07T19:23:10.974" v="2060" actId="114"/>
        <pc:sldMkLst>
          <pc:docMk/>
          <pc:sldMk cId="816883897" sldId="755"/>
        </pc:sldMkLst>
        <pc:spChg chg="del mod">
          <ac:chgData name="Chittaranjan Hens" userId="6fc03958433e8a43" providerId="LiveId" clId="{D4CFC1A1-7733-4FB9-9E77-B66CEA53A255}" dt="2023-02-07T10:45:51.893" v="786" actId="478"/>
          <ac:spMkLst>
            <pc:docMk/>
            <pc:sldMk cId="816883897" sldId="755"/>
            <ac:spMk id="4" creationId="{0083871E-2CDC-8E0C-D5DA-BADDDF4083A4}"/>
          </ac:spMkLst>
        </pc:spChg>
        <pc:spChg chg="add mod">
          <ac:chgData name="Chittaranjan Hens" userId="6fc03958433e8a43" providerId="LiveId" clId="{D4CFC1A1-7733-4FB9-9E77-B66CEA53A255}" dt="2023-02-07T19:23:10.974" v="2060" actId="114"/>
          <ac:spMkLst>
            <pc:docMk/>
            <pc:sldMk cId="816883897" sldId="755"/>
            <ac:spMk id="5" creationId="{C1A00D7A-7368-06A5-716F-ABA69349409D}"/>
          </ac:spMkLst>
        </pc:spChg>
        <pc:picChg chg="add mod">
          <ac:chgData name="Chittaranjan Hens" userId="6fc03958433e8a43" providerId="LiveId" clId="{D4CFC1A1-7733-4FB9-9E77-B66CEA53A255}" dt="2023-02-07T10:46:36.435" v="804" actId="1076"/>
          <ac:picMkLst>
            <pc:docMk/>
            <pc:sldMk cId="816883897" sldId="755"/>
            <ac:picMk id="9" creationId="{349FB35D-7CC2-B46E-C0BE-EBA7216E15B9}"/>
          </ac:picMkLst>
        </pc:picChg>
      </pc:sldChg>
      <pc:sldChg chg="addSp modSp add mod modAnim">
        <pc:chgData name="Chittaranjan Hens" userId="6fc03958433e8a43" providerId="LiveId" clId="{D4CFC1A1-7733-4FB9-9E77-B66CEA53A255}" dt="2023-02-09T04:09:44.425" v="2312" actId="114"/>
        <pc:sldMkLst>
          <pc:docMk/>
          <pc:sldMk cId="2261462184" sldId="756"/>
        </pc:sldMkLst>
        <pc:spChg chg="add mod">
          <ac:chgData name="Chittaranjan Hens" userId="6fc03958433e8a43" providerId="LiveId" clId="{D4CFC1A1-7733-4FB9-9E77-B66CEA53A255}" dt="2023-02-07T10:53:42.184" v="1169" actId="20577"/>
          <ac:spMkLst>
            <pc:docMk/>
            <pc:sldMk cId="2261462184" sldId="756"/>
            <ac:spMk id="4" creationId="{DCACEF61-D313-7406-AF5C-519657E33E56}"/>
          </ac:spMkLst>
        </pc:spChg>
        <pc:spChg chg="mod">
          <ac:chgData name="Chittaranjan Hens" userId="6fc03958433e8a43" providerId="LiveId" clId="{D4CFC1A1-7733-4FB9-9E77-B66CEA53A255}" dt="2023-02-09T04:09:44.425" v="2312" actId="114"/>
          <ac:spMkLst>
            <pc:docMk/>
            <pc:sldMk cId="2261462184" sldId="756"/>
            <ac:spMk id="5" creationId="{C1A00D7A-7368-06A5-716F-ABA69349409D}"/>
          </ac:spMkLst>
        </pc:spChg>
        <pc:picChg chg="add mod">
          <ac:chgData name="Chittaranjan Hens" userId="6fc03958433e8a43" providerId="LiveId" clId="{D4CFC1A1-7733-4FB9-9E77-B66CEA53A255}" dt="2023-02-07T10:54:07.695" v="1171" actId="1076"/>
          <ac:picMkLst>
            <pc:docMk/>
            <pc:sldMk cId="2261462184" sldId="756"/>
            <ac:picMk id="10" creationId="{AE57B25A-9C42-AAD4-740E-05F28F16DF3D}"/>
          </ac:picMkLst>
        </pc:picChg>
      </pc:sldChg>
      <pc:sldChg chg="addSp delSp modSp add mod modAnim">
        <pc:chgData name="Chittaranjan Hens" userId="6fc03958433e8a43" providerId="LiveId" clId="{D4CFC1A1-7733-4FB9-9E77-B66CEA53A255}" dt="2023-02-09T04:10:16.009" v="2314"/>
        <pc:sldMkLst>
          <pc:docMk/>
          <pc:sldMk cId="2146764026" sldId="757"/>
        </pc:sldMkLst>
        <pc:spChg chg="del">
          <ac:chgData name="Chittaranjan Hens" userId="6fc03958433e8a43" providerId="LiveId" clId="{D4CFC1A1-7733-4FB9-9E77-B66CEA53A255}" dt="2023-02-07T10:54:34.337" v="1174" actId="478"/>
          <ac:spMkLst>
            <pc:docMk/>
            <pc:sldMk cId="2146764026" sldId="757"/>
            <ac:spMk id="3" creationId="{5C2B762D-0516-BD09-D6D0-4A36EFF2245F}"/>
          </ac:spMkLst>
        </pc:spChg>
        <pc:spChg chg="mod">
          <ac:chgData name="Chittaranjan Hens" userId="6fc03958433e8a43" providerId="LiveId" clId="{D4CFC1A1-7733-4FB9-9E77-B66CEA53A255}" dt="2023-02-07T10:56:16.316" v="1190" actId="207"/>
          <ac:spMkLst>
            <pc:docMk/>
            <pc:sldMk cId="2146764026" sldId="757"/>
            <ac:spMk id="4" creationId="{DCACEF61-D313-7406-AF5C-519657E33E56}"/>
          </ac:spMkLst>
        </pc:spChg>
        <pc:spChg chg="mod">
          <ac:chgData name="Chittaranjan Hens" userId="6fc03958433e8a43" providerId="LiveId" clId="{D4CFC1A1-7733-4FB9-9E77-B66CEA53A255}" dt="2023-02-07T10:54:37.454" v="1175" actId="1076"/>
          <ac:spMkLst>
            <pc:docMk/>
            <pc:sldMk cId="2146764026" sldId="757"/>
            <ac:spMk id="5" creationId="{C1A00D7A-7368-06A5-716F-ABA69349409D}"/>
          </ac:spMkLst>
        </pc:spChg>
        <pc:spChg chg="add mod">
          <ac:chgData name="Chittaranjan Hens" userId="6fc03958433e8a43" providerId="LiveId" clId="{D4CFC1A1-7733-4FB9-9E77-B66CEA53A255}" dt="2023-02-07T11:06:38.258" v="1236" actId="113"/>
          <ac:spMkLst>
            <pc:docMk/>
            <pc:sldMk cId="2146764026" sldId="757"/>
            <ac:spMk id="7" creationId="{3077B46A-332C-54CB-5E8E-0387FF0E2F7F}"/>
          </ac:spMkLst>
        </pc:spChg>
        <pc:picChg chg="mod">
          <ac:chgData name="Chittaranjan Hens" userId="6fc03958433e8a43" providerId="LiveId" clId="{D4CFC1A1-7733-4FB9-9E77-B66CEA53A255}" dt="2023-02-07T10:54:31.584" v="1173" actId="1076"/>
          <ac:picMkLst>
            <pc:docMk/>
            <pc:sldMk cId="2146764026" sldId="757"/>
            <ac:picMk id="8" creationId="{52C1415F-3088-BDD4-C991-4CCF197D8CFD}"/>
          </ac:picMkLst>
        </pc:picChg>
        <pc:picChg chg="mod">
          <ac:chgData name="Chittaranjan Hens" userId="6fc03958433e8a43" providerId="LiveId" clId="{D4CFC1A1-7733-4FB9-9E77-B66CEA53A255}" dt="2023-02-07T10:54:40.213" v="1176" actId="1076"/>
          <ac:picMkLst>
            <pc:docMk/>
            <pc:sldMk cId="2146764026" sldId="757"/>
            <ac:picMk id="9" creationId="{349FB35D-7CC2-B46E-C0BE-EBA7216E15B9}"/>
          </ac:picMkLst>
        </pc:picChg>
        <pc:picChg chg="mod">
          <ac:chgData name="Chittaranjan Hens" userId="6fc03958433e8a43" providerId="LiveId" clId="{D4CFC1A1-7733-4FB9-9E77-B66CEA53A255}" dt="2023-02-07T10:54:46.273" v="1178" actId="1076"/>
          <ac:picMkLst>
            <pc:docMk/>
            <pc:sldMk cId="2146764026" sldId="757"/>
            <ac:picMk id="10" creationId="{AE57B25A-9C42-AAD4-740E-05F28F16DF3D}"/>
          </ac:picMkLst>
        </pc:picChg>
        <pc:picChg chg="add del mod">
          <ac:chgData name="Chittaranjan Hens" userId="6fc03958433e8a43" providerId="LiveId" clId="{D4CFC1A1-7733-4FB9-9E77-B66CEA53A255}" dt="2023-02-07T10:54:55.652" v="1181" actId="478"/>
          <ac:picMkLst>
            <pc:docMk/>
            <pc:sldMk cId="2146764026" sldId="757"/>
            <ac:picMk id="11" creationId="{9561A13F-D3E8-6F7F-597B-A624C64EB4A3}"/>
          </ac:picMkLst>
        </pc:picChg>
        <pc:picChg chg="add mod">
          <ac:chgData name="Chittaranjan Hens" userId="6fc03958433e8a43" providerId="LiveId" clId="{D4CFC1A1-7733-4FB9-9E77-B66CEA53A255}" dt="2023-02-07T11:07:10.509" v="1241" actId="14100"/>
          <ac:picMkLst>
            <pc:docMk/>
            <pc:sldMk cId="2146764026" sldId="757"/>
            <ac:picMk id="13" creationId="{3E425281-3521-DD7B-4A41-64AACBDECACB}"/>
          </ac:picMkLst>
        </pc:picChg>
      </pc:sldChg>
      <pc:sldChg chg="addSp delSp modSp add mod modAnim">
        <pc:chgData name="Chittaranjan Hens" userId="6fc03958433e8a43" providerId="LiveId" clId="{D4CFC1A1-7733-4FB9-9E77-B66CEA53A255}" dt="2023-02-09T04:10:39.446" v="2317"/>
        <pc:sldMkLst>
          <pc:docMk/>
          <pc:sldMk cId="1016358686" sldId="758"/>
        </pc:sldMkLst>
        <pc:spChg chg="add mod">
          <ac:chgData name="Chittaranjan Hens" userId="6fc03958433e8a43" providerId="LiveId" clId="{D4CFC1A1-7733-4FB9-9E77-B66CEA53A255}" dt="2023-02-07T11:14:27.770" v="1292" actId="5793"/>
          <ac:spMkLst>
            <pc:docMk/>
            <pc:sldMk cId="1016358686" sldId="758"/>
            <ac:spMk id="3" creationId="{BB89AE8E-BD27-2EBD-4CFA-2538111843E0}"/>
          </ac:spMkLst>
        </pc:spChg>
        <pc:spChg chg="mod">
          <ac:chgData name="Chittaranjan Hens" userId="6fc03958433e8a43" providerId="LiveId" clId="{D4CFC1A1-7733-4FB9-9E77-B66CEA53A255}" dt="2023-02-07T11:14:31.522" v="1294" actId="5793"/>
          <ac:spMkLst>
            <pc:docMk/>
            <pc:sldMk cId="1016358686" sldId="758"/>
            <ac:spMk id="4" creationId="{DCACEF61-D313-7406-AF5C-519657E33E56}"/>
          </ac:spMkLst>
        </pc:spChg>
        <pc:spChg chg="mod">
          <ac:chgData name="Chittaranjan Hens" userId="6fc03958433e8a43" providerId="LiveId" clId="{D4CFC1A1-7733-4FB9-9E77-B66CEA53A255}" dt="2023-02-07T11:08:04.798" v="1249" actId="1076"/>
          <ac:spMkLst>
            <pc:docMk/>
            <pc:sldMk cId="1016358686" sldId="758"/>
            <ac:spMk id="5" creationId="{C1A00D7A-7368-06A5-716F-ABA69349409D}"/>
          </ac:spMkLst>
        </pc:spChg>
        <pc:spChg chg="mod">
          <ac:chgData name="Chittaranjan Hens" userId="6fc03958433e8a43" providerId="LiveId" clId="{D4CFC1A1-7733-4FB9-9E77-B66CEA53A255}" dt="2023-02-07T11:14:48.550" v="1296" actId="20577"/>
          <ac:spMkLst>
            <pc:docMk/>
            <pc:sldMk cId="1016358686" sldId="758"/>
            <ac:spMk id="7" creationId="{3077B46A-332C-54CB-5E8E-0387FF0E2F7F}"/>
          </ac:spMkLst>
        </pc:spChg>
        <pc:picChg chg="del">
          <ac:chgData name="Chittaranjan Hens" userId="6fc03958433e8a43" providerId="LiveId" clId="{D4CFC1A1-7733-4FB9-9E77-B66CEA53A255}" dt="2023-02-07T11:07:46.533" v="1243" actId="478"/>
          <ac:picMkLst>
            <pc:docMk/>
            <pc:sldMk cId="1016358686" sldId="758"/>
            <ac:picMk id="9" creationId="{349FB35D-7CC2-B46E-C0BE-EBA7216E15B9}"/>
          </ac:picMkLst>
        </pc:picChg>
        <pc:picChg chg="mod">
          <ac:chgData name="Chittaranjan Hens" userId="6fc03958433e8a43" providerId="LiveId" clId="{D4CFC1A1-7733-4FB9-9E77-B66CEA53A255}" dt="2023-02-07T11:07:57.875" v="1247" actId="1076"/>
          <ac:picMkLst>
            <pc:docMk/>
            <pc:sldMk cId="1016358686" sldId="758"/>
            <ac:picMk id="10" creationId="{AE57B25A-9C42-AAD4-740E-05F28F16DF3D}"/>
          </ac:picMkLst>
        </pc:picChg>
        <pc:picChg chg="add mod">
          <ac:chgData name="Chittaranjan Hens" userId="6fc03958433e8a43" providerId="LiveId" clId="{D4CFC1A1-7733-4FB9-9E77-B66CEA53A255}" dt="2023-02-07T11:12:48.802" v="1277" actId="1076"/>
          <ac:picMkLst>
            <pc:docMk/>
            <pc:sldMk cId="1016358686" sldId="758"/>
            <ac:picMk id="12" creationId="{60754F4F-31F8-D4B9-49C8-B6ED77A4BF45}"/>
          </ac:picMkLst>
        </pc:picChg>
        <pc:picChg chg="mod">
          <ac:chgData name="Chittaranjan Hens" userId="6fc03958433e8a43" providerId="LiveId" clId="{D4CFC1A1-7733-4FB9-9E77-B66CEA53A255}" dt="2023-02-07T11:07:57.875" v="1247" actId="1076"/>
          <ac:picMkLst>
            <pc:docMk/>
            <pc:sldMk cId="1016358686" sldId="758"/>
            <ac:picMk id="13" creationId="{3E425281-3521-DD7B-4A41-64AACBDECACB}"/>
          </ac:picMkLst>
        </pc:picChg>
        <pc:picChg chg="add mod">
          <ac:chgData name="Chittaranjan Hens" userId="6fc03958433e8a43" providerId="LiveId" clId="{D4CFC1A1-7733-4FB9-9E77-B66CEA53A255}" dt="2023-02-07T11:16:28.858" v="1309" actId="1076"/>
          <ac:picMkLst>
            <pc:docMk/>
            <pc:sldMk cId="1016358686" sldId="758"/>
            <ac:picMk id="14" creationId="{EA37891F-0A76-6347-1A71-99B6EFFC04E9}"/>
          </ac:picMkLst>
        </pc:picChg>
      </pc:sldChg>
      <pc:sldChg chg="addSp delSp modSp add mod ord delAnim">
        <pc:chgData name="Chittaranjan Hens" userId="6fc03958433e8a43" providerId="LiveId" clId="{D4CFC1A1-7733-4FB9-9E77-B66CEA53A255}" dt="2023-02-07T11:35:09.319" v="1763" actId="20577"/>
        <pc:sldMkLst>
          <pc:docMk/>
          <pc:sldMk cId="2830482267" sldId="759"/>
        </pc:sldMkLst>
        <pc:spChg chg="del">
          <ac:chgData name="Chittaranjan Hens" userId="6fc03958433e8a43" providerId="LiveId" clId="{D4CFC1A1-7733-4FB9-9E77-B66CEA53A255}" dt="2023-02-07T11:13:23.704" v="1283" actId="478"/>
          <ac:spMkLst>
            <pc:docMk/>
            <pc:sldMk cId="2830482267" sldId="759"/>
            <ac:spMk id="4" creationId="{DCACEF61-D313-7406-AF5C-519657E33E56}"/>
          </ac:spMkLst>
        </pc:spChg>
        <pc:spChg chg="del">
          <ac:chgData name="Chittaranjan Hens" userId="6fc03958433e8a43" providerId="LiveId" clId="{D4CFC1A1-7733-4FB9-9E77-B66CEA53A255}" dt="2023-02-07T11:13:23.704" v="1283" actId="478"/>
          <ac:spMkLst>
            <pc:docMk/>
            <pc:sldMk cId="2830482267" sldId="759"/>
            <ac:spMk id="7" creationId="{3077B46A-332C-54CB-5E8E-0387FF0E2F7F}"/>
          </ac:spMkLst>
        </pc:spChg>
        <pc:spChg chg="add mod">
          <ac:chgData name="Chittaranjan Hens" userId="6fc03958433e8a43" providerId="LiveId" clId="{D4CFC1A1-7733-4FB9-9E77-B66CEA53A255}" dt="2023-02-07T11:35:09.319" v="1763" actId="20577"/>
          <ac:spMkLst>
            <pc:docMk/>
            <pc:sldMk cId="2830482267" sldId="759"/>
            <ac:spMk id="15" creationId="{C34DCBAA-FD0A-F27F-E8C8-05BFFB0A3913}"/>
          </ac:spMkLst>
        </pc:spChg>
        <pc:picChg chg="add mod">
          <ac:chgData name="Chittaranjan Hens" userId="6fc03958433e8a43" providerId="LiveId" clId="{D4CFC1A1-7733-4FB9-9E77-B66CEA53A255}" dt="2023-02-07T11:16:25.873" v="1308" actId="1076"/>
          <ac:picMkLst>
            <pc:docMk/>
            <pc:sldMk cId="2830482267" sldId="759"/>
            <ac:picMk id="3" creationId="{059F9618-9647-4C93-6952-639A49C44D21}"/>
          </ac:picMkLst>
        </pc:picChg>
        <pc:picChg chg="del">
          <ac:chgData name="Chittaranjan Hens" userId="6fc03958433e8a43" providerId="LiveId" clId="{D4CFC1A1-7733-4FB9-9E77-B66CEA53A255}" dt="2023-02-07T11:13:55.578" v="1289" actId="478"/>
          <ac:picMkLst>
            <pc:docMk/>
            <pc:sldMk cId="2830482267" sldId="759"/>
            <ac:picMk id="9" creationId="{349FB35D-7CC2-B46E-C0BE-EBA7216E15B9}"/>
          </ac:picMkLst>
        </pc:picChg>
        <pc:picChg chg="del">
          <ac:chgData name="Chittaranjan Hens" userId="6fc03958433e8a43" providerId="LiveId" clId="{D4CFC1A1-7733-4FB9-9E77-B66CEA53A255}" dt="2023-02-07T11:13:23.704" v="1283" actId="478"/>
          <ac:picMkLst>
            <pc:docMk/>
            <pc:sldMk cId="2830482267" sldId="759"/>
            <ac:picMk id="10" creationId="{AE57B25A-9C42-AAD4-740E-05F28F16DF3D}"/>
          </ac:picMkLst>
        </pc:picChg>
        <pc:picChg chg="add mod">
          <ac:chgData name="Chittaranjan Hens" userId="6fc03958433e8a43" providerId="LiveId" clId="{D4CFC1A1-7733-4FB9-9E77-B66CEA53A255}" dt="2023-02-07T11:14:18.906" v="1291" actId="1076"/>
          <ac:picMkLst>
            <pc:docMk/>
            <pc:sldMk cId="2830482267" sldId="759"/>
            <ac:picMk id="12" creationId="{8318F4F7-2FB4-E986-461D-A5FEFDF2CC07}"/>
          </ac:picMkLst>
        </pc:picChg>
        <pc:picChg chg="del">
          <ac:chgData name="Chittaranjan Hens" userId="6fc03958433e8a43" providerId="LiveId" clId="{D4CFC1A1-7733-4FB9-9E77-B66CEA53A255}" dt="2023-02-07T11:13:23.704" v="1283" actId="478"/>
          <ac:picMkLst>
            <pc:docMk/>
            <pc:sldMk cId="2830482267" sldId="759"/>
            <ac:picMk id="13" creationId="{3E425281-3521-DD7B-4A41-64AACBDECACB}"/>
          </ac:picMkLst>
        </pc:picChg>
      </pc:sldChg>
      <pc:sldChg chg="addSp delSp modSp add mod modAnim">
        <pc:chgData name="Chittaranjan Hens" userId="6fc03958433e8a43" providerId="LiveId" clId="{D4CFC1A1-7733-4FB9-9E77-B66CEA53A255}" dt="2023-02-09T04:11:12.640" v="2318"/>
        <pc:sldMkLst>
          <pc:docMk/>
          <pc:sldMk cId="344046282" sldId="760"/>
        </pc:sldMkLst>
        <pc:spChg chg="mod">
          <ac:chgData name="Chittaranjan Hens" userId="6fc03958433e8a43" providerId="LiveId" clId="{D4CFC1A1-7733-4FB9-9E77-B66CEA53A255}" dt="2023-02-07T11:16:16.060" v="1304" actId="1076"/>
          <ac:spMkLst>
            <pc:docMk/>
            <pc:sldMk cId="344046282" sldId="760"/>
            <ac:spMk id="5" creationId="{C1A00D7A-7368-06A5-716F-ABA69349409D}"/>
          </ac:spMkLst>
        </pc:spChg>
        <pc:spChg chg="add mod">
          <ac:chgData name="Chittaranjan Hens" userId="6fc03958433e8a43" providerId="LiveId" clId="{D4CFC1A1-7733-4FB9-9E77-B66CEA53A255}" dt="2023-02-07T18:53:06.183" v="1768" actId="113"/>
          <ac:spMkLst>
            <pc:docMk/>
            <pc:sldMk cId="344046282" sldId="760"/>
            <ac:spMk id="11" creationId="{59F21277-F931-077F-CF11-CF3CF894C64E}"/>
          </ac:spMkLst>
        </pc:spChg>
        <pc:picChg chg="mod">
          <ac:chgData name="Chittaranjan Hens" userId="6fc03958433e8a43" providerId="LiveId" clId="{D4CFC1A1-7733-4FB9-9E77-B66CEA53A255}" dt="2023-02-07T11:16:21.551" v="1307" actId="1076"/>
          <ac:picMkLst>
            <pc:docMk/>
            <pc:sldMk cId="344046282" sldId="760"/>
            <ac:picMk id="3" creationId="{059F9618-9647-4C93-6952-639A49C44D21}"/>
          </ac:picMkLst>
        </pc:picChg>
        <pc:picChg chg="add mod">
          <ac:chgData name="Chittaranjan Hens" userId="6fc03958433e8a43" providerId="LiveId" clId="{D4CFC1A1-7733-4FB9-9E77-B66CEA53A255}" dt="2023-02-07T11:16:40.356" v="1310" actId="1076"/>
          <ac:picMkLst>
            <pc:docMk/>
            <pc:sldMk cId="344046282" sldId="760"/>
            <ac:picMk id="7" creationId="{00E5B908-95AB-8216-4477-1F95CC855B49}"/>
          </ac:picMkLst>
        </pc:picChg>
        <pc:picChg chg="add mod">
          <ac:chgData name="Chittaranjan Hens" userId="6fc03958433e8a43" providerId="LiveId" clId="{D4CFC1A1-7733-4FB9-9E77-B66CEA53A255}" dt="2023-02-07T11:17:36.076" v="1313" actId="1076"/>
          <ac:picMkLst>
            <pc:docMk/>
            <pc:sldMk cId="344046282" sldId="760"/>
            <ac:picMk id="10" creationId="{FC1093CC-3A35-3CD5-B86B-B002127937D0}"/>
          </ac:picMkLst>
        </pc:picChg>
        <pc:picChg chg="del">
          <ac:chgData name="Chittaranjan Hens" userId="6fc03958433e8a43" providerId="LiveId" clId="{D4CFC1A1-7733-4FB9-9E77-B66CEA53A255}" dt="2023-02-07T11:15:45.316" v="1298" actId="478"/>
          <ac:picMkLst>
            <pc:docMk/>
            <pc:sldMk cId="344046282" sldId="760"/>
            <ac:picMk id="12" creationId="{8318F4F7-2FB4-E986-461D-A5FEFDF2CC07}"/>
          </ac:picMkLst>
        </pc:picChg>
      </pc:sldChg>
      <pc:sldChg chg="addSp delSp modSp add mod delAnim modAnim">
        <pc:chgData name="Chittaranjan Hens" userId="6fc03958433e8a43" providerId="LiveId" clId="{D4CFC1A1-7733-4FB9-9E77-B66CEA53A255}" dt="2023-02-07T18:53:54.727" v="1780" actId="1076"/>
        <pc:sldMkLst>
          <pc:docMk/>
          <pc:sldMk cId="3810525322" sldId="761"/>
        </pc:sldMkLst>
        <pc:spChg chg="add mod">
          <ac:chgData name="Chittaranjan Hens" userId="6fc03958433e8a43" providerId="LiveId" clId="{D4CFC1A1-7733-4FB9-9E77-B66CEA53A255}" dt="2023-02-07T18:53:40.922" v="1776" actId="1076"/>
          <ac:spMkLst>
            <pc:docMk/>
            <pc:sldMk cId="3810525322" sldId="761"/>
            <ac:spMk id="4" creationId="{C26AB5B3-B3B3-AD27-3A0E-AD194E97F479}"/>
          </ac:spMkLst>
        </pc:spChg>
        <pc:spChg chg="add mod">
          <ac:chgData name="Chittaranjan Hens" userId="6fc03958433e8a43" providerId="LiveId" clId="{D4CFC1A1-7733-4FB9-9E77-B66CEA53A255}" dt="2023-02-07T18:53:12.004" v="1769" actId="113"/>
          <ac:spMkLst>
            <pc:docMk/>
            <pc:sldMk cId="3810525322" sldId="761"/>
            <ac:spMk id="9" creationId="{3F0803ED-B07D-3E93-FDF6-CFA366DA3789}"/>
          </ac:spMkLst>
        </pc:spChg>
        <pc:spChg chg="add mod">
          <ac:chgData name="Chittaranjan Hens" userId="6fc03958433e8a43" providerId="LiveId" clId="{D4CFC1A1-7733-4FB9-9E77-B66CEA53A255}" dt="2023-02-07T18:53:54.727" v="1780" actId="1076"/>
          <ac:spMkLst>
            <pc:docMk/>
            <pc:sldMk cId="3810525322" sldId="761"/>
            <ac:spMk id="11" creationId="{7E979AEE-7CEE-2ED3-B9A0-21EE4E2F2DE8}"/>
          </ac:spMkLst>
        </pc:spChg>
        <pc:picChg chg="mod">
          <ac:chgData name="Chittaranjan Hens" userId="6fc03958433e8a43" providerId="LiveId" clId="{D4CFC1A1-7733-4FB9-9E77-B66CEA53A255}" dt="2023-02-07T18:53:37.829" v="1775" actId="1076"/>
          <ac:picMkLst>
            <pc:docMk/>
            <pc:sldMk cId="3810525322" sldId="761"/>
            <ac:picMk id="2" creationId="{51B164C9-C9AC-FC1C-E60F-5761EB437D03}"/>
          </ac:picMkLst>
        </pc:picChg>
        <pc:picChg chg="del">
          <ac:chgData name="Chittaranjan Hens" userId="6fc03958433e8a43" providerId="LiveId" clId="{D4CFC1A1-7733-4FB9-9E77-B66CEA53A255}" dt="2023-02-07T11:18:43.586" v="1387" actId="478"/>
          <ac:picMkLst>
            <pc:docMk/>
            <pc:sldMk cId="3810525322" sldId="761"/>
            <ac:picMk id="3" creationId="{059F9618-9647-4C93-6952-639A49C44D21}"/>
          </ac:picMkLst>
        </pc:picChg>
        <pc:picChg chg="del">
          <ac:chgData name="Chittaranjan Hens" userId="6fc03958433e8a43" providerId="LiveId" clId="{D4CFC1A1-7733-4FB9-9E77-B66CEA53A255}" dt="2023-02-07T11:17:52.374" v="1316" actId="478"/>
          <ac:picMkLst>
            <pc:docMk/>
            <pc:sldMk cId="3810525322" sldId="761"/>
            <ac:picMk id="7" creationId="{00E5B908-95AB-8216-4477-1F95CC855B49}"/>
          </ac:picMkLst>
        </pc:picChg>
        <pc:picChg chg="mod">
          <ac:chgData name="Chittaranjan Hens" userId="6fc03958433e8a43" providerId="LiveId" clId="{D4CFC1A1-7733-4FB9-9E77-B66CEA53A255}" dt="2023-02-07T11:18:39.318" v="1385" actId="1076"/>
          <ac:picMkLst>
            <pc:docMk/>
            <pc:sldMk cId="3810525322" sldId="761"/>
            <ac:picMk id="10" creationId="{FC1093CC-3A35-3CD5-B86B-B002127937D0}"/>
          </ac:picMkLst>
        </pc:picChg>
      </pc:sldChg>
      <pc:sldChg chg="addSp delSp modSp add mod">
        <pc:chgData name="Chittaranjan Hens" userId="6fc03958433e8a43" providerId="LiveId" clId="{D4CFC1A1-7733-4FB9-9E77-B66CEA53A255}" dt="2023-02-08T19:44:27.867" v="2144" actId="1076"/>
        <pc:sldMkLst>
          <pc:docMk/>
          <pc:sldMk cId="607740246" sldId="762"/>
        </pc:sldMkLst>
        <pc:spChg chg="add mod">
          <ac:chgData name="Chittaranjan Hens" userId="6fc03958433e8a43" providerId="LiveId" clId="{D4CFC1A1-7733-4FB9-9E77-B66CEA53A255}" dt="2023-02-08T19:44:20.930" v="2143" actId="1076"/>
          <ac:spMkLst>
            <pc:docMk/>
            <pc:sldMk cId="607740246" sldId="762"/>
            <ac:spMk id="4" creationId="{7D4743D0-BF92-3218-75B6-1DAEBCFC8BF2}"/>
          </ac:spMkLst>
        </pc:spChg>
        <pc:spChg chg="del">
          <ac:chgData name="Chittaranjan Hens" userId="6fc03958433e8a43" providerId="LiveId" clId="{D4CFC1A1-7733-4FB9-9E77-B66CEA53A255}" dt="2023-02-07T18:54:37.784" v="1829" actId="478"/>
          <ac:spMkLst>
            <pc:docMk/>
            <pc:sldMk cId="607740246" sldId="762"/>
            <ac:spMk id="4" creationId="{C26AB5B3-B3B3-AD27-3A0E-AD194E97F479}"/>
          </ac:spMkLst>
        </pc:spChg>
        <pc:spChg chg="add mod">
          <ac:chgData name="Chittaranjan Hens" userId="6fc03958433e8a43" providerId="LiveId" clId="{D4CFC1A1-7733-4FB9-9E77-B66CEA53A255}" dt="2023-02-08T19:44:27.867" v="2144" actId="1076"/>
          <ac:spMkLst>
            <pc:docMk/>
            <pc:sldMk cId="607740246" sldId="762"/>
            <ac:spMk id="5" creationId="{7FB3198E-31DC-DBF0-619A-ADB9FA49A67C}"/>
          </ac:spMkLst>
        </pc:spChg>
        <pc:spChg chg="del mod">
          <ac:chgData name="Chittaranjan Hens" userId="6fc03958433e8a43" providerId="LiveId" clId="{D4CFC1A1-7733-4FB9-9E77-B66CEA53A255}" dt="2023-02-07T18:54:37.784" v="1829" actId="478"/>
          <ac:spMkLst>
            <pc:docMk/>
            <pc:sldMk cId="607740246" sldId="762"/>
            <ac:spMk id="5" creationId="{C1A00D7A-7368-06A5-716F-ABA69349409D}"/>
          </ac:spMkLst>
        </pc:spChg>
        <pc:spChg chg="mod">
          <ac:chgData name="Chittaranjan Hens" userId="6fc03958433e8a43" providerId="LiveId" clId="{D4CFC1A1-7733-4FB9-9E77-B66CEA53A255}" dt="2023-02-08T19:41:56.112" v="2138" actId="20577"/>
          <ac:spMkLst>
            <pc:docMk/>
            <pc:sldMk cId="607740246" sldId="762"/>
            <ac:spMk id="6" creationId="{8BC74A0A-295C-9D35-D749-29A5A638EAD6}"/>
          </ac:spMkLst>
        </pc:spChg>
        <pc:spChg chg="del">
          <ac:chgData name="Chittaranjan Hens" userId="6fc03958433e8a43" providerId="LiveId" clId="{D4CFC1A1-7733-4FB9-9E77-B66CEA53A255}" dt="2023-02-07T18:54:37.784" v="1829" actId="478"/>
          <ac:spMkLst>
            <pc:docMk/>
            <pc:sldMk cId="607740246" sldId="762"/>
            <ac:spMk id="9" creationId="{3F0803ED-B07D-3E93-FDF6-CFA366DA3789}"/>
          </ac:spMkLst>
        </pc:spChg>
        <pc:spChg chg="del">
          <ac:chgData name="Chittaranjan Hens" userId="6fc03958433e8a43" providerId="LiveId" clId="{D4CFC1A1-7733-4FB9-9E77-B66CEA53A255}" dt="2023-02-07T18:54:37.784" v="1829" actId="478"/>
          <ac:spMkLst>
            <pc:docMk/>
            <pc:sldMk cId="607740246" sldId="762"/>
            <ac:spMk id="11" creationId="{7E979AEE-7CEE-2ED3-B9A0-21EE4E2F2DE8}"/>
          </ac:spMkLst>
        </pc:spChg>
        <pc:picChg chg="add mod">
          <ac:chgData name="Chittaranjan Hens" userId="6fc03958433e8a43" providerId="LiveId" clId="{D4CFC1A1-7733-4FB9-9E77-B66CEA53A255}" dt="2023-02-08T19:44:15.546" v="2142" actId="1076"/>
          <ac:picMkLst>
            <pc:docMk/>
            <pc:sldMk cId="607740246" sldId="762"/>
            <ac:picMk id="3" creationId="{CD4A0C76-15A0-C36E-99B3-B34BDDCF6640}"/>
          </ac:picMkLst>
        </pc:picChg>
        <pc:picChg chg="del mod">
          <ac:chgData name="Chittaranjan Hens" userId="6fc03958433e8a43" providerId="LiveId" clId="{D4CFC1A1-7733-4FB9-9E77-B66CEA53A255}" dt="2023-02-07T18:54:37.784" v="1829" actId="478"/>
          <ac:picMkLst>
            <pc:docMk/>
            <pc:sldMk cId="607740246" sldId="762"/>
            <ac:picMk id="8" creationId="{52C1415F-3088-BDD4-C991-4CCF197D8CFD}"/>
          </ac:picMkLst>
        </pc:picChg>
        <pc:picChg chg="del">
          <ac:chgData name="Chittaranjan Hens" userId="6fc03958433e8a43" providerId="LiveId" clId="{D4CFC1A1-7733-4FB9-9E77-B66CEA53A255}" dt="2023-02-07T18:54:37.784" v="1829" actId="478"/>
          <ac:picMkLst>
            <pc:docMk/>
            <pc:sldMk cId="607740246" sldId="762"/>
            <ac:picMk id="10" creationId="{FC1093CC-3A35-3CD5-B86B-B002127937D0}"/>
          </ac:picMkLst>
        </pc:picChg>
      </pc:sldChg>
      <pc:sldChg chg="addSp delSp modSp add mod setBg modAnim">
        <pc:chgData name="Chittaranjan Hens" userId="6fc03958433e8a43" providerId="LiveId" clId="{D4CFC1A1-7733-4FB9-9E77-B66CEA53A255}" dt="2023-02-07T19:01:29.036" v="1949"/>
        <pc:sldMkLst>
          <pc:docMk/>
          <pc:sldMk cId="3955102070" sldId="763"/>
        </pc:sldMkLst>
        <pc:spChg chg="add del mod">
          <ac:chgData name="Chittaranjan Hens" userId="6fc03958433e8a43" providerId="LiveId" clId="{D4CFC1A1-7733-4FB9-9E77-B66CEA53A255}" dt="2023-02-07T18:59:04.762" v="1907" actId="478"/>
          <ac:spMkLst>
            <pc:docMk/>
            <pc:sldMk cId="3955102070" sldId="763"/>
            <ac:spMk id="4" creationId="{C7BC8991-2900-D66E-E667-FF58DBD5300F}"/>
          </ac:spMkLst>
        </pc:spChg>
        <pc:spChg chg="mod">
          <ac:chgData name="Chittaranjan Hens" userId="6fc03958433e8a43" providerId="LiveId" clId="{D4CFC1A1-7733-4FB9-9E77-B66CEA53A255}" dt="2023-02-07T19:01:09.991" v="1943" actId="6549"/>
          <ac:spMkLst>
            <pc:docMk/>
            <pc:sldMk cId="3955102070" sldId="763"/>
            <ac:spMk id="6" creationId="{8BC74A0A-295C-9D35-D749-29A5A638EAD6}"/>
          </ac:spMkLst>
        </pc:spChg>
        <pc:spChg chg="add mod">
          <ac:chgData name="Chittaranjan Hens" userId="6fc03958433e8a43" providerId="LiveId" clId="{D4CFC1A1-7733-4FB9-9E77-B66CEA53A255}" dt="2023-02-07T19:00:49.805" v="1937" actId="21"/>
          <ac:spMkLst>
            <pc:docMk/>
            <pc:sldMk cId="3955102070" sldId="763"/>
            <ac:spMk id="8" creationId="{544F5B83-BA97-D860-74CA-FA6377AC8873}"/>
          </ac:spMkLst>
        </pc:spChg>
        <pc:spChg chg="add del">
          <ac:chgData name="Chittaranjan Hens" userId="6fc03958433e8a43" providerId="LiveId" clId="{D4CFC1A1-7733-4FB9-9E77-B66CEA53A255}" dt="2023-02-07T19:00:36.094" v="1934" actId="26606"/>
          <ac:spMkLst>
            <pc:docMk/>
            <pc:sldMk cId="3955102070" sldId="763"/>
            <ac:spMk id="10" creationId="{33CD251C-A887-4D2F-925B-FC097198538B}"/>
          </ac:spMkLst>
        </pc:spChg>
        <pc:spChg chg="add del">
          <ac:chgData name="Chittaranjan Hens" userId="6fc03958433e8a43" providerId="LiveId" clId="{D4CFC1A1-7733-4FB9-9E77-B66CEA53A255}" dt="2023-02-07T19:00:36.094" v="1934" actId="26606"/>
          <ac:spMkLst>
            <pc:docMk/>
            <pc:sldMk cId="3955102070" sldId="763"/>
            <ac:spMk id="11" creationId="{3B2069EE-A08E-44F0-B3F9-3CF8CC2DCAD5}"/>
          </ac:spMkLst>
        </pc:spChg>
        <pc:spChg chg="add del">
          <ac:chgData name="Chittaranjan Hens" userId="6fc03958433e8a43" providerId="LiveId" clId="{D4CFC1A1-7733-4FB9-9E77-B66CEA53A255}" dt="2023-02-07T18:59:29.381" v="1910" actId="26606"/>
          <ac:spMkLst>
            <pc:docMk/>
            <pc:sldMk cId="3955102070" sldId="763"/>
            <ac:spMk id="13" creationId="{33CD251C-A887-4D2F-925B-FC097198538B}"/>
          </ac:spMkLst>
        </pc:spChg>
        <pc:spChg chg="add del">
          <ac:chgData name="Chittaranjan Hens" userId="6fc03958433e8a43" providerId="LiveId" clId="{D4CFC1A1-7733-4FB9-9E77-B66CEA53A255}" dt="2023-02-07T18:59:29.381" v="1910" actId="26606"/>
          <ac:spMkLst>
            <pc:docMk/>
            <pc:sldMk cId="3955102070" sldId="763"/>
            <ac:spMk id="15" creationId="{3B2069EE-A08E-44F0-B3F9-3CF8CC2DCAD5}"/>
          </ac:spMkLst>
        </pc:spChg>
        <pc:spChg chg="add del">
          <ac:chgData name="Chittaranjan Hens" userId="6fc03958433e8a43" providerId="LiveId" clId="{D4CFC1A1-7733-4FB9-9E77-B66CEA53A255}" dt="2023-02-07T18:59:31.100" v="1912" actId="26606"/>
          <ac:spMkLst>
            <pc:docMk/>
            <pc:sldMk cId="3955102070" sldId="763"/>
            <ac:spMk id="21" creationId="{B3684CCF-CEBB-4D8E-A366-95E43D4C790B}"/>
          </ac:spMkLst>
        </pc:spChg>
        <pc:spChg chg="add del">
          <ac:chgData name="Chittaranjan Hens" userId="6fc03958433e8a43" providerId="LiveId" clId="{D4CFC1A1-7733-4FB9-9E77-B66CEA53A255}" dt="2023-02-07T18:59:31.100" v="1912" actId="26606"/>
          <ac:spMkLst>
            <pc:docMk/>
            <pc:sldMk cId="3955102070" sldId="763"/>
            <ac:spMk id="22" creationId="{70BEB1E7-2F88-40BC-B73D-42E5B6F80BFC}"/>
          </ac:spMkLst>
        </pc:spChg>
        <pc:grpChg chg="add del">
          <ac:chgData name="Chittaranjan Hens" userId="6fc03958433e8a43" providerId="LiveId" clId="{D4CFC1A1-7733-4FB9-9E77-B66CEA53A255}" dt="2023-02-07T19:00:36.094" v="1934" actId="26606"/>
          <ac:grpSpMkLst>
            <pc:docMk/>
            <pc:sldMk cId="3955102070" sldId="763"/>
            <ac:grpSpMk id="12" creationId="{9C6E8597-0CCE-4A8A-9326-AA52691A1C81}"/>
          </ac:grpSpMkLst>
        </pc:grpChg>
        <pc:grpChg chg="add del">
          <ac:chgData name="Chittaranjan Hens" userId="6fc03958433e8a43" providerId="LiveId" clId="{D4CFC1A1-7733-4FB9-9E77-B66CEA53A255}" dt="2023-02-07T18:59:29.381" v="1910" actId="26606"/>
          <ac:grpSpMkLst>
            <pc:docMk/>
            <pc:sldMk cId="3955102070" sldId="763"/>
            <ac:grpSpMk id="17" creationId="{9C6E8597-0CCE-4A8A-9326-AA52691A1C81}"/>
          </ac:grpSpMkLst>
        </pc:grpChg>
        <pc:picChg chg="mod ord">
          <ac:chgData name="Chittaranjan Hens" userId="6fc03958433e8a43" providerId="LiveId" clId="{D4CFC1A1-7733-4FB9-9E77-B66CEA53A255}" dt="2023-02-07T19:00:36.094" v="1934" actId="26606"/>
          <ac:picMkLst>
            <pc:docMk/>
            <pc:sldMk cId="3955102070" sldId="763"/>
            <ac:picMk id="2" creationId="{51B164C9-C9AC-FC1C-E60F-5761EB437D03}"/>
          </ac:picMkLst>
        </pc:picChg>
        <pc:picChg chg="add del mod">
          <ac:chgData name="Chittaranjan Hens" userId="6fc03958433e8a43" providerId="LiveId" clId="{D4CFC1A1-7733-4FB9-9E77-B66CEA53A255}" dt="2023-02-07T18:59:04.762" v="1907" actId="478"/>
          <ac:picMkLst>
            <pc:docMk/>
            <pc:sldMk cId="3955102070" sldId="763"/>
            <ac:picMk id="3" creationId="{1333F8ED-9F24-19EE-A781-8048AE81BE90}"/>
          </ac:picMkLst>
        </pc:picChg>
        <pc:picChg chg="add mod ord">
          <ac:chgData name="Chittaranjan Hens" userId="6fc03958433e8a43" providerId="LiveId" clId="{D4CFC1A1-7733-4FB9-9E77-B66CEA53A255}" dt="2023-02-07T19:01:25.077" v="1948" actId="1076"/>
          <ac:picMkLst>
            <pc:docMk/>
            <pc:sldMk cId="3955102070" sldId="763"/>
            <ac:picMk id="5" creationId="{9080605C-83E0-AE3E-EA8E-701F18D1F53C}"/>
          </ac:picMkLst>
        </pc:picChg>
        <pc:picChg chg="add mod ord">
          <ac:chgData name="Chittaranjan Hens" userId="6fc03958433e8a43" providerId="LiveId" clId="{D4CFC1A1-7733-4FB9-9E77-B66CEA53A255}" dt="2023-02-07T19:01:21.799" v="1947" actId="1076"/>
          <ac:picMkLst>
            <pc:docMk/>
            <pc:sldMk cId="3955102070" sldId="763"/>
            <ac:picMk id="7" creationId="{942A744F-748F-B999-2ACC-248258C24144}"/>
          </ac:picMkLst>
        </pc:picChg>
      </pc:sldChg>
      <pc:sldChg chg="delSp add del setBg delDesignElem">
        <pc:chgData name="Chittaranjan Hens" userId="6fc03958433e8a43" providerId="LiveId" clId="{D4CFC1A1-7733-4FB9-9E77-B66CEA53A255}" dt="2023-02-07T18:57:00.121" v="1845" actId="47"/>
        <pc:sldMkLst>
          <pc:docMk/>
          <pc:sldMk cId="3857797847" sldId="764"/>
        </pc:sldMkLst>
        <pc:spChg chg="del">
          <ac:chgData name="Chittaranjan Hens" userId="6fc03958433e8a43" providerId="LiveId" clId="{D4CFC1A1-7733-4FB9-9E77-B66CEA53A255}" dt="2023-02-07T18:56:34.861" v="1844"/>
          <ac:spMkLst>
            <pc:docMk/>
            <pc:sldMk cId="3857797847" sldId="764"/>
            <ac:spMk id="34" creationId="{C0B27210-D0CA-4654-B3E3-9ABB4F178EA1}"/>
          </ac:spMkLst>
        </pc:spChg>
        <pc:spChg chg="del">
          <ac:chgData name="Chittaranjan Hens" userId="6fc03958433e8a43" providerId="LiveId" clId="{D4CFC1A1-7733-4FB9-9E77-B66CEA53A255}" dt="2023-02-07T18:56:34.861" v="1844"/>
          <ac:spMkLst>
            <pc:docMk/>
            <pc:sldMk cId="3857797847" sldId="764"/>
            <ac:spMk id="35" creationId="{1DB7C82F-AB7E-4F0C-B829-FA1B9C415180}"/>
          </ac:spMkLst>
        </pc:spChg>
        <pc:spChg chg="del">
          <ac:chgData name="Chittaranjan Hens" userId="6fc03958433e8a43" providerId="LiveId" clId="{D4CFC1A1-7733-4FB9-9E77-B66CEA53A255}" dt="2023-02-07T18:56:34.861" v="1844"/>
          <ac:spMkLst>
            <pc:docMk/>
            <pc:sldMk cId="3857797847" sldId="764"/>
            <ac:spMk id="36" creationId="{70B66945-4967-4040-926D-DCA44313CDAB}"/>
          </ac:spMkLst>
        </pc:spChg>
      </pc:sldChg>
      <pc:sldChg chg="addSp delSp modSp add mod modAnim">
        <pc:chgData name="Chittaranjan Hens" userId="6fc03958433e8a43" providerId="LiveId" clId="{D4CFC1A1-7733-4FB9-9E77-B66CEA53A255}" dt="2023-02-09T04:18:26.294" v="2362"/>
        <pc:sldMkLst>
          <pc:docMk/>
          <pc:sldMk cId="1300111645" sldId="776"/>
        </pc:sldMkLst>
        <pc:spChg chg="del mod">
          <ac:chgData name="Chittaranjan Hens" userId="6fc03958433e8a43" providerId="LiveId" clId="{D4CFC1A1-7733-4FB9-9E77-B66CEA53A255}" dt="2023-02-09T04:18:25.180" v="2361" actId="478"/>
          <ac:spMkLst>
            <pc:docMk/>
            <pc:sldMk cId="1300111645" sldId="776"/>
            <ac:spMk id="4" creationId="{F940E97A-9788-489C-B9EB-0F7B7B0A3391}"/>
          </ac:spMkLst>
        </pc:spChg>
        <pc:spChg chg="mod">
          <ac:chgData name="Chittaranjan Hens" userId="6fc03958433e8a43" providerId="LiveId" clId="{D4CFC1A1-7733-4FB9-9E77-B66CEA53A255}" dt="2023-02-07T19:02:57.977" v="1969" actId="2711"/>
          <ac:spMkLst>
            <pc:docMk/>
            <pc:sldMk cId="1300111645" sldId="776"/>
            <ac:spMk id="5" creationId="{C4E7F075-0029-4B78-B9B6-89F7A65D16D6}"/>
          </ac:spMkLst>
        </pc:spChg>
        <pc:spChg chg="del mod">
          <ac:chgData name="Chittaranjan Hens" userId="6fc03958433e8a43" providerId="LiveId" clId="{D4CFC1A1-7733-4FB9-9E77-B66CEA53A255}" dt="2023-02-09T04:18:25.180" v="2361" actId="478"/>
          <ac:spMkLst>
            <pc:docMk/>
            <pc:sldMk cId="1300111645" sldId="776"/>
            <ac:spMk id="6" creationId="{FBCB170F-A8F0-4171-B3DE-1E21FD510CBD}"/>
          </ac:spMkLst>
        </pc:spChg>
        <pc:spChg chg="add mod">
          <ac:chgData name="Chittaranjan Hens" userId="6fc03958433e8a43" providerId="LiveId" clId="{D4CFC1A1-7733-4FB9-9E77-B66CEA53A255}" dt="2023-02-09T04:18:26.294" v="2362"/>
          <ac:spMkLst>
            <pc:docMk/>
            <pc:sldMk cId="1300111645" sldId="776"/>
            <ac:spMk id="7" creationId="{EC926AAE-C56C-B0E8-799B-294133F7FC20}"/>
          </ac:spMkLst>
        </pc:spChg>
        <pc:spChg chg="mod">
          <ac:chgData name="Chittaranjan Hens" userId="6fc03958433e8a43" providerId="LiveId" clId="{D4CFC1A1-7733-4FB9-9E77-B66CEA53A255}" dt="2023-02-07T19:02:50.245" v="1968" actId="207"/>
          <ac:spMkLst>
            <pc:docMk/>
            <pc:sldMk cId="1300111645" sldId="776"/>
            <ac:spMk id="8" creationId="{533CD7F3-AF71-4AE0-B217-21A7FD5489E5}"/>
          </ac:spMkLst>
        </pc:spChg>
        <pc:spChg chg="mod">
          <ac:chgData name="Chittaranjan Hens" userId="6fc03958433e8a43" providerId="LiveId" clId="{D4CFC1A1-7733-4FB9-9E77-B66CEA53A255}" dt="2023-02-07T19:02:45.384" v="1967" actId="1076"/>
          <ac:spMkLst>
            <pc:docMk/>
            <pc:sldMk cId="1300111645" sldId="776"/>
            <ac:spMk id="9" creationId="{E03C2A06-A08F-473D-9078-7E3B118FACDA}"/>
          </ac:spMkLst>
        </pc:spChg>
        <pc:spChg chg="add mod">
          <ac:chgData name="Chittaranjan Hens" userId="6fc03958433e8a43" providerId="LiveId" clId="{D4CFC1A1-7733-4FB9-9E77-B66CEA53A255}" dt="2023-02-07T19:28:01.949" v="2111" actId="113"/>
          <ac:spMkLst>
            <pc:docMk/>
            <pc:sldMk cId="1300111645" sldId="776"/>
            <ac:spMk id="11" creationId="{90E77283-37FE-BEE7-0D17-7A8B5C56EC80}"/>
          </ac:spMkLst>
        </pc:spChg>
        <pc:spChg chg="add mod">
          <ac:chgData name="Chittaranjan Hens" userId="6fc03958433e8a43" providerId="LiveId" clId="{D4CFC1A1-7733-4FB9-9E77-B66CEA53A255}" dt="2023-02-09T04:18:26.294" v="2362"/>
          <ac:spMkLst>
            <pc:docMk/>
            <pc:sldMk cId="1300111645" sldId="776"/>
            <ac:spMk id="12" creationId="{1BCAB970-FF61-D429-694E-F01003B2D116}"/>
          </ac:spMkLst>
        </pc:spChg>
        <pc:spChg chg="del mod topLvl">
          <ac:chgData name="Chittaranjan Hens" userId="6fc03958433e8a43" providerId="LiveId" clId="{D4CFC1A1-7733-4FB9-9E77-B66CEA53A255}" dt="2023-02-07T19:02:21.563" v="1960" actId="478"/>
          <ac:spMkLst>
            <pc:docMk/>
            <pc:sldMk cId="1300111645" sldId="776"/>
            <ac:spMk id="13" creationId="{1B71BA13-83ED-42FD-989B-630550E924EE}"/>
          </ac:spMkLst>
        </pc:spChg>
        <pc:spChg chg="add mod">
          <ac:chgData name="Chittaranjan Hens" userId="6fc03958433e8a43" providerId="LiveId" clId="{D4CFC1A1-7733-4FB9-9E77-B66CEA53A255}" dt="2023-02-09T04:18:26.294" v="2362"/>
          <ac:spMkLst>
            <pc:docMk/>
            <pc:sldMk cId="1300111645" sldId="776"/>
            <ac:spMk id="13" creationId="{450D0357-9857-9A91-9194-F1A9C4BE7E3E}"/>
          </ac:spMkLst>
        </pc:spChg>
        <pc:spChg chg="del mod">
          <ac:chgData name="Chittaranjan Hens" userId="6fc03958433e8a43" providerId="LiveId" clId="{D4CFC1A1-7733-4FB9-9E77-B66CEA53A255}" dt="2023-02-09T04:18:25.180" v="2361" actId="478"/>
          <ac:spMkLst>
            <pc:docMk/>
            <pc:sldMk cId="1300111645" sldId="776"/>
            <ac:spMk id="15" creationId="{4B5D0B76-326B-48A0-85E3-97D2563E4C2A}"/>
          </ac:spMkLst>
        </pc:spChg>
        <pc:grpChg chg="del">
          <ac:chgData name="Chittaranjan Hens" userId="6fc03958433e8a43" providerId="LiveId" clId="{D4CFC1A1-7733-4FB9-9E77-B66CEA53A255}" dt="2023-02-07T18:57:24.740" v="1850" actId="478"/>
          <ac:grpSpMkLst>
            <pc:docMk/>
            <pc:sldMk cId="1300111645" sldId="776"/>
            <ac:grpSpMk id="12" creationId="{8291642F-F485-4158-BB76-5272112587A5}"/>
          </ac:grpSpMkLst>
        </pc:grpChg>
        <pc:picChg chg="add mod ord">
          <ac:chgData name="Chittaranjan Hens" userId="6fc03958433e8a43" providerId="LiveId" clId="{D4CFC1A1-7733-4FB9-9E77-B66CEA53A255}" dt="2023-02-07T19:27:55.905" v="2108" actId="1076"/>
          <ac:picMkLst>
            <pc:docMk/>
            <pc:sldMk cId="1300111645" sldId="776"/>
            <ac:picMk id="3" creationId="{65D346DF-3D53-987B-A7CA-BEA0A9C6909D}"/>
          </ac:picMkLst>
        </pc:picChg>
        <pc:picChg chg="del topLvl">
          <ac:chgData name="Chittaranjan Hens" userId="6fc03958433e8a43" providerId="LiveId" clId="{D4CFC1A1-7733-4FB9-9E77-B66CEA53A255}" dt="2023-02-07T18:57:24.740" v="1850" actId="478"/>
          <ac:picMkLst>
            <pc:docMk/>
            <pc:sldMk cId="1300111645" sldId="776"/>
            <ac:picMk id="14" creationId="{5A3BC64A-BCB5-4582-BBB4-E5C150EFB243}"/>
          </ac:picMkLst>
        </pc:picChg>
      </pc:sldChg>
      <pc:sldChg chg="addSp delSp modSp add mod">
        <pc:chgData name="Chittaranjan Hens" userId="6fc03958433e8a43" providerId="LiveId" clId="{D4CFC1A1-7733-4FB9-9E77-B66CEA53A255}" dt="2023-02-07T19:24:56.554" v="2062" actId="113"/>
        <pc:sldMkLst>
          <pc:docMk/>
          <pc:sldMk cId="1755473842" sldId="777"/>
        </pc:sldMkLst>
        <pc:spChg chg="mod">
          <ac:chgData name="Chittaranjan Hens" userId="6fc03958433e8a43" providerId="LiveId" clId="{D4CFC1A1-7733-4FB9-9E77-B66CEA53A255}" dt="2023-02-07T19:04:46.385" v="1980" actId="207"/>
          <ac:spMkLst>
            <pc:docMk/>
            <pc:sldMk cId="1755473842" sldId="777"/>
            <ac:spMk id="4" creationId="{F940E97A-9788-489C-B9EB-0F7B7B0A3391}"/>
          </ac:spMkLst>
        </pc:spChg>
        <pc:spChg chg="mod">
          <ac:chgData name="Chittaranjan Hens" userId="6fc03958433e8a43" providerId="LiveId" clId="{D4CFC1A1-7733-4FB9-9E77-B66CEA53A255}" dt="2023-02-07T19:04:54.002" v="1981" actId="207"/>
          <ac:spMkLst>
            <pc:docMk/>
            <pc:sldMk cId="1755473842" sldId="777"/>
            <ac:spMk id="5" creationId="{C4E7F075-0029-4B78-B9B6-89F7A65D16D6}"/>
          </ac:spMkLst>
        </pc:spChg>
        <pc:spChg chg="mod">
          <ac:chgData name="Chittaranjan Hens" userId="6fc03958433e8a43" providerId="LiveId" clId="{D4CFC1A1-7733-4FB9-9E77-B66CEA53A255}" dt="2023-02-07T19:05:49.524" v="2004" actId="1036"/>
          <ac:spMkLst>
            <pc:docMk/>
            <pc:sldMk cId="1755473842" sldId="777"/>
            <ac:spMk id="6" creationId="{FBCB170F-A8F0-4171-B3DE-1E21FD510CBD}"/>
          </ac:spMkLst>
        </pc:spChg>
        <pc:spChg chg="mod">
          <ac:chgData name="Chittaranjan Hens" userId="6fc03958433e8a43" providerId="LiveId" clId="{D4CFC1A1-7733-4FB9-9E77-B66CEA53A255}" dt="2023-02-07T19:04:46.385" v="1980" actId="207"/>
          <ac:spMkLst>
            <pc:docMk/>
            <pc:sldMk cId="1755473842" sldId="777"/>
            <ac:spMk id="8" creationId="{533CD7F3-AF71-4AE0-B217-21A7FD5489E5}"/>
          </ac:spMkLst>
        </pc:spChg>
        <pc:spChg chg="mod">
          <ac:chgData name="Chittaranjan Hens" userId="6fc03958433e8a43" providerId="LiveId" clId="{D4CFC1A1-7733-4FB9-9E77-B66CEA53A255}" dt="2023-02-07T19:05:39.333" v="2000" actId="1076"/>
          <ac:spMkLst>
            <pc:docMk/>
            <pc:sldMk cId="1755473842" sldId="777"/>
            <ac:spMk id="9" creationId="{E03C2A06-A08F-473D-9078-7E3B118FACDA}"/>
          </ac:spMkLst>
        </pc:spChg>
        <pc:spChg chg="mod">
          <ac:chgData name="Chittaranjan Hens" userId="6fc03958433e8a43" providerId="LiveId" clId="{D4CFC1A1-7733-4FB9-9E77-B66CEA53A255}" dt="2023-02-07T19:04:46.385" v="1980" actId="207"/>
          <ac:spMkLst>
            <pc:docMk/>
            <pc:sldMk cId="1755473842" sldId="777"/>
            <ac:spMk id="11" creationId="{0A69B190-09D8-4D22-AD7F-2F0C90436612}"/>
          </ac:spMkLst>
        </pc:spChg>
        <pc:spChg chg="del mod topLvl">
          <ac:chgData name="Chittaranjan Hens" userId="6fc03958433e8a43" providerId="LiveId" clId="{D4CFC1A1-7733-4FB9-9E77-B66CEA53A255}" dt="2023-02-07T19:05:07.834" v="1985" actId="478"/>
          <ac:spMkLst>
            <pc:docMk/>
            <pc:sldMk cId="1755473842" sldId="777"/>
            <ac:spMk id="13" creationId="{1B71BA13-83ED-42FD-989B-630550E924EE}"/>
          </ac:spMkLst>
        </pc:spChg>
        <pc:spChg chg="mod">
          <ac:chgData name="Chittaranjan Hens" userId="6fc03958433e8a43" providerId="LiveId" clId="{D4CFC1A1-7733-4FB9-9E77-B66CEA53A255}" dt="2023-02-07T19:05:53.991" v="2007" actId="1038"/>
          <ac:spMkLst>
            <pc:docMk/>
            <pc:sldMk cId="1755473842" sldId="777"/>
            <ac:spMk id="15" creationId="{4B5D0B76-326B-48A0-85E3-97D2563E4C2A}"/>
          </ac:spMkLst>
        </pc:spChg>
        <pc:spChg chg="mod">
          <ac:chgData name="Chittaranjan Hens" userId="6fc03958433e8a43" providerId="LiveId" clId="{D4CFC1A1-7733-4FB9-9E77-B66CEA53A255}" dt="2023-02-07T19:04:46.385" v="1980" actId="207"/>
          <ac:spMkLst>
            <pc:docMk/>
            <pc:sldMk cId="1755473842" sldId="777"/>
            <ac:spMk id="16" creationId="{46408978-89D7-4356-980F-D228625B8093}"/>
          </ac:spMkLst>
        </pc:spChg>
        <pc:spChg chg="add mod">
          <ac:chgData name="Chittaranjan Hens" userId="6fc03958433e8a43" providerId="LiveId" clId="{D4CFC1A1-7733-4FB9-9E77-B66CEA53A255}" dt="2023-02-07T19:24:56.554" v="2062" actId="113"/>
          <ac:spMkLst>
            <pc:docMk/>
            <pc:sldMk cId="1755473842" sldId="777"/>
            <ac:spMk id="17" creationId="{340BCF94-31CA-4CFC-4684-5D52FBABCBF4}"/>
          </ac:spMkLst>
        </pc:spChg>
        <pc:grpChg chg="del">
          <ac:chgData name="Chittaranjan Hens" userId="6fc03958433e8a43" providerId="LiveId" clId="{D4CFC1A1-7733-4FB9-9E77-B66CEA53A255}" dt="2023-02-07T19:05:07.834" v="1985" actId="478"/>
          <ac:grpSpMkLst>
            <pc:docMk/>
            <pc:sldMk cId="1755473842" sldId="777"/>
            <ac:grpSpMk id="12" creationId="{8291642F-F485-4158-BB76-5272112587A5}"/>
          </ac:grpSpMkLst>
        </pc:grpChg>
        <pc:picChg chg="add mod ord">
          <ac:chgData name="Chittaranjan Hens" userId="6fc03958433e8a43" providerId="LiveId" clId="{D4CFC1A1-7733-4FB9-9E77-B66CEA53A255}" dt="2023-02-07T19:04:32.442" v="1979" actId="167"/>
          <ac:picMkLst>
            <pc:docMk/>
            <pc:sldMk cId="1755473842" sldId="777"/>
            <ac:picMk id="3" creationId="{C55E291A-7D83-6063-B15C-3EEE24B56850}"/>
          </ac:picMkLst>
        </pc:picChg>
        <pc:picChg chg="del topLvl">
          <ac:chgData name="Chittaranjan Hens" userId="6fc03958433e8a43" providerId="LiveId" clId="{D4CFC1A1-7733-4FB9-9E77-B66CEA53A255}" dt="2023-02-07T19:05:09.553" v="1986" actId="478"/>
          <ac:picMkLst>
            <pc:docMk/>
            <pc:sldMk cId="1755473842" sldId="777"/>
            <ac:picMk id="14" creationId="{5A3BC64A-BCB5-4582-BBB4-E5C150EFB243}"/>
          </ac:picMkLst>
        </pc:picChg>
      </pc:sldChg>
      <pc:sldChg chg="delSp add mod">
        <pc:chgData name="Chittaranjan Hens" userId="6fc03958433e8a43" providerId="LiveId" clId="{D4CFC1A1-7733-4FB9-9E77-B66CEA53A255}" dt="2023-02-07T19:07:46.575" v="2016" actId="478"/>
        <pc:sldMkLst>
          <pc:docMk/>
          <pc:sldMk cId="3178960083" sldId="778"/>
        </pc:sldMkLst>
        <pc:picChg chg="del">
          <ac:chgData name="Chittaranjan Hens" userId="6fc03958433e8a43" providerId="LiveId" clId="{D4CFC1A1-7733-4FB9-9E77-B66CEA53A255}" dt="2023-02-07T19:07:46.575" v="2016" actId="478"/>
          <ac:picMkLst>
            <pc:docMk/>
            <pc:sldMk cId="3178960083" sldId="778"/>
            <ac:picMk id="10" creationId="{98FA6D2E-01D3-E31E-3024-DC22ED45F0F9}"/>
          </ac:picMkLst>
        </pc:picChg>
        <pc:picChg chg="del">
          <ac:chgData name="Chittaranjan Hens" userId="6fc03958433e8a43" providerId="LiveId" clId="{D4CFC1A1-7733-4FB9-9E77-B66CEA53A255}" dt="2023-02-07T19:07:46.575" v="2016" actId="478"/>
          <ac:picMkLst>
            <pc:docMk/>
            <pc:sldMk cId="3178960083" sldId="778"/>
            <ac:picMk id="14" creationId="{C68F1575-E38D-765D-77FF-6488618CE311}"/>
          </ac:picMkLst>
        </pc:picChg>
      </pc:sldChg>
      <pc:sldChg chg="addSp delSp modSp add del mod ord setBg delDesignElem">
        <pc:chgData name="Chittaranjan Hens" userId="6fc03958433e8a43" providerId="LiveId" clId="{D4CFC1A1-7733-4FB9-9E77-B66CEA53A255}" dt="2023-02-07T19:01:35.890" v="1950" actId="47"/>
        <pc:sldMkLst>
          <pc:docMk/>
          <pc:sldMk cId="3857797847" sldId="778"/>
        </pc:sldMkLst>
        <pc:spChg chg="mod">
          <ac:chgData name="Chittaranjan Hens" userId="6fc03958433e8a43" providerId="LiveId" clId="{D4CFC1A1-7733-4FB9-9E77-B66CEA53A255}" dt="2023-02-07T18:58:15.795" v="1905" actId="14100"/>
          <ac:spMkLst>
            <pc:docMk/>
            <pc:sldMk cId="3857797847" sldId="778"/>
            <ac:spMk id="6" creationId="{2C39BA5E-20C7-41A0-BB8E-4E9C5E0AC58C}"/>
          </ac:spMkLst>
        </pc:spChg>
        <pc:spChg chg="add del">
          <ac:chgData name="Chittaranjan Hens" userId="6fc03958433e8a43" providerId="LiveId" clId="{D4CFC1A1-7733-4FB9-9E77-B66CEA53A255}" dt="2023-02-07T18:57:07.703" v="1848"/>
          <ac:spMkLst>
            <pc:docMk/>
            <pc:sldMk cId="3857797847" sldId="778"/>
            <ac:spMk id="34" creationId="{C0B27210-D0CA-4654-B3E3-9ABB4F178EA1}"/>
          </ac:spMkLst>
        </pc:spChg>
        <pc:spChg chg="add del">
          <ac:chgData name="Chittaranjan Hens" userId="6fc03958433e8a43" providerId="LiveId" clId="{D4CFC1A1-7733-4FB9-9E77-B66CEA53A255}" dt="2023-02-07T18:57:07.703" v="1848"/>
          <ac:spMkLst>
            <pc:docMk/>
            <pc:sldMk cId="3857797847" sldId="778"/>
            <ac:spMk id="35" creationId="{1DB7C82F-AB7E-4F0C-B829-FA1B9C415180}"/>
          </ac:spMkLst>
        </pc:spChg>
        <pc:spChg chg="add del">
          <ac:chgData name="Chittaranjan Hens" userId="6fc03958433e8a43" providerId="LiveId" clId="{D4CFC1A1-7733-4FB9-9E77-B66CEA53A255}" dt="2023-02-07T18:57:07.703" v="1848"/>
          <ac:spMkLst>
            <pc:docMk/>
            <pc:sldMk cId="3857797847" sldId="778"/>
            <ac:spMk id="36" creationId="{70B66945-4967-4040-926D-DCA44313CDAB}"/>
          </ac:spMkLst>
        </pc:spChg>
        <pc:picChg chg="del mod">
          <ac:chgData name="Chittaranjan Hens" userId="6fc03958433e8a43" providerId="LiveId" clId="{D4CFC1A1-7733-4FB9-9E77-B66CEA53A255}" dt="2023-02-07T18:57:38.577" v="1854" actId="478"/>
          <ac:picMkLst>
            <pc:docMk/>
            <pc:sldMk cId="3857797847" sldId="778"/>
            <ac:picMk id="7" creationId="{9B47E8B4-0C52-4BEA-A696-6F494AA1778C}"/>
          </ac:picMkLst>
        </pc:picChg>
        <pc:picChg chg="del mod">
          <ac:chgData name="Chittaranjan Hens" userId="6fc03958433e8a43" providerId="LiveId" clId="{D4CFC1A1-7733-4FB9-9E77-B66CEA53A255}" dt="2023-02-07T18:57:38.577" v="1854" actId="478"/>
          <ac:picMkLst>
            <pc:docMk/>
            <pc:sldMk cId="3857797847" sldId="778"/>
            <ac:picMk id="9" creationId="{D5AF6912-1F84-4FD5-A031-C33F341D7F12}"/>
          </ac:picMkLst>
        </pc:picChg>
      </pc:sldChg>
      <pc:sldChg chg="add del">
        <pc:chgData name="Chittaranjan Hens" userId="6fc03958433e8a43" providerId="LiveId" clId="{D4CFC1A1-7733-4FB9-9E77-B66CEA53A255}" dt="2023-02-07T19:07:20.788" v="2014"/>
        <pc:sldMkLst>
          <pc:docMk/>
          <pc:sldMk cId="791861254" sldId="779"/>
        </pc:sldMkLst>
      </pc:sldChg>
      <pc:sldChg chg="modSp add mod">
        <pc:chgData name="Chittaranjan Hens" userId="6fc03958433e8a43" providerId="LiveId" clId="{D4CFC1A1-7733-4FB9-9E77-B66CEA53A255}" dt="2023-02-07T19:08:30.736" v="2018" actId="207"/>
        <pc:sldMkLst>
          <pc:docMk/>
          <pc:sldMk cId="1320734021" sldId="779"/>
        </pc:sldMkLst>
        <pc:picChg chg="mod">
          <ac:chgData name="Chittaranjan Hens" userId="6fc03958433e8a43" providerId="LiveId" clId="{D4CFC1A1-7733-4FB9-9E77-B66CEA53A255}" dt="2023-02-07T19:08:30.736" v="2018" actId="207"/>
          <ac:picMkLst>
            <pc:docMk/>
            <pc:sldMk cId="1320734021" sldId="779"/>
            <ac:picMk id="14" creationId="{C68F1575-E38D-765D-77FF-6488618CE311}"/>
          </ac:picMkLst>
        </pc:picChg>
      </pc:sldChg>
      <pc:sldChg chg="addSp delSp modSp add mod delAnim modAnim">
        <pc:chgData name="Chittaranjan Hens" userId="6fc03958433e8a43" providerId="LiveId" clId="{D4CFC1A1-7733-4FB9-9E77-B66CEA53A255}" dt="2023-02-09T04:18:13.915" v="2360" actId="20577"/>
        <pc:sldMkLst>
          <pc:docMk/>
          <pc:sldMk cId="1208977773" sldId="780"/>
        </pc:sldMkLst>
        <pc:spChg chg="mod">
          <ac:chgData name="Chittaranjan Hens" userId="6fc03958433e8a43" providerId="LiveId" clId="{D4CFC1A1-7733-4FB9-9E77-B66CEA53A255}" dt="2023-02-09T04:18:13.915" v="2360" actId="20577"/>
          <ac:spMkLst>
            <pc:docMk/>
            <pc:sldMk cId="1208977773" sldId="780"/>
            <ac:spMk id="4" creationId="{F940E97A-9788-489C-B9EB-0F7B7B0A3391}"/>
          </ac:spMkLst>
        </pc:spChg>
        <pc:spChg chg="mod">
          <ac:chgData name="Chittaranjan Hens" userId="6fc03958433e8a43" providerId="LiveId" clId="{D4CFC1A1-7733-4FB9-9E77-B66CEA53A255}" dt="2023-02-09T04:18:11.808" v="2359" actId="20577"/>
          <ac:spMkLst>
            <pc:docMk/>
            <pc:sldMk cId="1208977773" sldId="780"/>
            <ac:spMk id="6" creationId="{FBCB170F-A8F0-4171-B3DE-1E21FD510CBD}"/>
          </ac:spMkLst>
        </pc:spChg>
        <pc:spChg chg="add mod">
          <ac:chgData name="Chittaranjan Hens" userId="6fc03958433e8a43" providerId="LiveId" clId="{D4CFC1A1-7733-4FB9-9E77-B66CEA53A255}" dt="2023-02-07T19:12:43.097" v="2038" actId="1076"/>
          <ac:spMkLst>
            <pc:docMk/>
            <pc:sldMk cId="1208977773" sldId="780"/>
            <ac:spMk id="7" creationId="{7EB09ED0-812B-CBB9-8AC1-EFB549A070CE}"/>
          </ac:spMkLst>
        </pc:spChg>
        <pc:spChg chg="del">
          <ac:chgData name="Chittaranjan Hens" userId="6fc03958433e8a43" providerId="LiveId" clId="{D4CFC1A1-7733-4FB9-9E77-B66CEA53A255}" dt="2023-02-07T19:10:37.673" v="2023" actId="478"/>
          <ac:spMkLst>
            <pc:docMk/>
            <pc:sldMk cId="1208977773" sldId="780"/>
            <ac:spMk id="8" creationId="{533CD7F3-AF71-4AE0-B217-21A7FD5489E5}"/>
          </ac:spMkLst>
        </pc:spChg>
        <pc:spChg chg="mod">
          <ac:chgData name="Chittaranjan Hens" userId="6fc03958433e8a43" providerId="LiveId" clId="{D4CFC1A1-7733-4FB9-9E77-B66CEA53A255}" dt="2023-02-07T19:25:09.450" v="2065" actId="113"/>
          <ac:spMkLst>
            <pc:docMk/>
            <pc:sldMk cId="1208977773" sldId="780"/>
            <ac:spMk id="11" creationId="{90E77283-37FE-BEE7-0D17-7A8B5C56EC80}"/>
          </ac:spMkLst>
        </pc:spChg>
        <pc:spChg chg="add mod">
          <ac:chgData name="Chittaranjan Hens" userId="6fc03958433e8a43" providerId="LiveId" clId="{D4CFC1A1-7733-4FB9-9E77-B66CEA53A255}" dt="2023-02-07T19:15:57.003" v="2055" actId="207"/>
          <ac:spMkLst>
            <pc:docMk/>
            <pc:sldMk cId="1208977773" sldId="780"/>
            <ac:spMk id="12" creationId="{C81839F0-5A0B-5B84-1EF9-AFBFD1FF54E4}"/>
          </ac:spMkLst>
        </pc:spChg>
        <pc:spChg chg="add mod">
          <ac:chgData name="Chittaranjan Hens" userId="6fc03958433e8a43" providerId="LiveId" clId="{D4CFC1A1-7733-4FB9-9E77-B66CEA53A255}" dt="2023-02-07T19:25:40.780" v="2087" actId="27636"/>
          <ac:spMkLst>
            <pc:docMk/>
            <pc:sldMk cId="1208977773" sldId="780"/>
            <ac:spMk id="14" creationId="{DB3ECC9F-1F82-DB4E-09F2-6620CAA52E69}"/>
          </ac:spMkLst>
        </pc:spChg>
        <pc:spChg chg="mod">
          <ac:chgData name="Chittaranjan Hens" userId="6fc03958433e8a43" providerId="LiveId" clId="{D4CFC1A1-7733-4FB9-9E77-B66CEA53A255}" dt="2023-02-09T04:17:45.896" v="2355" actId="20577"/>
          <ac:spMkLst>
            <pc:docMk/>
            <pc:sldMk cId="1208977773" sldId="780"/>
            <ac:spMk id="15" creationId="{4B5D0B76-326B-48A0-85E3-97D2563E4C2A}"/>
          </ac:spMkLst>
        </pc:spChg>
        <pc:spChg chg="add mod">
          <ac:chgData name="Chittaranjan Hens" userId="6fc03958433e8a43" providerId="LiveId" clId="{D4CFC1A1-7733-4FB9-9E77-B66CEA53A255}" dt="2023-02-07T19:14:48.881" v="2051" actId="1076"/>
          <ac:spMkLst>
            <pc:docMk/>
            <pc:sldMk cId="1208977773" sldId="780"/>
            <ac:spMk id="17" creationId="{CFA6D0D6-2D9C-F59D-D70A-208E880A9269}"/>
          </ac:spMkLst>
        </pc:spChg>
        <pc:spChg chg="mod">
          <ac:chgData name="Chittaranjan Hens" userId="6fc03958433e8a43" providerId="LiveId" clId="{D4CFC1A1-7733-4FB9-9E77-B66CEA53A255}" dt="2023-02-07T19:12:59.883" v="2039" actId="207"/>
          <ac:spMkLst>
            <pc:docMk/>
            <pc:sldMk cId="1208977773" sldId="780"/>
            <ac:spMk id="18" creationId="{60A5B3B0-6E44-CC23-8506-5B322373D9D5}"/>
          </ac:spMkLst>
        </pc:spChg>
        <pc:spChg chg="add mod">
          <ac:chgData name="Chittaranjan Hens" userId="6fc03958433e8a43" providerId="LiveId" clId="{D4CFC1A1-7733-4FB9-9E77-B66CEA53A255}" dt="2023-02-07T19:12:36.797" v="2037" actId="1076"/>
          <ac:spMkLst>
            <pc:docMk/>
            <pc:sldMk cId="1208977773" sldId="780"/>
            <ac:spMk id="19" creationId="{7DD45D80-4ABA-DE5C-DC19-42D99031ED0B}"/>
          </ac:spMkLst>
        </pc:spChg>
        <pc:spChg chg="add mod">
          <ac:chgData name="Chittaranjan Hens" userId="6fc03958433e8a43" providerId="LiveId" clId="{D4CFC1A1-7733-4FB9-9E77-B66CEA53A255}" dt="2023-02-07T19:25:50.575" v="2107" actId="27636"/>
          <ac:spMkLst>
            <pc:docMk/>
            <pc:sldMk cId="1208977773" sldId="780"/>
            <ac:spMk id="28" creationId="{C12DE65D-A805-CDA8-89F3-C61A2BDD3F9B}"/>
          </ac:spMkLst>
        </pc:spChg>
        <pc:spChg chg="mod">
          <ac:chgData name="Chittaranjan Hens" userId="6fc03958433e8a43" providerId="LiveId" clId="{D4CFC1A1-7733-4FB9-9E77-B66CEA53A255}" dt="2023-02-07T19:14:21.247" v="2048"/>
          <ac:spMkLst>
            <pc:docMk/>
            <pc:sldMk cId="1208977773" sldId="780"/>
            <ac:spMk id="30" creationId="{5A9EBE2B-D0A4-D4D7-CE15-0FD2B5CC02DF}"/>
          </ac:spMkLst>
        </pc:spChg>
        <pc:spChg chg="add mod">
          <ac:chgData name="Chittaranjan Hens" userId="6fc03958433e8a43" providerId="LiveId" clId="{D4CFC1A1-7733-4FB9-9E77-B66CEA53A255}" dt="2023-02-07T19:25:45.750" v="2097" actId="27636"/>
          <ac:spMkLst>
            <pc:docMk/>
            <pc:sldMk cId="1208977773" sldId="780"/>
            <ac:spMk id="31" creationId="{F7A2D8AD-3800-08DC-597E-98B567A129E0}"/>
          </ac:spMkLst>
        </pc:spChg>
        <pc:spChg chg="add mod">
          <ac:chgData name="Chittaranjan Hens" userId="6fc03958433e8a43" providerId="LiveId" clId="{D4CFC1A1-7733-4FB9-9E77-B66CEA53A255}" dt="2023-02-07T19:25:33.847" v="2077" actId="20577"/>
          <ac:spMkLst>
            <pc:docMk/>
            <pc:sldMk cId="1208977773" sldId="780"/>
            <ac:spMk id="36" creationId="{A92DA810-DA38-DCFD-D540-A7918E998237}"/>
          </ac:spMkLst>
        </pc:spChg>
        <pc:spChg chg="add mod">
          <ac:chgData name="Chittaranjan Hens" userId="6fc03958433e8a43" providerId="LiveId" clId="{D4CFC1A1-7733-4FB9-9E77-B66CEA53A255}" dt="2023-02-07T19:25:16.581" v="2066" actId="207"/>
          <ac:spMkLst>
            <pc:docMk/>
            <pc:sldMk cId="1208977773" sldId="780"/>
            <ac:spMk id="37" creationId="{B3158CB0-A947-C153-47AF-1349830CB590}"/>
          </ac:spMkLst>
        </pc:spChg>
        <pc:grpChg chg="add mod">
          <ac:chgData name="Chittaranjan Hens" userId="6fc03958433e8a43" providerId="LiveId" clId="{D4CFC1A1-7733-4FB9-9E77-B66CEA53A255}" dt="2023-02-07T19:14:39.973" v="2050" actId="1076"/>
          <ac:grpSpMkLst>
            <pc:docMk/>
            <pc:sldMk cId="1208977773" sldId="780"/>
            <ac:grpSpMk id="13" creationId="{40C4FDBF-83C5-C003-203C-515A1A9201A4}"/>
          </ac:grpSpMkLst>
        </pc:grpChg>
        <pc:grpChg chg="add mod">
          <ac:chgData name="Chittaranjan Hens" userId="6fc03958433e8a43" providerId="LiveId" clId="{D4CFC1A1-7733-4FB9-9E77-B66CEA53A255}" dt="2023-02-07T19:14:21.247" v="2048"/>
          <ac:grpSpMkLst>
            <pc:docMk/>
            <pc:sldMk cId="1208977773" sldId="780"/>
            <ac:grpSpMk id="29" creationId="{7832389C-E02C-C1AC-70C4-8B20F365691A}"/>
          </ac:grpSpMkLst>
        </pc:grpChg>
        <pc:graphicFrameChg chg="add del mod replId">
          <ac:chgData name="Chittaranjan Hens" userId="6fc03958433e8a43" providerId="LiveId" clId="{D4CFC1A1-7733-4FB9-9E77-B66CEA53A255}" dt="2023-02-07T19:12:18.913" v="2033"/>
          <ac:graphicFrameMkLst>
            <pc:docMk/>
            <pc:sldMk cId="1208977773" sldId="780"/>
            <ac:graphicFrameMk id="20" creationId="{7EB09ED0-812B-CBB9-8AC1-EFB549A070CE}"/>
          </ac:graphicFrameMkLst>
        </pc:graphicFrameChg>
        <pc:graphicFrameChg chg="del mod replId">
          <ac:chgData name="Chittaranjan Hens" userId="6fc03958433e8a43" providerId="LiveId" clId="{D4CFC1A1-7733-4FB9-9E77-B66CEA53A255}" dt="2023-02-07T19:12:18.913" v="2033"/>
          <ac:graphicFrameMkLst>
            <pc:docMk/>
            <pc:sldMk cId="1208977773" sldId="780"/>
            <ac:graphicFrameMk id="22" creationId="{DB3ECC9F-1F82-DB4E-09F2-6620CAA52E69}"/>
          </ac:graphicFrameMkLst>
        </pc:graphicFrameChg>
        <pc:graphicFrameChg chg="del mod replId">
          <ac:chgData name="Chittaranjan Hens" userId="6fc03958433e8a43" providerId="LiveId" clId="{D4CFC1A1-7733-4FB9-9E77-B66CEA53A255}" dt="2023-02-07T19:12:18.913" v="2033"/>
          <ac:graphicFrameMkLst>
            <pc:docMk/>
            <pc:sldMk cId="1208977773" sldId="780"/>
            <ac:graphicFrameMk id="24" creationId="{CFA6D0D6-2D9C-F59D-D70A-208E880A9269}"/>
          </ac:graphicFrameMkLst>
        </pc:graphicFrameChg>
        <pc:graphicFrameChg chg="add del mod replId">
          <ac:chgData name="Chittaranjan Hens" userId="6fc03958433e8a43" providerId="LiveId" clId="{D4CFC1A1-7733-4FB9-9E77-B66CEA53A255}" dt="2023-02-07T19:12:18.913" v="2033"/>
          <ac:graphicFrameMkLst>
            <pc:docMk/>
            <pc:sldMk cId="1208977773" sldId="780"/>
            <ac:graphicFrameMk id="26" creationId="{7DD45D80-4ABA-DE5C-DC19-42D99031ED0B}"/>
          </ac:graphicFrameMkLst>
        </pc:graphicFrameChg>
        <pc:graphicFrameChg chg="add del mod replId">
          <ac:chgData name="Chittaranjan Hens" userId="6fc03958433e8a43" providerId="LiveId" clId="{D4CFC1A1-7733-4FB9-9E77-B66CEA53A255}" dt="2023-02-07T19:14:21.247" v="2048"/>
          <ac:graphicFrameMkLst>
            <pc:docMk/>
            <pc:sldMk cId="1208977773" sldId="780"/>
            <ac:graphicFrameMk id="32" creationId="{C12DE65D-A805-CDA8-89F3-C61A2BDD3F9B}"/>
          </ac:graphicFrameMkLst>
        </pc:graphicFrameChg>
        <pc:graphicFrameChg chg="del mod replId">
          <ac:chgData name="Chittaranjan Hens" userId="6fc03958433e8a43" providerId="LiveId" clId="{D4CFC1A1-7733-4FB9-9E77-B66CEA53A255}" dt="2023-02-07T19:14:21.247" v="2048"/>
          <ac:graphicFrameMkLst>
            <pc:docMk/>
            <pc:sldMk cId="1208977773" sldId="780"/>
            <ac:graphicFrameMk id="34" creationId="{F7A2D8AD-3800-08DC-597E-98B567A129E0}"/>
          </ac:graphicFrameMkLst>
        </pc:graphicFrameChg>
        <pc:graphicFrameChg chg="add mod">
          <ac:chgData name="Chittaranjan Hens" userId="6fc03958433e8a43" providerId="LiveId" clId="{D4CFC1A1-7733-4FB9-9E77-B66CEA53A255}" dt="2023-02-08T19:40:34.399" v="2133" actId="207"/>
          <ac:graphicFrameMkLst>
            <pc:docMk/>
            <pc:sldMk cId="1208977773" sldId="780"/>
            <ac:graphicFrameMk id="38" creationId="{9271DA47-22C6-A1AA-6422-E7467D728925}"/>
          </ac:graphicFrameMkLst>
        </pc:graphicFrameChg>
        <pc:picChg chg="del">
          <ac:chgData name="Chittaranjan Hens" userId="6fc03958433e8a43" providerId="LiveId" clId="{D4CFC1A1-7733-4FB9-9E77-B66CEA53A255}" dt="2023-02-07T19:10:34.826" v="2022" actId="478"/>
          <ac:picMkLst>
            <pc:docMk/>
            <pc:sldMk cId="1208977773" sldId="780"/>
            <ac:picMk id="16" creationId="{E4A69763-BA8B-41A5-8FFE-0796FFAB0745}"/>
          </ac:picMkLst>
        </pc:picChg>
      </pc:sldChg>
      <pc:sldChg chg="addSp delSp modSp add mod ord delAnim modAnim">
        <pc:chgData name="Chittaranjan Hens" userId="6fc03958433e8a43" providerId="LiveId" clId="{D4CFC1A1-7733-4FB9-9E77-B66CEA53A255}" dt="2023-02-09T04:18:46.426" v="2368"/>
        <pc:sldMkLst>
          <pc:docMk/>
          <pc:sldMk cId="1592827055" sldId="781"/>
        </pc:sldMkLst>
        <pc:spChg chg="del">
          <ac:chgData name="Chittaranjan Hens" userId="6fc03958433e8a43" providerId="LiveId" clId="{D4CFC1A1-7733-4FB9-9E77-B66CEA53A255}" dt="2023-02-09T04:18:34.454" v="2363" actId="478"/>
          <ac:spMkLst>
            <pc:docMk/>
            <pc:sldMk cId="1592827055" sldId="781"/>
            <ac:spMk id="4" creationId="{F940E97A-9788-489C-B9EB-0F7B7B0A3391}"/>
          </ac:spMkLst>
        </pc:spChg>
        <pc:spChg chg="del">
          <ac:chgData name="Chittaranjan Hens" userId="6fc03958433e8a43" providerId="LiveId" clId="{D4CFC1A1-7733-4FB9-9E77-B66CEA53A255}" dt="2023-02-09T04:18:34.454" v="2363" actId="478"/>
          <ac:spMkLst>
            <pc:docMk/>
            <pc:sldMk cId="1592827055" sldId="781"/>
            <ac:spMk id="6" creationId="{FBCB170F-A8F0-4171-B3DE-1E21FD510CBD}"/>
          </ac:spMkLst>
        </pc:spChg>
        <pc:spChg chg="add mod">
          <ac:chgData name="Chittaranjan Hens" userId="6fc03958433e8a43" providerId="LiveId" clId="{D4CFC1A1-7733-4FB9-9E77-B66CEA53A255}" dt="2023-02-09T04:18:35.498" v="2364"/>
          <ac:spMkLst>
            <pc:docMk/>
            <pc:sldMk cId="1592827055" sldId="781"/>
            <ac:spMk id="7" creationId="{498C8D8D-EE1A-3FCA-5A74-4C965846BD55}"/>
          </ac:spMkLst>
        </pc:spChg>
        <pc:spChg chg="del">
          <ac:chgData name="Chittaranjan Hens" userId="6fc03958433e8a43" providerId="LiveId" clId="{D4CFC1A1-7733-4FB9-9E77-B66CEA53A255}" dt="2023-02-08T19:40:09.214" v="2130" actId="478"/>
          <ac:spMkLst>
            <pc:docMk/>
            <pc:sldMk cId="1592827055" sldId="781"/>
            <ac:spMk id="8" creationId="{533CD7F3-AF71-4AE0-B217-21A7FD5489E5}"/>
          </ac:spMkLst>
        </pc:spChg>
        <pc:spChg chg="add mod">
          <ac:chgData name="Chittaranjan Hens" userId="6fc03958433e8a43" providerId="LiveId" clId="{D4CFC1A1-7733-4FB9-9E77-B66CEA53A255}" dt="2023-02-09T04:18:35.498" v="2364"/>
          <ac:spMkLst>
            <pc:docMk/>
            <pc:sldMk cId="1592827055" sldId="781"/>
            <ac:spMk id="8" creationId="{D1C32A81-5EDD-BD50-55CA-DEA1AA402C24}"/>
          </ac:spMkLst>
        </pc:spChg>
        <pc:spChg chg="add mod">
          <ac:chgData name="Chittaranjan Hens" userId="6fc03958433e8a43" providerId="LiveId" clId="{D4CFC1A1-7733-4FB9-9E77-B66CEA53A255}" dt="2023-02-09T04:18:35.498" v="2364"/>
          <ac:spMkLst>
            <pc:docMk/>
            <pc:sldMk cId="1592827055" sldId="781"/>
            <ac:spMk id="12" creationId="{4727C885-41EA-F730-BB32-C7A0F36EC298}"/>
          </ac:spMkLst>
        </pc:spChg>
        <pc:spChg chg="del">
          <ac:chgData name="Chittaranjan Hens" userId="6fc03958433e8a43" providerId="LiveId" clId="{D4CFC1A1-7733-4FB9-9E77-B66CEA53A255}" dt="2023-02-09T04:18:34.454" v="2363" actId="478"/>
          <ac:spMkLst>
            <pc:docMk/>
            <pc:sldMk cId="1592827055" sldId="781"/>
            <ac:spMk id="15" creationId="{4B5D0B76-326B-48A0-85E3-97D2563E4C2A}"/>
          </ac:spMkLst>
        </pc:spChg>
        <pc:picChg chg="mod">
          <ac:chgData name="Chittaranjan Hens" userId="6fc03958433e8a43" providerId="LiveId" clId="{D4CFC1A1-7733-4FB9-9E77-B66CEA53A255}" dt="2023-02-09T04:18:37.081" v="2365" actId="1076"/>
          <ac:picMkLst>
            <pc:docMk/>
            <pc:sldMk cId="1592827055" sldId="781"/>
            <ac:picMk id="3" creationId="{65D346DF-3D53-987B-A7CA-BEA0A9C6909D}"/>
          </ac:picMkLst>
        </pc:picChg>
        <pc:picChg chg="del mod">
          <ac:chgData name="Chittaranjan Hens" userId="6fc03958433e8a43" providerId="LiveId" clId="{D4CFC1A1-7733-4FB9-9E77-B66CEA53A255}" dt="2023-02-08T19:40:06.580" v="2129" actId="478"/>
          <ac:picMkLst>
            <pc:docMk/>
            <pc:sldMk cId="1592827055" sldId="781"/>
            <ac:picMk id="16" creationId="{E4A69763-BA8B-41A5-8FFE-0796FFAB0745}"/>
          </ac:picMkLst>
        </pc:picChg>
      </pc:sldChg>
      <pc:sldChg chg="addSp delSp modSp add mod">
        <pc:chgData name="Chittaranjan Hens" userId="6fc03958433e8a43" providerId="LiveId" clId="{D4CFC1A1-7733-4FB9-9E77-B66CEA53A255}" dt="2023-02-08T20:08:37.465" v="2164" actId="1076"/>
        <pc:sldMkLst>
          <pc:docMk/>
          <pc:sldMk cId="1309628482" sldId="782"/>
        </pc:sldMkLst>
        <pc:spChg chg="add mod">
          <ac:chgData name="Chittaranjan Hens" userId="6fc03958433e8a43" providerId="LiveId" clId="{D4CFC1A1-7733-4FB9-9E77-B66CEA53A255}" dt="2023-02-08T20:08:30.145" v="2161"/>
          <ac:spMkLst>
            <pc:docMk/>
            <pc:sldMk cId="1309628482" sldId="782"/>
            <ac:spMk id="5" creationId="{38528B5F-CF25-F516-EDDF-E2767179124B}"/>
          </ac:spMkLst>
        </pc:spChg>
        <pc:spChg chg="del mod">
          <ac:chgData name="Chittaranjan Hens" userId="6fc03958433e8a43" providerId="LiveId" clId="{D4CFC1A1-7733-4FB9-9E77-B66CEA53A255}" dt="2023-02-08T20:07:51.413" v="2152" actId="478"/>
          <ac:spMkLst>
            <pc:docMk/>
            <pc:sldMk cId="1309628482" sldId="782"/>
            <ac:spMk id="5122" creationId="{8D317AE1-DF06-5347-CB6A-3C0AF77DE589}"/>
          </ac:spMkLst>
        </pc:spChg>
        <pc:picChg chg="add mod">
          <ac:chgData name="Chittaranjan Hens" userId="6fc03958433e8a43" providerId="LiveId" clId="{D4CFC1A1-7733-4FB9-9E77-B66CEA53A255}" dt="2023-02-08T20:08:37.465" v="2164" actId="1076"/>
          <ac:picMkLst>
            <pc:docMk/>
            <pc:sldMk cId="1309628482" sldId="782"/>
            <ac:picMk id="4" creationId="{14AA4CFC-556E-212F-B9C0-C74EF1F853AE}"/>
          </ac:picMkLst>
        </pc:picChg>
        <pc:picChg chg="del">
          <ac:chgData name="Chittaranjan Hens" userId="6fc03958433e8a43" providerId="LiveId" clId="{D4CFC1A1-7733-4FB9-9E77-B66CEA53A255}" dt="2023-02-08T20:07:43.926" v="2150" actId="478"/>
          <ac:picMkLst>
            <pc:docMk/>
            <pc:sldMk cId="1309628482" sldId="782"/>
            <ac:picMk id="5123" creationId="{12EA6230-BDD1-1896-29BF-21FD8AAB4EDC}"/>
          </ac:picMkLst>
        </pc:picChg>
      </pc:sldChg>
      <pc:sldChg chg="addSp modSp add mod">
        <pc:chgData name="Chittaranjan Hens" userId="6fc03958433e8a43" providerId="LiveId" clId="{D4CFC1A1-7733-4FB9-9E77-B66CEA53A255}" dt="2023-02-08T20:09:45.725" v="2174" actId="14100"/>
        <pc:sldMkLst>
          <pc:docMk/>
          <pc:sldMk cId="3410200856" sldId="783"/>
        </pc:sldMkLst>
        <pc:picChg chg="add mod">
          <ac:chgData name="Chittaranjan Hens" userId="6fc03958433e8a43" providerId="LiveId" clId="{D4CFC1A1-7733-4FB9-9E77-B66CEA53A255}" dt="2023-02-08T20:09:20.498" v="2170" actId="14100"/>
          <ac:picMkLst>
            <pc:docMk/>
            <pc:sldMk cId="3410200856" sldId="783"/>
            <ac:picMk id="6" creationId="{38DCE489-DDE4-F607-070F-BDACDDAAE447}"/>
          </ac:picMkLst>
        </pc:picChg>
        <pc:picChg chg="add mod">
          <ac:chgData name="Chittaranjan Hens" userId="6fc03958433e8a43" providerId="LiveId" clId="{D4CFC1A1-7733-4FB9-9E77-B66CEA53A255}" dt="2023-02-08T20:09:45.725" v="2174" actId="14100"/>
          <ac:picMkLst>
            <pc:docMk/>
            <pc:sldMk cId="3410200856" sldId="783"/>
            <ac:picMk id="8" creationId="{A35885E9-8CBD-4D3B-0A81-D9BDCE5FF4B6}"/>
          </ac:picMkLst>
        </pc:picChg>
      </pc:sldChg>
      <pc:sldChg chg="add del">
        <pc:chgData name="Chittaranjan Hens" userId="6fc03958433e8a43" providerId="LiveId" clId="{D4CFC1A1-7733-4FB9-9E77-B66CEA53A255}" dt="2023-02-08T20:07:54.028" v="2154"/>
        <pc:sldMkLst>
          <pc:docMk/>
          <pc:sldMk cId="3441471290" sldId="783"/>
        </pc:sldMkLst>
      </pc:sldChg>
      <pc:sldChg chg="addSp modSp add mod">
        <pc:chgData name="Chittaranjan Hens" userId="6fc03958433e8a43" providerId="LiveId" clId="{D4CFC1A1-7733-4FB9-9E77-B66CEA53A255}" dt="2023-02-08T20:11:02.487" v="2179" actId="14100"/>
        <pc:sldMkLst>
          <pc:docMk/>
          <pc:sldMk cId="2738929179" sldId="784"/>
        </pc:sldMkLst>
        <pc:picChg chg="add mod">
          <ac:chgData name="Chittaranjan Hens" userId="6fc03958433e8a43" providerId="LiveId" clId="{D4CFC1A1-7733-4FB9-9E77-B66CEA53A255}" dt="2023-02-08T20:11:02.487" v="2179" actId="14100"/>
          <ac:picMkLst>
            <pc:docMk/>
            <pc:sldMk cId="2738929179" sldId="784"/>
            <ac:picMk id="7" creationId="{76B3A3A9-187A-30AC-DC4C-E6653751B47F}"/>
          </ac:picMkLst>
        </pc:picChg>
      </pc:sldChg>
      <pc:sldChg chg="addSp delSp modSp add mod">
        <pc:chgData name="Chittaranjan Hens" userId="6fc03958433e8a43" providerId="LiveId" clId="{D4CFC1A1-7733-4FB9-9E77-B66CEA53A255}" dt="2023-02-08T20:16:43.115" v="2197" actId="20577"/>
        <pc:sldMkLst>
          <pc:docMk/>
          <pc:sldMk cId="2468206670" sldId="785"/>
        </pc:sldMkLst>
        <pc:graphicFrameChg chg="add mod modGraphic">
          <ac:chgData name="Chittaranjan Hens" userId="6fc03958433e8a43" providerId="LiveId" clId="{D4CFC1A1-7733-4FB9-9E77-B66CEA53A255}" dt="2023-02-08T20:16:43.115" v="2197" actId="20577"/>
          <ac:graphicFrameMkLst>
            <pc:docMk/>
            <pc:sldMk cId="2468206670" sldId="785"/>
            <ac:graphicFrameMk id="10" creationId="{CE06109F-C91E-E347-52AB-07B51C55F280}"/>
          </ac:graphicFrameMkLst>
        </pc:graphicFrameChg>
        <pc:picChg chg="del">
          <ac:chgData name="Chittaranjan Hens" userId="6fc03958433e8a43" providerId="LiveId" clId="{D4CFC1A1-7733-4FB9-9E77-B66CEA53A255}" dt="2023-02-08T20:12:03.665" v="2181" actId="478"/>
          <ac:picMkLst>
            <pc:docMk/>
            <pc:sldMk cId="2468206670" sldId="785"/>
            <ac:picMk id="4" creationId="{14AA4CFC-556E-212F-B9C0-C74EF1F853AE}"/>
          </ac:picMkLst>
        </pc:picChg>
        <pc:picChg chg="del">
          <ac:chgData name="Chittaranjan Hens" userId="6fc03958433e8a43" providerId="LiveId" clId="{D4CFC1A1-7733-4FB9-9E77-B66CEA53A255}" dt="2023-02-08T20:12:03.665" v="2181" actId="478"/>
          <ac:picMkLst>
            <pc:docMk/>
            <pc:sldMk cId="2468206670" sldId="785"/>
            <ac:picMk id="6" creationId="{38DCE489-DDE4-F607-070F-BDACDDAAE447}"/>
          </ac:picMkLst>
        </pc:picChg>
        <pc:picChg chg="mod">
          <ac:chgData name="Chittaranjan Hens" userId="6fc03958433e8a43" providerId="LiveId" clId="{D4CFC1A1-7733-4FB9-9E77-B66CEA53A255}" dt="2023-02-08T20:12:08.942" v="2184" actId="1076"/>
          <ac:picMkLst>
            <pc:docMk/>
            <pc:sldMk cId="2468206670" sldId="785"/>
            <ac:picMk id="7" creationId="{76B3A3A9-187A-30AC-DC4C-E6653751B47F}"/>
          </ac:picMkLst>
        </pc:picChg>
        <pc:picChg chg="del">
          <ac:chgData name="Chittaranjan Hens" userId="6fc03958433e8a43" providerId="LiveId" clId="{D4CFC1A1-7733-4FB9-9E77-B66CEA53A255}" dt="2023-02-08T20:12:03.665" v="2181" actId="478"/>
          <ac:picMkLst>
            <pc:docMk/>
            <pc:sldMk cId="2468206670" sldId="785"/>
            <ac:picMk id="8" creationId="{A35885E9-8CBD-4D3B-0A81-D9BDCE5FF4B6}"/>
          </ac:picMkLst>
        </pc:picChg>
        <pc:picChg chg="add del mod">
          <ac:chgData name="Chittaranjan Hens" userId="6fc03958433e8a43" providerId="LiveId" clId="{D4CFC1A1-7733-4FB9-9E77-B66CEA53A255}" dt="2023-02-08T20:16:04.861" v="2186" actId="478"/>
          <ac:picMkLst>
            <pc:docMk/>
            <pc:sldMk cId="2468206670" sldId="785"/>
            <ac:picMk id="9" creationId="{EE0E3A2C-55A9-0C07-04DB-667FD8CBDE7A}"/>
          </ac:picMkLst>
        </pc:picChg>
      </pc:sldChg>
      <pc:sldChg chg="addSp delSp modSp add mod">
        <pc:chgData name="Chittaranjan Hens" userId="6fc03958433e8a43" providerId="LiveId" clId="{D4CFC1A1-7733-4FB9-9E77-B66CEA53A255}" dt="2023-02-08T20:25:40.417" v="2301" actId="1076"/>
        <pc:sldMkLst>
          <pc:docMk/>
          <pc:sldMk cId="1607925541" sldId="786"/>
        </pc:sldMkLst>
        <pc:spChg chg="add del">
          <ac:chgData name="Chittaranjan Hens" userId="6fc03958433e8a43" providerId="LiveId" clId="{D4CFC1A1-7733-4FB9-9E77-B66CEA53A255}" dt="2023-02-08T20:18:38.023" v="2202"/>
          <ac:spMkLst>
            <pc:docMk/>
            <pc:sldMk cId="1607925541" sldId="786"/>
            <ac:spMk id="4" creationId="{38DDE963-6B01-3C8E-35E9-E9F2D83EF2FF}"/>
          </ac:spMkLst>
        </pc:spChg>
        <pc:spChg chg="add del">
          <ac:chgData name="Chittaranjan Hens" userId="6fc03958433e8a43" providerId="LiveId" clId="{D4CFC1A1-7733-4FB9-9E77-B66CEA53A255}" dt="2023-02-08T20:18:38.023" v="2202"/>
          <ac:spMkLst>
            <pc:docMk/>
            <pc:sldMk cId="1607925541" sldId="786"/>
            <ac:spMk id="6" creationId="{1BD71FC6-A072-67C6-D00D-8B7700C5F78C}"/>
          </ac:spMkLst>
        </pc:spChg>
        <pc:spChg chg="add del">
          <ac:chgData name="Chittaranjan Hens" userId="6fc03958433e8a43" providerId="LiveId" clId="{D4CFC1A1-7733-4FB9-9E77-B66CEA53A255}" dt="2023-02-08T20:18:38.023" v="2202"/>
          <ac:spMkLst>
            <pc:docMk/>
            <pc:sldMk cId="1607925541" sldId="786"/>
            <ac:spMk id="8" creationId="{BD36C9C4-BBB2-40FB-8648-16F13D7432FE}"/>
          </ac:spMkLst>
        </pc:spChg>
        <pc:spChg chg="add mod">
          <ac:chgData name="Chittaranjan Hens" userId="6fc03958433e8a43" providerId="LiveId" clId="{D4CFC1A1-7733-4FB9-9E77-B66CEA53A255}" dt="2023-02-08T20:19:57.017" v="2233" actId="1076"/>
          <ac:spMkLst>
            <pc:docMk/>
            <pc:sldMk cId="1607925541" sldId="786"/>
            <ac:spMk id="11" creationId="{FE60FB1D-80D8-4B87-19ED-A48A1DCDC72A}"/>
          </ac:spMkLst>
        </pc:spChg>
        <pc:spChg chg="add mod">
          <ac:chgData name="Chittaranjan Hens" userId="6fc03958433e8a43" providerId="LiveId" clId="{D4CFC1A1-7733-4FB9-9E77-B66CEA53A255}" dt="2023-02-08T20:20:17.356" v="2237" actId="1076"/>
          <ac:spMkLst>
            <pc:docMk/>
            <pc:sldMk cId="1607925541" sldId="786"/>
            <ac:spMk id="12" creationId="{66EDB920-BB71-239B-D333-FC90659D9828}"/>
          </ac:spMkLst>
        </pc:spChg>
        <pc:spChg chg="add del mod">
          <ac:chgData name="Chittaranjan Hens" userId="6fc03958433e8a43" providerId="LiveId" clId="{D4CFC1A1-7733-4FB9-9E77-B66CEA53A255}" dt="2023-02-08T20:21:07.493" v="2247"/>
          <ac:spMkLst>
            <pc:docMk/>
            <pc:sldMk cId="1607925541" sldId="786"/>
            <ac:spMk id="13" creationId="{8CA5C063-EA44-75A7-451E-1B7AC4C8A129}"/>
          </ac:spMkLst>
        </pc:spChg>
        <pc:spChg chg="add del mod">
          <ac:chgData name="Chittaranjan Hens" userId="6fc03958433e8a43" providerId="LiveId" clId="{D4CFC1A1-7733-4FB9-9E77-B66CEA53A255}" dt="2023-02-08T20:21:07.493" v="2247"/>
          <ac:spMkLst>
            <pc:docMk/>
            <pc:sldMk cId="1607925541" sldId="786"/>
            <ac:spMk id="15" creationId="{2A3926BE-7F48-314E-3A92-9510409B6CBD}"/>
          </ac:spMkLst>
        </pc:spChg>
        <pc:spChg chg="add mod">
          <ac:chgData name="Chittaranjan Hens" userId="6fc03958433e8a43" providerId="LiveId" clId="{D4CFC1A1-7733-4FB9-9E77-B66CEA53A255}" dt="2023-02-08T20:21:23.443" v="2250" actId="1076"/>
          <ac:spMkLst>
            <pc:docMk/>
            <pc:sldMk cId="1607925541" sldId="786"/>
            <ac:spMk id="16" creationId="{4EEF4A12-A7CB-A451-1333-7627ADEB47C7}"/>
          </ac:spMkLst>
        </pc:spChg>
        <pc:spChg chg="add mod">
          <ac:chgData name="Chittaranjan Hens" userId="6fc03958433e8a43" providerId="LiveId" clId="{D4CFC1A1-7733-4FB9-9E77-B66CEA53A255}" dt="2023-02-08T20:21:23.443" v="2250" actId="1076"/>
          <ac:spMkLst>
            <pc:docMk/>
            <pc:sldMk cId="1607925541" sldId="786"/>
            <ac:spMk id="18" creationId="{6BFE9191-DB0D-4DA7-6788-10F3F8B9B3D8}"/>
          </ac:spMkLst>
        </pc:spChg>
        <pc:spChg chg="add mod">
          <ac:chgData name="Chittaranjan Hens" userId="6fc03958433e8a43" providerId="LiveId" clId="{D4CFC1A1-7733-4FB9-9E77-B66CEA53A255}" dt="2023-02-08T20:25:38.218" v="2300" actId="1076"/>
          <ac:spMkLst>
            <pc:docMk/>
            <pc:sldMk cId="1607925541" sldId="786"/>
            <ac:spMk id="19" creationId="{79AE1B69-0840-F154-4A21-62B1E027D306}"/>
          </ac:spMkLst>
        </pc:spChg>
        <pc:spChg chg="add del">
          <ac:chgData name="Chittaranjan Hens" userId="6fc03958433e8a43" providerId="LiveId" clId="{D4CFC1A1-7733-4FB9-9E77-B66CEA53A255}" dt="2023-02-08T20:24:33.175" v="2291" actId="478"/>
          <ac:spMkLst>
            <pc:docMk/>
            <pc:sldMk cId="1607925541" sldId="786"/>
            <ac:spMk id="20" creationId="{014C3136-83D4-3495-02E3-B640F394AE69}"/>
          </ac:spMkLst>
        </pc:spChg>
        <pc:spChg chg="add mod">
          <ac:chgData name="Chittaranjan Hens" userId="6fc03958433e8a43" providerId="LiveId" clId="{D4CFC1A1-7733-4FB9-9E77-B66CEA53A255}" dt="2023-02-08T20:25:40.417" v="2301" actId="1076"/>
          <ac:spMkLst>
            <pc:docMk/>
            <pc:sldMk cId="1607925541" sldId="786"/>
            <ac:spMk id="21" creationId="{B74B64BB-2EDC-7879-B49F-A7B04C6E1269}"/>
          </ac:spMkLst>
        </pc:spChg>
        <pc:graphicFrameChg chg="add del">
          <ac:chgData name="Chittaranjan Hens" userId="6fc03958433e8a43" providerId="LiveId" clId="{D4CFC1A1-7733-4FB9-9E77-B66CEA53A255}" dt="2023-02-08T20:18:38.023" v="2202"/>
          <ac:graphicFrameMkLst>
            <pc:docMk/>
            <pc:sldMk cId="1607925541" sldId="786"/>
            <ac:graphicFrameMk id="3" creationId="{C44D5775-DA44-40FA-B3C1-C45D862FEFA5}"/>
          </ac:graphicFrameMkLst>
        </pc:graphicFrameChg>
        <pc:graphicFrameChg chg="del">
          <ac:chgData name="Chittaranjan Hens" userId="6fc03958433e8a43" providerId="LiveId" clId="{D4CFC1A1-7733-4FB9-9E77-B66CEA53A255}" dt="2023-02-08T20:18:33.904" v="2200" actId="478"/>
          <ac:graphicFrameMkLst>
            <pc:docMk/>
            <pc:sldMk cId="1607925541" sldId="786"/>
            <ac:graphicFrameMk id="10" creationId="{CE06109F-C91E-E347-52AB-07B51C55F280}"/>
          </ac:graphicFrameMkLst>
        </pc:graphicFrameChg>
        <pc:graphicFrameChg chg="add del mod">
          <ac:chgData name="Chittaranjan Hens" userId="6fc03958433e8a43" providerId="LiveId" clId="{D4CFC1A1-7733-4FB9-9E77-B66CEA53A255}" dt="2023-02-08T20:21:07.493" v="2247"/>
          <ac:graphicFrameMkLst>
            <pc:docMk/>
            <pc:sldMk cId="1607925541" sldId="786"/>
            <ac:graphicFrameMk id="14" creationId="{3945A726-9ADD-42D8-9D07-7A331E590A9C}"/>
          </ac:graphicFrameMkLst>
        </pc:graphicFrameChg>
        <pc:graphicFrameChg chg="add del mod">
          <ac:chgData name="Chittaranjan Hens" userId="6fc03958433e8a43" providerId="LiveId" clId="{D4CFC1A1-7733-4FB9-9E77-B66CEA53A255}" dt="2023-02-08T20:23:34.154" v="2278" actId="478"/>
          <ac:graphicFrameMkLst>
            <pc:docMk/>
            <pc:sldMk cId="1607925541" sldId="786"/>
            <ac:graphicFrameMk id="17" creationId="{3F662784-EC49-B11D-C34B-990943D885A7}"/>
          </ac:graphicFrameMkLst>
        </pc:graphicFrameChg>
        <pc:picChg chg="mod">
          <ac:chgData name="Chittaranjan Hens" userId="6fc03958433e8a43" providerId="LiveId" clId="{D4CFC1A1-7733-4FB9-9E77-B66CEA53A255}" dt="2023-02-08T20:25:32.266" v="2299" actId="1076"/>
          <ac:picMkLst>
            <pc:docMk/>
            <pc:sldMk cId="1607925541" sldId="786"/>
            <ac:picMk id="2" creationId="{3A9A29E8-4EEE-1BCA-AC60-76196AD64D38}"/>
          </ac:picMkLst>
        </pc:picChg>
        <pc:picChg chg="mod">
          <ac:chgData name="Chittaranjan Hens" userId="6fc03958433e8a43" providerId="LiveId" clId="{D4CFC1A1-7733-4FB9-9E77-B66CEA53A255}" dt="2023-02-08T20:18:30.117" v="2199" actId="1076"/>
          <ac:picMkLst>
            <pc:docMk/>
            <pc:sldMk cId="1607925541" sldId="786"/>
            <ac:picMk id="7" creationId="{76B3A3A9-187A-30AC-DC4C-E6653751B47F}"/>
          </ac:picMkLst>
        </pc:picChg>
        <pc:picChg chg="add del">
          <ac:chgData name="Chittaranjan Hens" userId="6fc03958433e8a43" providerId="LiveId" clId="{D4CFC1A1-7733-4FB9-9E77-B66CEA53A255}" dt="2023-02-08T20:18:38.023" v="2202"/>
          <ac:picMkLst>
            <pc:docMk/>
            <pc:sldMk cId="1607925541" sldId="786"/>
            <ac:picMk id="2050" creationId="{B96FC0CF-8A7A-1D81-6315-60B36D04AADD}"/>
          </ac:picMkLst>
        </pc:picChg>
        <pc:picChg chg="add mod">
          <ac:chgData name="Chittaranjan Hens" userId="6fc03958433e8a43" providerId="LiveId" clId="{D4CFC1A1-7733-4FB9-9E77-B66CEA53A255}" dt="2023-02-08T20:20:27.923" v="2240" actId="14100"/>
          <ac:picMkLst>
            <pc:docMk/>
            <pc:sldMk cId="1607925541" sldId="786"/>
            <ac:picMk id="2054" creationId="{ECD3E23C-9AC7-5402-F0E9-128396B8D841}"/>
          </ac:picMkLst>
        </pc:picChg>
      </pc:sldChg>
      <pc:sldChg chg="modSp add ord">
        <pc:chgData name="Chittaranjan Hens" userId="6fc03958433e8a43" providerId="LiveId" clId="{D4CFC1A1-7733-4FB9-9E77-B66CEA53A255}" dt="2023-02-08T20:25:58.482" v="2303"/>
        <pc:sldMkLst>
          <pc:docMk/>
          <pc:sldMk cId="928317290" sldId="787"/>
        </pc:sldMkLst>
        <pc:picChg chg="mod">
          <ac:chgData name="Chittaranjan Hens" userId="6fc03958433e8a43" providerId="LiveId" clId="{D4CFC1A1-7733-4FB9-9E77-B66CEA53A255}" dt="2023-02-08T20:20:31.638" v="2241" actId="1076"/>
          <ac:picMkLst>
            <pc:docMk/>
            <pc:sldMk cId="928317290" sldId="787"/>
            <ac:picMk id="2054" creationId="{ECD3E23C-9AC7-5402-F0E9-128396B8D841}"/>
          </ac:picMkLst>
        </pc:picChg>
      </pc:sldChg>
      <pc:sldChg chg="addSp delSp modSp add mod modAnim">
        <pc:chgData name="Chittaranjan Hens" userId="6fc03958433e8a43" providerId="LiveId" clId="{D4CFC1A1-7733-4FB9-9E77-B66CEA53A255}" dt="2023-02-09T04:15:10.081" v="2344" actId="6549"/>
        <pc:sldMkLst>
          <pc:docMk/>
          <pc:sldMk cId="3265194747" sldId="788"/>
        </pc:sldMkLst>
        <pc:spChg chg="add mod">
          <ac:chgData name="Chittaranjan Hens" userId="6fc03958433e8a43" providerId="LiveId" clId="{D4CFC1A1-7733-4FB9-9E77-B66CEA53A255}" dt="2023-02-09T04:15:10.081" v="2344" actId="6549"/>
          <ac:spMkLst>
            <pc:docMk/>
            <pc:sldMk cId="3265194747" sldId="788"/>
            <ac:spMk id="4" creationId="{9396FFB4-7DA9-2939-E4BB-8C1CAA31FA33}"/>
          </ac:spMkLst>
        </pc:spChg>
        <pc:spChg chg="del">
          <ac:chgData name="Chittaranjan Hens" userId="6fc03958433e8a43" providerId="LiveId" clId="{D4CFC1A1-7733-4FB9-9E77-B66CEA53A255}" dt="2023-02-09T04:13:52.933" v="2324" actId="478"/>
          <ac:spMkLst>
            <pc:docMk/>
            <pc:sldMk cId="3265194747" sldId="788"/>
            <ac:spMk id="5" creationId="{38528B5F-CF25-F516-EDDF-E2767179124B}"/>
          </ac:spMkLst>
        </pc:spChg>
        <pc:spChg chg="mod">
          <ac:chgData name="Chittaranjan Hens" userId="6fc03958433e8a43" providerId="LiveId" clId="{D4CFC1A1-7733-4FB9-9E77-B66CEA53A255}" dt="2023-02-09T04:13:58.043" v="2327" actId="1076"/>
          <ac:spMkLst>
            <pc:docMk/>
            <pc:sldMk cId="3265194747" sldId="788"/>
            <ac:spMk id="11" creationId="{FE60FB1D-80D8-4B87-19ED-A48A1DCDC72A}"/>
          </ac:spMkLst>
        </pc:spChg>
        <pc:spChg chg="del">
          <ac:chgData name="Chittaranjan Hens" userId="6fc03958433e8a43" providerId="LiveId" clId="{D4CFC1A1-7733-4FB9-9E77-B66CEA53A255}" dt="2023-02-09T04:13:49.869" v="2323" actId="478"/>
          <ac:spMkLst>
            <pc:docMk/>
            <pc:sldMk cId="3265194747" sldId="788"/>
            <ac:spMk id="12" creationId="{66EDB920-BB71-239B-D333-FC90659D9828}"/>
          </ac:spMkLst>
        </pc:spChg>
        <pc:spChg chg="del">
          <ac:chgData name="Chittaranjan Hens" userId="6fc03958433e8a43" providerId="LiveId" clId="{D4CFC1A1-7733-4FB9-9E77-B66CEA53A255}" dt="2023-02-09T04:13:49.869" v="2323" actId="478"/>
          <ac:spMkLst>
            <pc:docMk/>
            <pc:sldMk cId="3265194747" sldId="788"/>
            <ac:spMk id="19" creationId="{79AE1B69-0840-F154-4A21-62B1E027D306}"/>
          </ac:spMkLst>
        </pc:spChg>
        <pc:spChg chg="del">
          <ac:chgData name="Chittaranjan Hens" userId="6fc03958433e8a43" providerId="LiveId" clId="{D4CFC1A1-7733-4FB9-9E77-B66CEA53A255}" dt="2023-02-09T04:14:01.075" v="2328" actId="478"/>
          <ac:spMkLst>
            <pc:docMk/>
            <pc:sldMk cId="3265194747" sldId="788"/>
            <ac:spMk id="21" creationId="{B74B64BB-2EDC-7879-B49F-A7B04C6E1269}"/>
          </ac:spMkLst>
        </pc:spChg>
        <pc:picChg chg="mod">
          <ac:chgData name="Chittaranjan Hens" userId="6fc03958433e8a43" providerId="LiveId" clId="{D4CFC1A1-7733-4FB9-9E77-B66CEA53A255}" dt="2023-02-09T04:13:56.148" v="2326" actId="1076"/>
          <ac:picMkLst>
            <pc:docMk/>
            <pc:sldMk cId="3265194747" sldId="788"/>
            <ac:picMk id="2" creationId="{3A9A29E8-4EEE-1BCA-AC60-76196AD64D38}"/>
          </ac:picMkLst>
        </pc:picChg>
        <pc:picChg chg="del">
          <ac:chgData name="Chittaranjan Hens" userId="6fc03958433e8a43" providerId="LiveId" clId="{D4CFC1A1-7733-4FB9-9E77-B66CEA53A255}" dt="2023-02-09T04:13:49.869" v="2323" actId="478"/>
          <ac:picMkLst>
            <pc:docMk/>
            <pc:sldMk cId="3265194747" sldId="788"/>
            <ac:picMk id="7" creationId="{76B3A3A9-187A-30AC-DC4C-E6653751B47F}"/>
          </ac:picMkLst>
        </pc:picChg>
        <pc:picChg chg="del">
          <ac:chgData name="Chittaranjan Hens" userId="6fc03958433e8a43" providerId="LiveId" clId="{D4CFC1A1-7733-4FB9-9E77-B66CEA53A255}" dt="2023-02-09T04:13:49.869" v="2323" actId="478"/>
          <ac:picMkLst>
            <pc:docMk/>
            <pc:sldMk cId="3265194747" sldId="788"/>
            <ac:picMk id="2054" creationId="{ECD3E23C-9AC7-5402-F0E9-128396B8D841}"/>
          </ac:picMkLst>
        </pc:picChg>
      </pc:sldChg>
      <pc:sldChg chg="addSp delSp modSp add mod modAnim">
        <pc:chgData name="Chittaranjan Hens" userId="6fc03958433e8a43" providerId="LiveId" clId="{D4CFC1A1-7733-4FB9-9E77-B66CEA53A255}" dt="2023-02-09T04:31:58.613" v="2402" actId="20577"/>
        <pc:sldMkLst>
          <pc:docMk/>
          <pc:sldMk cId="488302193" sldId="789"/>
        </pc:sldMkLst>
        <pc:spChg chg="del">
          <ac:chgData name="Chittaranjan Hens" userId="6fc03958433e8a43" providerId="LiveId" clId="{D4CFC1A1-7733-4FB9-9E77-B66CEA53A255}" dt="2023-02-09T04:23:11.580" v="2371" actId="478"/>
          <ac:spMkLst>
            <pc:docMk/>
            <pc:sldMk cId="488302193" sldId="789"/>
            <ac:spMk id="4" creationId="{9396FFB4-7DA9-2939-E4BB-8C1CAA31FA33}"/>
          </ac:spMkLst>
        </pc:spChg>
        <pc:spChg chg="add mod">
          <ac:chgData name="Chittaranjan Hens" userId="6fc03958433e8a43" providerId="LiveId" clId="{D4CFC1A1-7733-4FB9-9E77-B66CEA53A255}" dt="2023-02-09T04:23:50.193" v="2379" actId="1076"/>
          <ac:spMkLst>
            <pc:docMk/>
            <pc:sldMk cId="488302193" sldId="789"/>
            <ac:spMk id="8" creationId="{C69D50CD-8F62-1C2D-6FFC-F59DAFA35D48}"/>
          </ac:spMkLst>
        </pc:spChg>
        <pc:spChg chg="add mod">
          <ac:chgData name="Chittaranjan Hens" userId="6fc03958433e8a43" providerId="LiveId" clId="{D4CFC1A1-7733-4FB9-9E77-B66CEA53A255}" dt="2023-02-09T04:24:03.433" v="2381" actId="1076"/>
          <ac:spMkLst>
            <pc:docMk/>
            <pc:sldMk cId="488302193" sldId="789"/>
            <ac:spMk id="9" creationId="{12C8523F-6EFC-F65B-3BF5-A2D66D5B7138}"/>
          </ac:spMkLst>
        </pc:spChg>
        <pc:spChg chg="mod">
          <ac:chgData name="Chittaranjan Hens" userId="6fc03958433e8a43" providerId="LiveId" clId="{D4CFC1A1-7733-4FB9-9E77-B66CEA53A255}" dt="2023-02-09T04:31:58.613" v="2402" actId="20577"/>
          <ac:spMkLst>
            <pc:docMk/>
            <pc:sldMk cId="488302193" sldId="789"/>
            <ac:spMk id="11" creationId="{FE60FB1D-80D8-4B87-19ED-A48A1DCDC72A}"/>
          </ac:spMkLst>
        </pc:spChg>
        <pc:picChg chg="add mod">
          <ac:chgData name="Chittaranjan Hens" userId="6fc03958433e8a43" providerId="LiveId" clId="{D4CFC1A1-7733-4FB9-9E77-B66CEA53A255}" dt="2023-02-09T04:23:35.272" v="2373" actId="1076"/>
          <ac:picMkLst>
            <pc:docMk/>
            <pc:sldMk cId="488302193" sldId="789"/>
            <ac:picMk id="5" creationId="{9138696A-8AE1-56A2-86FB-F361A5ED18ED}"/>
          </ac:picMkLst>
        </pc:picChg>
        <pc:picChg chg="add mod">
          <ac:chgData name="Chittaranjan Hens" userId="6fc03958433e8a43" providerId="LiveId" clId="{D4CFC1A1-7733-4FB9-9E77-B66CEA53A255}" dt="2023-02-09T04:23:39.708" v="2375" actId="1076"/>
          <ac:picMkLst>
            <pc:docMk/>
            <pc:sldMk cId="488302193" sldId="789"/>
            <ac:picMk id="6" creationId="{551B131A-C038-CE2C-F0C4-51C248D50B52}"/>
          </ac:picMkLst>
        </pc:picChg>
        <pc:picChg chg="add mod">
          <ac:chgData name="Chittaranjan Hens" userId="6fc03958433e8a43" providerId="LiveId" clId="{D4CFC1A1-7733-4FB9-9E77-B66CEA53A255}" dt="2023-02-09T04:23:45.718" v="2378" actId="14100"/>
          <ac:picMkLst>
            <pc:docMk/>
            <pc:sldMk cId="488302193" sldId="789"/>
            <ac:picMk id="7" creationId="{D2D213B8-ACBC-C440-9F4B-9DBA4BEF3760}"/>
          </ac:picMkLst>
        </pc:picChg>
        <pc:picChg chg="add mod">
          <ac:chgData name="Chittaranjan Hens" userId="6fc03958433e8a43" providerId="LiveId" clId="{D4CFC1A1-7733-4FB9-9E77-B66CEA53A255}" dt="2023-02-09T04:26:29.981" v="2383" actId="1076"/>
          <ac:picMkLst>
            <pc:docMk/>
            <pc:sldMk cId="488302193" sldId="789"/>
            <ac:picMk id="12" creationId="{DC3E7362-1DC8-1BC8-782F-722F5A6DE0A5}"/>
          </ac:picMkLst>
        </pc:picChg>
      </pc:sldChg>
      <pc:sldChg chg="add modAnim">
        <pc:chgData name="Chittaranjan Hens" userId="6fc03958433e8a43" providerId="LiveId" clId="{D4CFC1A1-7733-4FB9-9E77-B66CEA53A255}" dt="2023-02-09T04:15:32.063" v="2348"/>
        <pc:sldMkLst>
          <pc:docMk/>
          <pc:sldMk cId="2165480816" sldId="790"/>
        </pc:sldMkLst>
      </pc:sldChg>
      <pc:sldChg chg="addSp modSp add mod">
        <pc:chgData name="Chittaranjan Hens" userId="6fc03958433e8a43" providerId="LiveId" clId="{D4CFC1A1-7733-4FB9-9E77-B66CEA53A255}" dt="2023-02-09T04:56:46.433" v="2408" actId="1076"/>
        <pc:sldMkLst>
          <pc:docMk/>
          <pc:sldMk cId="2823021181" sldId="791"/>
        </pc:sldMkLst>
        <pc:spChg chg="add mod">
          <ac:chgData name="Chittaranjan Hens" userId="6fc03958433e8a43" providerId="LiveId" clId="{D4CFC1A1-7733-4FB9-9E77-B66CEA53A255}" dt="2023-02-09T04:56:46.433" v="2408" actId="1076"/>
          <ac:spMkLst>
            <pc:docMk/>
            <pc:sldMk cId="2823021181" sldId="791"/>
            <ac:spMk id="4" creationId="{D1D47A3B-7617-834E-7653-194D40380686}"/>
          </ac:spMkLst>
        </pc:spChg>
        <pc:picChg chg="mod">
          <ac:chgData name="Chittaranjan Hens" userId="6fc03958433e8a43" providerId="LiveId" clId="{D4CFC1A1-7733-4FB9-9E77-B66CEA53A255}" dt="2023-02-09T04:32:27.862" v="2405" actId="14100"/>
          <ac:picMkLst>
            <pc:docMk/>
            <pc:sldMk cId="2823021181" sldId="791"/>
            <ac:picMk id="12" creationId="{DC3E7362-1DC8-1BC8-782F-722F5A6DE0A5}"/>
          </ac:picMkLst>
        </pc:picChg>
      </pc:sldChg>
      <pc:sldChg chg="addSp modSp add mod">
        <pc:chgData name="Chittaranjan Hens" userId="6fc03958433e8a43" providerId="LiveId" clId="{D4CFC1A1-7733-4FB9-9E77-B66CEA53A255}" dt="2023-02-09T05:02:09.234" v="2468" actId="1076"/>
        <pc:sldMkLst>
          <pc:docMk/>
          <pc:sldMk cId="3196022414" sldId="792"/>
        </pc:sldMkLst>
        <pc:spChg chg="mod">
          <ac:chgData name="Chittaranjan Hens" userId="6fc03958433e8a43" providerId="LiveId" clId="{D4CFC1A1-7733-4FB9-9E77-B66CEA53A255}" dt="2023-02-09T05:02:09.234" v="2468" actId="1076"/>
          <ac:spMkLst>
            <pc:docMk/>
            <pc:sldMk cId="3196022414" sldId="792"/>
            <ac:spMk id="4" creationId="{D1D47A3B-7617-834E-7653-194D40380686}"/>
          </ac:spMkLst>
        </pc:spChg>
        <pc:spChg chg="add mod">
          <ac:chgData name="Chittaranjan Hens" userId="6fc03958433e8a43" providerId="LiveId" clId="{D4CFC1A1-7733-4FB9-9E77-B66CEA53A255}" dt="2023-02-09T04:57:48.458" v="2427" actId="1076"/>
          <ac:spMkLst>
            <pc:docMk/>
            <pc:sldMk cId="3196022414" sldId="792"/>
            <ac:spMk id="10" creationId="{29DE8981-18B4-3535-E7BC-434EE4526FC7}"/>
          </ac:spMkLst>
        </pc:spChg>
      </pc:sldChg>
      <pc:sldChg chg="addSp delSp modSp add mod delAnim">
        <pc:chgData name="Chittaranjan Hens" userId="6fc03958433e8a43" providerId="LiveId" clId="{D4CFC1A1-7733-4FB9-9E77-B66CEA53A255}" dt="2023-02-09T05:01:27.527" v="2465" actId="207"/>
        <pc:sldMkLst>
          <pc:docMk/>
          <pc:sldMk cId="3097646368" sldId="793"/>
        </pc:sldMkLst>
        <pc:spChg chg="del">
          <ac:chgData name="Chittaranjan Hens" userId="6fc03958433e8a43" providerId="LiveId" clId="{D4CFC1A1-7733-4FB9-9E77-B66CEA53A255}" dt="2023-02-09T05:00:04.109" v="2450" actId="478"/>
          <ac:spMkLst>
            <pc:docMk/>
            <pc:sldMk cId="3097646368" sldId="793"/>
            <ac:spMk id="5" creationId="{C1DCEACB-DCC1-CDF5-2616-1EBD175C41AD}"/>
          </ac:spMkLst>
        </pc:spChg>
        <pc:spChg chg="add mod">
          <ac:chgData name="Chittaranjan Hens" userId="6fc03958433e8a43" providerId="LiveId" clId="{D4CFC1A1-7733-4FB9-9E77-B66CEA53A255}" dt="2023-02-09T05:00:59.442" v="2460" actId="6549"/>
          <ac:spMkLst>
            <pc:docMk/>
            <pc:sldMk cId="3097646368" sldId="793"/>
            <ac:spMk id="7" creationId="{F956B8F3-3047-00E7-6FDE-D4350B0CAC2F}"/>
          </ac:spMkLst>
        </pc:spChg>
        <pc:spChg chg="add mod">
          <ac:chgData name="Chittaranjan Hens" userId="6fc03958433e8a43" providerId="LiveId" clId="{D4CFC1A1-7733-4FB9-9E77-B66CEA53A255}" dt="2023-02-09T05:01:27.527" v="2465" actId="207"/>
          <ac:spMkLst>
            <pc:docMk/>
            <pc:sldMk cId="3097646368" sldId="793"/>
            <ac:spMk id="9" creationId="{EE21AA60-6F0B-35C8-6B68-682CB8CE4B5B}"/>
          </ac:spMkLst>
        </pc:spChg>
        <pc:picChg chg="mod">
          <ac:chgData name="Chittaranjan Hens" userId="6fc03958433e8a43" providerId="LiveId" clId="{D4CFC1A1-7733-4FB9-9E77-B66CEA53A255}" dt="2023-02-09T05:00:05.036" v="2451" actId="1076"/>
          <ac:picMkLst>
            <pc:docMk/>
            <pc:sldMk cId="3097646368" sldId="793"/>
            <ac:picMk id="3" creationId="{E9810280-B1AD-4EAD-9E37-3E2FFE46E15D}"/>
          </ac:picMkLst>
        </pc:picChg>
        <pc:picChg chg="mod">
          <ac:chgData name="Chittaranjan Hens" userId="6fc03958433e8a43" providerId="LiveId" clId="{D4CFC1A1-7733-4FB9-9E77-B66CEA53A255}" dt="2023-02-09T05:00:33.175" v="2455" actId="1076"/>
          <ac:picMkLst>
            <pc:docMk/>
            <pc:sldMk cId="3097646368" sldId="793"/>
            <ac:picMk id="4" creationId="{881DF856-8C30-52FB-6C46-5757F73CBEDD}"/>
          </ac:picMkLst>
        </pc:picChg>
      </pc:sldChg>
      <pc:sldMasterChg chg="del delSldLayout">
        <pc:chgData name="Chittaranjan Hens" userId="6fc03958433e8a43" providerId="LiveId" clId="{D4CFC1A1-7733-4FB9-9E77-B66CEA53A255}" dt="2023-02-07T19:01:35.890" v="1950" actId="47"/>
        <pc:sldMasterMkLst>
          <pc:docMk/>
          <pc:sldMasterMk cId="353305497" sldId="2147483665"/>
        </pc:sldMasterMkLst>
        <pc:sldLayoutChg chg="del">
          <pc:chgData name="Chittaranjan Hens" userId="6fc03958433e8a43" providerId="LiveId" clId="{D4CFC1A1-7733-4FB9-9E77-B66CEA53A255}" dt="2023-02-07T19:01:35.890" v="1950" actId="47"/>
          <pc:sldLayoutMkLst>
            <pc:docMk/>
            <pc:sldMasterMk cId="353305497" sldId="2147483665"/>
            <pc:sldLayoutMk cId="54893788" sldId="2147483666"/>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128913741" sldId="2147483667"/>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2879712201" sldId="2147483668"/>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2672067794" sldId="2147483669"/>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2629636996" sldId="2147483670"/>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1577300157" sldId="2147483671"/>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4217746736" sldId="2147483672"/>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753680345" sldId="2147483673"/>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409993219" sldId="2147483674"/>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87733588" sldId="2147483675"/>
          </pc:sldLayoutMkLst>
        </pc:sldLayoutChg>
        <pc:sldLayoutChg chg="del">
          <pc:chgData name="Chittaranjan Hens" userId="6fc03958433e8a43" providerId="LiveId" clId="{D4CFC1A1-7733-4FB9-9E77-B66CEA53A255}" dt="2023-02-07T19:01:35.890" v="1950" actId="47"/>
          <pc:sldLayoutMkLst>
            <pc:docMk/>
            <pc:sldMasterMk cId="353305497" sldId="2147483665"/>
            <pc:sldLayoutMk cId="1889522167" sldId="2147483676"/>
          </pc:sldLayoutMkLst>
        </pc:sldLayoutChg>
      </pc:sldMasterChg>
    </pc:docChg>
  </pc:docChgLst>
  <pc:docChgLst>
    <pc:chgData name="Chittaranjan Hens" userId="6fc03958433e8a43" providerId="LiveId" clId="{8FC35386-D2C4-451B-9307-371306956297}"/>
    <pc:docChg chg="undo custSel addSld delSld modSld sldOrd">
      <pc:chgData name="Chittaranjan Hens" userId="6fc03958433e8a43" providerId="LiveId" clId="{8FC35386-D2C4-451B-9307-371306956297}" dt="2023-01-19T05:28:20.721" v="3760" actId="478"/>
      <pc:docMkLst>
        <pc:docMk/>
      </pc:docMkLst>
      <pc:sldChg chg="addSp delSp mod delAnim">
        <pc:chgData name="Chittaranjan Hens" userId="6fc03958433e8a43" providerId="LiveId" clId="{8FC35386-D2C4-451B-9307-371306956297}" dt="2023-01-18T20:24:17.113" v="3473" actId="22"/>
        <pc:sldMkLst>
          <pc:docMk/>
          <pc:sldMk cId="1102281606" sldId="264"/>
        </pc:sldMkLst>
        <pc:spChg chg="del">
          <ac:chgData name="Chittaranjan Hens" userId="6fc03958433e8a43" providerId="LiveId" clId="{8FC35386-D2C4-451B-9307-371306956297}" dt="2023-01-06T05:43:44.384" v="4" actId="478"/>
          <ac:spMkLst>
            <pc:docMk/>
            <pc:sldMk cId="1102281606" sldId="264"/>
            <ac:spMk id="2" creationId="{DC222BA3-A2CE-2597-05A4-700543D69720}"/>
          </ac:spMkLst>
        </pc:spChg>
        <pc:picChg chg="add del">
          <ac:chgData name="Chittaranjan Hens" userId="6fc03958433e8a43" providerId="LiveId" clId="{8FC35386-D2C4-451B-9307-371306956297}" dt="2023-01-18T20:24:17.113" v="3473" actId="22"/>
          <ac:picMkLst>
            <pc:docMk/>
            <pc:sldMk cId="1102281606" sldId="264"/>
            <ac:picMk id="5" creationId="{F4F5A89B-952F-6991-9A19-5087D9180FCB}"/>
          </ac:picMkLst>
        </pc:picChg>
      </pc:sldChg>
      <pc:sldChg chg="del">
        <pc:chgData name="Chittaranjan Hens" userId="6fc03958433e8a43" providerId="LiveId" clId="{8FC35386-D2C4-451B-9307-371306956297}" dt="2023-01-06T05:43:59.932" v="5" actId="47"/>
        <pc:sldMkLst>
          <pc:docMk/>
          <pc:sldMk cId="1314684922" sldId="265"/>
        </pc:sldMkLst>
      </pc:sldChg>
      <pc:sldChg chg="del">
        <pc:chgData name="Chittaranjan Hens" userId="6fc03958433e8a43" providerId="LiveId" clId="{8FC35386-D2C4-451B-9307-371306956297}" dt="2023-01-06T05:44:37.156" v="15" actId="47"/>
        <pc:sldMkLst>
          <pc:docMk/>
          <pc:sldMk cId="3796521375" sldId="266"/>
        </pc:sldMkLst>
      </pc:sldChg>
      <pc:sldChg chg="del">
        <pc:chgData name="Chittaranjan Hens" userId="6fc03958433e8a43" providerId="LiveId" clId="{8FC35386-D2C4-451B-9307-371306956297}" dt="2023-01-06T05:44:01.050" v="6" actId="47"/>
        <pc:sldMkLst>
          <pc:docMk/>
          <pc:sldMk cId="2025591606" sldId="267"/>
        </pc:sldMkLst>
      </pc:sldChg>
      <pc:sldChg chg="del">
        <pc:chgData name="Chittaranjan Hens" userId="6fc03958433e8a43" providerId="LiveId" clId="{8FC35386-D2C4-451B-9307-371306956297}" dt="2023-01-06T05:44:02.349" v="7" actId="47"/>
        <pc:sldMkLst>
          <pc:docMk/>
          <pc:sldMk cId="2621272481" sldId="269"/>
        </pc:sldMkLst>
      </pc:sldChg>
      <pc:sldChg chg="del">
        <pc:chgData name="Chittaranjan Hens" userId="6fc03958433e8a43" providerId="LiveId" clId="{8FC35386-D2C4-451B-9307-371306956297}" dt="2023-01-06T05:44:14.092" v="8" actId="47"/>
        <pc:sldMkLst>
          <pc:docMk/>
          <pc:sldMk cId="1257611884" sldId="271"/>
        </pc:sldMkLst>
      </pc:sldChg>
      <pc:sldChg chg="del">
        <pc:chgData name="Chittaranjan Hens" userId="6fc03958433e8a43" providerId="LiveId" clId="{8FC35386-D2C4-451B-9307-371306956297}" dt="2023-01-06T05:44:49.605" v="17" actId="47"/>
        <pc:sldMkLst>
          <pc:docMk/>
          <pc:sldMk cId="3538302570" sldId="272"/>
        </pc:sldMkLst>
      </pc:sldChg>
      <pc:sldChg chg="del">
        <pc:chgData name="Chittaranjan Hens" userId="6fc03958433e8a43" providerId="LiveId" clId="{8FC35386-D2C4-451B-9307-371306956297}" dt="2023-01-06T05:44:40.618" v="16" actId="47"/>
        <pc:sldMkLst>
          <pc:docMk/>
          <pc:sldMk cId="1697572089" sldId="273"/>
        </pc:sldMkLst>
      </pc:sldChg>
      <pc:sldChg chg="del">
        <pc:chgData name="Chittaranjan Hens" userId="6fc03958433e8a43" providerId="LiveId" clId="{8FC35386-D2C4-451B-9307-371306956297}" dt="2023-01-06T05:44:20.468" v="10" actId="47"/>
        <pc:sldMkLst>
          <pc:docMk/>
          <pc:sldMk cId="2763457763" sldId="276"/>
        </pc:sldMkLst>
      </pc:sldChg>
      <pc:sldChg chg="del">
        <pc:chgData name="Chittaranjan Hens" userId="6fc03958433e8a43" providerId="LiveId" clId="{8FC35386-D2C4-451B-9307-371306956297}" dt="2023-01-06T05:44:21.595" v="11" actId="47"/>
        <pc:sldMkLst>
          <pc:docMk/>
          <pc:sldMk cId="2849777498" sldId="277"/>
        </pc:sldMkLst>
      </pc:sldChg>
      <pc:sldChg chg="del">
        <pc:chgData name="Chittaranjan Hens" userId="6fc03958433e8a43" providerId="LiveId" clId="{8FC35386-D2C4-451B-9307-371306956297}" dt="2023-01-06T05:44:25.427" v="12" actId="47"/>
        <pc:sldMkLst>
          <pc:docMk/>
          <pc:sldMk cId="599373940" sldId="279"/>
        </pc:sldMkLst>
      </pc:sldChg>
      <pc:sldChg chg="del">
        <pc:chgData name="Chittaranjan Hens" userId="6fc03958433e8a43" providerId="LiveId" clId="{8FC35386-D2C4-451B-9307-371306956297}" dt="2023-01-06T05:44:26.610" v="13" actId="47"/>
        <pc:sldMkLst>
          <pc:docMk/>
          <pc:sldMk cId="663381156" sldId="280"/>
        </pc:sldMkLst>
      </pc:sldChg>
      <pc:sldChg chg="del">
        <pc:chgData name="Chittaranjan Hens" userId="6fc03958433e8a43" providerId="LiveId" clId="{8FC35386-D2C4-451B-9307-371306956297}" dt="2023-01-06T05:44:30.328" v="14" actId="47"/>
        <pc:sldMkLst>
          <pc:docMk/>
          <pc:sldMk cId="2761927713" sldId="281"/>
        </pc:sldMkLst>
      </pc:sldChg>
      <pc:sldChg chg="del">
        <pc:chgData name="Chittaranjan Hens" userId="6fc03958433e8a43" providerId="LiveId" clId="{8FC35386-D2C4-451B-9307-371306956297}" dt="2023-01-06T05:44:55.871" v="18" actId="47"/>
        <pc:sldMkLst>
          <pc:docMk/>
          <pc:sldMk cId="496438074" sldId="283"/>
        </pc:sldMkLst>
      </pc:sldChg>
      <pc:sldChg chg="del">
        <pc:chgData name="Chittaranjan Hens" userId="6fc03958433e8a43" providerId="LiveId" clId="{8FC35386-D2C4-451B-9307-371306956297}" dt="2023-01-06T05:45:00.925" v="19" actId="47"/>
        <pc:sldMkLst>
          <pc:docMk/>
          <pc:sldMk cId="3002433760" sldId="295"/>
        </pc:sldMkLst>
      </pc:sldChg>
      <pc:sldChg chg="del">
        <pc:chgData name="Chittaranjan Hens" userId="6fc03958433e8a43" providerId="LiveId" clId="{8FC35386-D2C4-451B-9307-371306956297}" dt="2023-01-06T05:45:01.500" v="20" actId="47"/>
        <pc:sldMkLst>
          <pc:docMk/>
          <pc:sldMk cId="1974607926" sldId="296"/>
        </pc:sldMkLst>
      </pc:sldChg>
      <pc:sldChg chg="del">
        <pc:chgData name="Chittaranjan Hens" userId="6fc03958433e8a43" providerId="LiveId" clId="{8FC35386-D2C4-451B-9307-371306956297}" dt="2023-01-06T05:45:01.789" v="21" actId="47"/>
        <pc:sldMkLst>
          <pc:docMk/>
          <pc:sldMk cId="1419003722" sldId="297"/>
        </pc:sldMkLst>
      </pc:sldChg>
      <pc:sldChg chg="del">
        <pc:chgData name="Chittaranjan Hens" userId="6fc03958433e8a43" providerId="LiveId" clId="{8FC35386-D2C4-451B-9307-371306956297}" dt="2023-01-06T05:45:02.049" v="22" actId="47"/>
        <pc:sldMkLst>
          <pc:docMk/>
          <pc:sldMk cId="478051190" sldId="298"/>
        </pc:sldMkLst>
      </pc:sldChg>
      <pc:sldChg chg="del">
        <pc:chgData name="Chittaranjan Hens" userId="6fc03958433e8a43" providerId="LiveId" clId="{8FC35386-D2C4-451B-9307-371306956297}" dt="2023-01-06T05:45:02.756" v="24" actId="47"/>
        <pc:sldMkLst>
          <pc:docMk/>
          <pc:sldMk cId="121351726" sldId="299"/>
        </pc:sldMkLst>
      </pc:sldChg>
      <pc:sldChg chg="del">
        <pc:chgData name="Chittaranjan Hens" userId="6fc03958433e8a43" providerId="LiveId" clId="{8FC35386-D2C4-451B-9307-371306956297}" dt="2023-01-06T05:45:02.804" v="25" actId="47"/>
        <pc:sldMkLst>
          <pc:docMk/>
          <pc:sldMk cId="4121662994" sldId="327"/>
        </pc:sldMkLst>
      </pc:sldChg>
      <pc:sldChg chg="del">
        <pc:chgData name="Chittaranjan Hens" userId="6fc03958433e8a43" providerId="LiveId" clId="{8FC35386-D2C4-451B-9307-371306956297}" dt="2023-01-06T05:45:02.431" v="23" actId="47"/>
        <pc:sldMkLst>
          <pc:docMk/>
          <pc:sldMk cId="88886105" sldId="330"/>
        </pc:sldMkLst>
      </pc:sldChg>
      <pc:sldChg chg="del">
        <pc:chgData name="Chittaranjan Hens" userId="6fc03958433e8a43" providerId="LiveId" clId="{8FC35386-D2C4-451B-9307-371306956297}" dt="2023-01-06T05:44:15.388" v="9" actId="47"/>
        <pc:sldMkLst>
          <pc:docMk/>
          <pc:sldMk cId="569048894" sldId="331"/>
        </pc:sldMkLst>
      </pc:sldChg>
      <pc:sldChg chg="del">
        <pc:chgData name="Chittaranjan Hens" userId="6fc03958433e8a43" providerId="LiveId" clId="{8FC35386-D2C4-451B-9307-371306956297}" dt="2023-01-06T05:45:03.102" v="26" actId="47"/>
        <pc:sldMkLst>
          <pc:docMk/>
          <pc:sldMk cId="4428162" sldId="332"/>
        </pc:sldMkLst>
      </pc:sldChg>
      <pc:sldChg chg="modSp del mod">
        <pc:chgData name="Chittaranjan Hens" userId="6fc03958433e8a43" providerId="LiveId" clId="{8FC35386-D2C4-451B-9307-371306956297}" dt="2023-01-06T05:45:40.566" v="31" actId="47"/>
        <pc:sldMkLst>
          <pc:docMk/>
          <pc:sldMk cId="1251487997" sldId="333"/>
        </pc:sldMkLst>
        <pc:spChg chg="mod">
          <ac:chgData name="Chittaranjan Hens" userId="6fc03958433e8a43" providerId="LiveId" clId="{8FC35386-D2C4-451B-9307-371306956297}" dt="2023-01-06T05:45:17.583" v="27" actId="207"/>
          <ac:spMkLst>
            <pc:docMk/>
            <pc:sldMk cId="1251487997" sldId="333"/>
            <ac:spMk id="15" creationId="{011F0240-892C-55F4-B3D2-B3AF12991600}"/>
          </ac:spMkLst>
        </pc:spChg>
        <pc:picChg chg="mod">
          <ac:chgData name="Chittaranjan Hens" userId="6fc03958433e8a43" providerId="LiveId" clId="{8FC35386-D2C4-451B-9307-371306956297}" dt="2023-01-06T05:40:02.621" v="1" actId="1076"/>
          <ac:picMkLst>
            <pc:docMk/>
            <pc:sldMk cId="1251487997" sldId="333"/>
            <ac:picMk id="4" creationId="{A77CDD2A-AFD3-0864-6D67-957A858D6745}"/>
          </ac:picMkLst>
        </pc:picChg>
      </pc:sldChg>
      <pc:sldChg chg="del">
        <pc:chgData name="Chittaranjan Hens" userId="6fc03958433e8a43" providerId="LiveId" clId="{8FC35386-D2C4-451B-9307-371306956297}" dt="2023-01-06T05:45:29.640" v="28" actId="47"/>
        <pc:sldMkLst>
          <pc:docMk/>
          <pc:sldMk cId="2298120832" sldId="334"/>
        </pc:sldMkLst>
      </pc:sldChg>
      <pc:sldChg chg="del">
        <pc:chgData name="Chittaranjan Hens" userId="6fc03958433e8a43" providerId="LiveId" clId="{8FC35386-D2C4-451B-9307-371306956297}" dt="2023-01-06T05:45:31.867" v="29" actId="47"/>
        <pc:sldMkLst>
          <pc:docMk/>
          <pc:sldMk cId="204522122" sldId="335"/>
        </pc:sldMkLst>
      </pc:sldChg>
      <pc:sldChg chg="del">
        <pc:chgData name="Chittaranjan Hens" userId="6fc03958433e8a43" providerId="LiveId" clId="{8FC35386-D2C4-451B-9307-371306956297}" dt="2023-01-06T05:45:33.249" v="30" actId="47"/>
        <pc:sldMkLst>
          <pc:docMk/>
          <pc:sldMk cId="2201819629" sldId="336"/>
        </pc:sldMkLst>
      </pc:sldChg>
      <pc:sldChg chg="del">
        <pc:chgData name="Chittaranjan Hens" userId="6fc03958433e8a43" providerId="LiveId" clId="{8FC35386-D2C4-451B-9307-371306956297}" dt="2023-01-06T05:45:48.701" v="32" actId="47"/>
        <pc:sldMkLst>
          <pc:docMk/>
          <pc:sldMk cId="2328464785" sldId="337"/>
        </pc:sldMkLst>
      </pc:sldChg>
      <pc:sldChg chg="del">
        <pc:chgData name="Chittaranjan Hens" userId="6fc03958433e8a43" providerId="LiveId" clId="{8FC35386-D2C4-451B-9307-371306956297}" dt="2023-01-06T05:45:54.324" v="33" actId="47"/>
        <pc:sldMkLst>
          <pc:docMk/>
          <pc:sldMk cId="95184056" sldId="338"/>
        </pc:sldMkLst>
      </pc:sldChg>
      <pc:sldChg chg="del">
        <pc:chgData name="Chittaranjan Hens" userId="6fc03958433e8a43" providerId="LiveId" clId="{8FC35386-D2C4-451B-9307-371306956297}" dt="2023-01-06T05:45:56.836" v="34" actId="47"/>
        <pc:sldMkLst>
          <pc:docMk/>
          <pc:sldMk cId="3817621952" sldId="340"/>
        </pc:sldMkLst>
      </pc:sldChg>
      <pc:sldChg chg="del">
        <pc:chgData name="Chittaranjan Hens" userId="6fc03958433e8a43" providerId="LiveId" clId="{8FC35386-D2C4-451B-9307-371306956297}" dt="2023-01-06T05:45:57.734" v="35" actId="47"/>
        <pc:sldMkLst>
          <pc:docMk/>
          <pc:sldMk cId="2091613246" sldId="342"/>
        </pc:sldMkLst>
      </pc:sldChg>
      <pc:sldChg chg="del">
        <pc:chgData name="Chittaranjan Hens" userId="6fc03958433e8a43" providerId="LiveId" clId="{8FC35386-D2C4-451B-9307-371306956297}" dt="2023-01-06T05:46:00.804" v="36" actId="47"/>
        <pc:sldMkLst>
          <pc:docMk/>
          <pc:sldMk cId="2195383221" sldId="343"/>
        </pc:sldMkLst>
      </pc:sldChg>
      <pc:sldChg chg="del">
        <pc:chgData name="Chittaranjan Hens" userId="6fc03958433e8a43" providerId="LiveId" clId="{8FC35386-D2C4-451B-9307-371306956297}" dt="2023-01-06T05:46:02.585" v="37" actId="47"/>
        <pc:sldMkLst>
          <pc:docMk/>
          <pc:sldMk cId="410067781" sldId="344"/>
        </pc:sldMkLst>
      </pc:sldChg>
      <pc:sldChg chg="modSp del mod">
        <pc:chgData name="Chittaranjan Hens" userId="6fc03958433e8a43" providerId="LiveId" clId="{8FC35386-D2C4-451B-9307-371306956297}" dt="2023-01-06T05:46:03.873" v="38" actId="47"/>
        <pc:sldMkLst>
          <pc:docMk/>
          <pc:sldMk cId="1848923214" sldId="345"/>
        </pc:sldMkLst>
        <pc:picChg chg="mod">
          <ac:chgData name="Chittaranjan Hens" userId="6fc03958433e8a43" providerId="LiveId" clId="{8FC35386-D2C4-451B-9307-371306956297}" dt="2023-01-06T05:40:21.311" v="3" actId="1076"/>
          <ac:picMkLst>
            <pc:docMk/>
            <pc:sldMk cId="1848923214" sldId="345"/>
            <ac:picMk id="6" creationId="{A329220C-EEA4-59CB-3B2B-D8A303DEF507}"/>
          </ac:picMkLst>
        </pc:picChg>
      </pc:sldChg>
      <pc:sldChg chg="del">
        <pc:chgData name="Chittaranjan Hens" userId="6fc03958433e8a43" providerId="LiveId" clId="{8FC35386-D2C4-451B-9307-371306956297}" dt="2023-01-06T05:46:04.904" v="39" actId="47"/>
        <pc:sldMkLst>
          <pc:docMk/>
          <pc:sldMk cId="741208684" sldId="346"/>
        </pc:sldMkLst>
      </pc:sldChg>
      <pc:sldChg chg="del">
        <pc:chgData name="Chittaranjan Hens" userId="6fc03958433e8a43" providerId="LiveId" clId="{8FC35386-D2C4-451B-9307-371306956297}" dt="2023-01-06T05:46:06.444" v="40" actId="47"/>
        <pc:sldMkLst>
          <pc:docMk/>
          <pc:sldMk cId="2384910355" sldId="347"/>
        </pc:sldMkLst>
      </pc:sldChg>
      <pc:sldChg chg="del">
        <pc:chgData name="Chittaranjan Hens" userId="6fc03958433e8a43" providerId="LiveId" clId="{8FC35386-D2C4-451B-9307-371306956297}" dt="2023-01-06T05:46:07.700" v="41" actId="47"/>
        <pc:sldMkLst>
          <pc:docMk/>
          <pc:sldMk cId="2084815155" sldId="348"/>
        </pc:sldMkLst>
      </pc:sldChg>
      <pc:sldChg chg="addSp delSp modSp mod setBg setClrOvrMap">
        <pc:chgData name="Chittaranjan Hens" userId="6fc03958433e8a43" providerId="LiveId" clId="{8FC35386-D2C4-451B-9307-371306956297}" dt="2023-01-06T06:12:03.289" v="92" actId="478"/>
        <pc:sldMkLst>
          <pc:docMk/>
          <pc:sldMk cId="785561664" sldId="349"/>
        </pc:sldMkLst>
        <pc:spChg chg="add mod ord">
          <ac:chgData name="Chittaranjan Hens" userId="6fc03958433e8a43" providerId="LiveId" clId="{8FC35386-D2C4-451B-9307-371306956297}" dt="2023-01-06T06:11:49.757" v="89" actId="26606"/>
          <ac:spMkLst>
            <pc:docMk/>
            <pc:sldMk cId="785561664" sldId="349"/>
            <ac:spMk id="2" creationId="{A556E9E2-95A0-8720-EEEE-85E7BA4C9E5A}"/>
          </ac:spMkLst>
        </pc:spChg>
        <pc:spChg chg="mod">
          <ac:chgData name="Chittaranjan Hens" userId="6fc03958433e8a43" providerId="LiveId" clId="{8FC35386-D2C4-451B-9307-371306956297}" dt="2023-01-06T06:11:49.757" v="89" actId="26606"/>
          <ac:spMkLst>
            <pc:docMk/>
            <pc:sldMk cId="785561664" sldId="349"/>
            <ac:spMk id="8" creationId="{25DB9404-1245-DBD1-0A6B-C45569333CB3}"/>
          </ac:spMkLst>
        </pc:spChg>
        <pc:spChg chg="add del">
          <ac:chgData name="Chittaranjan Hens" userId="6fc03958433e8a43" providerId="LiveId" clId="{8FC35386-D2C4-451B-9307-371306956297}" dt="2023-01-06T06:11:19.827" v="79" actId="26606"/>
          <ac:spMkLst>
            <pc:docMk/>
            <pc:sldMk cId="785561664" sldId="349"/>
            <ac:spMk id="10" creationId="{C991AD47-9C99-472F-BDAA-21B183F33947}"/>
          </ac:spMkLst>
        </pc:spChg>
        <pc:spChg chg="add del">
          <ac:chgData name="Chittaranjan Hens" userId="6fc03958433e8a43" providerId="LiveId" clId="{8FC35386-D2C4-451B-9307-371306956297}" dt="2023-01-06T06:11:19.827" v="79" actId="26606"/>
          <ac:spMkLst>
            <pc:docMk/>
            <pc:sldMk cId="785561664" sldId="349"/>
            <ac:spMk id="11" creationId="{9E706731-3860-4E73-9335-A870F6741F0B}"/>
          </ac:spMkLst>
        </pc:spChg>
        <pc:spChg chg="add del">
          <ac:chgData name="Chittaranjan Hens" userId="6fc03958433e8a43" providerId="LiveId" clId="{8FC35386-D2C4-451B-9307-371306956297}" dt="2023-01-06T06:10:32.927" v="73" actId="26606"/>
          <ac:spMkLst>
            <pc:docMk/>
            <pc:sldMk cId="785561664" sldId="349"/>
            <ac:spMk id="13" creationId="{352BEC0E-22F8-46D0-9632-375DB541B06C}"/>
          </ac:spMkLst>
        </pc:spChg>
        <pc:spChg chg="add del">
          <ac:chgData name="Chittaranjan Hens" userId="6fc03958433e8a43" providerId="LiveId" clId="{8FC35386-D2C4-451B-9307-371306956297}" dt="2023-01-06T06:10:32.927" v="73" actId="26606"/>
          <ac:spMkLst>
            <pc:docMk/>
            <pc:sldMk cId="785561664" sldId="349"/>
            <ac:spMk id="15" creationId="{3FCFB1DE-0B7E-48CC-BA90-B2AB0889F9D6}"/>
          </ac:spMkLst>
        </pc:spChg>
        <pc:spChg chg="add del">
          <ac:chgData name="Chittaranjan Hens" userId="6fc03958433e8a43" providerId="LiveId" clId="{8FC35386-D2C4-451B-9307-371306956297}" dt="2023-01-06T06:11:19.827" v="79" actId="26606"/>
          <ac:spMkLst>
            <pc:docMk/>
            <pc:sldMk cId="785561664" sldId="349"/>
            <ac:spMk id="17" creationId="{CD2ED21F-DC95-4AD1-8327-D561F5FCA3A6}"/>
          </ac:spMkLst>
        </pc:spChg>
        <pc:spChg chg="add del">
          <ac:chgData name="Chittaranjan Hens" userId="6fc03958433e8a43" providerId="LiveId" clId="{8FC35386-D2C4-451B-9307-371306956297}" dt="2023-01-06T06:11:49.757" v="89" actId="26606"/>
          <ac:spMkLst>
            <pc:docMk/>
            <pc:sldMk cId="785561664" sldId="349"/>
            <ac:spMk id="19" creationId="{53B475F8-50AE-46A0-9943-B2B63183D50C}"/>
          </ac:spMkLst>
        </pc:spChg>
        <pc:spChg chg="add del">
          <ac:chgData name="Chittaranjan Hens" userId="6fc03958433e8a43" providerId="LiveId" clId="{8FC35386-D2C4-451B-9307-371306956297}" dt="2023-01-06T06:11:49.757" v="89" actId="26606"/>
          <ac:spMkLst>
            <pc:docMk/>
            <pc:sldMk cId="785561664" sldId="349"/>
            <ac:spMk id="20" creationId="{75F6FDB4-2351-48C2-A863-2364A02343C0}"/>
          </ac:spMkLst>
        </pc:spChg>
        <pc:picChg chg="add del mod ord">
          <ac:chgData name="Chittaranjan Hens" userId="6fc03958433e8a43" providerId="LiveId" clId="{8FC35386-D2C4-451B-9307-371306956297}" dt="2023-01-06T06:11:49.757" v="89" actId="26606"/>
          <ac:picMkLst>
            <pc:docMk/>
            <pc:sldMk cId="785561664" sldId="349"/>
            <ac:picMk id="4" creationId="{A77CDD2A-AFD3-0864-6D67-957A858D6745}"/>
          </ac:picMkLst>
        </pc:picChg>
        <pc:picChg chg="add mod">
          <ac:chgData name="Chittaranjan Hens" userId="6fc03958433e8a43" providerId="LiveId" clId="{8FC35386-D2C4-451B-9307-371306956297}" dt="2023-01-06T06:11:49.757" v="89" actId="26606"/>
          <ac:picMkLst>
            <pc:docMk/>
            <pc:sldMk cId="785561664" sldId="349"/>
            <ac:picMk id="5" creationId="{4683D138-54C9-4327-55A2-56023555D615}"/>
          </ac:picMkLst>
        </pc:picChg>
        <pc:picChg chg="add del mod">
          <ac:chgData name="Chittaranjan Hens" userId="6fc03958433e8a43" providerId="LiveId" clId="{8FC35386-D2C4-451B-9307-371306956297}" dt="2023-01-06T06:12:03.289" v="92" actId="478"/>
          <ac:picMkLst>
            <pc:docMk/>
            <pc:sldMk cId="785561664" sldId="349"/>
            <ac:picMk id="7" creationId="{09FA5CCB-E872-49C1-7782-DD5AAA4D2DFD}"/>
          </ac:picMkLst>
        </pc:picChg>
      </pc:sldChg>
      <pc:sldChg chg="add">
        <pc:chgData name="Chittaranjan Hens" userId="6fc03958433e8a43" providerId="LiveId" clId="{8FC35386-D2C4-451B-9307-371306956297}" dt="2023-01-06T06:11:58.311" v="91" actId="2890"/>
        <pc:sldMkLst>
          <pc:docMk/>
          <pc:sldMk cId="4134741998" sldId="350"/>
        </pc:sldMkLst>
      </pc:sldChg>
      <pc:sldChg chg="addSp delSp modSp add mod">
        <pc:chgData name="Chittaranjan Hens" userId="6fc03958433e8a43" providerId="LiveId" clId="{8FC35386-D2C4-451B-9307-371306956297}" dt="2023-01-06T07:48:33.986" v="1108" actId="2711"/>
        <pc:sldMkLst>
          <pc:docMk/>
          <pc:sldMk cId="1680325285" sldId="351"/>
        </pc:sldMkLst>
        <pc:spChg chg="del">
          <ac:chgData name="Chittaranjan Hens" userId="6fc03958433e8a43" providerId="LiveId" clId="{8FC35386-D2C4-451B-9307-371306956297}" dt="2023-01-06T06:12:10.822" v="94" actId="478"/>
          <ac:spMkLst>
            <pc:docMk/>
            <pc:sldMk cId="1680325285" sldId="351"/>
            <ac:spMk id="2" creationId="{A556E9E2-95A0-8720-EEEE-85E7BA4C9E5A}"/>
          </ac:spMkLst>
        </pc:spChg>
        <pc:spChg chg="mod">
          <ac:chgData name="Chittaranjan Hens" userId="6fc03958433e8a43" providerId="LiveId" clId="{8FC35386-D2C4-451B-9307-371306956297}" dt="2023-01-06T07:48:33.986" v="1108" actId="2711"/>
          <ac:spMkLst>
            <pc:docMk/>
            <pc:sldMk cId="1680325285" sldId="351"/>
            <ac:spMk id="8" creationId="{25DB9404-1245-DBD1-0A6B-C45569333CB3}"/>
          </ac:spMkLst>
        </pc:spChg>
        <pc:spChg chg="add mod">
          <ac:chgData name="Chittaranjan Hens" userId="6fc03958433e8a43" providerId="LiveId" clId="{8FC35386-D2C4-451B-9307-371306956297}" dt="2023-01-06T07:48:33.986" v="1108" actId="2711"/>
          <ac:spMkLst>
            <pc:docMk/>
            <pc:sldMk cId="1680325285" sldId="351"/>
            <ac:spMk id="9" creationId="{D8895241-1711-6415-7787-D51C6F3D9B74}"/>
          </ac:spMkLst>
        </pc:spChg>
        <pc:picChg chg="del">
          <ac:chgData name="Chittaranjan Hens" userId="6fc03958433e8a43" providerId="LiveId" clId="{8FC35386-D2C4-451B-9307-371306956297}" dt="2023-01-06T06:12:10.822" v="94" actId="478"/>
          <ac:picMkLst>
            <pc:docMk/>
            <pc:sldMk cId="1680325285" sldId="351"/>
            <ac:picMk id="5" creationId="{4683D138-54C9-4327-55A2-56023555D615}"/>
          </ac:picMkLst>
        </pc:picChg>
        <pc:picChg chg="add mod">
          <ac:chgData name="Chittaranjan Hens" userId="6fc03958433e8a43" providerId="LiveId" clId="{8FC35386-D2C4-451B-9307-371306956297}" dt="2023-01-06T06:15:05.987" v="116" actId="1076"/>
          <ac:picMkLst>
            <pc:docMk/>
            <pc:sldMk cId="1680325285" sldId="351"/>
            <ac:picMk id="6" creationId="{70877C20-EE06-5503-B5F9-AB1965203A90}"/>
          </ac:picMkLst>
        </pc:picChg>
        <pc:picChg chg="del">
          <ac:chgData name="Chittaranjan Hens" userId="6fc03958433e8a43" providerId="LiveId" clId="{8FC35386-D2C4-451B-9307-371306956297}" dt="2023-01-06T06:12:10.822" v="94" actId="478"/>
          <ac:picMkLst>
            <pc:docMk/>
            <pc:sldMk cId="1680325285" sldId="351"/>
            <ac:picMk id="7" creationId="{09FA5CCB-E872-49C1-7782-DD5AAA4D2DFD}"/>
          </ac:picMkLst>
        </pc:picChg>
      </pc:sldChg>
      <pc:sldChg chg="addSp modSp add del mod">
        <pc:chgData name="Chittaranjan Hens" userId="6fc03958433e8a43" providerId="LiveId" clId="{8FC35386-D2C4-451B-9307-371306956297}" dt="2023-01-06T06:16:42.711" v="166" actId="47"/>
        <pc:sldMkLst>
          <pc:docMk/>
          <pc:sldMk cId="914977954" sldId="352"/>
        </pc:sldMkLst>
        <pc:spChg chg="add mod">
          <ac:chgData name="Chittaranjan Hens" userId="6fc03958433e8a43" providerId="LiveId" clId="{8FC35386-D2C4-451B-9307-371306956297}" dt="2023-01-06T06:16:29.735" v="162" actId="207"/>
          <ac:spMkLst>
            <pc:docMk/>
            <pc:sldMk cId="914977954" sldId="352"/>
            <ac:spMk id="5" creationId="{9C96F9D1-BBDB-B6FA-9FB2-3107482107E7}"/>
          </ac:spMkLst>
        </pc:spChg>
        <pc:spChg chg="mod">
          <ac:chgData name="Chittaranjan Hens" userId="6fc03958433e8a43" providerId="LiveId" clId="{8FC35386-D2C4-451B-9307-371306956297}" dt="2023-01-06T06:16:04.101" v="150" actId="6549"/>
          <ac:spMkLst>
            <pc:docMk/>
            <pc:sldMk cId="914977954" sldId="352"/>
            <ac:spMk id="9" creationId="{D8895241-1711-6415-7787-D51C6F3D9B74}"/>
          </ac:spMkLst>
        </pc:spChg>
        <pc:picChg chg="add mod">
          <ac:chgData name="Chittaranjan Hens" userId="6fc03958433e8a43" providerId="LiveId" clId="{8FC35386-D2C4-451B-9307-371306956297}" dt="2023-01-06T06:16:19.399" v="154" actId="1076"/>
          <ac:picMkLst>
            <pc:docMk/>
            <pc:sldMk cId="914977954" sldId="352"/>
            <ac:picMk id="3" creationId="{A3109A05-B10E-4269-B025-91F2DD69F37B}"/>
          </ac:picMkLst>
        </pc:picChg>
      </pc:sldChg>
      <pc:sldChg chg="addSp delSp modSp add mod">
        <pc:chgData name="Chittaranjan Hens" userId="6fc03958433e8a43" providerId="LiveId" clId="{8FC35386-D2C4-451B-9307-371306956297}" dt="2023-01-15T19:24:55.536" v="2692" actId="1076"/>
        <pc:sldMkLst>
          <pc:docMk/>
          <pc:sldMk cId="1461595360" sldId="353"/>
        </pc:sldMkLst>
        <pc:spChg chg="add del mod">
          <ac:chgData name="Chittaranjan Hens" userId="6fc03958433e8a43" providerId="LiveId" clId="{8FC35386-D2C4-451B-9307-371306956297}" dt="2023-01-06T07:32:46.711" v="449" actId="478"/>
          <ac:spMkLst>
            <pc:docMk/>
            <pc:sldMk cId="1461595360" sldId="353"/>
            <ac:spMk id="2" creationId="{A0DC0FAC-5C88-5356-0615-9D0DA1B3FD9B}"/>
          </ac:spMkLst>
        </pc:spChg>
        <pc:spChg chg="mod">
          <ac:chgData name="Chittaranjan Hens" userId="6fc03958433e8a43" providerId="LiveId" clId="{8FC35386-D2C4-451B-9307-371306956297}" dt="2023-01-06T07:42:00.517" v="812" actId="207"/>
          <ac:spMkLst>
            <pc:docMk/>
            <pc:sldMk cId="1461595360" sldId="353"/>
            <ac:spMk id="5" creationId="{9C96F9D1-BBDB-B6FA-9FB2-3107482107E7}"/>
          </ac:spMkLst>
        </pc:spChg>
        <pc:spChg chg="mod">
          <ac:chgData name="Chittaranjan Hens" userId="6fc03958433e8a43" providerId="LiveId" clId="{8FC35386-D2C4-451B-9307-371306956297}" dt="2023-01-15T19:24:55.536" v="2692" actId="1076"/>
          <ac:spMkLst>
            <pc:docMk/>
            <pc:sldMk cId="1461595360" sldId="353"/>
            <ac:spMk id="8" creationId="{25DB9404-1245-DBD1-0A6B-C45569333CB3}"/>
          </ac:spMkLst>
        </pc:spChg>
        <pc:picChg chg="mod">
          <ac:chgData name="Chittaranjan Hens" userId="6fc03958433e8a43" providerId="LiveId" clId="{8FC35386-D2C4-451B-9307-371306956297}" dt="2023-01-06T06:16:34.463" v="164" actId="1076"/>
          <ac:picMkLst>
            <pc:docMk/>
            <pc:sldMk cId="1461595360" sldId="353"/>
            <ac:picMk id="3" creationId="{A3109A05-B10E-4269-B025-91F2DD69F37B}"/>
          </ac:picMkLst>
        </pc:picChg>
      </pc:sldChg>
      <pc:sldChg chg="addSp delSp modSp add del mod">
        <pc:chgData name="Chittaranjan Hens" userId="6fc03958433e8a43" providerId="LiveId" clId="{8FC35386-D2C4-451B-9307-371306956297}" dt="2023-01-06T07:41:37.635" v="806" actId="47"/>
        <pc:sldMkLst>
          <pc:docMk/>
          <pc:sldMk cId="830450336" sldId="354"/>
        </pc:sldMkLst>
        <pc:spChg chg="add mod">
          <ac:chgData name="Chittaranjan Hens" userId="6fc03958433e8a43" providerId="LiveId" clId="{8FC35386-D2C4-451B-9307-371306956297}" dt="2023-01-06T06:17:49.171" v="205" actId="1076"/>
          <ac:spMkLst>
            <pc:docMk/>
            <pc:sldMk cId="830450336" sldId="354"/>
            <ac:spMk id="2" creationId="{7569857E-6062-8433-0C30-1DA060816C2B}"/>
          </ac:spMkLst>
        </pc:spChg>
        <pc:spChg chg="mod">
          <ac:chgData name="Chittaranjan Hens" userId="6fc03958433e8a43" providerId="LiveId" clId="{8FC35386-D2C4-451B-9307-371306956297}" dt="2023-01-06T07:06:25.156" v="208" actId="207"/>
          <ac:spMkLst>
            <pc:docMk/>
            <pc:sldMk cId="830450336" sldId="354"/>
            <ac:spMk id="5" creationId="{9C96F9D1-BBDB-B6FA-9FB2-3107482107E7}"/>
          </ac:spMkLst>
        </pc:spChg>
        <pc:spChg chg="add mod">
          <ac:chgData name="Chittaranjan Hens" userId="6fc03958433e8a43" providerId="LiveId" clId="{8FC35386-D2C4-451B-9307-371306956297}" dt="2023-01-06T07:06:27.622" v="209" actId="207"/>
          <ac:spMkLst>
            <pc:docMk/>
            <pc:sldMk cId="830450336" sldId="354"/>
            <ac:spMk id="12" creationId="{4840ECC4-2786-D9EA-C32E-90C9B705C94A}"/>
          </ac:spMkLst>
        </pc:spChg>
        <pc:picChg chg="del">
          <ac:chgData name="Chittaranjan Hens" userId="6fc03958433e8a43" providerId="LiveId" clId="{8FC35386-D2C4-451B-9307-371306956297}" dt="2023-01-06T06:16:53.978" v="169" actId="478"/>
          <ac:picMkLst>
            <pc:docMk/>
            <pc:sldMk cId="830450336" sldId="354"/>
            <ac:picMk id="3" creationId="{A3109A05-B10E-4269-B025-91F2DD69F37B}"/>
          </ac:picMkLst>
        </pc:picChg>
        <pc:picChg chg="add mod">
          <ac:chgData name="Chittaranjan Hens" userId="6fc03958433e8a43" providerId="LiveId" clId="{8FC35386-D2C4-451B-9307-371306956297}" dt="2023-01-06T06:17:51.847" v="206" actId="1076"/>
          <ac:picMkLst>
            <pc:docMk/>
            <pc:sldMk cId="830450336" sldId="354"/>
            <ac:picMk id="10" creationId="{C1E89EA3-7E2C-82E5-65A6-888912BEACA2}"/>
          </ac:picMkLst>
        </pc:picChg>
        <pc:picChg chg="add mod">
          <ac:chgData name="Chittaranjan Hens" userId="6fc03958433e8a43" providerId="LiveId" clId="{8FC35386-D2C4-451B-9307-371306956297}" dt="2023-01-06T06:17:54.864" v="207" actId="1076"/>
          <ac:picMkLst>
            <pc:docMk/>
            <pc:sldMk cId="830450336" sldId="354"/>
            <ac:picMk id="11" creationId="{1B1AF6D2-8C8E-A056-2DF5-632379620536}"/>
          </ac:picMkLst>
        </pc:picChg>
      </pc:sldChg>
      <pc:sldChg chg="addSp delSp modSp add mod ord">
        <pc:chgData name="Chittaranjan Hens" userId="6fc03958433e8a43" providerId="LiveId" clId="{8FC35386-D2C4-451B-9307-371306956297}" dt="2023-01-15T19:24:58.470" v="2694" actId="1076"/>
        <pc:sldMkLst>
          <pc:docMk/>
          <pc:sldMk cId="4018644813" sldId="355"/>
        </pc:sldMkLst>
        <pc:spChg chg="add del mod">
          <ac:chgData name="Chittaranjan Hens" userId="6fc03958433e8a43" providerId="LiveId" clId="{8FC35386-D2C4-451B-9307-371306956297}" dt="2023-01-06T07:27:21.079" v="439"/>
          <ac:spMkLst>
            <pc:docMk/>
            <pc:sldMk cId="4018644813" sldId="355"/>
            <ac:spMk id="2" creationId="{4F41AF57-935C-39B5-7722-9659EFB624ED}"/>
          </ac:spMkLst>
        </pc:spChg>
        <pc:spChg chg="mod">
          <ac:chgData name="Chittaranjan Hens" userId="6fc03958433e8a43" providerId="LiveId" clId="{8FC35386-D2C4-451B-9307-371306956297}" dt="2023-01-06T07:48:02.358" v="1106" actId="2711"/>
          <ac:spMkLst>
            <pc:docMk/>
            <pc:sldMk cId="4018644813" sldId="355"/>
            <ac:spMk id="5" creationId="{9C96F9D1-BBDB-B6FA-9FB2-3107482107E7}"/>
          </ac:spMkLst>
        </pc:spChg>
        <pc:spChg chg="add mod">
          <ac:chgData name="Chittaranjan Hens" userId="6fc03958433e8a43" providerId="LiveId" clId="{8FC35386-D2C4-451B-9307-371306956297}" dt="2023-01-06T07:48:02.358" v="1106" actId="2711"/>
          <ac:spMkLst>
            <pc:docMk/>
            <pc:sldMk cId="4018644813" sldId="355"/>
            <ac:spMk id="7" creationId="{31B2941C-7A95-5B03-3803-36E8C977A522}"/>
          </ac:spMkLst>
        </pc:spChg>
        <pc:spChg chg="mod">
          <ac:chgData name="Chittaranjan Hens" userId="6fc03958433e8a43" providerId="LiveId" clId="{8FC35386-D2C4-451B-9307-371306956297}" dt="2023-01-15T19:24:58.470" v="2694" actId="1076"/>
          <ac:spMkLst>
            <pc:docMk/>
            <pc:sldMk cId="4018644813" sldId="355"/>
            <ac:spMk id="8" creationId="{25DB9404-1245-DBD1-0A6B-C45569333CB3}"/>
          </ac:spMkLst>
        </pc:spChg>
        <pc:spChg chg="mod">
          <ac:chgData name="Chittaranjan Hens" userId="6fc03958433e8a43" providerId="LiveId" clId="{8FC35386-D2C4-451B-9307-371306956297}" dt="2023-01-06T07:48:02.358" v="1106" actId="2711"/>
          <ac:spMkLst>
            <pc:docMk/>
            <pc:sldMk cId="4018644813" sldId="355"/>
            <ac:spMk id="9" creationId="{D8895241-1711-6415-7787-D51C6F3D9B74}"/>
          </ac:spMkLst>
        </pc:spChg>
        <pc:spChg chg="add mod">
          <ac:chgData name="Chittaranjan Hens" userId="6fc03958433e8a43" providerId="LiveId" clId="{8FC35386-D2C4-451B-9307-371306956297}" dt="2023-01-06T07:48:02.358" v="1106" actId="2711"/>
          <ac:spMkLst>
            <pc:docMk/>
            <pc:sldMk cId="4018644813" sldId="355"/>
            <ac:spMk id="10" creationId="{50CAC29A-9A53-9ABF-3062-D92FB73B5014}"/>
          </ac:spMkLst>
        </pc:spChg>
        <pc:spChg chg="add mod">
          <ac:chgData name="Chittaranjan Hens" userId="6fc03958433e8a43" providerId="LiveId" clId="{8FC35386-D2C4-451B-9307-371306956297}" dt="2023-01-06T07:48:02.358" v="1106" actId="2711"/>
          <ac:spMkLst>
            <pc:docMk/>
            <pc:sldMk cId="4018644813" sldId="355"/>
            <ac:spMk id="11" creationId="{38E6ABDE-C9C1-E2BA-224B-4BD3108E4F92}"/>
          </ac:spMkLst>
        </pc:spChg>
        <pc:spChg chg="add mod">
          <ac:chgData name="Chittaranjan Hens" userId="6fc03958433e8a43" providerId="LiveId" clId="{8FC35386-D2C4-451B-9307-371306956297}" dt="2023-01-06T07:56:25.923" v="1242" actId="1076"/>
          <ac:spMkLst>
            <pc:docMk/>
            <pc:sldMk cId="4018644813" sldId="355"/>
            <ac:spMk id="12" creationId="{32FA9E8B-6833-6C09-C503-4412C841796B}"/>
          </ac:spMkLst>
        </pc:spChg>
        <pc:picChg chg="del">
          <ac:chgData name="Chittaranjan Hens" userId="6fc03958433e8a43" providerId="LiveId" clId="{8FC35386-D2C4-451B-9307-371306956297}" dt="2023-01-06T07:27:21.072" v="437" actId="478"/>
          <ac:picMkLst>
            <pc:docMk/>
            <pc:sldMk cId="4018644813" sldId="355"/>
            <ac:picMk id="3" creationId="{A3109A05-B10E-4269-B025-91F2DD69F37B}"/>
          </ac:picMkLst>
        </pc:picChg>
        <pc:picChg chg="mod">
          <ac:chgData name="Chittaranjan Hens" userId="6fc03958433e8a43" providerId="LiveId" clId="{8FC35386-D2C4-451B-9307-371306956297}" dt="2023-01-06T07:48:02.358" v="1106" actId="2711"/>
          <ac:picMkLst>
            <pc:docMk/>
            <pc:sldMk cId="4018644813" sldId="355"/>
            <ac:picMk id="4" creationId="{A77CDD2A-AFD3-0864-6D67-957A858D6745}"/>
          </ac:picMkLst>
        </pc:picChg>
        <pc:picChg chg="mod">
          <ac:chgData name="Chittaranjan Hens" userId="6fc03958433e8a43" providerId="LiveId" clId="{8FC35386-D2C4-451B-9307-371306956297}" dt="2023-01-06T07:48:02.358" v="1106" actId="2711"/>
          <ac:picMkLst>
            <pc:docMk/>
            <pc:sldMk cId="4018644813" sldId="355"/>
            <ac:picMk id="6" creationId="{70877C20-EE06-5503-B5F9-AB1965203A90}"/>
          </ac:picMkLst>
        </pc:picChg>
      </pc:sldChg>
      <pc:sldChg chg="delSp modSp add mod">
        <pc:chgData name="Chittaranjan Hens" userId="6fc03958433e8a43" providerId="LiveId" clId="{8FC35386-D2C4-451B-9307-371306956297}" dt="2023-01-15T19:24:56.628" v="2693" actId="1076"/>
        <pc:sldMkLst>
          <pc:docMk/>
          <pc:sldMk cId="3292365335" sldId="356"/>
        </pc:sldMkLst>
        <pc:spChg chg="mod">
          <ac:chgData name="Chittaranjan Hens" userId="6fc03958433e8a43" providerId="LiveId" clId="{8FC35386-D2C4-451B-9307-371306956297}" dt="2023-01-06T07:48:09.669" v="1107" actId="2711"/>
          <ac:spMkLst>
            <pc:docMk/>
            <pc:sldMk cId="3292365335" sldId="356"/>
            <ac:spMk id="5" creationId="{9C96F9D1-BBDB-B6FA-9FB2-3107482107E7}"/>
          </ac:spMkLst>
        </pc:spChg>
        <pc:spChg chg="mod">
          <ac:chgData name="Chittaranjan Hens" userId="6fc03958433e8a43" providerId="LiveId" clId="{8FC35386-D2C4-451B-9307-371306956297}" dt="2023-01-06T07:48:09.669" v="1107" actId="2711"/>
          <ac:spMkLst>
            <pc:docMk/>
            <pc:sldMk cId="3292365335" sldId="356"/>
            <ac:spMk id="7" creationId="{31B2941C-7A95-5B03-3803-36E8C977A522}"/>
          </ac:spMkLst>
        </pc:spChg>
        <pc:spChg chg="mod">
          <ac:chgData name="Chittaranjan Hens" userId="6fc03958433e8a43" providerId="LiveId" clId="{8FC35386-D2C4-451B-9307-371306956297}" dt="2023-01-15T19:24:56.628" v="2693" actId="1076"/>
          <ac:spMkLst>
            <pc:docMk/>
            <pc:sldMk cId="3292365335" sldId="356"/>
            <ac:spMk id="8" creationId="{25DB9404-1245-DBD1-0A6B-C45569333CB3}"/>
          </ac:spMkLst>
        </pc:spChg>
        <pc:spChg chg="mod">
          <ac:chgData name="Chittaranjan Hens" userId="6fc03958433e8a43" providerId="LiveId" clId="{8FC35386-D2C4-451B-9307-371306956297}" dt="2023-01-06T07:48:09.669" v="1107" actId="2711"/>
          <ac:spMkLst>
            <pc:docMk/>
            <pc:sldMk cId="3292365335" sldId="356"/>
            <ac:spMk id="9" creationId="{D8895241-1711-6415-7787-D51C6F3D9B74}"/>
          </ac:spMkLst>
        </pc:spChg>
        <pc:spChg chg="mod">
          <ac:chgData name="Chittaranjan Hens" userId="6fc03958433e8a43" providerId="LiveId" clId="{8FC35386-D2C4-451B-9307-371306956297}" dt="2023-01-06T07:48:09.669" v="1107" actId="2711"/>
          <ac:spMkLst>
            <pc:docMk/>
            <pc:sldMk cId="3292365335" sldId="356"/>
            <ac:spMk id="10" creationId="{50CAC29A-9A53-9ABF-3062-D92FB73B5014}"/>
          </ac:spMkLst>
        </pc:spChg>
        <pc:spChg chg="mod">
          <ac:chgData name="Chittaranjan Hens" userId="6fc03958433e8a43" providerId="LiveId" clId="{8FC35386-D2C4-451B-9307-371306956297}" dt="2023-01-06T07:48:09.669" v="1107" actId="2711"/>
          <ac:spMkLst>
            <pc:docMk/>
            <pc:sldMk cId="3292365335" sldId="356"/>
            <ac:spMk id="11" creationId="{38E6ABDE-C9C1-E2BA-224B-4BD3108E4F92}"/>
          </ac:spMkLst>
        </pc:spChg>
        <pc:spChg chg="del">
          <ac:chgData name="Chittaranjan Hens" userId="6fc03958433e8a43" providerId="LiveId" clId="{8FC35386-D2C4-451B-9307-371306956297}" dt="2023-01-06T07:42:15.452" v="817" actId="478"/>
          <ac:spMkLst>
            <pc:docMk/>
            <pc:sldMk cId="3292365335" sldId="356"/>
            <ac:spMk id="12" creationId="{32FA9E8B-6833-6C09-C503-4412C841796B}"/>
          </ac:spMkLst>
        </pc:spChg>
        <pc:picChg chg="mod">
          <ac:chgData name="Chittaranjan Hens" userId="6fc03958433e8a43" providerId="LiveId" clId="{8FC35386-D2C4-451B-9307-371306956297}" dt="2023-01-06T07:48:09.669" v="1107" actId="2711"/>
          <ac:picMkLst>
            <pc:docMk/>
            <pc:sldMk cId="3292365335" sldId="356"/>
            <ac:picMk id="4" creationId="{A77CDD2A-AFD3-0864-6D67-957A858D6745}"/>
          </ac:picMkLst>
        </pc:picChg>
        <pc:picChg chg="mod">
          <ac:chgData name="Chittaranjan Hens" userId="6fc03958433e8a43" providerId="LiveId" clId="{8FC35386-D2C4-451B-9307-371306956297}" dt="2023-01-06T07:48:09.669" v="1107" actId="2711"/>
          <ac:picMkLst>
            <pc:docMk/>
            <pc:sldMk cId="3292365335" sldId="356"/>
            <ac:picMk id="6" creationId="{70877C20-EE06-5503-B5F9-AB1965203A90}"/>
          </ac:picMkLst>
        </pc:picChg>
      </pc:sldChg>
      <pc:sldChg chg="addSp modSp add mod">
        <pc:chgData name="Chittaranjan Hens" userId="6fc03958433e8a43" providerId="LiveId" clId="{8FC35386-D2C4-451B-9307-371306956297}" dt="2023-01-15T19:25:02.335" v="2695" actId="1076"/>
        <pc:sldMkLst>
          <pc:docMk/>
          <pc:sldMk cId="4124511645" sldId="357"/>
        </pc:sldMkLst>
        <pc:spChg chg="add mod">
          <ac:chgData name="Chittaranjan Hens" userId="6fc03958433e8a43" providerId="LiveId" clId="{8FC35386-D2C4-451B-9307-371306956297}" dt="2023-01-06T07:47:53.779" v="1105" actId="2711"/>
          <ac:spMkLst>
            <pc:docMk/>
            <pc:sldMk cId="4124511645" sldId="357"/>
            <ac:spMk id="2" creationId="{F7EAC845-DA5C-41F2-8BB3-2A2EA8301693}"/>
          </ac:spMkLst>
        </pc:spChg>
        <pc:spChg chg="mod">
          <ac:chgData name="Chittaranjan Hens" userId="6fc03958433e8a43" providerId="LiveId" clId="{8FC35386-D2C4-451B-9307-371306956297}" dt="2023-01-06T07:47:53.779" v="1105" actId="2711"/>
          <ac:spMkLst>
            <pc:docMk/>
            <pc:sldMk cId="4124511645" sldId="357"/>
            <ac:spMk id="5" creationId="{9C96F9D1-BBDB-B6FA-9FB2-3107482107E7}"/>
          </ac:spMkLst>
        </pc:spChg>
        <pc:spChg chg="mod">
          <ac:chgData name="Chittaranjan Hens" userId="6fc03958433e8a43" providerId="LiveId" clId="{8FC35386-D2C4-451B-9307-371306956297}" dt="2023-01-06T07:47:53.779" v="1105" actId="2711"/>
          <ac:spMkLst>
            <pc:docMk/>
            <pc:sldMk cId="4124511645" sldId="357"/>
            <ac:spMk id="7" creationId="{31B2941C-7A95-5B03-3803-36E8C977A522}"/>
          </ac:spMkLst>
        </pc:spChg>
        <pc:spChg chg="mod">
          <ac:chgData name="Chittaranjan Hens" userId="6fc03958433e8a43" providerId="LiveId" clId="{8FC35386-D2C4-451B-9307-371306956297}" dt="2023-01-15T19:25:02.335" v="2695" actId="1076"/>
          <ac:spMkLst>
            <pc:docMk/>
            <pc:sldMk cId="4124511645" sldId="357"/>
            <ac:spMk id="8" creationId="{25DB9404-1245-DBD1-0A6B-C45569333CB3}"/>
          </ac:spMkLst>
        </pc:spChg>
        <pc:spChg chg="mod">
          <ac:chgData name="Chittaranjan Hens" userId="6fc03958433e8a43" providerId="LiveId" clId="{8FC35386-D2C4-451B-9307-371306956297}" dt="2023-01-06T07:47:53.779" v="1105" actId="2711"/>
          <ac:spMkLst>
            <pc:docMk/>
            <pc:sldMk cId="4124511645" sldId="357"/>
            <ac:spMk id="9" creationId="{D8895241-1711-6415-7787-D51C6F3D9B74}"/>
          </ac:spMkLst>
        </pc:spChg>
        <pc:spChg chg="mod">
          <ac:chgData name="Chittaranjan Hens" userId="6fc03958433e8a43" providerId="LiveId" clId="{8FC35386-D2C4-451B-9307-371306956297}" dt="2023-01-06T07:47:53.779" v="1105" actId="2711"/>
          <ac:spMkLst>
            <pc:docMk/>
            <pc:sldMk cId="4124511645" sldId="357"/>
            <ac:spMk id="10" creationId="{50CAC29A-9A53-9ABF-3062-D92FB73B5014}"/>
          </ac:spMkLst>
        </pc:spChg>
        <pc:spChg chg="mod">
          <ac:chgData name="Chittaranjan Hens" userId="6fc03958433e8a43" providerId="LiveId" clId="{8FC35386-D2C4-451B-9307-371306956297}" dt="2023-01-06T07:47:53.779" v="1105" actId="2711"/>
          <ac:spMkLst>
            <pc:docMk/>
            <pc:sldMk cId="4124511645" sldId="357"/>
            <ac:spMk id="11" creationId="{38E6ABDE-C9C1-E2BA-224B-4BD3108E4F92}"/>
          </ac:spMkLst>
        </pc:spChg>
        <pc:spChg chg="mod">
          <ac:chgData name="Chittaranjan Hens" userId="6fc03958433e8a43" providerId="LiveId" clId="{8FC35386-D2C4-451B-9307-371306956297}" dt="2023-01-06T07:47:53.779" v="1105" actId="2711"/>
          <ac:spMkLst>
            <pc:docMk/>
            <pc:sldMk cId="4124511645" sldId="357"/>
            <ac:spMk id="12" creationId="{32FA9E8B-6833-6C09-C503-4412C841796B}"/>
          </ac:spMkLst>
        </pc:spChg>
        <pc:picChg chg="mod">
          <ac:chgData name="Chittaranjan Hens" userId="6fc03958433e8a43" providerId="LiveId" clId="{8FC35386-D2C4-451B-9307-371306956297}" dt="2023-01-06T07:47:53.779" v="1105" actId="2711"/>
          <ac:picMkLst>
            <pc:docMk/>
            <pc:sldMk cId="4124511645" sldId="357"/>
            <ac:picMk id="4" creationId="{A77CDD2A-AFD3-0864-6D67-957A858D6745}"/>
          </ac:picMkLst>
        </pc:picChg>
        <pc:picChg chg="mod">
          <ac:chgData name="Chittaranjan Hens" userId="6fc03958433e8a43" providerId="LiveId" clId="{8FC35386-D2C4-451B-9307-371306956297}" dt="2023-01-06T07:47:53.779" v="1105" actId="2711"/>
          <ac:picMkLst>
            <pc:docMk/>
            <pc:sldMk cId="4124511645" sldId="357"/>
            <ac:picMk id="6" creationId="{70877C20-EE06-5503-B5F9-AB1965203A90}"/>
          </ac:picMkLst>
        </pc:picChg>
      </pc:sldChg>
      <pc:sldChg chg="addSp modSp add mod">
        <pc:chgData name="Chittaranjan Hens" userId="6fc03958433e8a43" providerId="LiveId" clId="{8FC35386-D2C4-451B-9307-371306956297}" dt="2023-01-15T19:25:05.736" v="2696" actId="1076"/>
        <pc:sldMkLst>
          <pc:docMk/>
          <pc:sldMk cId="556724120" sldId="358"/>
        </pc:sldMkLst>
        <pc:spChg chg="mod">
          <ac:chgData name="Chittaranjan Hens" userId="6fc03958433e8a43" providerId="LiveId" clId="{8FC35386-D2C4-451B-9307-371306956297}" dt="2023-01-06T07:56:15.691" v="1240" actId="1076"/>
          <ac:spMkLst>
            <pc:docMk/>
            <pc:sldMk cId="556724120" sldId="358"/>
            <ac:spMk id="2" creationId="{F7EAC845-DA5C-41F2-8BB3-2A2EA8301693}"/>
          </ac:spMkLst>
        </pc:spChg>
        <pc:spChg chg="add mod">
          <ac:chgData name="Chittaranjan Hens" userId="6fc03958433e8a43" providerId="LiveId" clId="{8FC35386-D2C4-451B-9307-371306956297}" dt="2023-01-06T07:56:18.770" v="1241" actId="1076"/>
          <ac:spMkLst>
            <pc:docMk/>
            <pc:sldMk cId="556724120" sldId="358"/>
            <ac:spMk id="3" creationId="{A935EF63-BC6A-CD20-57EB-5E731D2F5C59}"/>
          </ac:spMkLst>
        </pc:spChg>
        <pc:spChg chg="mod">
          <ac:chgData name="Chittaranjan Hens" userId="6fc03958433e8a43" providerId="LiveId" clId="{8FC35386-D2C4-451B-9307-371306956297}" dt="2023-01-06T07:47:36.683" v="1103" actId="2711"/>
          <ac:spMkLst>
            <pc:docMk/>
            <pc:sldMk cId="556724120" sldId="358"/>
            <ac:spMk id="7" creationId="{31B2941C-7A95-5B03-3803-36E8C977A522}"/>
          </ac:spMkLst>
        </pc:spChg>
        <pc:spChg chg="mod">
          <ac:chgData name="Chittaranjan Hens" userId="6fc03958433e8a43" providerId="LiveId" clId="{8FC35386-D2C4-451B-9307-371306956297}" dt="2023-01-15T19:25:05.736" v="2696" actId="1076"/>
          <ac:spMkLst>
            <pc:docMk/>
            <pc:sldMk cId="556724120" sldId="358"/>
            <ac:spMk id="8" creationId="{25DB9404-1245-DBD1-0A6B-C45569333CB3}"/>
          </ac:spMkLst>
        </pc:spChg>
        <pc:spChg chg="mod">
          <ac:chgData name="Chittaranjan Hens" userId="6fc03958433e8a43" providerId="LiveId" clId="{8FC35386-D2C4-451B-9307-371306956297}" dt="2023-01-06T07:47:44.137" v="1104" actId="2711"/>
          <ac:spMkLst>
            <pc:docMk/>
            <pc:sldMk cId="556724120" sldId="358"/>
            <ac:spMk id="9" creationId="{D8895241-1711-6415-7787-D51C6F3D9B74}"/>
          </ac:spMkLst>
        </pc:spChg>
        <pc:spChg chg="mod">
          <ac:chgData name="Chittaranjan Hens" userId="6fc03958433e8a43" providerId="LiveId" clId="{8FC35386-D2C4-451B-9307-371306956297}" dt="2023-01-06T07:47:36.683" v="1103" actId="2711"/>
          <ac:spMkLst>
            <pc:docMk/>
            <pc:sldMk cId="556724120" sldId="358"/>
            <ac:spMk id="11" creationId="{38E6ABDE-C9C1-E2BA-224B-4BD3108E4F92}"/>
          </ac:spMkLst>
        </pc:spChg>
        <pc:spChg chg="mod">
          <ac:chgData name="Chittaranjan Hens" userId="6fc03958433e8a43" providerId="LiveId" clId="{8FC35386-D2C4-451B-9307-371306956297}" dt="2023-01-06T07:47:36.683" v="1103" actId="2711"/>
          <ac:spMkLst>
            <pc:docMk/>
            <pc:sldMk cId="556724120" sldId="358"/>
            <ac:spMk id="12" creationId="{32FA9E8B-6833-6C09-C503-4412C841796B}"/>
          </ac:spMkLst>
        </pc:spChg>
        <pc:picChg chg="mod">
          <ac:chgData name="Chittaranjan Hens" userId="6fc03958433e8a43" providerId="LiveId" clId="{8FC35386-D2C4-451B-9307-371306956297}" dt="2023-01-06T07:45:31.395" v="1044" actId="1076"/>
          <ac:picMkLst>
            <pc:docMk/>
            <pc:sldMk cId="556724120" sldId="358"/>
            <ac:picMk id="4" creationId="{A77CDD2A-AFD3-0864-6D67-957A858D6745}"/>
          </ac:picMkLst>
        </pc:picChg>
      </pc:sldChg>
      <pc:sldChg chg="addSp delSp modSp add mod modAnim">
        <pc:chgData name="Chittaranjan Hens" userId="6fc03958433e8a43" providerId="LiveId" clId="{8FC35386-D2C4-451B-9307-371306956297}" dt="2023-01-15T20:17:33.634" v="3265" actId="20577"/>
        <pc:sldMkLst>
          <pc:docMk/>
          <pc:sldMk cId="3315069420" sldId="359"/>
        </pc:sldMkLst>
        <pc:spChg chg="add mod">
          <ac:chgData name="Chittaranjan Hens" userId="6fc03958433e8a43" providerId="LiveId" clId="{8FC35386-D2C4-451B-9307-371306956297}" dt="2023-01-14T19:49:12.560" v="1953" actId="20577"/>
          <ac:spMkLst>
            <pc:docMk/>
            <pc:sldMk cId="3315069420" sldId="359"/>
            <ac:spMk id="2" creationId="{4B148BB1-DC18-C49E-752C-EF385821E0A0}"/>
          </ac:spMkLst>
        </pc:spChg>
        <pc:spChg chg="add mod">
          <ac:chgData name="Chittaranjan Hens" userId="6fc03958433e8a43" providerId="LiveId" clId="{8FC35386-D2C4-451B-9307-371306956297}" dt="2023-01-14T19:50:21.996" v="2004" actId="20577"/>
          <ac:spMkLst>
            <pc:docMk/>
            <pc:sldMk cId="3315069420" sldId="359"/>
            <ac:spMk id="3" creationId="{51D006F3-3EBE-2304-22E9-85341026A74A}"/>
          </ac:spMkLst>
        </pc:spChg>
        <pc:spChg chg="del">
          <ac:chgData name="Chittaranjan Hens" userId="6fc03958433e8a43" providerId="LiveId" clId="{8FC35386-D2C4-451B-9307-371306956297}" dt="2023-01-06T07:46:16.399" v="1050" actId="478"/>
          <ac:spMkLst>
            <pc:docMk/>
            <pc:sldMk cId="3315069420" sldId="359"/>
            <ac:spMk id="5" creationId="{9C96F9D1-BBDB-B6FA-9FB2-3107482107E7}"/>
          </ac:spMkLst>
        </pc:spChg>
        <pc:spChg chg="add mod">
          <ac:chgData name="Chittaranjan Hens" userId="6fc03958433e8a43" providerId="LiveId" clId="{8FC35386-D2C4-451B-9307-371306956297}" dt="2023-01-06T07:46:31.513" v="1056" actId="14100"/>
          <ac:spMkLst>
            <pc:docMk/>
            <pc:sldMk cId="3315069420" sldId="359"/>
            <ac:spMk id="7" creationId="{2A8832DD-FD54-1E1D-586A-E8F19F48755F}"/>
          </ac:spMkLst>
        </pc:spChg>
        <pc:spChg chg="del">
          <ac:chgData name="Chittaranjan Hens" userId="6fc03958433e8a43" providerId="LiveId" clId="{8FC35386-D2C4-451B-9307-371306956297}" dt="2023-01-06T07:46:13.473" v="1048" actId="478"/>
          <ac:spMkLst>
            <pc:docMk/>
            <pc:sldMk cId="3315069420" sldId="359"/>
            <ac:spMk id="9" creationId="{D8895241-1711-6415-7787-D51C6F3D9B74}"/>
          </ac:spMkLst>
        </pc:spChg>
        <pc:spChg chg="add mod">
          <ac:chgData name="Chittaranjan Hens" userId="6fc03958433e8a43" providerId="LiveId" clId="{8FC35386-D2C4-451B-9307-371306956297}" dt="2023-01-06T07:56:34.981" v="1243" actId="207"/>
          <ac:spMkLst>
            <pc:docMk/>
            <pc:sldMk cId="3315069420" sldId="359"/>
            <ac:spMk id="10" creationId="{13519538-2F71-074D-AAD0-167138838015}"/>
          </ac:spMkLst>
        </pc:spChg>
        <pc:spChg chg="add mod">
          <ac:chgData name="Chittaranjan Hens" userId="6fc03958433e8a43" providerId="LiveId" clId="{8FC35386-D2C4-451B-9307-371306956297}" dt="2023-01-15T20:17:33.634" v="3265" actId="20577"/>
          <ac:spMkLst>
            <pc:docMk/>
            <pc:sldMk cId="3315069420" sldId="359"/>
            <ac:spMk id="11" creationId="{01F666E0-5609-2CF7-9893-E8BE82773328}"/>
          </ac:spMkLst>
        </pc:spChg>
        <pc:picChg chg="del">
          <ac:chgData name="Chittaranjan Hens" userId="6fc03958433e8a43" providerId="LiveId" clId="{8FC35386-D2C4-451B-9307-371306956297}" dt="2023-01-06T07:46:14.604" v="1049" actId="478"/>
          <ac:picMkLst>
            <pc:docMk/>
            <pc:sldMk cId="3315069420" sldId="359"/>
            <ac:picMk id="3" creationId="{A3109A05-B10E-4269-B025-91F2DD69F37B}"/>
          </ac:picMkLst>
        </pc:picChg>
        <pc:picChg chg="mod">
          <ac:chgData name="Chittaranjan Hens" userId="6fc03958433e8a43" providerId="LiveId" clId="{8FC35386-D2C4-451B-9307-371306956297}" dt="2023-01-14T19:45:07.653" v="1873" actId="1076"/>
          <ac:picMkLst>
            <pc:docMk/>
            <pc:sldMk cId="3315069420" sldId="359"/>
            <ac:picMk id="4" creationId="{A77CDD2A-AFD3-0864-6D67-957A858D6745}"/>
          </ac:picMkLst>
        </pc:picChg>
        <pc:picChg chg="del">
          <ac:chgData name="Chittaranjan Hens" userId="6fc03958433e8a43" providerId="LiveId" clId="{8FC35386-D2C4-451B-9307-371306956297}" dt="2023-01-06T07:46:11.494" v="1047" actId="478"/>
          <ac:picMkLst>
            <pc:docMk/>
            <pc:sldMk cId="3315069420" sldId="359"/>
            <ac:picMk id="6" creationId="{70877C20-EE06-5503-B5F9-AB1965203A90}"/>
          </ac:picMkLst>
        </pc:picChg>
        <pc:picChg chg="add mod">
          <ac:chgData name="Chittaranjan Hens" userId="6fc03958433e8a43" providerId="LiveId" clId="{8FC35386-D2C4-451B-9307-371306956297}" dt="2023-01-14T19:55:05.789" v="2116" actId="1076"/>
          <ac:picMkLst>
            <pc:docMk/>
            <pc:sldMk cId="3315069420" sldId="359"/>
            <ac:picMk id="6" creationId="{930E0847-C390-2D6B-4294-FDA12484D2BD}"/>
          </ac:picMkLst>
        </pc:picChg>
      </pc:sldChg>
      <pc:sldChg chg="addSp modSp add del mod">
        <pc:chgData name="Chittaranjan Hens" userId="6fc03958433e8a43" providerId="LiveId" clId="{8FC35386-D2C4-451B-9307-371306956297}" dt="2023-01-06T07:56:51.713" v="1245" actId="47"/>
        <pc:sldMkLst>
          <pc:docMk/>
          <pc:sldMk cId="549701318" sldId="360"/>
        </pc:sldMkLst>
        <pc:spChg chg="mod">
          <ac:chgData name="Chittaranjan Hens" userId="6fc03958433e8a43" providerId="LiveId" clId="{8FC35386-D2C4-451B-9307-371306956297}" dt="2023-01-06T07:56:42.646" v="1244" actId="14100"/>
          <ac:spMkLst>
            <pc:docMk/>
            <pc:sldMk cId="549701318" sldId="360"/>
            <ac:spMk id="11" creationId="{01F666E0-5609-2CF7-9893-E8BE82773328}"/>
          </ac:spMkLst>
        </pc:spChg>
        <pc:picChg chg="add mod">
          <ac:chgData name="Chittaranjan Hens" userId="6fc03958433e8a43" providerId="LiveId" clId="{8FC35386-D2C4-451B-9307-371306956297}" dt="2023-01-06T07:52:10.532" v="1160" actId="14100"/>
          <ac:picMkLst>
            <pc:docMk/>
            <pc:sldMk cId="549701318" sldId="360"/>
            <ac:picMk id="3" creationId="{D850460A-A62F-3D61-9090-71713543C8BF}"/>
          </ac:picMkLst>
        </pc:picChg>
        <pc:picChg chg="mod">
          <ac:chgData name="Chittaranjan Hens" userId="6fc03958433e8a43" providerId="LiveId" clId="{8FC35386-D2C4-451B-9307-371306956297}" dt="2023-01-06T07:52:05.912" v="1158" actId="1076"/>
          <ac:picMkLst>
            <pc:docMk/>
            <pc:sldMk cId="549701318" sldId="360"/>
            <ac:picMk id="4" creationId="{A77CDD2A-AFD3-0864-6D67-957A858D6745}"/>
          </ac:picMkLst>
        </pc:picChg>
      </pc:sldChg>
      <pc:sldChg chg="addSp delSp modSp add mod">
        <pc:chgData name="Chittaranjan Hens" userId="6fc03958433e8a43" providerId="LiveId" clId="{8FC35386-D2C4-451B-9307-371306956297}" dt="2023-01-06T07:56:59.802" v="1247" actId="478"/>
        <pc:sldMkLst>
          <pc:docMk/>
          <pc:sldMk cId="1358715392" sldId="361"/>
        </pc:sldMkLst>
        <pc:picChg chg="mod">
          <ac:chgData name="Chittaranjan Hens" userId="6fc03958433e8a43" providerId="LiveId" clId="{8FC35386-D2C4-451B-9307-371306956297}" dt="2023-01-06T07:52:49.949" v="1171" actId="14100"/>
          <ac:picMkLst>
            <pc:docMk/>
            <pc:sldMk cId="1358715392" sldId="361"/>
            <ac:picMk id="3" creationId="{D850460A-A62F-3D61-9090-71713543C8BF}"/>
          </ac:picMkLst>
        </pc:picChg>
        <pc:picChg chg="add del mod">
          <ac:chgData name="Chittaranjan Hens" userId="6fc03958433e8a43" providerId="LiveId" clId="{8FC35386-D2C4-451B-9307-371306956297}" dt="2023-01-06T07:56:59.802" v="1247" actId="478"/>
          <ac:picMkLst>
            <pc:docMk/>
            <pc:sldMk cId="1358715392" sldId="361"/>
            <ac:picMk id="5" creationId="{2BBA2365-AA09-5E15-BCAD-24AA856078E9}"/>
          </ac:picMkLst>
        </pc:picChg>
      </pc:sldChg>
      <pc:sldChg chg="add del">
        <pc:chgData name="Chittaranjan Hens" userId="6fc03958433e8a43" providerId="LiveId" clId="{8FC35386-D2C4-451B-9307-371306956297}" dt="2023-01-06T07:57:18.768" v="1248" actId="47"/>
        <pc:sldMkLst>
          <pc:docMk/>
          <pc:sldMk cId="1420755588" sldId="362"/>
        </pc:sldMkLst>
      </pc:sldChg>
      <pc:sldChg chg="addSp delSp modSp add mod">
        <pc:chgData name="Chittaranjan Hens" userId="6fc03958433e8a43" providerId="LiveId" clId="{8FC35386-D2C4-451B-9307-371306956297}" dt="2023-01-19T03:40:44.385" v="3617" actId="1076"/>
        <pc:sldMkLst>
          <pc:docMk/>
          <pc:sldMk cId="370908212" sldId="363"/>
        </pc:sldMkLst>
        <pc:spChg chg="mod">
          <ac:chgData name="Chittaranjan Hens" userId="6fc03958433e8a43" providerId="LiveId" clId="{8FC35386-D2C4-451B-9307-371306956297}" dt="2023-01-06T07:53:39.089" v="1178" actId="1076"/>
          <ac:spMkLst>
            <pc:docMk/>
            <pc:sldMk cId="370908212" sldId="363"/>
            <ac:spMk id="7" creationId="{2A8832DD-FD54-1E1D-586A-E8F19F48755F}"/>
          </ac:spMkLst>
        </pc:spChg>
        <pc:spChg chg="mod">
          <ac:chgData name="Chittaranjan Hens" userId="6fc03958433e8a43" providerId="LiveId" clId="{8FC35386-D2C4-451B-9307-371306956297}" dt="2023-01-06T07:53:39.089" v="1178" actId="1076"/>
          <ac:spMkLst>
            <pc:docMk/>
            <pc:sldMk cId="370908212" sldId="363"/>
            <ac:spMk id="10" creationId="{13519538-2F71-074D-AAD0-167138838015}"/>
          </ac:spMkLst>
        </pc:spChg>
        <pc:spChg chg="mod">
          <ac:chgData name="Chittaranjan Hens" userId="6fc03958433e8a43" providerId="LiveId" clId="{8FC35386-D2C4-451B-9307-371306956297}" dt="2023-01-06T07:53:39.089" v="1178" actId="1076"/>
          <ac:spMkLst>
            <pc:docMk/>
            <pc:sldMk cId="370908212" sldId="363"/>
            <ac:spMk id="11" creationId="{01F666E0-5609-2CF7-9893-E8BE82773328}"/>
          </ac:spMkLst>
        </pc:spChg>
        <pc:picChg chg="mod">
          <ac:chgData name="Chittaranjan Hens" userId="6fc03958433e8a43" providerId="LiveId" clId="{8FC35386-D2C4-451B-9307-371306956297}" dt="2023-01-06T07:53:39.089" v="1178" actId="1076"/>
          <ac:picMkLst>
            <pc:docMk/>
            <pc:sldMk cId="370908212" sldId="363"/>
            <ac:picMk id="3" creationId="{D850460A-A62F-3D61-9090-71713543C8BF}"/>
          </ac:picMkLst>
        </pc:picChg>
        <pc:picChg chg="del mod">
          <ac:chgData name="Chittaranjan Hens" userId="6fc03958433e8a43" providerId="LiveId" clId="{8FC35386-D2C4-451B-9307-371306956297}" dt="2023-01-19T03:40:42.077" v="3616" actId="478"/>
          <ac:picMkLst>
            <pc:docMk/>
            <pc:sldMk cId="370908212" sldId="363"/>
            <ac:picMk id="5" creationId="{2BBA2365-AA09-5E15-BCAD-24AA856078E9}"/>
          </ac:picMkLst>
        </pc:picChg>
        <pc:picChg chg="add mod">
          <ac:chgData name="Chittaranjan Hens" userId="6fc03958433e8a43" providerId="LiveId" clId="{8FC35386-D2C4-451B-9307-371306956297}" dt="2023-01-19T03:40:44.385" v="3617" actId="1076"/>
          <ac:picMkLst>
            <pc:docMk/>
            <pc:sldMk cId="370908212" sldId="363"/>
            <ac:picMk id="6" creationId="{D1C8E00B-3139-043E-7745-5AF38B61E28F}"/>
          </ac:picMkLst>
        </pc:picChg>
      </pc:sldChg>
      <pc:sldChg chg="addSp delSp modSp add mod">
        <pc:chgData name="Chittaranjan Hens" userId="6fc03958433e8a43" providerId="LiveId" clId="{8FC35386-D2C4-451B-9307-371306956297}" dt="2023-01-19T03:49:41.392" v="3618" actId="20577"/>
        <pc:sldMkLst>
          <pc:docMk/>
          <pc:sldMk cId="331812590" sldId="364"/>
        </pc:sldMkLst>
        <pc:spChg chg="del">
          <ac:chgData name="Chittaranjan Hens" userId="6fc03958433e8a43" providerId="LiveId" clId="{8FC35386-D2C4-451B-9307-371306956297}" dt="2023-01-06T07:54:37.216" v="1189" actId="478"/>
          <ac:spMkLst>
            <pc:docMk/>
            <pc:sldMk cId="331812590" sldId="364"/>
            <ac:spMk id="7" creationId="{2A8832DD-FD54-1E1D-586A-E8F19F48755F}"/>
          </ac:spMkLst>
        </pc:spChg>
        <pc:spChg chg="mod">
          <ac:chgData name="Chittaranjan Hens" userId="6fc03958433e8a43" providerId="LiveId" clId="{8FC35386-D2C4-451B-9307-371306956297}" dt="2023-01-06T07:55:08.916" v="1213"/>
          <ac:spMkLst>
            <pc:docMk/>
            <pc:sldMk cId="331812590" sldId="364"/>
            <ac:spMk id="8" creationId="{25DB9404-1245-DBD1-0A6B-C45569333CB3}"/>
          </ac:spMkLst>
        </pc:spChg>
        <pc:spChg chg="add mod">
          <ac:chgData name="Chittaranjan Hens" userId="6fc03958433e8a43" providerId="LiveId" clId="{8FC35386-D2C4-451B-9307-371306956297}" dt="2023-01-06T08:03:46.050" v="1274" actId="14100"/>
          <ac:spMkLst>
            <pc:docMk/>
            <pc:sldMk cId="331812590" sldId="364"/>
            <ac:spMk id="9" creationId="{B43C4A6F-3ECA-6EB6-CBFA-14DF5F9E445F}"/>
          </ac:spMkLst>
        </pc:spChg>
        <pc:spChg chg="del">
          <ac:chgData name="Chittaranjan Hens" userId="6fc03958433e8a43" providerId="LiveId" clId="{8FC35386-D2C4-451B-9307-371306956297}" dt="2023-01-06T07:54:31.267" v="1188" actId="478"/>
          <ac:spMkLst>
            <pc:docMk/>
            <pc:sldMk cId="331812590" sldId="364"/>
            <ac:spMk id="10" creationId="{13519538-2F71-074D-AAD0-167138838015}"/>
          </ac:spMkLst>
        </pc:spChg>
        <pc:spChg chg="add del">
          <ac:chgData name="Chittaranjan Hens" userId="6fc03958433e8a43" providerId="LiveId" clId="{8FC35386-D2C4-451B-9307-371306956297}" dt="2023-01-06T07:54:29.521" v="1187" actId="478"/>
          <ac:spMkLst>
            <pc:docMk/>
            <pc:sldMk cId="331812590" sldId="364"/>
            <ac:spMk id="11" creationId="{01F666E0-5609-2CF7-9893-E8BE82773328}"/>
          </ac:spMkLst>
        </pc:spChg>
        <pc:spChg chg="add mod">
          <ac:chgData name="Chittaranjan Hens" userId="6fc03958433e8a43" providerId="LiveId" clId="{8FC35386-D2C4-451B-9307-371306956297}" dt="2023-01-19T03:49:41.392" v="3618" actId="20577"/>
          <ac:spMkLst>
            <pc:docMk/>
            <pc:sldMk cId="331812590" sldId="364"/>
            <ac:spMk id="15" creationId="{B1D111AE-BAD4-DCE3-B6C8-6A6EE7669BB5}"/>
          </ac:spMkLst>
        </pc:spChg>
        <pc:picChg chg="add del">
          <ac:chgData name="Chittaranjan Hens" userId="6fc03958433e8a43" providerId="LiveId" clId="{8FC35386-D2C4-451B-9307-371306956297}" dt="2023-01-06T07:54:27.759" v="1186" actId="478"/>
          <ac:picMkLst>
            <pc:docMk/>
            <pc:sldMk cId="331812590" sldId="364"/>
            <ac:picMk id="3" creationId="{D850460A-A62F-3D61-9090-71713543C8BF}"/>
          </ac:picMkLst>
        </pc:picChg>
        <pc:picChg chg="add del mod">
          <ac:chgData name="Chittaranjan Hens" userId="6fc03958433e8a43" providerId="LiveId" clId="{8FC35386-D2C4-451B-9307-371306956297}" dt="2023-01-06T08:03:27.287" v="1272" actId="1076"/>
          <ac:picMkLst>
            <pc:docMk/>
            <pc:sldMk cId="331812590" sldId="364"/>
            <ac:picMk id="4" creationId="{A77CDD2A-AFD3-0864-6D67-957A858D6745}"/>
          </ac:picMkLst>
        </pc:picChg>
        <pc:picChg chg="add del">
          <ac:chgData name="Chittaranjan Hens" userId="6fc03958433e8a43" providerId="LiveId" clId="{8FC35386-D2C4-451B-9307-371306956297}" dt="2023-01-06T07:54:27.759" v="1186" actId="478"/>
          <ac:picMkLst>
            <pc:docMk/>
            <pc:sldMk cId="331812590" sldId="364"/>
            <ac:picMk id="5" creationId="{2BBA2365-AA09-5E15-BCAD-24AA856078E9}"/>
          </ac:picMkLst>
        </pc:picChg>
        <pc:picChg chg="add del">
          <ac:chgData name="Chittaranjan Hens" userId="6fc03958433e8a43" providerId="LiveId" clId="{8FC35386-D2C4-451B-9307-371306956297}" dt="2023-01-06T07:54:27.759" v="1186" actId="478"/>
          <ac:picMkLst>
            <pc:docMk/>
            <pc:sldMk cId="331812590" sldId="364"/>
            <ac:picMk id="6" creationId="{D1C8E00B-3139-043E-7745-5AF38B61E28F}"/>
          </ac:picMkLst>
        </pc:picChg>
        <pc:picChg chg="add mod">
          <ac:chgData name="Chittaranjan Hens" userId="6fc03958433e8a43" providerId="LiveId" clId="{8FC35386-D2C4-451B-9307-371306956297}" dt="2023-01-06T08:03:30.755" v="1273" actId="1076"/>
          <ac:picMkLst>
            <pc:docMk/>
            <pc:sldMk cId="331812590" sldId="364"/>
            <ac:picMk id="13" creationId="{D25DE894-BA2B-E5E7-B4A2-5C7643C9E8E2}"/>
          </ac:picMkLst>
        </pc:picChg>
      </pc:sldChg>
      <pc:sldChg chg="delSp add mod">
        <pc:chgData name="Chittaranjan Hens" userId="6fc03958433e8a43" providerId="LiveId" clId="{8FC35386-D2C4-451B-9307-371306956297}" dt="2023-01-19T03:40:38.844" v="3615" actId="478"/>
        <pc:sldMkLst>
          <pc:docMk/>
          <pc:sldMk cId="4076806446" sldId="365"/>
        </pc:sldMkLst>
        <pc:picChg chg="del">
          <ac:chgData name="Chittaranjan Hens" userId="6fc03958433e8a43" providerId="LiveId" clId="{8FC35386-D2C4-451B-9307-371306956297}" dt="2023-01-19T03:40:38.844" v="3615" actId="478"/>
          <ac:picMkLst>
            <pc:docMk/>
            <pc:sldMk cId="4076806446" sldId="365"/>
            <ac:picMk id="5" creationId="{2BBA2365-AA09-5E15-BCAD-24AA856078E9}"/>
          </ac:picMkLst>
        </pc:picChg>
      </pc:sldChg>
      <pc:sldChg chg="addSp modSp add mod">
        <pc:chgData name="Chittaranjan Hens" userId="6fc03958433e8a43" providerId="LiveId" clId="{8FC35386-D2C4-451B-9307-371306956297}" dt="2023-01-06T08:00:09.177" v="1260" actId="14100"/>
        <pc:sldMkLst>
          <pc:docMk/>
          <pc:sldMk cId="3595911580" sldId="366"/>
        </pc:sldMkLst>
        <pc:picChg chg="add mod">
          <ac:chgData name="Chittaranjan Hens" userId="6fc03958433e8a43" providerId="LiveId" clId="{8FC35386-D2C4-451B-9307-371306956297}" dt="2023-01-06T08:00:09.177" v="1260" actId="14100"/>
          <ac:picMkLst>
            <pc:docMk/>
            <pc:sldMk cId="3595911580" sldId="366"/>
            <ac:picMk id="3" creationId="{59ABE35D-F46F-8C29-016B-2398C859C948}"/>
          </ac:picMkLst>
        </pc:picChg>
      </pc:sldChg>
      <pc:sldChg chg="addSp modSp add mod">
        <pc:chgData name="Chittaranjan Hens" userId="6fc03958433e8a43" providerId="LiveId" clId="{8FC35386-D2C4-451B-9307-371306956297}" dt="2023-01-06T08:03:15.425" v="1269" actId="1076"/>
        <pc:sldMkLst>
          <pc:docMk/>
          <pc:sldMk cId="3237885623" sldId="367"/>
        </pc:sldMkLst>
        <pc:picChg chg="add mod">
          <ac:chgData name="Chittaranjan Hens" userId="6fc03958433e8a43" providerId="LiveId" clId="{8FC35386-D2C4-451B-9307-371306956297}" dt="2023-01-06T08:03:15.425" v="1269" actId="1076"/>
          <ac:picMkLst>
            <pc:docMk/>
            <pc:sldMk cId="3237885623" sldId="367"/>
            <ac:picMk id="5" creationId="{76D10AD4-FBB4-F4A7-7C6F-F1DC0650B9F2}"/>
          </ac:picMkLst>
        </pc:picChg>
      </pc:sldChg>
      <pc:sldChg chg="addSp delSp modSp add mod">
        <pc:chgData name="Chittaranjan Hens" userId="6fc03958433e8a43" providerId="LiveId" clId="{8FC35386-D2C4-451B-9307-371306956297}" dt="2023-01-06T08:12:18.835" v="1598" actId="207"/>
        <pc:sldMkLst>
          <pc:docMk/>
          <pc:sldMk cId="149599313" sldId="368"/>
        </pc:sldMkLst>
        <pc:spChg chg="add mod">
          <ac:chgData name="Chittaranjan Hens" userId="6fc03958433e8a43" providerId="LiveId" clId="{8FC35386-D2C4-451B-9307-371306956297}" dt="2023-01-06T08:11:23.482" v="1548" actId="2711"/>
          <ac:spMkLst>
            <pc:docMk/>
            <pc:sldMk cId="149599313" sldId="368"/>
            <ac:spMk id="2" creationId="{01A6A313-ECF1-19B5-59C7-DDAA60D186C7}"/>
          </ac:spMkLst>
        </pc:spChg>
        <pc:spChg chg="add mod">
          <ac:chgData name="Chittaranjan Hens" userId="6fc03958433e8a43" providerId="LiveId" clId="{8FC35386-D2C4-451B-9307-371306956297}" dt="2023-01-06T08:12:18.835" v="1598" actId="207"/>
          <ac:spMkLst>
            <pc:docMk/>
            <pc:sldMk cId="149599313" sldId="368"/>
            <ac:spMk id="6" creationId="{286D1CF7-9C25-01F2-A4A4-FFF8B21AE647}"/>
          </ac:spMkLst>
        </pc:spChg>
        <pc:spChg chg="mod">
          <ac:chgData name="Chittaranjan Hens" userId="6fc03958433e8a43" providerId="LiveId" clId="{8FC35386-D2C4-451B-9307-371306956297}" dt="2023-01-06T08:08:19.114" v="1426" actId="20577"/>
          <ac:spMkLst>
            <pc:docMk/>
            <pc:sldMk cId="149599313" sldId="368"/>
            <ac:spMk id="8" creationId="{25DB9404-1245-DBD1-0A6B-C45569333CB3}"/>
          </ac:spMkLst>
        </pc:spChg>
        <pc:spChg chg="del mod">
          <ac:chgData name="Chittaranjan Hens" userId="6fc03958433e8a43" providerId="LiveId" clId="{8FC35386-D2C4-451B-9307-371306956297}" dt="2023-01-06T08:08:06.904" v="1398" actId="478"/>
          <ac:spMkLst>
            <pc:docMk/>
            <pc:sldMk cId="149599313" sldId="368"/>
            <ac:spMk id="9" creationId="{B43C4A6F-3ECA-6EB6-CBFA-14DF5F9E445F}"/>
          </ac:spMkLst>
        </pc:spChg>
        <pc:picChg chg="del mod">
          <ac:chgData name="Chittaranjan Hens" userId="6fc03958433e8a43" providerId="LiveId" clId="{8FC35386-D2C4-451B-9307-371306956297}" dt="2023-01-06T08:08:06.904" v="1398" actId="478"/>
          <ac:picMkLst>
            <pc:docMk/>
            <pc:sldMk cId="149599313" sldId="368"/>
            <ac:picMk id="3" creationId="{59ABE35D-F46F-8C29-016B-2398C859C948}"/>
          </ac:picMkLst>
        </pc:picChg>
        <pc:picChg chg="del mod">
          <ac:chgData name="Chittaranjan Hens" userId="6fc03958433e8a43" providerId="LiveId" clId="{8FC35386-D2C4-451B-9307-371306956297}" dt="2023-01-06T08:08:06.904" v="1398" actId="478"/>
          <ac:picMkLst>
            <pc:docMk/>
            <pc:sldMk cId="149599313" sldId="368"/>
            <ac:picMk id="5" creationId="{76D10AD4-FBB4-F4A7-7C6F-F1DC0650B9F2}"/>
          </ac:picMkLst>
        </pc:picChg>
        <pc:picChg chg="del mod">
          <ac:chgData name="Chittaranjan Hens" userId="6fc03958433e8a43" providerId="LiveId" clId="{8FC35386-D2C4-451B-9307-371306956297}" dt="2023-01-06T08:08:06.904" v="1398" actId="478"/>
          <ac:picMkLst>
            <pc:docMk/>
            <pc:sldMk cId="149599313" sldId="368"/>
            <ac:picMk id="13" creationId="{D25DE894-BA2B-E5E7-B4A2-5C7643C9E8E2}"/>
          </ac:picMkLst>
        </pc:picChg>
      </pc:sldChg>
      <pc:sldChg chg="add del">
        <pc:chgData name="Chittaranjan Hens" userId="6fc03958433e8a43" providerId="LiveId" clId="{8FC35386-D2C4-451B-9307-371306956297}" dt="2023-01-06T08:03:07.716" v="1268" actId="47"/>
        <pc:sldMkLst>
          <pc:docMk/>
          <pc:sldMk cId="4133219013" sldId="368"/>
        </pc:sldMkLst>
      </pc:sldChg>
      <pc:sldChg chg="addSp modSp add mod">
        <pc:chgData name="Chittaranjan Hens" userId="6fc03958433e8a43" providerId="LiveId" clId="{8FC35386-D2C4-451B-9307-371306956297}" dt="2023-01-06T08:13:10.424" v="1647" actId="1076"/>
        <pc:sldMkLst>
          <pc:docMk/>
          <pc:sldMk cId="777414581" sldId="369"/>
        </pc:sldMkLst>
        <pc:spChg chg="add mod">
          <ac:chgData name="Chittaranjan Hens" userId="6fc03958433e8a43" providerId="LiveId" clId="{8FC35386-D2C4-451B-9307-371306956297}" dt="2023-01-06T08:13:10.424" v="1647" actId="1076"/>
          <ac:spMkLst>
            <pc:docMk/>
            <pc:sldMk cId="777414581" sldId="369"/>
            <ac:spMk id="3" creationId="{0FBED422-4CBD-D3FB-DC0D-DED5EFB737CF}"/>
          </ac:spMkLst>
        </pc:spChg>
      </pc:sldChg>
      <pc:sldChg chg="addSp modSp add mod">
        <pc:chgData name="Chittaranjan Hens" userId="6fc03958433e8a43" providerId="LiveId" clId="{8FC35386-D2C4-451B-9307-371306956297}" dt="2023-01-15T20:20:41.879" v="3339" actId="1035"/>
        <pc:sldMkLst>
          <pc:docMk/>
          <pc:sldMk cId="909825114" sldId="370"/>
        </pc:sldMkLst>
        <pc:spChg chg="mod">
          <ac:chgData name="Chittaranjan Hens" userId="6fc03958433e8a43" providerId="LiveId" clId="{8FC35386-D2C4-451B-9307-371306956297}" dt="2023-01-06T08:13:37.456" v="1654" actId="1076"/>
          <ac:spMkLst>
            <pc:docMk/>
            <pc:sldMk cId="909825114" sldId="370"/>
            <ac:spMk id="3" creationId="{0FBED422-4CBD-D3FB-DC0D-DED5EFB737CF}"/>
          </ac:spMkLst>
        </pc:spChg>
        <pc:spChg chg="mod">
          <ac:chgData name="Chittaranjan Hens" userId="6fc03958433e8a43" providerId="LiveId" clId="{8FC35386-D2C4-451B-9307-371306956297}" dt="2023-01-06T08:13:44.075" v="1658" actId="1076"/>
          <ac:spMkLst>
            <pc:docMk/>
            <pc:sldMk cId="909825114" sldId="370"/>
            <ac:spMk id="6" creationId="{286D1CF7-9C25-01F2-A4A4-FFF8B21AE647}"/>
          </ac:spMkLst>
        </pc:spChg>
        <pc:spChg chg="mod">
          <ac:chgData name="Chittaranjan Hens" userId="6fc03958433e8a43" providerId="LiveId" clId="{8FC35386-D2C4-451B-9307-371306956297}" dt="2023-01-15T20:20:41.879" v="3339" actId="1035"/>
          <ac:spMkLst>
            <pc:docMk/>
            <pc:sldMk cId="909825114" sldId="370"/>
            <ac:spMk id="8" creationId="{25DB9404-1245-DBD1-0A6B-C45569333CB3}"/>
          </ac:spMkLst>
        </pc:spChg>
        <pc:picChg chg="mod">
          <ac:chgData name="Chittaranjan Hens" userId="6fc03958433e8a43" providerId="LiveId" clId="{8FC35386-D2C4-451B-9307-371306956297}" dt="2023-01-06T08:13:41.763" v="1657" actId="1076"/>
          <ac:picMkLst>
            <pc:docMk/>
            <pc:sldMk cId="909825114" sldId="370"/>
            <ac:picMk id="4" creationId="{A77CDD2A-AFD3-0864-6D67-957A858D6745}"/>
          </ac:picMkLst>
        </pc:picChg>
        <pc:picChg chg="add mod">
          <ac:chgData name="Chittaranjan Hens" userId="6fc03958433e8a43" providerId="LiveId" clId="{8FC35386-D2C4-451B-9307-371306956297}" dt="2023-01-06T08:13:39.350" v="1655" actId="1076"/>
          <ac:picMkLst>
            <pc:docMk/>
            <pc:sldMk cId="909825114" sldId="370"/>
            <ac:picMk id="7" creationId="{9EA8ACB0-5F40-7190-8629-AD4B62220356}"/>
          </ac:picMkLst>
        </pc:picChg>
      </pc:sldChg>
      <pc:sldChg chg="addSp modSp add mod">
        <pc:chgData name="Chittaranjan Hens" userId="6fc03958433e8a43" providerId="LiveId" clId="{8FC35386-D2C4-451B-9307-371306956297}" dt="2023-01-06T08:14:07.872" v="1663" actId="14100"/>
        <pc:sldMkLst>
          <pc:docMk/>
          <pc:sldMk cId="2186899752" sldId="371"/>
        </pc:sldMkLst>
        <pc:picChg chg="add mod">
          <ac:chgData name="Chittaranjan Hens" userId="6fc03958433e8a43" providerId="LiveId" clId="{8FC35386-D2C4-451B-9307-371306956297}" dt="2023-01-06T08:14:07.872" v="1663" actId="14100"/>
          <ac:picMkLst>
            <pc:docMk/>
            <pc:sldMk cId="2186899752" sldId="371"/>
            <ac:picMk id="9" creationId="{5DB1F541-5DEA-B018-AD24-EBC86BCCDF48}"/>
          </ac:picMkLst>
        </pc:picChg>
      </pc:sldChg>
      <pc:sldChg chg="addSp modSp add mod">
        <pc:chgData name="Chittaranjan Hens" userId="6fc03958433e8a43" providerId="LiveId" clId="{8FC35386-D2C4-451B-9307-371306956297}" dt="2023-01-06T08:14:56.181" v="1672" actId="1076"/>
        <pc:sldMkLst>
          <pc:docMk/>
          <pc:sldMk cId="1433234475" sldId="372"/>
        </pc:sldMkLst>
        <pc:picChg chg="mod">
          <ac:chgData name="Chittaranjan Hens" userId="6fc03958433e8a43" providerId="LiveId" clId="{8FC35386-D2C4-451B-9307-371306956297}" dt="2023-01-06T08:14:43.839" v="1665" actId="1076"/>
          <ac:picMkLst>
            <pc:docMk/>
            <pc:sldMk cId="1433234475" sldId="372"/>
            <ac:picMk id="9" creationId="{5DB1F541-5DEA-B018-AD24-EBC86BCCDF48}"/>
          </ac:picMkLst>
        </pc:picChg>
        <pc:picChg chg="add mod">
          <ac:chgData name="Chittaranjan Hens" userId="6fc03958433e8a43" providerId="LiveId" clId="{8FC35386-D2C4-451B-9307-371306956297}" dt="2023-01-06T08:14:56.181" v="1672" actId="1076"/>
          <ac:picMkLst>
            <pc:docMk/>
            <pc:sldMk cId="1433234475" sldId="372"/>
            <ac:picMk id="10" creationId="{DACB9DDD-ADB2-D15C-FF52-31123190698B}"/>
          </ac:picMkLst>
        </pc:picChg>
      </pc:sldChg>
      <pc:sldChg chg="addSp delSp modSp add mod">
        <pc:chgData name="Chittaranjan Hens" userId="6fc03958433e8a43" providerId="LiveId" clId="{8FC35386-D2C4-451B-9307-371306956297}" dt="2023-01-09T18:33:43.713" v="1722" actId="113"/>
        <pc:sldMkLst>
          <pc:docMk/>
          <pc:sldMk cId="1317176657" sldId="373"/>
        </pc:sldMkLst>
        <pc:spChg chg="del">
          <ac:chgData name="Chittaranjan Hens" userId="6fc03958433e8a43" providerId="LiveId" clId="{8FC35386-D2C4-451B-9307-371306956297}" dt="2023-01-06T08:15:09.122" v="1674" actId="478"/>
          <ac:spMkLst>
            <pc:docMk/>
            <pc:sldMk cId="1317176657" sldId="373"/>
            <ac:spMk id="2" creationId="{01A6A313-ECF1-19B5-59C7-DDAA60D186C7}"/>
          </ac:spMkLst>
        </pc:spChg>
        <pc:spChg chg="del">
          <ac:chgData name="Chittaranjan Hens" userId="6fc03958433e8a43" providerId="LiveId" clId="{8FC35386-D2C4-451B-9307-371306956297}" dt="2023-01-06T08:15:09.122" v="1674" actId="478"/>
          <ac:spMkLst>
            <pc:docMk/>
            <pc:sldMk cId="1317176657" sldId="373"/>
            <ac:spMk id="3" creationId="{0FBED422-4CBD-D3FB-DC0D-DED5EFB737CF}"/>
          </ac:spMkLst>
        </pc:spChg>
        <pc:spChg chg="del">
          <ac:chgData name="Chittaranjan Hens" userId="6fc03958433e8a43" providerId="LiveId" clId="{8FC35386-D2C4-451B-9307-371306956297}" dt="2023-01-06T08:15:09.122" v="1674" actId="478"/>
          <ac:spMkLst>
            <pc:docMk/>
            <pc:sldMk cId="1317176657" sldId="373"/>
            <ac:spMk id="6" creationId="{286D1CF7-9C25-01F2-A4A4-FFF8B21AE647}"/>
          </ac:spMkLst>
        </pc:spChg>
        <pc:spChg chg="add mod">
          <ac:chgData name="Chittaranjan Hens" userId="6fc03958433e8a43" providerId="LiveId" clId="{8FC35386-D2C4-451B-9307-371306956297}" dt="2023-01-09T18:33:43.713" v="1722" actId="113"/>
          <ac:spMkLst>
            <pc:docMk/>
            <pc:sldMk cId="1317176657" sldId="373"/>
            <ac:spMk id="12" creationId="{3CD1D11E-573A-E411-9DA5-65C536F51BFA}"/>
          </ac:spMkLst>
        </pc:spChg>
        <pc:spChg chg="add mod">
          <ac:chgData name="Chittaranjan Hens" userId="6fc03958433e8a43" providerId="LiveId" clId="{8FC35386-D2C4-451B-9307-371306956297}" dt="2023-01-06T08:18:02.448" v="1718" actId="20577"/>
          <ac:spMkLst>
            <pc:docMk/>
            <pc:sldMk cId="1317176657" sldId="373"/>
            <ac:spMk id="17" creationId="{D67D01BA-354E-7172-AC6A-1553A5FE55EE}"/>
          </ac:spMkLst>
        </pc:spChg>
        <pc:picChg chg="del">
          <ac:chgData name="Chittaranjan Hens" userId="6fc03958433e8a43" providerId="LiveId" clId="{8FC35386-D2C4-451B-9307-371306956297}" dt="2023-01-06T08:15:09.122" v="1674" actId="478"/>
          <ac:picMkLst>
            <pc:docMk/>
            <pc:sldMk cId="1317176657" sldId="373"/>
            <ac:picMk id="7" creationId="{9EA8ACB0-5F40-7190-8629-AD4B62220356}"/>
          </ac:picMkLst>
        </pc:picChg>
        <pc:picChg chg="del">
          <ac:chgData name="Chittaranjan Hens" userId="6fc03958433e8a43" providerId="LiveId" clId="{8FC35386-D2C4-451B-9307-371306956297}" dt="2023-01-06T08:15:09.122" v="1674" actId="478"/>
          <ac:picMkLst>
            <pc:docMk/>
            <pc:sldMk cId="1317176657" sldId="373"/>
            <ac:picMk id="9" creationId="{5DB1F541-5DEA-B018-AD24-EBC86BCCDF48}"/>
          </ac:picMkLst>
        </pc:picChg>
        <pc:picChg chg="del">
          <ac:chgData name="Chittaranjan Hens" userId="6fc03958433e8a43" providerId="LiveId" clId="{8FC35386-D2C4-451B-9307-371306956297}" dt="2023-01-06T08:15:09.122" v="1674" actId="478"/>
          <ac:picMkLst>
            <pc:docMk/>
            <pc:sldMk cId="1317176657" sldId="373"/>
            <ac:picMk id="10" creationId="{DACB9DDD-ADB2-D15C-FF52-31123190698B}"/>
          </ac:picMkLst>
        </pc:picChg>
        <pc:picChg chg="add mod">
          <ac:chgData name="Chittaranjan Hens" userId="6fc03958433e8a43" providerId="LiveId" clId="{8FC35386-D2C4-451B-9307-371306956297}" dt="2023-01-06T08:16:10.335" v="1677" actId="14100"/>
          <ac:picMkLst>
            <pc:docMk/>
            <pc:sldMk cId="1317176657" sldId="373"/>
            <ac:picMk id="11" creationId="{EB677EDC-015C-688B-2279-D8F083D46005}"/>
          </ac:picMkLst>
        </pc:picChg>
        <pc:picChg chg="add mod">
          <ac:chgData name="Chittaranjan Hens" userId="6fc03958433e8a43" providerId="LiveId" clId="{8FC35386-D2C4-451B-9307-371306956297}" dt="2023-01-06T08:17:40.681" v="1706" actId="14100"/>
          <ac:picMkLst>
            <pc:docMk/>
            <pc:sldMk cId="1317176657" sldId="373"/>
            <ac:picMk id="14" creationId="{C6800580-8E93-B465-AFC0-F6C63ABC9403}"/>
          </ac:picMkLst>
        </pc:picChg>
        <pc:picChg chg="add del">
          <ac:chgData name="Chittaranjan Hens" userId="6fc03958433e8a43" providerId="LiveId" clId="{8FC35386-D2C4-451B-9307-371306956297}" dt="2023-01-06T08:17:48.786" v="1708" actId="22"/>
          <ac:picMkLst>
            <pc:docMk/>
            <pc:sldMk cId="1317176657" sldId="373"/>
            <ac:picMk id="16" creationId="{49EE1766-C2BA-7623-0822-2C97F2C0EBB5}"/>
          </ac:picMkLst>
        </pc:picChg>
      </pc:sldChg>
      <pc:sldChg chg="addSp delSp modSp add mod modAnim">
        <pc:chgData name="Chittaranjan Hens" userId="6fc03958433e8a43" providerId="LiveId" clId="{8FC35386-D2C4-451B-9307-371306956297}" dt="2023-01-15T20:17:47.204" v="3267" actId="1076"/>
        <pc:sldMkLst>
          <pc:docMk/>
          <pc:sldMk cId="2161230056" sldId="374"/>
        </pc:sldMkLst>
        <pc:spChg chg="del">
          <ac:chgData name="Chittaranjan Hens" userId="6fc03958433e8a43" providerId="LiveId" clId="{8FC35386-D2C4-451B-9307-371306956297}" dt="2023-01-14T19:58:02.615" v="2133" actId="478"/>
          <ac:spMkLst>
            <pc:docMk/>
            <pc:sldMk cId="2161230056" sldId="374"/>
            <ac:spMk id="2" creationId="{4B148BB1-DC18-C49E-752C-EF385821E0A0}"/>
          </ac:spMkLst>
        </pc:spChg>
        <pc:spChg chg="del">
          <ac:chgData name="Chittaranjan Hens" userId="6fc03958433e8a43" providerId="LiveId" clId="{8FC35386-D2C4-451B-9307-371306956297}" dt="2023-01-14T19:58:02.615" v="2133" actId="478"/>
          <ac:spMkLst>
            <pc:docMk/>
            <pc:sldMk cId="2161230056" sldId="374"/>
            <ac:spMk id="3" creationId="{51D006F3-3EBE-2304-22E9-85341026A74A}"/>
          </ac:spMkLst>
        </pc:spChg>
        <pc:spChg chg="mod">
          <ac:chgData name="Chittaranjan Hens" userId="6fc03958433e8a43" providerId="LiveId" clId="{8FC35386-D2C4-451B-9307-371306956297}" dt="2023-01-14T19:58:31.625" v="2158" actId="1076"/>
          <ac:spMkLst>
            <pc:docMk/>
            <pc:sldMk cId="2161230056" sldId="374"/>
            <ac:spMk id="7" creationId="{2A8832DD-FD54-1E1D-586A-E8F19F48755F}"/>
          </ac:spMkLst>
        </pc:spChg>
        <pc:spChg chg="mod">
          <ac:chgData name="Chittaranjan Hens" userId="6fc03958433e8a43" providerId="LiveId" clId="{8FC35386-D2C4-451B-9307-371306956297}" dt="2023-01-15T16:10:40.552" v="2417" actId="20577"/>
          <ac:spMkLst>
            <pc:docMk/>
            <pc:sldMk cId="2161230056" sldId="374"/>
            <ac:spMk id="8" creationId="{25DB9404-1245-DBD1-0A6B-C45569333CB3}"/>
          </ac:spMkLst>
        </pc:spChg>
        <pc:spChg chg="del">
          <ac:chgData name="Chittaranjan Hens" userId="6fc03958433e8a43" providerId="LiveId" clId="{8FC35386-D2C4-451B-9307-371306956297}" dt="2023-01-14T19:58:15.966" v="2137" actId="478"/>
          <ac:spMkLst>
            <pc:docMk/>
            <pc:sldMk cId="2161230056" sldId="374"/>
            <ac:spMk id="10" creationId="{13519538-2F71-074D-AAD0-167138838015}"/>
          </ac:spMkLst>
        </pc:spChg>
        <pc:spChg chg="mod">
          <ac:chgData name="Chittaranjan Hens" userId="6fc03958433e8a43" providerId="LiveId" clId="{8FC35386-D2C4-451B-9307-371306956297}" dt="2023-01-15T19:16:49.647" v="2533" actId="113"/>
          <ac:spMkLst>
            <pc:docMk/>
            <pc:sldMk cId="2161230056" sldId="374"/>
            <ac:spMk id="11" creationId="{01F666E0-5609-2CF7-9893-E8BE82773328}"/>
          </ac:spMkLst>
        </pc:spChg>
        <pc:picChg chg="add del mod">
          <ac:chgData name="Chittaranjan Hens" userId="6fc03958433e8a43" providerId="LiveId" clId="{8FC35386-D2C4-451B-9307-371306956297}" dt="2023-01-14T20:01:37.445" v="2184" actId="1038"/>
          <ac:picMkLst>
            <pc:docMk/>
            <pc:sldMk cId="2161230056" sldId="374"/>
            <ac:picMk id="4" creationId="{A77CDD2A-AFD3-0864-6D67-957A858D6745}"/>
          </ac:picMkLst>
        </pc:picChg>
        <pc:picChg chg="mod">
          <ac:chgData name="Chittaranjan Hens" userId="6fc03958433e8a43" providerId="LiveId" clId="{8FC35386-D2C4-451B-9307-371306956297}" dt="2023-01-14T19:58:37.072" v="2160" actId="1076"/>
          <ac:picMkLst>
            <pc:docMk/>
            <pc:sldMk cId="2161230056" sldId="374"/>
            <ac:picMk id="6" creationId="{930E0847-C390-2D6B-4294-FDA12484D2BD}"/>
          </ac:picMkLst>
        </pc:picChg>
        <pc:picChg chg="add mod">
          <ac:chgData name="Chittaranjan Hens" userId="6fc03958433e8a43" providerId="LiveId" clId="{8FC35386-D2C4-451B-9307-371306956297}" dt="2023-01-15T20:17:47.204" v="3267" actId="1076"/>
          <ac:picMkLst>
            <pc:docMk/>
            <pc:sldMk cId="2161230056" sldId="374"/>
            <ac:picMk id="9" creationId="{A427E5A3-7732-3AF0-AE8F-2FE6D7603672}"/>
          </ac:picMkLst>
        </pc:picChg>
        <pc:picChg chg="add mod">
          <ac:chgData name="Chittaranjan Hens" userId="6fc03958433e8a43" providerId="LiveId" clId="{8FC35386-D2C4-451B-9307-371306956297}" dt="2023-01-15T20:17:43.934" v="3266" actId="1076"/>
          <ac:picMkLst>
            <pc:docMk/>
            <pc:sldMk cId="2161230056" sldId="374"/>
            <ac:picMk id="13" creationId="{F739C26F-5867-F686-5E61-3443A115D4D2}"/>
          </ac:picMkLst>
        </pc:picChg>
      </pc:sldChg>
      <pc:sldChg chg="add del">
        <pc:chgData name="Chittaranjan Hens" userId="6fc03958433e8a43" providerId="LiveId" clId="{8FC35386-D2C4-451B-9307-371306956297}" dt="2023-01-14T20:03:39.799" v="2311"/>
        <pc:sldMkLst>
          <pc:docMk/>
          <pc:sldMk cId="672065039" sldId="375"/>
        </pc:sldMkLst>
      </pc:sldChg>
      <pc:sldChg chg="addSp delSp modSp add mod delAnim">
        <pc:chgData name="Chittaranjan Hens" userId="6fc03958433e8a43" providerId="LiveId" clId="{8FC35386-D2C4-451B-9307-371306956297}" dt="2023-01-15T19:21:07.662" v="2670" actId="14100"/>
        <pc:sldMkLst>
          <pc:docMk/>
          <pc:sldMk cId="3201525191" sldId="375"/>
        </pc:sldMkLst>
        <pc:spChg chg="mod">
          <ac:chgData name="Chittaranjan Hens" userId="6fc03958433e8a43" providerId="LiveId" clId="{8FC35386-D2C4-451B-9307-371306956297}" dt="2023-01-15T16:10:31.928" v="2411" actId="20577"/>
          <ac:spMkLst>
            <pc:docMk/>
            <pc:sldMk cId="3201525191" sldId="375"/>
            <ac:spMk id="8" creationId="{25DB9404-1245-DBD1-0A6B-C45569333CB3}"/>
          </ac:spMkLst>
        </pc:spChg>
        <pc:spChg chg="add mod">
          <ac:chgData name="Chittaranjan Hens" userId="6fc03958433e8a43" providerId="LiveId" clId="{8FC35386-D2C4-451B-9307-371306956297}" dt="2023-01-15T19:20:13.159" v="2626" actId="20577"/>
          <ac:spMkLst>
            <pc:docMk/>
            <pc:sldMk cId="3201525191" sldId="375"/>
            <ac:spMk id="10" creationId="{6829B705-D393-BE77-637B-F1BF65E4F662}"/>
          </ac:spMkLst>
        </pc:spChg>
        <pc:spChg chg="del">
          <ac:chgData name="Chittaranjan Hens" userId="6fc03958433e8a43" providerId="LiveId" clId="{8FC35386-D2C4-451B-9307-371306956297}" dt="2023-01-14T20:04:28.143" v="2314" actId="478"/>
          <ac:spMkLst>
            <pc:docMk/>
            <pc:sldMk cId="3201525191" sldId="375"/>
            <ac:spMk id="11" creationId="{01F666E0-5609-2CF7-9893-E8BE82773328}"/>
          </ac:spMkLst>
        </pc:spChg>
        <pc:spChg chg="add mod">
          <ac:chgData name="Chittaranjan Hens" userId="6fc03958433e8a43" providerId="LiveId" clId="{8FC35386-D2C4-451B-9307-371306956297}" dt="2023-01-15T19:21:07.662" v="2670" actId="14100"/>
          <ac:spMkLst>
            <pc:docMk/>
            <pc:sldMk cId="3201525191" sldId="375"/>
            <ac:spMk id="12" creationId="{28334133-7A1C-7D54-A91F-1E6BDD5AD7F6}"/>
          </ac:spMkLst>
        </pc:spChg>
        <pc:picChg chg="add mod">
          <ac:chgData name="Chittaranjan Hens" userId="6fc03958433e8a43" providerId="LiveId" clId="{8FC35386-D2C4-451B-9307-371306956297}" dt="2023-01-15T19:20:45.554" v="2628"/>
          <ac:picMkLst>
            <pc:docMk/>
            <pc:sldMk cId="3201525191" sldId="375"/>
            <ac:picMk id="3" creationId="{BF4F05AD-FDDC-51DE-57A1-616095E0BA46}"/>
          </ac:picMkLst>
        </pc:picChg>
        <pc:picChg chg="del">
          <ac:chgData name="Chittaranjan Hens" userId="6fc03958433e8a43" providerId="LiveId" clId="{8FC35386-D2C4-451B-9307-371306956297}" dt="2023-01-14T20:04:30.310" v="2315" actId="478"/>
          <ac:picMkLst>
            <pc:docMk/>
            <pc:sldMk cId="3201525191" sldId="375"/>
            <ac:picMk id="6" creationId="{930E0847-C390-2D6B-4294-FDA12484D2BD}"/>
          </ac:picMkLst>
        </pc:picChg>
        <pc:picChg chg="mod">
          <ac:chgData name="Chittaranjan Hens" userId="6fc03958433e8a43" providerId="LiveId" clId="{8FC35386-D2C4-451B-9307-371306956297}" dt="2023-01-14T20:04:37.319" v="2316" actId="1076"/>
          <ac:picMkLst>
            <pc:docMk/>
            <pc:sldMk cId="3201525191" sldId="375"/>
            <ac:picMk id="9" creationId="{A427E5A3-7732-3AF0-AE8F-2FE6D7603672}"/>
          </ac:picMkLst>
        </pc:picChg>
        <pc:picChg chg="mod">
          <ac:chgData name="Chittaranjan Hens" userId="6fc03958433e8a43" providerId="LiveId" clId="{8FC35386-D2C4-451B-9307-371306956297}" dt="2023-01-14T20:05:22.458" v="2321" actId="1076"/>
          <ac:picMkLst>
            <pc:docMk/>
            <pc:sldMk cId="3201525191" sldId="375"/>
            <ac:picMk id="13" creationId="{F739C26F-5867-F686-5E61-3443A115D4D2}"/>
          </ac:picMkLst>
        </pc:picChg>
      </pc:sldChg>
      <pc:sldChg chg="addSp modSp add mod">
        <pc:chgData name="Chittaranjan Hens" userId="6fc03958433e8a43" providerId="LiveId" clId="{8FC35386-D2C4-451B-9307-371306956297}" dt="2023-01-15T18:31:29.400" v="2476" actId="27614"/>
        <pc:sldMkLst>
          <pc:docMk/>
          <pc:sldMk cId="1093387738" sldId="376"/>
        </pc:sldMkLst>
        <pc:picChg chg="add mod">
          <ac:chgData name="Chittaranjan Hens" userId="6fc03958433e8a43" providerId="LiveId" clId="{8FC35386-D2C4-451B-9307-371306956297}" dt="2023-01-15T18:31:29.400" v="2476" actId="27614"/>
          <ac:picMkLst>
            <pc:docMk/>
            <pc:sldMk cId="1093387738" sldId="376"/>
            <ac:picMk id="5" creationId="{5BF43651-957B-71A8-0F06-8172D754B137}"/>
          </ac:picMkLst>
        </pc:picChg>
      </pc:sldChg>
      <pc:sldChg chg="add del">
        <pc:chgData name="Chittaranjan Hens" userId="6fc03958433e8a43" providerId="LiveId" clId="{8FC35386-D2C4-451B-9307-371306956297}" dt="2023-01-15T19:14:36.404" v="2478"/>
        <pc:sldMkLst>
          <pc:docMk/>
          <pc:sldMk cId="620434010" sldId="377"/>
        </pc:sldMkLst>
      </pc:sldChg>
      <pc:sldChg chg="addSp delSp modSp add mod ord modAnim">
        <pc:chgData name="Chittaranjan Hens" userId="6fc03958433e8a43" providerId="LiveId" clId="{8FC35386-D2C4-451B-9307-371306956297}" dt="2023-01-15T19:22:14.757" v="2678" actId="6549"/>
        <pc:sldMkLst>
          <pc:docMk/>
          <pc:sldMk cId="3371463529" sldId="377"/>
        </pc:sldMkLst>
        <pc:spChg chg="del">
          <ac:chgData name="Chittaranjan Hens" userId="6fc03958433e8a43" providerId="LiveId" clId="{8FC35386-D2C4-451B-9307-371306956297}" dt="2023-01-15T19:15:29.938" v="2480" actId="478"/>
          <ac:spMkLst>
            <pc:docMk/>
            <pc:sldMk cId="3371463529" sldId="377"/>
            <ac:spMk id="2" creationId="{4B148BB1-DC18-C49E-752C-EF385821E0A0}"/>
          </ac:spMkLst>
        </pc:spChg>
        <pc:spChg chg="del">
          <ac:chgData name="Chittaranjan Hens" userId="6fc03958433e8a43" providerId="LiveId" clId="{8FC35386-D2C4-451B-9307-371306956297}" dt="2023-01-15T19:15:29.938" v="2480" actId="478"/>
          <ac:spMkLst>
            <pc:docMk/>
            <pc:sldMk cId="3371463529" sldId="377"/>
            <ac:spMk id="3" creationId="{51D006F3-3EBE-2304-22E9-85341026A74A}"/>
          </ac:spMkLst>
        </pc:spChg>
        <pc:spChg chg="mod">
          <ac:chgData name="Chittaranjan Hens" userId="6fc03958433e8a43" providerId="LiveId" clId="{8FC35386-D2C4-451B-9307-371306956297}" dt="2023-01-15T19:22:14.757" v="2678" actId="6549"/>
          <ac:spMkLst>
            <pc:docMk/>
            <pc:sldMk cId="3371463529" sldId="377"/>
            <ac:spMk id="11" creationId="{01F666E0-5609-2CF7-9893-E8BE82773328}"/>
          </ac:spMkLst>
        </pc:spChg>
        <pc:spChg chg="add mod">
          <ac:chgData name="Chittaranjan Hens" userId="6fc03958433e8a43" providerId="LiveId" clId="{8FC35386-D2C4-451B-9307-371306956297}" dt="2023-01-15T19:19:23.183" v="2623" actId="14100"/>
          <ac:spMkLst>
            <pc:docMk/>
            <pc:sldMk cId="3371463529" sldId="377"/>
            <ac:spMk id="12" creationId="{7EFE6637-EE50-FB1E-9C50-F1116B7C2F9C}"/>
          </ac:spMkLst>
        </pc:spChg>
        <pc:picChg chg="del">
          <ac:chgData name="Chittaranjan Hens" userId="6fc03958433e8a43" providerId="LiveId" clId="{8FC35386-D2C4-451B-9307-371306956297}" dt="2023-01-15T19:15:29.938" v="2480" actId="478"/>
          <ac:picMkLst>
            <pc:docMk/>
            <pc:sldMk cId="3371463529" sldId="377"/>
            <ac:picMk id="6" creationId="{930E0847-C390-2D6B-4294-FDA12484D2BD}"/>
          </ac:picMkLst>
        </pc:picChg>
        <pc:picChg chg="add mod">
          <ac:chgData name="Chittaranjan Hens" userId="6fc03958433e8a43" providerId="LiveId" clId="{8FC35386-D2C4-451B-9307-371306956297}" dt="2023-01-15T19:17:29.057" v="2539" actId="1076"/>
          <ac:picMkLst>
            <pc:docMk/>
            <pc:sldMk cId="3371463529" sldId="377"/>
            <ac:picMk id="9" creationId="{4F643471-DFB9-DA35-827E-65F9120B0E86}"/>
          </ac:picMkLst>
        </pc:picChg>
      </pc:sldChg>
      <pc:sldChg chg="addSp delSp modSp add mod delAnim modAnim">
        <pc:chgData name="Chittaranjan Hens" userId="6fc03958433e8a43" providerId="LiveId" clId="{8FC35386-D2C4-451B-9307-371306956297}" dt="2023-01-15T19:36:53.137" v="2870" actId="22"/>
        <pc:sldMkLst>
          <pc:docMk/>
          <pc:sldMk cId="2345985401" sldId="378"/>
        </pc:sldMkLst>
        <pc:spChg chg="add mod">
          <ac:chgData name="Chittaranjan Hens" userId="6fc03958433e8a43" providerId="LiveId" clId="{8FC35386-D2C4-451B-9307-371306956297}" dt="2023-01-15T19:25:17.973" v="2699" actId="207"/>
          <ac:spMkLst>
            <pc:docMk/>
            <pc:sldMk cId="2345985401" sldId="378"/>
            <ac:spMk id="3" creationId="{CDF78C70-205D-154B-E0F5-653A1C37F22E}"/>
          </ac:spMkLst>
        </pc:spChg>
        <pc:spChg chg="add mod">
          <ac:chgData name="Chittaranjan Hens" userId="6fc03958433e8a43" providerId="LiveId" clId="{8FC35386-D2C4-451B-9307-371306956297}" dt="2023-01-15T19:36:43.895" v="2868" actId="1076"/>
          <ac:spMkLst>
            <pc:docMk/>
            <pc:sldMk cId="2345985401" sldId="378"/>
            <ac:spMk id="5" creationId="{9BAB6A71-7598-E670-F17E-94F14C6EF81D}"/>
          </ac:spMkLst>
        </pc:spChg>
        <pc:spChg chg="del">
          <ac:chgData name="Chittaranjan Hens" userId="6fc03958433e8a43" providerId="LiveId" clId="{8FC35386-D2C4-451B-9307-371306956297}" dt="2023-01-15T19:23:57.600" v="2682" actId="478"/>
          <ac:spMkLst>
            <pc:docMk/>
            <pc:sldMk cId="2345985401" sldId="378"/>
            <ac:spMk id="7" creationId="{2A8832DD-FD54-1E1D-586A-E8F19F48755F}"/>
          </ac:spMkLst>
        </pc:spChg>
        <pc:spChg chg="add del mod">
          <ac:chgData name="Chittaranjan Hens" userId="6fc03958433e8a43" providerId="LiveId" clId="{8FC35386-D2C4-451B-9307-371306956297}" dt="2023-01-15T19:25:08.925" v="2698" actId="1076"/>
          <ac:spMkLst>
            <pc:docMk/>
            <pc:sldMk cId="2345985401" sldId="378"/>
            <ac:spMk id="8" creationId="{25DB9404-1245-DBD1-0A6B-C45569333CB3}"/>
          </ac:spMkLst>
        </pc:spChg>
        <pc:spChg chg="del">
          <ac:chgData name="Chittaranjan Hens" userId="6fc03958433e8a43" providerId="LiveId" clId="{8FC35386-D2C4-451B-9307-371306956297}" dt="2023-01-15T19:23:57.600" v="2682" actId="478"/>
          <ac:spMkLst>
            <pc:docMk/>
            <pc:sldMk cId="2345985401" sldId="378"/>
            <ac:spMk id="10" creationId="{13519538-2F71-074D-AAD0-167138838015}"/>
          </ac:spMkLst>
        </pc:spChg>
        <pc:spChg chg="del">
          <ac:chgData name="Chittaranjan Hens" userId="6fc03958433e8a43" providerId="LiveId" clId="{8FC35386-D2C4-451B-9307-371306956297}" dt="2023-01-15T19:23:50.605" v="2680" actId="478"/>
          <ac:spMkLst>
            <pc:docMk/>
            <pc:sldMk cId="2345985401" sldId="378"/>
            <ac:spMk id="11" creationId="{01F666E0-5609-2CF7-9893-E8BE82773328}"/>
          </ac:spMkLst>
        </pc:spChg>
        <pc:spChg chg="mod">
          <ac:chgData name="Chittaranjan Hens" userId="6fc03958433e8a43" providerId="LiveId" clId="{8FC35386-D2C4-451B-9307-371306956297}" dt="2023-01-15T19:30:00.878" v="2788" actId="113"/>
          <ac:spMkLst>
            <pc:docMk/>
            <pc:sldMk cId="2345985401" sldId="378"/>
            <ac:spMk id="12" creationId="{7EFE6637-EE50-FB1E-9C50-F1116B7C2F9C}"/>
          </ac:spMkLst>
        </pc:spChg>
        <pc:spChg chg="add del">
          <ac:chgData name="Chittaranjan Hens" userId="6fc03958433e8a43" providerId="LiveId" clId="{8FC35386-D2C4-451B-9307-371306956297}" dt="2023-01-15T19:36:53.137" v="2870" actId="22"/>
          <ac:spMkLst>
            <pc:docMk/>
            <pc:sldMk cId="2345985401" sldId="378"/>
            <ac:spMk id="13" creationId="{88ED7053-0CA4-F34C-4B2D-E57A4A78FFA0}"/>
          </ac:spMkLst>
        </pc:spChg>
        <pc:picChg chg="mod">
          <ac:chgData name="Chittaranjan Hens" userId="6fc03958433e8a43" providerId="LiveId" clId="{8FC35386-D2C4-451B-9307-371306956297}" dt="2023-01-15T19:27:14.876" v="2702" actId="1076"/>
          <ac:picMkLst>
            <pc:docMk/>
            <pc:sldMk cId="2345985401" sldId="378"/>
            <ac:picMk id="9" creationId="{4F643471-DFB9-DA35-827E-65F9120B0E86}"/>
          </ac:picMkLst>
        </pc:picChg>
      </pc:sldChg>
      <pc:sldChg chg="addSp delSp modSp add del mod modAnim">
        <pc:chgData name="Chittaranjan Hens" userId="6fc03958433e8a43" providerId="LiveId" clId="{8FC35386-D2C4-451B-9307-371306956297}" dt="2023-01-19T03:21:44.091" v="3570" actId="47"/>
        <pc:sldMkLst>
          <pc:docMk/>
          <pc:sldMk cId="3437359795" sldId="379"/>
        </pc:sldMkLst>
        <pc:spChg chg="mod">
          <ac:chgData name="Chittaranjan Hens" userId="6fc03958433e8a43" providerId="LiveId" clId="{8FC35386-D2C4-451B-9307-371306956297}" dt="2023-01-15T19:37:08.139" v="2874" actId="1076"/>
          <ac:spMkLst>
            <pc:docMk/>
            <pc:sldMk cId="3437359795" sldId="379"/>
            <ac:spMk id="5" creationId="{9BAB6A71-7598-E670-F17E-94F14C6EF81D}"/>
          </ac:spMkLst>
        </pc:spChg>
        <pc:spChg chg="del">
          <ac:chgData name="Chittaranjan Hens" userId="6fc03958433e8a43" providerId="LiveId" clId="{8FC35386-D2C4-451B-9307-371306956297}" dt="2023-01-15T19:37:01.418" v="2872" actId="478"/>
          <ac:spMkLst>
            <pc:docMk/>
            <pc:sldMk cId="3437359795" sldId="379"/>
            <ac:spMk id="12" creationId="{7EFE6637-EE50-FB1E-9C50-F1116B7C2F9C}"/>
          </ac:spMkLst>
        </pc:spChg>
        <pc:grpChg chg="mod">
          <ac:chgData name="Chittaranjan Hens" userId="6fc03958433e8a43" providerId="LiveId" clId="{8FC35386-D2C4-451B-9307-371306956297}" dt="2023-01-15T19:39:20.707" v="2885"/>
          <ac:grpSpMkLst>
            <pc:docMk/>
            <pc:sldMk cId="3437359795" sldId="379"/>
            <ac:grpSpMk id="16" creationId="{333F2644-DCBB-7DDA-75DF-228EAF2500F1}"/>
          </ac:grpSpMkLst>
        </pc:grpChg>
        <pc:graphicFrameChg chg="add mod modGraphic">
          <ac:chgData name="Chittaranjan Hens" userId="6fc03958433e8a43" providerId="LiveId" clId="{8FC35386-D2C4-451B-9307-371306956297}" dt="2023-01-15T19:41:14.869" v="2919" actId="1076"/>
          <ac:graphicFrameMkLst>
            <pc:docMk/>
            <pc:sldMk cId="3437359795" sldId="379"/>
            <ac:graphicFrameMk id="7" creationId="{EB76F576-0BDF-88BC-18CA-5677D5ED135F}"/>
          </ac:graphicFrameMkLst>
        </pc:graphicFrameChg>
        <pc:graphicFrameChg chg="add mod modGraphic">
          <ac:chgData name="Chittaranjan Hens" userId="6fc03958433e8a43" providerId="LiveId" clId="{8FC35386-D2C4-451B-9307-371306956297}" dt="2023-01-15T19:42:36.880" v="2940" actId="14100"/>
          <ac:graphicFrameMkLst>
            <pc:docMk/>
            <pc:sldMk cId="3437359795" sldId="379"/>
            <ac:graphicFrameMk id="18" creationId="{4FF43D0E-8557-9249-B69C-4BC6867F04BA}"/>
          </ac:graphicFrameMkLst>
        </pc:graphicFrameChg>
        <pc:graphicFrameChg chg="add mod">
          <ac:chgData name="Chittaranjan Hens" userId="6fc03958433e8a43" providerId="LiveId" clId="{8FC35386-D2C4-451B-9307-371306956297}" dt="2023-01-15T19:43:48.206" v="2977" actId="113"/>
          <ac:graphicFrameMkLst>
            <pc:docMk/>
            <pc:sldMk cId="3437359795" sldId="379"/>
            <ac:graphicFrameMk id="19" creationId="{11E22CFF-53CC-F60E-ECAF-34B1EED55B59}"/>
          </ac:graphicFrameMkLst>
        </pc:graphicFrameChg>
        <pc:picChg chg="mod">
          <ac:chgData name="Chittaranjan Hens" userId="6fc03958433e8a43" providerId="LiveId" clId="{8FC35386-D2C4-451B-9307-371306956297}" dt="2023-01-15T19:37:04.313" v="2873" actId="1076"/>
          <ac:picMkLst>
            <pc:docMk/>
            <pc:sldMk cId="3437359795" sldId="379"/>
            <ac:picMk id="9" creationId="{4F643471-DFB9-DA35-827E-65F9120B0E86}"/>
          </ac:picMkLst>
        </pc:picChg>
        <pc:inkChg chg="add del">
          <ac:chgData name="Chittaranjan Hens" userId="6fc03958433e8a43" providerId="LiveId" clId="{8FC35386-D2C4-451B-9307-371306956297}" dt="2023-01-15T19:37:38.157" v="2878" actId="9405"/>
          <ac:inkMkLst>
            <pc:docMk/>
            <pc:sldMk cId="3437359795" sldId="379"/>
            <ac:inkMk id="2" creationId="{41A0B338-0D9E-BAD6-1A7D-311B5908B00E}"/>
          </ac:inkMkLst>
        </pc:inkChg>
        <pc:inkChg chg="add del">
          <ac:chgData name="Chittaranjan Hens" userId="6fc03958433e8a43" providerId="LiveId" clId="{8FC35386-D2C4-451B-9307-371306956297}" dt="2023-01-15T19:37:37.756" v="2877" actId="9405"/>
          <ac:inkMkLst>
            <pc:docMk/>
            <pc:sldMk cId="3437359795" sldId="379"/>
            <ac:inkMk id="6" creationId="{7C796987-B026-EC8D-85CA-B79CF0668040}"/>
          </ac:inkMkLst>
        </pc:inkChg>
        <pc:inkChg chg="add">
          <ac:chgData name="Chittaranjan Hens" userId="6fc03958433e8a43" providerId="LiveId" clId="{8FC35386-D2C4-451B-9307-371306956297}" dt="2023-01-15T19:39:16.728" v="2880" actId="9405"/>
          <ac:inkMkLst>
            <pc:docMk/>
            <pc:sldMk cId="3437359795" sldId="379"/>
            <ac:inkMk id="10" creationId="{A95C763A-78A0-CC39-43E2-4EC647092969}"/>
          </ac:inkMkLst>
        </pc:inkChg>
        <pc:inkChg chg="add mod">
          <ac:chgData name="Chittaranjan Hens" userId="6fc03958433e8a43" providerId="LiveId" clId="{8FC35386-D2C4-451B-9307-371306956297}" dt="2023-01-15T19:39:20.707" v="2885"/>
          <ac:inkMkLst>
            <pc:docMk/>
            <pc:sldMk cId="3437359795" sldId="379"/>
            <ac:inkMk id="11" creationId="{5C150515-1A47-075F-95D4-7B1449952FEE}"/>
          </ac:inkMkLst>
        </pc:inkChg>
        <pc:inkChg chg="add mod">
          <ac:chgData name="Chittaranjan Hens" userId="6fc03958433e8a43" providerId="LiveId" clId="{8FC35386-D2C4-451B-9307-371306956297}" dt="2023-01-15T19:39:20.707" v="2885"/>
          <ac:inkMkLst>
            <pc:docMk/>
            <pc:sldMk cId="3437359795" sldId="379"/>
            <ac:inkMk id="13" creationId="{2CB90733-5C64-59DC-AD8F-12346183D467}"/>
          </ac:inkMkLst>
        </pc:inkChg>
        <pc:inkChg chg="add">
          <ac:chgData name="Chittaranjan Hens" userId="6fc03958433e8a43" providerId="LiveId" clId="{8FC35386-D2C4-451B-9307-371306956297}" dt="2023-01-15T19:39:18.924" v="2883" actId="9405"/>
          <ac:inkMkLst>
            <pc:docMk/>
            <pc:sldMk cId="3437359795" sldId="379"/>
            <ac:inkMk id="14" creationId="{F553FE48-B8F3-8DEA-B341-2F7AA4DAA591}"/>
          </ac:inkMkLst>
        </pc:inkChg>
        <pc:inkChg chg="add">
          <ac:chgData name="Chittaranjan Hens" userId="6fc03958433e8a43" providerId="LiveId" clId="{8FC35386-D2C4-451B-9307-371306956297}" dt="2023-01-15T19:39:19.787" v="2884" actId="9405"/>
          <ac:inkMkLst>
            <pc:docMk/>
            <pc:sldMk cId="3437359795" sldId="379"/>
            <ac:inkMk id="15" creationId="{751CD200-1057-EB81-D00A-A1D43A0233C6}"/>
          </ac:inkMkLst>
        </pc:inkChg>
        <pc:inkChg chg="add">
          <ac:chgData name="Chittaranjan Hens" userId="6fc03958433e8a43" providerId="LiveId" clId="{8FC35386-D2C4-451B-9307-371306956297}" dt="2023-01-15T19:39:20.940" v="2886" actId="9405"/>
          <ac:inkMkLst>
            <pc:docMk/>
            <pc:sldMk cId="3437359795" sldId="379"/>
            <ac:inkMk id="17" creationId="{50A9E662-A72A-BC57-FD84-E344643D3814}"/>
          </ac:inkMkLst>
        </pc:inkChg>
      </pc:sldChg>
      <pc:sldChg chg="add del">
        <pc:chgData name="Chittaranjan Hens" userId="6fc03958433e8a43" providerId="LiveId" clId="{8FC35386-D2C4-451B-9307-371306956297}" dt="2023-01-19T03:22:34.399" v="3572" actId="47"/>
        <pc:sldMkLst>
          <pc:docMk/>
          <pc:sldMk cId="1192907098" sldId="380"/>
        </pc:sldMkLst>
      </pc:sldChg>
      <pc:sldChg chg="addSp delSp modSp add mod modAnim">
        <pc:chgData name="Chittaranjan Hens" userId="6fc03958433e8a43" providerId="LiveId" clId="{8FC35386-D2C4-451B-9307-371306956297}" dt="2023-01-19T03:23:15.220" v="3614" actId="14100"/>
        <pc:sldMkLst>
          <pc:docMk/>
          <pc:sldMk cId="4258649537" sldId="381"/>
        </pc:sldMkLst>
        <pc:spChg chg="mod">
          <ac:chgData name="Chittaranjan Hens" userId="6fc03958433e8a43" providerId="LiveId" clId="{8FC35386-D2C4-451B-9307-371306956297}" dt="2023-01-15T20:01:13.822" v="2989" actId="1076"/>
          <ac:spMkLst>
            <pc:docMk/>
            <pc:sldMk cId="4258649537" sldId="381"/>
            <ac:spMk id="5" creationId="{9BAB6A71-7598-E670-F17E-94F14C6EF81D}"/>
          </ac:spMkLst>
        </pc:spChg>
        <pc:spChg chg="add del">
          <ac:chgData name="Chittaranjan Hens" userId="6fc03958433e8a43" providerId="LiveId" clId="{8FC35386-D2C4-451B-9307-371306956297}" dt="2023-01-15T20:01:06.342" v="2986" actId="22"/>
          <ac:spMkLst>
            <pc:docMk/>
            <pc:sldMk cId="4258649537" sldId="381"/>
            <ac:spMk id="20" creationId="{44E41F08-90B9-5A80-3DD1-8978CC43D6DB}"/>
          </ac:spMkLst>
        </pc:spChg>
        <pc:spChg chg="add mod">
          <ac:chgData name="Chittaranjan Hens" userId="6fc03958433e8a43" providerId="LiveId" clId="{8FC35386-D2C4-451B-9307-371306956297}" dt="2023-01-19T03:22:52.179" v="3612" actId="1035"/>
          <ac:spMkLst>
            <pc:docMk/>
            <pc:sldMk cId="4258649537" sldId="381"/>
            <ac:spMk id="22" creationId="{21E987D1-0992-D51A-EC24-C1D3CE3886CF}"/>
          </ac:spMkLst>
        </pc:spChg>
        <pc:graphicFrameChg chg="mod modGraphic">
          <ac:chgData name="Chittaranjan Hens" userId="6fc03958433e8a43" providerId="LiveId" clId="{8FC35386-D2C4-451B-9307-371306956297}" dt="2023-01-15T20:02:23.598" v="3018" actId="1076"/>
          <ac:graphicFrameMkLst>
            <pc:docMk/>
            <pc:sldMk cId="4258649537" sldId="381"/>
            <ac:graphicFrameMk id="18" creationId="{4FF43D0E-8557-9249-B69C-4BC6867F04BA}"/>
          </ac:graphicFrameMkLst>
        </pc:graphicFrameChg>
        <pc:graphicFrameChg chg="add mod">
          <ac:chgData name="Chittaranjan Hens" userId="6fc03958433e8a43" providerId="LiveId" clId="{8FC35386-D2C4-451B-9307-371306956297}" dt="2023-01-19T03:22:52.179" v="3612" actId="1035"/>
          <ac:graphicFrameMkLst>
            <pc:docMk/>
            <pc:sldMk cId="4258649537" sldId="381"/>
            <ac:graphicFrameMk id="23" creationId="{3DE83902-2CD8-3BF4-FEAA-107B44678BFE}"/>
          </ac:graphicFrameMkLst>
        </pc:graphicFrameChg>
        <pc:picChg chg="add mod">
          <ac:chgData name="Chittaranjan Hens" userId="6fc03958433e8a43" providerId="LiveId" clId="{8FC35386-D2C4-451B-9307-371306956297}" dt="2023-01-19T03:23:15.220" v="3614" actId="14100"/>
          <ac:picMkLst>
            <pc:docMk/>
            <pc:sldMk cId="4258649537" sldId="381"/>
            <ac:picMk id="6" creationId="{3614BDB3-6B85-1664-828E-D93CDE3F1B5B}"/>
          </ac:picMkLst>
        </pc:picChg>
      </pc:sldChg>
      <pc:sldChg chg="addSp delSp modSp add mod delAnim">
        <pc:chgData name="Chittaranjan Hens" userId="6fc03958433e8a43" providerId="LiveId" clId="{8FC35386-D2C4-451B-9307-371306956297}" dt="2023-01-15T20:04:18.484" v="3067" actId="20577"/>
        <pc:sldMkLst>
          <pc:docMk/>
          <pc:sldMk cId="1411089668" sldId="382"/>
        </pc:sldMkLst>
        <pc:spChg chg="del">
          <ac:chgData name="Chittaranjan Hens" userId="6fc03958433e8a43" providerId="LiveId" clId="{8FC35386-D2C4-451B-9307-371306956297}" dt="2023-01-15T20:03:13.702" v="3026" actId="478"/>
          <ac:spMkLst>
            <pc:docMk/>
            <pc:sldMk cId="1411089668" sldId="382"/>
            <ac:spMk id="3" creationId="{CDF78C70-205D-154B-E0F5-653A1C37F22E}"/>
          </ac:spMkLst>
        </pc:spChg>
        <pc:spChg chg="del">
          <ac:chgData name="Chittaranjan Hens" userId="6fc03958433e8a43" providerId="LiveId" clId="{8FC35386-D2C4-451B-9307-371306956297}" dt="2023-01-15T20:03:10.125" v="3025" actId="478"/>
          <ac:spMkLst>
            <pc:docMk/>
            <pc:sldMk cId="1411089668" sldId="382"/>
            <ac:spMk id="5" creationId="{9BAB6A71-7598-E670-F17E-94F14C6EF81D}"/>
          </ac:spMkLst>
        </pc:spChg>
        <pc:spChg chg="add mod">
          <ac:chgData name="Chittaranjan Hens" userId="6fc03958433e8a43" providerId="LiveId" clId="{8FC35386-D2C4-451B-9307-371306956297}" dt="2023-01-15T20:04:18.484" v="3067" actId="20577"/>
          <ac:spMkLst>
            <pc:docMk/>
            <pc:sldMk cId="1411089668" sldId="382"/>
            <ac:spMk id="12" creationId="{CC52D1DE-B1E7-E980-747E-635C043151CD}"/>
          </ac:spMkLst>
        </pc:spChg>
        <pc:spChg chg="mod">
          <ac:chgData name="Chittaranjan Hens" userId="6fc03958433e8a43" providerId="LiveId" clId="{8FC35386-D2C4-451B-9307-371306956297}" dt="2023-01-15T20:03:48.358" v="3056" actId="14100"/>
          <ac:spMkLst>
            <pc:docMk/>
            <pc:sldMk cId="1411089668" sldId="382"/>
            <ac:spMk id="22" creationId="{21E987D1-0992-D51A-EC24-C1D3CE3886CF}"/>
          </ac:spMkLst>
        </pc:spChg>
        <pc:graphicFrameChg chg="del">
          <ac:chgData name="Chittaranjan Hens" userId="6fc03958433e8a43" providerId="LiveId" clId="{8FC35386-D2C4-451B-9307-371306956297}" dt="2023-01-15T20:03:10.125" v="3025" actId="478"/>
          <ac:graphicFrameMkLst>
            <pc:docMk/>
            <pc:sldMk cId="1411089668" sldId="382"/>
            <ac:graphicFrameMk id="7" creationId="{EB76F576-0BDF-88BC-18CA-5677D5ED135F}"/>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8" creationId="{4FF43D0E-8557-9249-B69C-4BC6867F04BA}"/>
          </ac:graphicFrameMkLst>
        </pc:graphicFrameChg>
        <pc:graphicFrameChg chg="del">
          <ac:chgData name="Chittaranjan Hens" userId="6fc03958433e8a43" providerId="LiveId" clId="{8FC35386-D2C4-451B-9307-371306956297}" dt="2023-01-15T20:03:10.125" v="3025" actId="478"/>
          <ac:graphicFrameMkLst>
            <pc:docMk/>
            <pc:sldMk cId="1411089668" sldId="382"/>
            <ac:graphicFrameMk id="19" creationId="{11E22CFF-53CC-F60E-ECAF-34B1EED55B59}"/>
          </ac:graphicFrameMkLst>
        </pc:graphicFrameChg>
        <pc:graphicFrameChg chg="mod modGraphic">
          <ac:chgData name="Chittaranjan Hens" userId="6fc03958433e8a43" providerId="LiveId" clId="{8FC35386-D2C4-451B-9307-371306956297}" dt="2023-01-15T20:03:53.272" v="3057" actId="1076"/>
          <ac:graphicFrameMkLst>
            <pc:docMk/>
            <pc:sldMk cId="1411089668" sldId="382"/>
            <ac:graphicFrameMk id="23" creationId="{3DE83902-2CD8-3BF4-FEAA-107B44678BFE}"/>
          </ac:graphicFrameMkLst>
        </pc:graphicFrameChg>
        <pc:picChg chg="mod">
          <ac:chgData name="Chittaranjan Hens" userId="6fc03958433e8a43" providerId="LiveId" clId="{8FC35386-D2C4-451B-9307-371306956297}" dt="2023-01-15T20:03:35.060" v="3027" actId="1076"/>
          <ac:picMkLst>
            <pc:docMk/>
            <pc:sldMk cId="1411089668" sldId="382"/>
            <ac:picMk id="6" creationId="{3614BDB3-6B85-1664-828E-D93CDE3F1B5B}"/>
          </ac:picMkLst>
        </pc:picChg>
        <pc:picChg chg="del">
          <ac:chgData name="Chittaranjan Hens" userId="6fc03958433e8a43" providerId="LiveId" clId="{8FC35386-D2C4-451B-9307-371306956297}" dt="2023-01-15T20:03:10.125" v="3025" actId="478"/>
          <ac:picMkLst>
            <pc:docMk/>
            <pc:sldMk cId="1411089668" sldId="382"/>
            <ac:picMk id="9" creationId="{4F643471-DFB9-DA35-827E-65F9120B0E86}"/>
          </ac:picMkLst>
        </pc:picChg>
      </pc:sldChg>
      <pc:sldChg chg="add del">
        <pc:chgData name="Chittaranjan Hens" userId="6fc03958433e8a43" providerId="LiveId" clId="{8FC35386-D2C4-451B-9307-371306956297}" dt="2023-01-15T20:02:52.833" v="3023"/>
        <pc:sldMkLst>
          <pc:docMk/>
          <pc:sldMk cId="3571261572" sldId="382"/>
        </pc:sldMkLst>
      </pc:sldChg>
      <pc:sldChg chg="addSp delSp modSp add mod modAnim">
        <pc:chgData name="Chittaranjan Hens" userId="6fc03958433e8a43" providerId="LiveId" clId="{8FC35386-D2C4-451B-9307-371306956297}" dt="2023-01-15T20:09:46.371" v="3184"/>
        <pc:sldMkLst>
          <pc:docMk/>
          <pc:sldMk cId="3027114888" sldId="383"/>
        </pc:sldMkLst>
        <pc:spChg chg="add mod">
          <ac:chgData name="Chittaranjan Hens" userId="6fc03958433e8a43" providerId="LiveId" clId="{8FC35386-D2C4-451B-9307-371306956297}" dt="2023-01-15T20:08:22.246" v="3173" actId="20577"/>
          <ac:spMkLst>
            <pc:docMk/>
            <pc:sldMk cId="3027114888" sldId="383"/>
            <ac:spMk id="6" creationId="{D0ED7558-F42B-7EE2-7A70-929C205175DC}"/>
          </ac:spMkLst>
        </pc:spChg>
        <pc:spChg chg="mod">
          <ac:chgData name="Chittaranjan Hens" userId="6fc03958433e8a43" providerId="LiveId" clId="{8FC35386-D2C4-451B-9307-371306956297}" dt="2023-01-15T20:06:37.685" v="3084" actId="20577"/>
          <ac:spMkLst>
            <pc:docMk/>
            <pc:sldMk cId="3027114888" sldId="383"/>
            <ac:spMk id="8" creationId="{25DB9404-1245-DBD1-0A6B-C45569333CB3}"/>
          </ac:spMkLst>
        </pc:spChg>
        <pc:spChg chg="del">
          <ac:chgData name="Chittaranjan Hens" userId="6fc03958433e8a43" providerId="LiveId" clId="{8FC35386-D2C4-451B-9307-371306956297}" dt="2023-01-15T20:06:30.104" v="3071" actId="478"/>
          <ac:spMkLst>
            <pc:docMk/>
            <pc:sldMk cId="3027114888" sldId="383"/>
            <ac:spMk id="12" creationId="{3CD1D11E-573A-E411-9DA5-65C536F51BFA}"/>
          </ac:spMkLst>
        </pc:spChg>
        <pc:spChg chg="del">
          <ac:chgData name="Chittaranjan Hens" userId="6fc03958433e8a43" providerId="LiveId" clId="{8FC35386-D2C4-451B-9307-371306956297}" dt="2023-01-15T20:06:27.821" v="3070" actId="478"/>
          <ac:spMkLst>
            <pc:docMk/>
            <pc:sldMk cId="3027114888" sldId="383"/>
            <ac:spMk id="17" creationId="{D67D01BA-354E-7172-AC6A-1553A5FE55EE}"/>
          </ac:spMkLst>
        </pc:spChg>
        <pc:picChg chg="add mod">
          <ac:chgData name="Chittaranjan Hens" userId="6fc03958433e8a43" providerId="LiveId" clId="{8FC35386-D2C4-451B-9307-371306956297}" dt="2023-01-15T20:07:01.173" v="3088" actId="1076"/>
          <ac:picMkLst>
            <pc:docMk/>
            <pc:sldMk cId="3027114888" sldId="383"/>
            <ac:picMk id="3" creationId="{52A27449-8960-9254-4F41-49B28BB3D416}"/>
          </ac:picMkLst>
        </pc:picChg>
        <pc:picChg chg="mod">
          <ac:chgData name="Chittaranjan Hens" userId="6fc03958433e8a43" providerId="LiveId" clId="{8FC35386-D2C4-451B-9307-371306956297}" dt="2023-01-15T20:07:29.258" v="3096" actId="1076"/>
          <ac:picMkLst>
            <pc:docMk/>
            <pc:sldMk cId="3027114888" sldId="383"/>
            <ac:picMk id="4" creationId="{A77CDD2A-AFD3-0864-6D67-957A858D6745}"/>
          </ac:picMkLst>
        </pc:picChg>
        <pc:picChg chg="add del mod">
          <ac:chgData name="Chittaranjan Hens" userId="6fc03958433e8a43" providerId="LiveId" clId="{8FC35386-D2C4-451B-9307-371306956297}" dt="2023-01-15T20:07:09.700" v="3090"/>
          <ac:picMkLst>
            <pc:docMk/>
            <pc:sldMk cId="3027114888" sldId="383"/>
            <ac:picMk id="5" creationId="{7ACA3DAE-3851-7D66-27F3-7B06BB3857CB}"/>
          </ac:picMkLst>
        </pc:picChg>
        <pc:picChg chg="add mod">
          <ac:chgData name="Chittaranjan Hens" userId="6fc03958433e8a43" providerId="LiveId" clId="{8FC35386-D2C4-451B-9307-371306956297}" dt="2023-01-15T20:09:07.509" v="3181" actId="1076"/>
          <ac:picMkLst>
            <pc:docMk/>
            <pc:sldMk cId="3027114888" sldId="383"/>
            <ac:picMk id="9" creationId="{D4CA2379-FEDD-542A-5654-20A50C683D04}"/>
          </ac:picMkLst>
        </pc:picChg>
        <pc:picChg chg="del">
          <ac:chgData name="Chittaranjan Hens" userId="6fc03958433e8a43" providerId="LiveId" clId="{8FC35386-D2C4-451B-9307-371306956297}" dt="2023-01-15T20:06:24.544" v="3069" actId="478"/>
          <ac:picMkLst>
            <pc:docMk/>
            <pc:sldMk cId="3027114888" sldId="383"/>
            <ac:picMk id="11" creationId="{EB677EDC-015C-688B-2279-D8F083D46005}"/>
          </ac:picMkLst>
        </pc:picChg>
        <pc:picChg chg="add mod">
          <ac:chgData name="Chittaranjan Hens" userId="6fc03958433e8a43" providerId="LiveId" clId="{8FC35386-D2C4-451B-9307-371306956297}" dt="2023-01-15T20:09:42.090" v="3183" actId="1076"/>
          <ac:picMkLst>
            <pc:docMk/>
            <pc:sldMk cId="3027114888" sldId="383"/>
            <ac:picMk id="13" creationId="{2D938E49-1DE7-82B4-43D1-153F375BA163}"/>
          </ac:picMkLst>
        </pc:picChg>
        <pc:picChg chg="del">
          <ac:chgData name="Chittaranjan Hens" userId="6fc03958433e8a43" providerId="LiveId" clId="{8FC35386-D2C4-451B-9307-371306956297}" dt="2023-01-15T20:06:24.544" v="3069" actId="478"/>
          <ac:picMkLst>
            <pc:docMk/>
            <pc:sldMk cId="3027114888" sldId="383"/>
            <ac:picMk id="14" creationId="{C6800580-8E93-B465-AFC0-F6C63ABC9403}"/>
          </ac:picMkLst>
        </pc:picChg>
      </pc:sldChg>
      <pc:sldChg chg="delSp modSp add mod delAnim">
        <pc:chgData name="Chittaranjan Hens" userId="6fc03958433e8a43" providerId="LiveId" clId="{8FC35386-D2C4-451B-9307-371306956297}" dt="2023-01-15T20:11:18.390" v="3202" actId="1076"/>
        <pc:sldMkLst>
          <pc:docMk/>
          <pc:sldMk cId="828855938" sldId="384"/>
        </pc:sldMkLst>
        <pc:spChg chg="del">
          <ac:chgData name="Chittaranjan Hens" userId="6fc03958433e8a43" providerId="LiveId" clId="{8FC35386-D2C4-451B-9307-371306956297}" dt="2023-01-15T20:10:08.976" v="3186" actId="478"/>
          <ac:spMkLst>
            <pc:docMk/>
            <pc:sldMk cId="828855938" sldId="384"/>
            <ac:spMk id="6" creationId="{D0ED7558-F42B-7EE2-7A70-929C205175DC}"/>
          </ac:spMkLst>
        </pc:spChg>
        <pc:spChg chg="mod">
          <ac:chgData name="Chittaranjan Hens" userId="6fc03958433e8a43" providerId="LiveId" clId="{8FC35386-D2C4-451B-9307-371306956297}" dt="2023-01-15T20:11:18.390" v="3202" actId="1076"/>
          <ac:spMkLst>
            <pc:docMk/>
            <pc:sldMk cId="828855938" sldId="384"/>
            <ac:spMk id="8" creationId="{25DB9404-1245-DBD1-0A6B-C45569333CB3}"/>
          </ac:spMkLst>
        </pc:spChg>
        <pc:picChg chg="del">
          <ac:chgData name="Chittaranjan Hens" userId="6fc03958433e8a43" providerId="LiveId" clId="{8FC35386-D2C4-451B-9307-371306956297}" dt="2023-01-15T20:10:08.976" v="3186" actId="478"/>
          <ac:picMkLst>
            <pc:docMk/>
            <pc:sldMk cId="828855938" sldId="384"/>
            <ac:picMk id="3" creationId="{52A27449-8960-9254-4F41-49B28BB3D416}"/>
          </ac:picMkLst>
        </pc:picChg>
        <pc:picChg chg="del">
          <ac:chgData name="Chittaranjan Hens" userId="6fc03958433e8a43" providerId="LiveId" clId="{8FC35386-D2C4-451B-9307-371306956297}" dt="2023-01-15T20:10:08.976" v="3186" actId="478"/>
          <ac:picMkLst>
            <pc:docMk/>
            <pc:sldMk cId="828855938" sldId="384"/>
            <ac:picMk id="9" creationId="{D4CA2379-FEDD-542A-5654-20A50C683D04}"/>
          </ac:picMkLst>
        </pc:picChg>
        <pc:picChg chg="del">
          <ac:chgData name="Chittaranjan Hens" userId="6fc03958433e8a43" providerId="LiveId" clId="{8FC35386-D2C4-451B-9307-371306956297}" dt="2023-01-15T20:10:08.976" v="3186" actId="478"/>
          <ac:picMkLst>
            <pc:docMk/>
            <pc:sldMk cId="828855938" sldId="384"/>
            <ac:picMk id="13" creationId="{2D938E49-1DE7-82B4-43D1-153F375BA163}"/>
          </ac:picMkLst>
        </pc:picChg>
      </pc:sldChg>
      <pc:sldChg chg="add del">
        <pc:chgData name="Chittaranjan Hens" userId="6fc03958433e8a43" providerId="LiveId" clId="{8FC35386-D2C4-451B-9307-371306956297}" dt="2023-01-15T20:08:41.907" v="3175"/>
        <pc:sldMkLst>
          <pc:docMk/>
          <pc:sldMk cId="942580408" sldId="384"/>
        </pc:sldMkLst>
      </pc:sldChg>
      <pc:sldChg chg="add del">
        <pc:chgData name="Chittaranjan Hens" userId="6fc03958433e8a43" providerId="LiveId" clId="{8FC35386-D2C4-451B-9307-371306956297}" dt="2023-01-15T20:08:57.734" v="3179"/>
        <pc:sldMkLst>
          <pc:docMk/>
          <pc:sldMk cId="4135480842" sldId="384"/>
        </pc:sldMkLst>
      </pc:sldChg>
      <pc:sldChg chg="addSp delSp modSp add mod">
        <pc:chgData name="Chittaranjan Hens" userId="6fc03958433e8a43" providerId="LiveId" clId="{8FC35386-D2C4-451B-9307-371306956297}" dt="2023-01-15T20:15:21.966" v="3227" actId="14100"/>
        <pc:sldMkLst>
          <pc:docMk/>
          <pc:sldMk cId="1460658313" sldId="385"/>
        </pc:sldMkLst>
        <pc:spChg chg="add mod">
          <ac:chgData name="Chittaranjan Hens" userId="6fc03958433e8a43" providerId="LiveId" clId="{8FC35386-D2C4-451B-9307-371306956297}" dt="2023-01-15T20:15:21.966" v="3227" actId="14100"/>
          <ac:spMkLst>
            <pc:docMk/>
            <pc:sldMk cId="1460658313" sldId="385"/>
            <ac:spMk id="6" creationId="{07B39A6D-8EB0-8D49-B73E-BAE30AB27EA7}"/>
          </ac:spMkLst>
        </pc:spChg>
        <pc:spChg chg="del">
          <ac:chgData name="Chittaranjan Hens" userId="6fc03958433e8a43" providerId="LiveId" clId="{8FC35386-D2C4-451B-9307-371306956297}" dt="2023-01-15T20:12:12.227" v="3206" actId="478"/>
          <ac:spMkLst>
            <pc:docMk/>
            <pc:sldMk cId="1460658313" sldId="385"/>
            <ac:spMk id="8" creationId="{25DB9404-1245-DBD1-0A6B-C45569333CB3}"/>
          </ac:spMkLst>
        </pc:spChg>
        <pc:picChg chg="add mod">
          <ac:chgData name="Chittaranjan Hens" userId="6fc03958433e8a43" providerId="LiveId" clId="{8FC35386-D2C4-451B-9307-371306956297}" dt="2023-01-15T20:12:28.480" v="3210" actId="1076"/>
          <ac:picMkLst>
            <pc:docMk/>
            <pc:sldMk cId="1460658313" sldId="385"/>
            <ac:picMk id="3" creationId="{362436D7-E9F7-E6C6-371F-F5752ED1B3B7}"/>
          </ac:picMkLst>
        </pc:picChg>
      </pc:sldChg>
      <pc:sldChg chg="add del">
        <pc:chgData name="Chittaranjan Hens" userId="6fc03958433e8a43" providerId="LiveId" clId="{8FC35386-D2C4-451B-9307-371306956297}" dt="2023-01-15T20:12:01.813" v="3204"/>
        <pc:sldMkLst>
          <pc:docMk/>
          <pc:sldMk cId="2308615709" sldId="385"/>
        </pc:sldMkLst>
      </pc:sldChg>
      <pc:sldChg chg="add del">
        <pc:chgData name="Chittaranjan Hens" userId="6fc03958433e8a43" providerId="LiveId" clId="{8FC35386-D2C4-451B-9307-371306956297}" dt="2023-01-15T20:08:57.235" v="3178"/>
        <pc:sldMkLst>
          <pc:docMk/>
          <pc:sldMk cId="3053646196" sldId="385"/>
        </pc:sldMkLst>
      </pc:sldChg>
      <pc:sldChg chg="add del">
        <pc:chgData name="Chittaranjan Hens" userId="6fc03958433e8a43" providerId="LiveId" clId="{8FC35386-D2C4-451B-9307-371306956297}" dt="2023-01-15T20:12:15.726" v="3208"/>
        <pc:sldMkLst>
          <pc:docMk/>
          <pc:sldMk cId="41963012" sldId="386"/>
        </pc:sldMkLst>
      </pc:sldChg>
      <pc:sldChg chg="addSp delSp modSp add mod">
        <pc:chgData name="Chittaranjan Hens" userId="6fc03958433e8a43" providerId="LiveId" clId="{8FC35386-D2C4-451B-9307-371306956297}" dt="2023-01-15T20:16:37.943" v="3261" actId="20577"/>
        <pc:sldMkLst>
          <pc:docMk/>
          <pc:sldMk cId="2544770133" sldId="386"/>
        </pc:sldMkLst>
        <pc:spChg chg="add mod">
          <ac:chgData name="Chittaranjan Hens" userId="6fc03958433e8a43" providerId="LiveId" clId="{8FC35386-D2C4-451B-9307-371306956297}" dt="2023-01-15T20:16:37.943" v="3261" actId="20577"/>
          <ac:spMkLst>
            <pc:docMk/>
            <pc:sldMk cId="2544770133" sldId="386"/>
            <ac:spMk id="2" creationId="{88657352-2FB4-21C5-40A8-19287A047EA9}"/>
          </ac:spMkLst>
        </pc:spChg>
        <pc:spChg chg="del">
          <ac:chgData name="Chittaranjan Hens" userId="6fc03958433e8a43" providerId="LiveId" clId="{8FC35386-D2C4-451B-9307-371306956297}" dt="2023-01-15T20:15:29.973" v="3229" actId="478"/>
          <ac:spMkLst>
            <pc:docMk/>
            <pc:sldMk cId="2544770133" sldId="386"/>
            <ac:spMk id="6" creationId="{07B39A6D-8EB0-8D49-B73E-BAE30AB27EA7}"/>
          </ac:spMkLst>
        </pc:spChg>
      </pc:sldChg>
      <pc:sldChg chg="modSp add mod ord">
        <pc:chgData name="Chittaranjan Hens" userId="6fc03958433e8a43" providerId="LiveId" clId="{8FC35386-D2C4-451B-9307-371306956297}" dt="2023-01-15T20:20:09.177" v="3322" actId="113"/>
        <pc:sldMkLst>
          <pc:docMk/>
          <pc:sldMk cId="2573251469" sldId="387"/>
        </pc:sldMkLst>
        <pc:spChg chg="mod">
          <ac:chgData name="Chittaranjan Hens" userId="6fc03958433e8a43" providerId="LiveId" clId="{8FC35386-D2C4-451B-9307-371306956297}" dt="2023-01-15T20:20:09.177" v="3322" actId="113"/>
          <ac:spMkLst>
            <pc:docMk/>
            <pc:sldMk cId="2573251469" sldId="387"/>
            <ac:spMk id="8" creationId="{25DB9404-1245-DBD1-0A6B-C45569333CB3}"/>
          </ac:spMkLst>
        </pc:spChg>
      </pc:sldChg>
      <pc:sldChg chg="add del">
        <pc:chgData name="Chittaranjan Hens" userId="6fc03958433e8a43" providerId="LiveId" clId="{8FC35386-D2C4-451B-9307-371306956297}" dt="2023-01-15T20:16:50.058" v="3263"/>
        <pc:sldMkLst>
          <pc:docMk/>
          <pc:sldMk cId="3563401240" sldId="387"/>
        </pc:sldMkLst>
      </pc:sldChg>
      <pc:sldChg chg="addSp modSp add mod">
        <pc:chgData name="Chittaranjan Hens" userId="6fc03958433e8a43" providerId="LiveId" clId="{8FC35386-D2C4-451B-9307-371306956297}" dt="2023-01-15T20:26:32.202" v="3357" actId="1076"/>
        <pc:sldMkLst>
          <pc:docMk/>
          <pc:sldMk cId="2528986088" sldId="388"/>
        </pc:sldMkLst>
        <pc:spChg chg="mod">
          <ac:chgData name="Chittaranjan Hens" userId="6fc03958433e8a43" providerId="LiveId" clId="{8FC35386-D2C4-451B-9307-371306956297}" dt="2023-01-15T20:20:29.927" v="3325" actId="1076"/>
          <ac:spMkLst>
            <pc:docMk/>
            <pc:sldMk cId="2528986088" sldId="388"/>
            <ac:spMk id="8" creationId="{25DB9404-1245-DBD1-0A6B-C45569333CB3}"/>
          </ac:spMkLst>
        </pc:spChg>
        <pc:picChg chg="add mod">
          <ac:chgData name="Chittaranjan Hens" userId="6fc03958433e8a43" providerId="LiveId" clId="{8FC35386-D2C4-451B-9307-371306956297}" dt="2023-01-15T20:26:32.202" v="3357" actId="1076"/>
          <ac:picMkLst>
            <pc:docMk/>
            <pc:sldMk cId="2528986088" sldId="388"/>
            <ac:picMk id="3" creationId="{C6C6AC1F-A65D-6695-54B8-4AFA8FD0E3D6}"/>
          </ac:picMkLst>
        </pc:picChg>
        <pc:picChg chg="mod">
          <ac:chgData name="Chittaranjan Hens" userId="6fc03958433e8a43" providerId="LiveId" clId="{8FC35386-D2C4-451B-9307-371306956297}" dt="2023-01-15T20:21:38.615" v="3342" actId="14100"/>
          <ac:picMkLst>
            <pc:docMk/>
            <pc:sldMk cId="2528986088" sldId="388"/>
            <ac:picMk id="4" creationId="{A77CDD2A-AFD3-0864-6D67-957A858D6745}"/>
          </ac:picMkLst>
        </pc:picChg>
      </pc:sldChg>
      <pc:sldChg chg="addSp delSp modSp add mod delAnim modAnim">
        <pc:chgData name="Chittaranjan Hens" userId="6fc03958433e8a43" providerId="LiveId" clId="{8FC35386-D2C4-451B-9307-371306956297}" dt="2023-01-19T03:52:57.941" v="3621" actId="478"/>
        <pc:sldMkLst>
          <pc:docMk/>
          <pc:sldMk cId="285416135" sldId="389"/>
        </pc:sldMkLst>
        <pc:spChg chg="add del mod">
          <ac:chgData name="Chittaranjan Hens" userId="6fc03958433e8a43" providerId="LiveId" clId="{8FC35386-D2C4-451B-9307-371306956297}" dt="2023-01-19T03:52:53.508" v="3620" actId="478"/>
          <ac:spMkLst>
            <pc:docMk/>
            <pc:sldMk cId="285416135" sldId="389"/>
            <ac:spMk id="2" creationId="{E80CA7C6-C856-7219-85D1-8D714648D492}"/>
          </ac:spMkLst>
        </pc:spChg>
        <pc:spChg chg="add mod">
          <ac:chgData name="Chittaranjan Hens" userId="6fc03958433e8a43" providerId="LiveId" clId="{8FC35386-D2C4-451B-9307-371306956297}" dt="2023-01-15T20:28:25.403" v="3388" actId="20577"/>
          <ac:spMkLst>
            <pc:docMk/>
            <pc:sldMk cId="285416135" sldId="389"/>
            <ac:spMk id="9" creationId="{6D2FE705-77AC-A547-9B7D-EEEAEBC1E8DE}"/>
          </ac:spMkLst>
        </pc:spChg>
        <pc:spChg chg="add del mod">
          <ac:chgData name="Chittaranjan Hens" userId="6fc03958433e8a43" providerId="LiveId" clId="{8FC35386-D2C4-451B-9307-371306956297}" dt="2023-01-19T03:52:57.941" v="3621" actId="478"/>
          <ac:spMkLst>
            <pc:docMk/>
            <pc:sldMk cId="285416135" sldId="389"/>
            <ac:spMk id="11" creationId="{E594FE9B-74B7-E74D-9C54-F98C1E398730}"/>
          </ac:spMkLst>
        </pc:spChg>
        <pc:picChg chg="del mod">
          <ac:chgData name="Chittaranjan Hens" userId="6fc03958433e8a43" providerId="LiveId" clId="{8FC35386-D2C4-451B-9307-371306956297}" dt="2023-01-15T20:25:50.751" v="3353" actId="478"/>
          <ac:picMkLst>
            <pc:docMk/>
            <pc:sldMk cId="285416135" sldId="389"/>
            <ac:picMk id="3" creationId="{C6C6AC1F-A65D-6695-54B8-4AFA8FD0E3D6}"/>
          </ac:picMkLst>
        </pc:picChg>
        <pc:picChg chg="add mod">
          <ac:chgData name="Chittaranjan Hens" userId="6fc03958433e8a43" providerId="LiveId" clId="{8FC35386-D2C4-451B-9307-371306956297}" dt="2023-01-18T19:58:24.073" v="3407" actId="1076"/>
          <ac:picMkLst>
            <pc:docMk/>
            <pc:sldMk cId="285416135" sldId="389"/>
            <ac:picMk id="5" creationId="{04179B0E-A4DF-6394-5D6C-91999C741E3A}"/>
          </ac:picMkLst>
        </pc:picChg>
        <pc:picChg chg="add del mod">
          <ac:chgData name="Chittaranjan Hens" userId="6fc03958433e8a43" providerId="LiveId" clId="{8FC35386-D2C4-451B-9307-371306956297}" dt="2023-01-19T03:52:53.508" v="3620" actId="478"/>
          <ac:picMkLst>
            <pc:docMk/>
            <pc:sldMk cId="285416135" sldId="389"/>
            <ac:picMk id="7" creationId="{42648DE4-4515-A560-5B3E-F826039EEEED}"/>
          </ac:picMkLst>
        </pc:picChg>
      </pc:sldChg>
      <pc:sldChg chg="addSp delSp modSp add mod ord">
        <pc:chgData name="Chittaranjan Hens" userId="6fc03958433e8a43" providerId="LiveId" clId="{8FC35386-D2C4-451B-9307-371306956297}" dt="2023-01-18T20:21:27.894" v="3417" actId="14100"/>
        <pc:sldMkLst>
          <pc:docMk/>
          <pc:sldMk cId="1970279252" sldId="390"/>
        </pc:sldMkLst>
        <pc:picChg chg="del">
          <ac:chgData name="Chittaranjan Hens" userId="6fc03958433e8a43" providerId="LiveId" clId="{8FC35386-D2C4-451B-9307-371306956297}" dt="2023-01-18T20:01:08.420" v="3411" actId="478"/>
          <ac:picMkLst>
            <pc:docMk/>
            <pc:sldMk cId="1970279252" sldId="390"/>
            <ac:picMk id="3" creationId="{C6C6AC1F-A65D-6695-54B8-4AFA8FD0E3D6}"/>
          </ac:picMkLst>
        </pc:picChg>
        <pc:picChg chg="add mod">
          <ac:chgData name="Chittaranjan Hens" userId="6fc03958433e8a43" providerId="LiveId" clId="{8FC35386-D2C4-451B-9307-371306956297}" dt="2023-01-18T20:21:27.894" v="3417" actId="14100"/>
          <ac:picMkLst>
            <pc:docMk/>
            <pc:sldMk cId="1970279252" sldId="390"/>
            <ac:picMk id="5" creationId="{E934A7D0-EBFB-C502-1034-E26987366ACD}"/>
          </ac:picMkLst>
        </pc:picChg>
      </pc:sldChg>
      <pc:sldChg chg="addSp delSp modSp add mod">
        <pc:chgData name="Chittaranjan Hens" userId="6fc03958433e8a43" providerId="LiveId" clId="{8FC35386-D2C4-451B-9307-371306956297}" dt="2023-01-18T20:23:38.531" v="3458" actId="1076"/>
        <pc:sldMkLst>
          <pc:docMk/>
          <pc:sldMk cId="3897246681" sldId="391"/>
        </pc:sldMkLst>
        <pc:spChg chg="mod">
          <ac:chgData name="Chittaranjan Hens" userId="6fc03958433e8a43" providerId="LiveId" clId="{8FC35386-D2C4-451B-9307-371306956297}" dt="2023-01-18T20:23:30.578" v="3455" actId="20577"/>
          <ac:spMkLst>
            <pc:docMk/>
            <pc:sldMk cId="3897246681" sldId="391"/>
            <ac:spMk id="8" creationId="{25DB9404-1245-DBD1-0A6B-C45569333CB3}"/>
          </ac:spMkLst>
        </pc:spChg>
        <pc:picChg chg="add mod">
          <ac:chgData name="Chittaranjan Hens" userId="6fc03958433e8a43" providerId="LiveId" clId="{8FC35386-D2C4-451B-9307-371306956297}" dt="2023-01-18T20:23:38.531" v="3458" actId="1076"/>
          <ac:picMkLst>
            <pc:docMk/>
            <pc:sldMk cId="3897246681" sldId="391"/>
            <ac:picMk id="3" creationId="{C816FE9A-91D6-D854-16D5-9A311FC5BC5A}"/>
          </ac:picMkLst>
        </pc:picChg>
        <pc:picChg chg="del">
          <ac:chgData name="Chittaranjan Hens" userId="6fc03958433e8a43" providerId="LiveId" clId="{8FC35386-D2C4-451B-9307-371306956297}" dt="2023-01-18T20:21:40.939" v="3419" actId="478"/>
          <ac:picMkLst>
            <pc:docMk/>
            <pc:sldMk cId="3897246681" sldId="391"/>
            <ac:picMk id="5" creationId="{E934A7D0-EBFB-C502-1034-E26987366ACD}"/>
          </ac:picMkLst>
        </pc:picChg>
      </pc:sldChg>
      <pc:sldChg chg="addSp delSp modSp add mod ord">
        <pc:chgData name="Chittaranjan Hens" userId="6fc03958433e8a43" providerId="LiveId" clId="{8FC35386-D2C4-451B-9307-371306956297}" dt="2023-01-18T20:26:34.260" v="3486" actId="14100"/>
        <pc:sldMkLst>
          <pc:docMk/>
          <pc:sldMk cId="2274980967" sldId="392"/>
        </pc:sldMkLst>
        <pc:picChg chg="del">
          <ac:chgData name="Chittaranjan Hens" userId="6fc03958433e8a43" providerId="LiveId" clId="{8FC35386-D2C4-451B-9307-371306956297}" dt="2023-01-18T20:23:43.146" v="3460" actId="478"/>
          <ac:picMkLst>
            <pc:docMk/>
            <pc:sldMk cId="2274980967" sldId="392"/>
            <ac:picMk id="3" creationId="{C816FE9A-91D6-D854-16D5-9A311FC5BC5A}"/>
          </ac:picMkLst>
        </pc:picChg>
        <pc:picChg chg="add mod">
          <ac:chgData name="Chittaranjan Hens" userId="6fc03958433e8a43" providerId="LiveId" clId="{8FC35386-D2C4-451B-9307-371306956297}" dt="2023-01-18T20:26:13.030" v="3479" actId="1076"/>
          <ac:picMkLst>
            <pc:docMk/>
            <pc:sldMk cId="2274980967" sldId="392"/>
            <ac:picMk id="5" creationId="{430823CF-3482-3757-9811-B88DA27EDF83}"/>
          </ac:picMkLst>
        </pc:picChg>
        <pc:picChg chg="add mod">
          <ac:chgData name="Chittaranjan Hens" userId="6fc03958433e8a43" providerId="LiveId" clId="{8FC35386-D2C4-451B-9307-371306956297}" dt="2023-01-18T20:26:34.260" v="3486" actId="14100"/>
          <ac:picMkLst>
            <pc:docMk/>
            <pc:sldMk cId="2274980967" sldId="392"/>
            <ac:picMk id="7" creationId="{730CE7E9-5B2C-6AB2-A46B-8A04901BA49B}"/>
          </ac:picMkLst>
        </pc:picChg>
      </pc:sldChg>
      <pc:sldChg chg="addSp delSp modSp add mod">
        <pc:chgData name="Chittaranjan Hens" userId="6fc03958433e8a43" providerId="LiveId" clId="{8FC35386-D2C4-451B-9307-371306956297}" dt="2023-01-18T20:24:13.245" v="3471" actId="1076"/>
        <pc:sldMkLst>
          <pc:docMk/>
          <pc:sldMk cId="2209401888" sldId="393"/>
        </pc:sldMkLst>
        <pc:picChg chg="del">
          <ac:chgData name="Chittaranjan Hens" userId="6fc03958433e8a43" providerId="LiveId" clId="{8FC35386-D2C4-451B-9307-371306956297}" dt="2023-01-18T20:23:57.130" v="3464" actId="478"/>
          <ac:picMkLst>
            <pc:docMk/>
            <pc:sldMk cId="2209401888" sldId="393"/>
            <ac:picMk id="3" creationId="{C816FE9A-91D6-D854-16D5-9A311FC5BC5A}"/>
          </ac:picMkLst>
        </pc:picChg>
        <pc:picChg chg="add mod">
          <ac:chgData name="Chittaranjan Hens" userId="6fc03958433e8a43" providerId="LiveId" clId="{8FC35386-D2C4-451B-9307-371306956297}" dt="2023-01-18T20:24:13.245" v="3471" actId="1076"/>
          <ac:picMkLst>
            <pc:docMk/>
            <pc:sldMk cId="2209401888" sldId="393"/>
            <ac:picMk id="5" creationId="{66A3748A-F6F8-D1F0-18F6-3BC16921A9E2}"/>
          </ac:picMkLst>
        </pc:picChg>
      </pc:sldChg>
      <pc:sldChg chg="add del">
        <pc:chgData name="Chittaranjan Hens" userId="6fc03958433e8a43" providerId="LiveId" clId="{8FC35386-D2C4-451B-9307-371306956297}" dt="2023-01-18T20:24:24.842" v="3475"/>
        <pc:sldMkLst>
          <pc:docMk/>
          <pc:sldMk cId="1039238508" sldId="394"/>
        </pc:sldMkLst>
      </pc:sldChg>
      <pc:sldChg chg="addSp delSp modSp add mod">
        <pc:chgData name="Chittaranjan Hens" userId="6fc03958433e8a43" providerId="LiveId" clId="{8FC35386-D2C4-451B-9307-371306956297}" dt="2023-01-18T20:29:01.708" v="3499" actId="14100"/>
        <pc:sldMkLst>
          <pc:docMk/>
          <pc:sldMk cId="3868141465" sldId="394"/>
        </pc:sldMkLst>
        <pc:picChg chg="add mod">
          <ac:chgData name="Chittaranjan Hens" userId="6fc03958433e8a43" providerId="LiveId" clId="{8FC35386-D2C4-451B-9307-371306956297}" dt="2023-01-18T20:27:08.228" v="3493" actId="1076"/>
          <ac:picMkLst>
            <pc:docMk/>
            <pc:sldMk cId="3868141465" sldId="394"/>
            <ac:picMk id="3" creationId="{A8255B69-2B33-57E4-FF08-1C2E616FC992}"/>
          </ac:picMkLst>
        </pc:picChg>
        <pc:picChg chg="mod">
          <ac:chgData name="Chittaranjan Hens" userId="6fc03958433e8a43" providerId="LiveId" clId="{8FC35386-D2C4-451B-9307-371306956297}" dt="2023-01-18T20:26:58.390" v="3491" actId="14100"/>
          <ac:picMkLst>
            <pc:docMk/>
            <pc:sldMk cId="3868141465" sldId="394"/>
            <ac:picMk id="4" creationId="{A77CDD2A-AFD3-0864-6D67-957A858D6745}"/>
          </ac:picMkLst>
        </pc:picChg>
        <pc:picChg chg="del">
          <ac:chgData name="Chittaranjan Hens" userId="6fc03958433e8a43" providerId="LiveId" clId="{8FC35386-D2C4-451B-9307-371306956297}" dt="2023-01-18T20:26:42.759" v="3488" actId="478"/>
          <ac:picMkLst>
            <pc:docMk/>
            <pc:sldMk cId="3868141465" sldId="394"/>
            <ac:picMk id="5" creationId="{430823CF-3482-3757-9811-B88DA27EDF83}"/>
          </ac:picMkLst>
        </pc:picChg>
        <pc:picChg chg="del">
          <ac:chgData name="Chittaranjan Hens" userId="6fc03958433e8a43" providerId="LiveId" clId="{8FC35386-D2C4-451B-9307-371306956297}" dt="2023-01-18T20:26:42.759" v="3488" actId="478"/>
          <ac:picMkLst>
            <pc:docMk/>
            <pc:sldMk cId="3868141465" sldId="394"/>
            <ac:picMk id="7" creationId="{730CE7E9-5B2C-6AB2-A46B-8A04901BA49B}"/>
          </ac:picMkLst>
        </pc:picChg>
        <pc:picChg chg="add mod">
          <ac:chgData name="Chittaranjan Hens" userId="6fc03958433e8a43" providerId="LiveId" clId="{8FC35386-D2C4-451B-9307-371306956297}" dt="2023-01-18T20:29:01.708" v="3499" actId="14100"/>
          <ac:picMkLst>
            <pc:docMk/>
            <pc:sldMk cId="3868141465" sldId="394"/>
            <ac:picMk id="9" creationId="{9CA7C16A-041A-1B82-76A4-B2D00B85DF00}"/>
          </ac:picMkLst>
        </pc:picChg>
      </pc:sldChg>
      <pc:sldChg chg="addSp delSp modSp add mod">
        <pc:chgData name="Chittaranjan Hens" userId="6fc03958433e8a43" providerId="LiveId" clId="{8FC35386-D2C4-451B-9307-371306956297}" dt="2023-01-18T20:30:15.317" v="3510" actId="14100"/>
        <pc:sldMkLst>
          <pc:docMk/>
          <pc:sldMk cId="759109169" sldId="395"/>
        </pc:sldMkLst>
        <pc:picChg chg="del">
          <ac:chgData name="Chittaranjan Hens" userId="6fc03958433e8a43" providerId="LiveId" clId="{8FC35386-D2C4-451B-9307-371306956297}" dt="2023-01-18T20:29:40.385" v="3501" actId="478"/>
          <ac:picMkLst>
            <pc:docMk/>
            <pc:sldMk cId="759109169" sldId="395"/>
            <ac:picMk id="3" creationId="{A8255B69-2B33-57E4-FF08-1C2E616FC992}"/>
          </ac:picMkLst>
        </pc:picChg>
        <pc:picChg chg="add mod">
          <ac:chgData name="Chittaranjan Hens" userId="6fc03958433e8a43" providerId="LiveId" clId="{8FC35386-D2C4-451B-9307-371306956297}" dt="2023-01-18T20:30:15.317" v="3510" actId="14100"/>
          <ac:picMkLst>
            <pc:docMk/>
            <pc:sldMk cId="759109169" sldId="395"/>
            <ac:picMk id="5" creationId="{A71F9D97-DE26-DD1A-CC05-34F1D51C7E08}"/>
          </ac:picMkLst>
        </pc:picChg>
        <pc:picChg chg="del">
          <ac:chgData name="Chittaranjan Hens" userId="6fc03958433e8a43" providerId="LiveId" clId="{8FC35386-D2C4-451B-9307-371306956297}" dt="2023-01-18T20:29:40.385" v="3501" actId="478"/>
          <ac:picMkLst>
            <pc:docMk/>
            <pc:sldMk cId="759109169" sldId="395"/>
            <ac:picMk id="9" creationId="{9CA7C16A-041A-1B82-76A4-B2D00B85DF00}"/>
          </ac:picMkLst>
        </pc:picChg>
      </pc:sldChg>
      <pc:sldChg chg="delSp add del mod">
        <pc:chgData name="Chittaranjan Hens" userId="6fc03958433e8a43" providerId="LiveId" clId="{8FC35386-D2C4-451B-9307-371306956297}" dt="2023-01-18T20:31:47.630" v="3516" actId="47"/>
        <pc:sldMkLst>
          <pc:docMk/>
          <pc:sldMk cId="114128326" sldId="396"/>
        </pc:sldMkLst>
        <pc:picChg chg="del">
          <ac:chgData name="Chittaranjan Hens" userId="6fc03958433e8a43" providerId="LiveId" clId="{8FC35386-D2C4-451B-9307-371306956297}" dt="2023-01-18T20:31:43.609" v="3514" actId="478"/>
          <ac:picMkLst>
            <pc:docMk/>
            <pc:sldMk cId="114128326" sldId="396"/>
            <ac:picMk id="5" creationId="{A71F9D97-DE26-DD1A-CC05-34F1D51C7E08}"/>
          </ac:picMkLst>
        </pc:picChg>
      </pc:sldChg>
      <pc:sldChg chg="add del">
        <pc:chgData name="Chittaranjan Hens" userId="6fc03958433e8a43" providerId="LiveId" clId="{8FC35386-D2C4-451B-9307-371306956297}" dt="2023-01-18T20:31:30.596" v="3512"/>
        <pc:sldMkLst>
          <pc:docMk/>
          <pc:sldMk cId="1214510858" sldId="396"/>
        </pc:sldMkLst>
      </pc:sldChg>
      <pc:sldChg chg="add del">
        <pc:chgData name="Chittaranjan Hens" userId="6fc03958433e8a43" providerId="LiveId" clId="{8FC35386-D2C4-451B-9307-371306956297}" dt="2023-01-18T20:29:43.642" v="3503"/>
        <pc:sldMkLst>
          <pc:docMk/>
          <pc:sldMk cId="3986940596" sldId="396"/>
        </pc:sldMkLst>
      </pc:sldChg>
      <pc:sldChg chg="addSp delSp modSp add mod">
        <pc:chgData name="Chittaranjan Hens" userId="6fc03958433e8a43" providerId="LiveId" clId="{8FC35386-D2C4-451B-9307-371306956297}" dt="2023-01-18T20:32:04.041" v="3520" actId="1076"/>
        <pc:sldMkLst>
          <pc:docMk/>
          <pc:sldMk cId="3808855737" sldId="397"/>
        </pc:sldMkLst>
        <pc:picChg chg="add mod">
          <ac:chgData name="Chittaranjan Hens" userId="6fc03958433e8a43" providerId="LiveId" clId="{8FC35386-D2C4-451B-9307-371306956297}" dt="2023-01-18T20:32:04.041" v="3520" actId="1076"/>
          <ac:picMkLst>
            <pc:docMk/>
            <pc:sldMk cId="3808855737" sldId="397"/>
            <ac:picMk id="3" creationId="{0A1C6059-6956-84E8-74EF-71B8BD8A4F1E}"/>
          </ac:picMkLst>
        </pc:picChg>
        <pc:picChg chg="del">
          <ac:chgData name="Chittaranjan Hens" userId="6fc03958433e8a43" providerId="LiveId" clId="{8FC35386-D2C4-451B-9307-371306956297}" dt="2023-01-18T20:31:51.038" v="3517" actId="478"/>
          <ac:picMkLst>
            <pc:docMk/>
            <pc:sldMk cId="3808855737" sldId="397"/>
            <ac:picMk id="5" creationId="{A71F9D97-DE26-DD1A-CC05-34F1D51C7E08}"/>
          </ac:picMkLst>
        </pc:picChg>
      </pc:sldChg>
      <pc:sldChg chg="addSp delSp modSp add mod">
        <pc:chgData name="Chittaranjan Hens" userId="6fc03958433e8a43" providerId="LiveId" clId="{8FC35386-D2C4-451B-9307-371306956297}" dt="2023-01-18T20:32:38.384" v="3525" actId="14100"/>
        <pc:sldMkLst>
          <pc:docMk/>
          <pc:sldMk cId="4197076598" sldId="398"/>
        </pc:sldMkLst>
        <pc:picChg chg="del">
          <ac:chgData name="Chittaranjan Hens" userId="6fc03958433e8a43" providerId="LiveId" clId="{8FC35386-D2C4-451B-9307-371306956297}" dt="2023-01-18T20:32:22.260" v="3522" actId="478"/>
          <ac:picMkLst>
            <pc:docMk/>
            <pc:sldMk cId="4197076598" sldId="398"/>
            <ac:picMk id="3" creationId="{0A1C6059-6956-84E8-74EF-71B8BD8A4F1E}"/>
          </ac:picMkLst>
        </pc:picChg>
        <pc:picChg chg="add mod">
          <ac:chgData name="Chittaranjan Hens" userId="6fc03958433e8a43" providerId="LiveId" clId="{8FC35386-D2C4-451B-9307-371306956297}" dt="2023-01-18T20:32:38.384" v="3525" actId="14100"/>
          <ac:picMkLst>
            <pc:docMk/>
            <pc:sldMk cId="4197076598" sldId="398"/>
            <ac:picMk id="5" creationId="{9ED14135-9B1D-522F-31C8-9F889A7B2628}"/>
          </ac:picMkLst>
        </pc:picChg>
      </pc:sldChg>
      <pc:sldChg chg="addSp delSp modSp add mod">
        <pc:chgData name="Chittaranjan Hens" userId="6fc03958433e8a43" providerId="LiveId" clId="{8FC35386-D2C4-451B-9307-371306956297}" dt="2023-01-18T20:33:33.721" v="3532" actId="14100"/>
        <pc:sldMkLst>
          <pc:docMk/>
          <pc:sldMk cId="4177647138" sldId="399"/>
        </pc:sldMkLst>
        <pc:picChg chg="add mod">
          <ac:chgData name="Chittaranjan Hens" userId="6fc03958433e8a43" providerId="LiveId" clId="{8FC35386-D2C4-451B-9307-371306956297}" dt="2023-01-18T20:33:33.721" v="3532" actId="14100"/>
          <ac:picMkLst>
            <pc:docMk/>
            <pc:sldMk cId="4177647138" sldId="399"/>
            <ac:picMk id="3" creationId="{5C460B0F-2AAF-D1DD-50A7-EF454E64970F}"/>
          </ac:picMkLst>
        </pc:picChg>
        <pc:picChg chg="del">
          <ac:chgData name="Chittaranjan Hens" userId="6fc03958433e8a43" providerId="LiveId" clId="{8FC35386-D2C4-451B-9307-371306956297}" dt="2023-01-18T20:33:22.678" v="3527" actId="478"/>
          <ac:picMkLst>
            <pc:docMk/>
            <pc:sldMk cId="4177647138" sldId="399"/>
            <ac:picMk id="5" creationId="{9ED14135-9B1D-522F-31C8-9F889A7B2628}"/>
          </ac:picMkLst>
        </pc:picChg>
      </pc:sldChg>
      <pc:sldChg chg="addSp delSp modSp add mod">
        <pc:chgData name="Chittaranjan Hens" userId="6fc03958433e8a43" providerId="LiveId" clId="{8FC35386-D2C4-451B-9307-371306956297}" dt="2023-01-18T20:41:40.688" v="3559" actId="1076"/>
        <pc:sldMkLst>
          <pc:docMk/>
          <pc:sldMk cId="2682729343" sldId="400"/>
        </pc:sldMkLst>
        <pc:picChg chg="del">
          <ac:chgData name="Chittaranjan Hens" userId="6fc03958433e8a43" providerId="LiveId" clId="{8FC35386-D2C4-451B-9307-371306956297}" dt="2023-01-18T20:33:55.487" v="3534" actId="478"/>
          <ac:picMkLst>
            <pc:docMk/>
            <pc:sldMk cId="2682729343" sldId="400"/>
            <ac:picMk id="3" creationId="{5C460B0F-2AAF-D1DD-50A7-EF454E64970F}"/>
          </ac:picMkLst>
        </pc:picChg>
        <pc:picChg chg="add mod">
          <ac:chgData name="Chittaranjan Hens" userId="6fc03958433e8a43" providerId="LiveId" clId="{8FC35386-D2C4-451B-9307-371306956297}" dt="2023-01-18T20:41:40.688" v="3559" actId="1076"/>
          <ac:picMkLst>
            <pc:docMk/>
            <pc:sldMk cId="2682729343" sldId="400"/>
            <ac:picMk id="5" creationId="{2BA2A335-7A8E-FE14-B921-9EE246BF229A}"/>
          </ac:picMkLst>
        </pc:picChg>
      </pc:sldChg>
      <pc:sldChg chg="addSp delSp modSp add mod ord">
        <pc:chgData name="Chittaranjan Hens" userId="6fc03958433e8a43" providerId="LiveId" clId="{8FC35386-D2C4-451B-9307-371306956297}" dt="2023-01-18T20:34:17.134" v="3542"/>
        <pc:sldMkLst>
          <pc:docMk/>
          <pc:sldMk cId="3962138899" sldId="401"/>
        </pc:sldMkLst>
        <pc:picChg chg="del">
          <ac:chgData name="Chittaranjan Hens" userId="6fc03958433e8a43" providerId="LiveId" clId="{8FC35386-D2C4-451B-9307-371306956297}" dt="2023-01-18T20:34:00.637" v="3536" actId="478"/>
          <ac:picMkLst>
            <pc:docMk/>
            <pc:sldMk cId="3962138899" sldId="401"/>
            <ac:picMk id="3" creationId="{5C460B0F-2AAF-D1DD-50A7-EF454E64970F}"/>
          </ac:picMkLst>
        </pc:picChg>
        <pc:picChg chg="add mod">
          <ac:chgData name="Chittaranjan Hens" userId="6fc03958433e8a43" providerId="LiveId" clId="{8FC35386-D2C4-451B-9307-371306956297}" dt="2023-01-18T20:34:13.494" v="3540" actId="14100"/>
          <ac:picMkLst>
            <pc:docMk/>
            <pc:sldMk cId="3962138899" sldId="401"/>
            <ac:picMk id="5" creationId="{B2EA33EC-0D44-7A1B-4F1E-59F857587FA7}"/>
          </ac:picMkLst>
        </pc:picChg>
      </pc:sldChg>
      <pc:sldChg chg="addSp delSp modSp add mod">
        <pc:chgData name="Chittaranjan Hens" userId="6fc03958433e8a43" providerId="LiveId" clId="{8FC35386-D2C4-451B-9307-371306956297}" dt="2023-01-18T20:41:43.708" v="3560" actId="1076"/>
        <pc:sldMkLst>
          <pc:docMk/>
          <pc:sldMk cId="2797840225" sldId="402"/>
        </pc:sldMkLst>
        <pc:picChg chg="add mod">
          <ac:chgData name="Chittaranjan Hens" userId="6fc03958433e8a43" providerId="LiveId" clId="{8FC35386-D2C4-451B-9307-371306956297}" dt="2023-01-18T20:41:43.708" v="3560" actId="1076"/>
          <ac:picMkLst>
            <pc:docMk/>
            <pc:sldMk cId="2797840225" sldId="402"/>
            <ac:picMk id="3" creationId="{9C62DD53-3045-BA56-D12B-8A4EC6CBCDC7}"/>
          </ac:picMkLst>
        </pc:picChg>
        <pc:picChg chg="del">
          <ac:chgData name="Chittaranjan Hens" userId="6fc03958433e8a43" providerId="LiveId" clId="{8FC35386-D2C4-451B-9307-371306956297}" dt="2023-01-18T20:35:05.578" v="3548" actId="478"/>
          <ac:picMkLst>
            <pc:docMk/>
            <pc:sldMk cId="2797840225" sldId="402"/>
            <ac:picMk id="5" creationId="{2BA2A335-7A8E-FE14-B921-9EE246BF229A}"/>
          </ac:picMkLst>
        </pc:picChg>
      </pc:sldChg>
      <pc:sldChg chg="addSp delSp modSp add mod ord">
        <pc:chgData name="Chittaranjan Hens" userId="6fc03958433e8a43" providerId="LiveId" clId="{8FC35386-D2C4-451B-9307-371306956297}" dt="2023-01-18T20:41:37.420" v="3558" actId="14100"/>
        <pc:sldMkLst>
          <pc:docMk/>
          <pc:sldMk cId="3719028658" sldId="403"/>
        </pc:sldMkLst>
        <pc:picChg chg="add mod">
          <ac:chgData name="Chittaranjan Hens" userId="6fc03958433e8a43" providerId="LiveId" clId="{8FC35386-D2C4-451B-9307-371306956297}" dt="2023-01-18T20:41:37.420" v="3558" actId="14100"/>
          <ac:picMkLst>
            <pc:docMk/>
            <pc:sldMk cId="3719028658" sldId="403"/>
            <ac:picMk id="3" creationId="{E10C8841-8844-0AC9-3B95-33F3F581D751}"/>
          </ac:picMkLst>
        </pc:picChg>
        <pc:picChg chg="del">
          <ac:chgData name="Chittaranjan Hens" userId="6fc03958433e8a43" providerId="LiveId" clId="{8FC35386-D2C4-451B-9307-371306956297}" dt="2023-01-18T20:41:19.955" v="3555" actId="478"/>
          <ac:picMkLst>
            <pc:docMk/>
            <pc:sldMk cId="3719028658" sldId="403"/>
            <ac:picMk id="5" creationId="{2BA2A335-7A8E-FE14-B921-9EE246BF229A}"/>
          </ac:picMkLst>
        </pc:picChg>
      </pc:sldChg>
      <pc:sldChg chg="addSp delSp modSp add mod">
        <pc:chgData name="Chittaranjan Hens" userId="6fc03958433e8a43" providerId="LiveId" clId="{8FC35386-D2C4-451B-9307-371306956297}" dt="2023-01-18T20:44:16.853" v="3568" actId="1076"/>
        <pc:sldMkLst>
          <pc:docMk/>
          <pc:sldMk cId="1173691794" sldId="404"/>
        </pc:sldMkLst>
        <pc:picChg chg="del">
          <ac:chgData name="Chittaranjan Hens" userId="6fc03958433e8a43" providerId="LiveId" clId="{8FC35386-D2C4-451B-9307-371306956297}" dt="2023-01-18T20:43:20.167" v="3562" actId="478"/>
          <ac:picMkLst>
            <pc:docMk/>
            <pc:sldMk cId="1173691794" sldId="404"/>
            <ac:picMk id="3" creationId="{9C62DD53-3045-BA56-D12B-8A4EC6CBCDC7}"/>
          </ac:picMkLst>
        </pc:picChg>
        <pc:picChg chg="add del">
          <ac:chgData name="Chittaranjan Hens" userId="6fc03958433e8a43" providerId="LiveId" clId="{8FC35386-D2C4-451B-9307-371306956297}" dt="2023-01-18T20:43:52.278" v="3564" actId="478"/>
          <ac:picMkLst>
            <pc:docMk/>
            <pc:sldMk cId="1173691794" sldId="404"/>
            <ac:picMk id="5" creationId="{6562781D-3A68-C0E9-2C2E-BC0AB246B243}"/>
          </ac:picMkLst>
        </pc:picChg>
        <pc:picChg chg="add mod">
          <ac:chgData name="Chittaranjan Hens" userId="6fc03958433e8a43" providerId="LiveId" clId="{8FC35386-D2C4-451B-9307-371306956297}" dt="2023-01-18T20:44:16.853" v="3568" actId="1076"/>
          <ac:picMkLst>
            <pc:docMk/>
            <pc:sldMk cId="1173691794" sldId="404"/>
            <ac:picMk id="7" creationId="{2CE21BE3-2607-3EF7-B58D-32FC42E443C4}"/>
          </ac:picMkLst>
        </pc:picChg>
      </pc:sldChg>
      <pc:sldChg chg="add">
        <pc:chgData name="Chittaranjan Hens" userId="6fc03958433e8a43" providerId="LiveId" clId="{8FC35386-D2C4-451B-9307-371306956297}" dt="2023-01-19T03:52:05.143" v="3619"/>
        <pc:sldMkLst>
          <pc:docMk/>
          <pc:sldMk cId="3529858167" sldId="405"/>
        </pc:sldMkLst>
      </pc:sldChg>
      <pc:sldChg chg="addSp modSp add mod modTransition modAnim">
        <pc:chgData name="Chittaranjan Hens" userId="6fc03958433e8a43" providerId="LiveId" clId="{8FC35386-D2C4-451B-9307-371306956297}" dt="2023-01-19T05:22:24.529" v="3671"/>
        <pc:sldMkLst>
          <pc:docMk/>
          <pc:sldMk cId="0" sldId="406"/>
        </pc:sldMkLst>
        <pc:spChg chg="mod">
          <ac:chgData name="Chittaranjan Hens" userId="6fc03958433e8a43" providerId="LiveId" clId="{8FC35386-D2C4-451B-9307-371306956297}" dt="2023-01-19T05:19:26.027" v="3644" actId="1076"/>
          <ac:spMkLst>
            <pc:docMk/>
            <pc:sldMk cId="0" sldId="406"/>
            <ac:spMk id="1029" creationId="{A67599F7-9947-F9D4-F831-F9EB1C23D5E7}"/>
          </ac:spMkLst>
        </pc:spChg>
        <pc:spChg chg="mod">
          <ac:chgData name="Chittaranjan Hens" userId="6fc03958433e8a43" providerId="LiveId" clId="{8FC35386-D2C4-451B-9307-371306956297}" dt="2023-01-19T05:21:08.109" v="3666" actId="207"/>
          <ac:spMkLst>
            <pc:docMk/>
            <pc:sldMk cId="0" sldId="406"/>
            <ac:spMk id="1030" creationId="{8AE9DB68-BDD4-AB03-6C46-1CCD2A5C1B3B}"/>
          </ac:spMkLst>
        </pc:spChg>
        <pc:graphicFrameChg chg="mod">
          <ac:chgData name="Chittaranjan Hens" userId="6fc03958433e8a43" providerId="LiveId" clId="{8FC35386-D2C4-451B-9307-371306956297}" dt="2023-01-19T05:19:51.026" v="3648" actId="1076"/>
          <ac:graphicFrameMkLst>
            <pc:docMk/>
            <pc:sldMk cId="0" sldId="406"/>
            <ac:graphicFrameMk id="3" creationId="{5418349B-6CCD-27A2-7132-83A9C88B04A6}"/>
          </ac:graphicFrameMkLst>
        </pc:graphicFrameChg>
        <pc:graphicFrameChg chg="mod">
          <ac:chgData name="Chittaranjan Hens" userId="6fc03958433e8a43" providerId="LiveId" clId="{8FC35386-D2C4-451B-9307-371306956297}" dt="2023-01-19T05:19:54.633" v="3649" actId="1076"/>
          <ac:graphicFrameMkLst>
            <pc:docMk/>
            <pc:sldMk cId="0" sldId="406"/>
            <ac:graphicFrameMk id="8" creationId="{6A7098A6-7D30-FD95-E02B-CD1703C8C8D4}"/>
          </ac:graphicFrameMkLst>
        </pc:graphicFrameChg>
        <pc:picChg chg="add mod ord">
          <ac:chgData name="Chittaranjan Hens" userId="6fc03958433e8a43" providerId="LiveId" clId="{8FC35386-D2C4-451B-9307-371306956297}" dt="2023-01-19T05:18:26.672" v="3631" actId="167"/>
          <ac:picMkLst>
            <pc:docMk/>
            <pc:sldMk cId="0" sldId="406"/>
            <ac:picMk id="2" creationId="{4AC6EBDB-7FB8-0A7F-C10A-10AA553AEFA3}"/>
          </ac:picMkLst>
        </pc:picChg>
        <pc:picChg chg="mod">
          <ac:chgData name="Chittaranjan Hens" userId="6fc03958433e8a43" providerId="LiveId" clId="{8FC35386-D2C4-451B-9307-371306956297}" dt="2023-01-19T05:20:10.293" v="3652" actId="1076"/>
          <ac:picMkLst>
            <pc:docMk/>
            <pc:sldMk cId="0" sldId="406"/>
            <ac:picMk id="1031" creationId="{382499D9-1593-A322-4081-FA147775E1AB}"/>
          </ac:picMkLst>
        </pc:picChg>
      </pc:sldChg>
      <pc:sldChg chg="addSp delSp modSp add del mod modTransition">
        <pc:chgData name="Chittaranjan Hens" userId="6fc03958433e8a43" providerId="LiveId" clId="{8FC35386-D2C4-451B-9307-371306956297}" dt="2023-01-19T05:27:35.857" v="3756" actId="478"/>
        <pc:sldMkLst>
          <pc:docMk/>
          <pc:sldMk cId="0" sldId="407"/>
        </pc:sldMkLst>
        <pc:spChg chg="add del mod">
          <ac:chgData name="Chittaranjan Hens" userId="6fc03958433e8a43" providerId="LiveId" clId="{8FC35386-D2C4-451B-9307-371306956297}" dt="2023-01-19T05:24:51.893" v="3693" actId="478"/>
          <ac:spMkLst>
            <pc:docMk/>
            <pc:sldMk cId="0" sldId="407"/>
            <ac:spMk id="4" creationId="{3DC4A963-6B34-2B74-2F58-D291D1523CFD}"/>
          </ac:spMkLst>
        </pc:spChg>
        <pc:spChg chg="add mod">
          <ac:chgData name="Chittaranjan Hens" userId="6fc03958433e8a43" providerId="LiveId" clId="{8FC35386-D2C4-451B-9307-371306956297}" dt="2023-01-19T05:24:53.217" v="3694"/>
          <ac:spMkLst>
            <pc:docMk/>
            <pc:sldMk cId="0" sldId="407"/>
            <ac:spMk id="5" creationId="{091C65ED-6635-BEBC-75C9-956C453EB5DA}"/>
          </ac:spMkLst>
        </pc:spChg>
        <pc:spChg chg="del">
          <ac:chgData name="Chittaranjan Hens" userId="6fc03958433e8a43" providerId="LiveId" clId="{8FC35386-D2C4-451B-9307-371306956297}" dt="2023-01-19T05:24:43.755" v="3690" actId="478"/>
          <ac:spMkLst>
            <pc:docMk/>
            <pc:sldMk cId="0" sldId="407"/>
            <ac:spMk id="2056" creationId="{72164FBD-BC4C-CCCB-FD6F-7CE143589D91}"/>
          </ac:spMkLst>
        </pc:spChg>
        <pc:spChg chg="mod">
          <ac:chgData name="Chittaranjan Hens" userId="6fc03958433e8a43" providerId="LiveId" clId="{8FC35386-D2C4-451B-9307-371306956297}" dt="2023-01-19T05:27:32.839" v="3755" actId="6549"/>
          <ac:spMkLst>
            <pc:docMk/>
            <pc:sldMk cId="0" sldId="407"/>
            <ac:spMk id="2057" creationId="{5D9976F5-D542-A3EE-FAC7-F5501604734C}"/>
          </ac:spMkLst>
        </pc:spChg>
        <pc:graphicFrameChg chg="add del mod">
          <ac:chgData name="Chittaranjan Hens" userId="6fc03958433e8a43" providerId="LiveId" clId="{8FC35386-D2C4-451B-9307-371306956297}" dt="2023-01-19T05:27:35.857" v="3756" actId="478"/>
          <ac:graphicFrameMkLst>
            <pc:docMk/>
            <pc:sldMk cId="0" sldId="407"/>
            <ac:graphicFrameMk id="6" creationId="{91388E02-63D6-7B84-8208-8074F629F4D5}"/>
          </ac:graphicFrameMkLst>
        </pc:graphicFrameChg>
        <pc:graphicFrameChg chg="mod">
          <ac:chgData name="Chittaranjan Hens" userId="6fc03958433e8a43" providerId="LiveId" clId="{8FC35386-D2C4-451B-9307-371306956297}" dt="2023-01-19T05:26:31.048" v="3730" actId="1076"/>
          <ac:graphicFrameMkLst>
            <pc:docMk/>
            <pc:sldMk cId="0" sldId="407"/>
            <ac:graphicFrameMk id="8" creationId="{5FF9E483-8207-0E2C-95EA-7565DADFD9CC}"/>
          </ac:graphicFrameMkLst>
        </pc:graphicFrameChg>
        <pc:graphicFrameChg chg="mod">
          <ac:chgData name="Chittaranjan Hens" userId="6fc03958433e8a43" providerId="LiveId" clId="{8FC35386-D2C4-451B-9307-371306956297}" dt="2023-01-19T05:26:43.720" v="3743" actId="1076"/>
          <ac:graphicFrameMkLst>
            <pc:docMk/>
            <pc:sldMk cId="0" sldId="407"/>
            <ac:graphicFrameMk id="10" creationId="{23C1834E-DA7D-32BE-1701-7642BD9025F6}"/>
          </ac:graphicFrameMkLst>
        </pc:graphicFrameChg>
        <pc:graphicFrameChg chg="del mod">
          <ac:chgData name="Chittaranjan Hens" userId="6fc03958433e8a43" providerId="LiveId" clId="{8FC35386-D2C4-451B-9307-371306956297}" dt="2023-01-19T05:26:02.384" v="3702" actId="21"/>
          <ac:graphicFrameMkLst>
            <pc:docMk/>
            <pc:sldMk cId="0" sldId="407"/>
            <ac:graphicFrameMk id="2053" creationId="{14F717F9-E174-AB47-8FC5-9EFBC3D8A7EE}"/>
          </ac:graphicFrameMkLst>
        </pc:graphicFrameChg>
        <pc:graphicFrameChg chg="del">
          <ac:chgData name="Chittaranjan Hens" userId="6fc03958433e8a43" providerId="LiveId" clId="{8FC35386-D2C4-451B-9307-371306956297}" dt="2023-01-19T05:27:35.857" v="3756" actId="478"/>
          <ac:graphicFrameMkLst>
            <pc:docMk/>
            <pc:sldMk cId="0" sldId="407"/>
            <ac:graphicFrameMk id="2054" creationId="{E0478526-C213-C130-851D-DBC6BCF86A93}"/>
          </ac:graphicFrameMkLst>
        </pc:graphicFrameChg>
        <pc:picChg chg="add del mod ord">
          <ac:chgData name="Chittaranjan Hens" userId="6fc03958433e8a43" providerId="LiveId" clId="{8FC35386-D2C4-451B-9307-371306956297}" dt="2023-01-19T05:24:48.342" v="3692" actId="478"/>
          <ac:picMkLst>
            <pc:docMk/>
            <pc:sldMk cId="0" sldId="407"/>
            <ac:picMk id="2" creationId="{3CCFEEAA-AA5A-EDF6-8720-19C7475A1F76}"/>
          </ac:picMkLst>
        </pc:picChg>
      </pc:sldChg>
      <pc:sldChg chg="delSp modSp add mod">
        <pc:chgData name="Chittaranjan Hens" userId="6fc03958433e8a43" providerId="LiveId" clId="{8FC35386-D2C4-451B-9307-371306956297}" dt="2023-01-19T05:28:20.721" v="3760" actId="478"/>
        <pc:sldMkLst>
          <pc:docMk/>
          <pc:sldMk cId="703473011" sldId="408"/>
        </pc:sldMkLst>
        <pc:spChg chg="mod">
          <ac:chgData name="Chittaranjan Hens" userId="6fc03958433e8a43" providerId="LiveId" clId="{8FC35386-D2C4-451B-9307-371306956297}" dt="2023-01-19T05:28:17.844" v="3759" actId="6549"/>
          <ac:spMkLst>
            <pc:docMk/>
            <pc:sldMk cId="703473011" sldId="408"/>
            <ac:spMk id="2057" creationId="{5D9976F5-D542-A3EE-FAC7-F5501604734C}"/>
          </ac:spMkLst>
        </pc:spChg>
        <pc:graphicFrameChg chg="del">
          <ac:chgData name="Chittaranjan Hens" userId="6fc03958433e8a43" providerId="LiveId" clId="{8FC35386-D2C4-451B-9307-371306956297}" dt="2023-01-19T05:28:20.721" v="3760" actId="478"/>
          <ac:graphicFrameMkLst>
            <pc:docMk/>
            <pc:sldMk cId="703473011" sldId="408"/>
            <ac:graphicFrameMk id="6" creationId="{91388E02-63D6-7B84-8208-8074F629F4D5}"/>
          </ac:graphicFrameMkLst>
        </pc:graphicFrameChg>
        <pc:graphicFrameChg chg="del mod">
          <ac:chgData name="Chittaranjan Hens" userId="6fc03958433e8a43" providerId="LiveId" clId="{8FC35386-D2C4-451B-9307-371306956297}" dt="2023-01-19T05:28:20.721" v="3760" actId="478"/>
          <ac:graphicFrameMkLst>
            <pc:docMk/>
            <pc:sldMk cId="703473011" sldId="408"/>
            <ac:graphicFrameMk id="2054" creationId="{E0478526-C213-C130-851D-DBC6BCF86A93}"/>
          </ac:graphicFrameMkLst>
        </pc:graphicFrameChg>
      </pc:sldChg>
      <pc:sldChg chg="add del">
        <pc:chgData name="Chittaranjan Hens" userId="6fc03958433e8a43" providerId="LiveId" clId="{8FC35386-D2C4-451B-9307-371306956297}" dt="2023-01-19T05:18:51.030" v="3636" actId="47"/>
        <pc:sldMkLst>
          <pc:docMk/>
          <pc:sldMk cId="1130757567" sldId="408"/>
        </pc:sldMkLst>
      </pc:sldChg>
      <pc:sldChg chg="add del">
        <pc:chgData name="Chittaranjan Hens" userId="6fc03958433e8a43" providerId="LiveId" clId="{8FC35386-D2C4-451B-9307-371306956297}" dt="2023-01-19T05:20:02.794" v="3651" actId="47"/>
        <pc:sldMkLst>
          <pc:docMk/>
          <pc:sldMk cId="1419299212" sldId="408"/>
        </pc:sldMkLst>
      </pc:sldChg>
      <pc:sldChg chg="add del">
        <pc:chgData name="Chittaranjan Hens" userId="6fc03958433e8a43" providerId="LiveId" clId="{8FC35386-D2C4-451B-9307-371306956297}" dt="2023-01-19T05:18:49.059" v="3635" actId="47"/>
        <pc:sldMkLst>
          <pc:docMk/>
          <pc:sldMk cId="1608587973" sldId="409"/>
        </pc:sldMkLst>
      </pc:sldChg>
      <pc:sldChg chg="add">
        <pc:chgData name="Chittaranjan Hens" userId="6fc03958433e8a43" providerId="LiveId" clId="{8FC35386-D2C4-451B-9307-371306956297}" dt="2023-01-19T05:27:59.627" v="3758"/>
        <pc:sldMkLst>
          <pc:docMk/>
          <pc:sldMk cId="2694055609" sldId="409"/>
        </pc:sldMkLst>
      </pc:sldChg>
      <pc:sldChg chg="add del">
        <pc:chgData name="Chittaranjan Hens" userId="6fc03958433e8a43" providerId="LiveId" clId="{8FC35386-D2C4-451B-9307-371306956297}" dt="2023-01-19T05:21:44.303" v="3670" actId="47"/>
        <pc:sldMkLst>
          <pc:docMk/>
          <pc:sldMk cId="3707804236" sldId="409"/>
        </pc:sldMkLst>
      </pc:sldChg>
    </pc:docChg>
  </pc:docChgLst>
  <pc:docChgLst>
    <pc:chgData name="Chittaranjan Hens" userId="6fc03958433e8a43" providerId="LiveId" clId="{E5D4A7EF-7604-4BB5-8E8D-9C3F1610DF3D}"/>
    <pc:docChg chg="modSld sldOrd">
      <pc:chgData name="Chittaranjan Hens" userId="6fc03958433e8a43" providerId="LiveId" clId="{E5D4A7EF-7604-4BB5-8E8D-9C3F1610DF3D}" dt="2023-03-06T05:37:03.630" v="48" actId="20577"/>
      <pc:docMkLst>
        <pc:docMk/>
      </pc:docMkLst>
      <pc:sldChg chg="ord">
        <pc:chgData name="Chittaranjan Hens" userId="6fc03958433e8a43" providerId="LiveId" clId="{E5D4A7EF-7604-4BB5-8E8D-9C3F1610DF3D}" dt="2023-03-06T05:36:16.702" v="1"/>
        <pc:sldMkLst>
          <pc:docMk/>
          <pc:sldMk cId="1483293076" sldId="319"/>
        </pc:sldMkLst>
      </pc:sldChg>
      <pc:sldChg chg="modSp mod">
        <pc:chgData name="Chittaranjan Hens" userId="6fc03958433e8a43" providerId="LiveId" clId="{E5D4A7EF-7604-4BB5-8E8D-9C3F1610DF3D}" dt="2023-03-06T05:37:03.630" v="48" actId="20577"/>
        <pc:sldMkLst>
          <pc:docMk/>
          <pc:sldMk cId="3344460010" sldId="797"/>
        </pc:sldMkLst>
        <pc:spChg chg="mod">
          <ac:chgData name="Chittaranjan Hens" userId="6fc03958433e8a43" providerId="LiveId" clId="{E5D4A7EF-7604-4BB5-8E8D-9C3F1610DF3D}" dt="2023-03-06T05:37:03.630" v="48" actId="20577"/>
          <ac:spMkLst>
            <pc:docMk/>
            <pc:sldMk cId="3344460010" sldId="797"/>
            <ac:spMk id="4" creationId="{307B1385-1CDC-2127-DC4D-5918A8E4EB3C}"/>
          </ac:spMkLst>
        </pc:spChg>
        <pc:spChg chg="mod">
          <ac:chgData name="Chittaranjan Hens" userId="6fc03958433e8a43" providerId="LiveId" clId="{E5D4A7EF-7604-4BB5-8E8D-9C3F1610DF3D}" dt="2023-03-06T05:36:57.823" v="47" actId="20577"/>
          <ac:spMkLst>
            <pc:docMk/>
            <pc:sldMk cId="3344460010" sldId="797"/>
            <ac:spMk id="48134" creationId="{D1E4B96B-AA11-4834-A4AB-DCEFAC09E403}"/>
          </ac:spMkLst>
        </pc:spChg>
      </pc:sldChg>
    </pc:docChg>
  </pc:docChgLst>
  <pc:docChgLst>
    <pc:chgData name="Chittaranjan Hens" userId="6fc03958433e8a43" providerId="LiveId" clId="{46DA9023-5F27-43B9-B1C3-C3328FCBC513}"/>
    <pc:docChg chg="custSel addSld delSld modSld">
      <pc:chgData name="Chittaranjan Hens" userId="6fc03958433e8a43" providerId="LiveId" clId="{46DA9023-5F27-43B9-B1C3-C3328FCBC513}" dt="2023-03-06T05:01:54.639" v="109" actId="207"/>
      <pc:docMkLst>
        <pc:docMk/>
      </pc:docMkLst>
      <pc:sldChg chg="add">
        <pc:chgData name="Chittaranjan Hens" userId="6fc03958433e8a43" providerId="LiveId" clId="{46DA9023-5F27-43B9-B1C3-C3328FCBC513}" dt="2023-03-06T05:00:20.696" v="35"/>
        <pc:sldMkLst>
          <pc:docMk/>
          <pc:sldMk cId="2868866696" sldId="268"/>
        </pc:sldMkLst>
      </pc:sldChg>
      <pc:sldChg chg="del">
        <pc:chgData name="Chittaranjan Hens" userId="6fc03958433e8a43" providerId="LiveId" clId="{46DA9023-5F27-43B9-B1C3-C3328FCBC513}" dt="2023-03-04T12:17:48.130" v="28" actId="47"/>
        <pc:sldMkLst>
          <pc:docMk/>
          <pc:sldMk cId="0" sldId="275"/>
        </pc:sldMkLst>
      </pc:sldChg>
      <pc:sldChg chg="del">
        <pc:chgData name="Chittaranjan Hens" userId="6fc03958433e8a43" providerId="LiveId" clId="{46DA9023-5F27-43B9-B1C3-C3328FCBC513}" dt="2023-03-04T12:17:48.757" v="29" actId="47"/>
        <pc:sldMkLst>
          <pc:docMk/>
          <pc:sldMk cId="0" sldId="276"/>
        </pc:sldMkLst>
      </pc:sldChg>
      <pc:sldChg chg="del">
        <pc:chgData name="Chittaranjan Hens" userId="6fc03958433e8a43" providerId="LiveId" clId="{46DA9023-5F27-43B9-B1C3-C3328FCBC513}" dt="2023-03-04T04:35:56.853" v="16" actId="47"/>
        <pc:sldMkLst>
          <pc:docMk/>
          <pc:sldMk cId="106760763" sldId="277"/>
        </pc:sldMkLst>
      </pc:sldChg>
      <pc:sldChg chg="del">
        <pc:chgData name="Chittaranjan Hens" userId="6fc03958433e8a43" providerId="LiveId" clId="{46DA9023-5F27-43B9-B1C3-C3328FCBC513}" dt="2023-03-04T04:35:56.553" v="15" actId="47"/>
        <pc:sldMkLst>
          <pc:docMk/>
          <pc:sldMk cId="322152922" sldId="278"/>
        </pc:sldMkLst>
      </pc:sldChg>
      <pc:sldChg chg="add">
        <pc:chgData name="Chittaranjan Hens" userId="6fc03958433e8a43" providerId="LiveId" clId="{46DA9023-5F27-43B9-B1C3-C3328FCBC513}" dt="2023-03-06T05:00:20.696" v="35"/>
        <pc:sldMkLst>
          <pc:docMk/>
          <pc:sldMk cId="1664513235" sldId="278"/>
        </pc:sldMkLst>
      </pc:sldChg>
      <pc:sldChg chg="add">
        <pc:chgData name="Chittaranjan Hens" userId="6fc03958433e8a43" providerId="LiveId" clId="{46DA9023-5F27-43B9-B1C3-C3328FCBC513}" dt="2023-03-06T05:00:20.696" v="35"/>
        <pc:sldMkLst>
          <pc:docMk/>
          <pc:sldMk cId="166495545" sldId="279"/>
        </pc:sldMkLst>
      </pc:sldChg>
      <pc:sldChg chg="add">
        <pc:chgData name="Chittaranjan Hens" userId="6fc03958433e8a43" providerId="LiveId" clId="{46DA9023-5F27-43B9-B1C3-C3328FCBC513}" dt="2023-03-06T05:00:20.696" v="35"/>
        <pc:sldMkLst>
          <pc:docMk/>
          <pc:sldMk cId="1728422523" sldId="280"/>
        </pc:sldMkLst>
      </pc:sldChg>
      <pc:sldChg chg="add">
        <pc:chgData name="Chittaranjan Hens" userId="6fc03958433e8a43" providerId="LiveId" clId="{46DA9023-5F27-43B9-B1C3-C3328FCBC513}" dt="2023-03-06T05:00:20.696" v="35"/>
        <pc:sldMkLst>
          <pc:docMk/>
          <pc:sldMk cId="799341026" sldId="282"/>
        </pc:sldMkLst>
      </pc:sldChg>
      <pc:sldChg chg="add">
        <pc:chgData name="Chittaranjan Hens" userId="6fc03958433e8a43" providerId="LiveId" clId="{46DA9023-5F27-43B9-B1C3-C3328FCBC513}" dt="2023-03-06T05:00:20.696" v="35"/>
        <pc:sldMkLst>
          <pc:docMk/>
          <pc:sldMk cId="2089919907" sldId="283"/>
        </pc:sldMkLst>
      </pc:sldChg>
      <pc:sldChg chg="add">
        <pc:chgData name="Chittaranjan Hens" userId="6fc03958433e8a43" providerId="LiveId" clId="{46DA9023-5F27-43B9-B1C3-C3328FCBC513}" dt="2023-03-06T05:00:20.696" v="35"/>
        <pc:sldMkLst>
          <pc:docMk/>
          <pc:sldMk cId="2408460777" sldId="285"/>
        </pc:sldMkLst>
      </pc:sldChg>
      <pc:sldChg chg="add">
        <pc:chgData name="Chittaranjan Hens" userId="6fc03958433e8a43" providerId="LiveId" clId="{46DA9023-5F27-43B9-B1C3-C3328FCBC513}" dt="2023-03-06T05:00:20.696" v="35"/>
        <pc:sldMkLst>
          <pc:docMk/>
          <pc:sldMk cId="2008024320" sldId="287"/>
        </pc:sldMkLst>
      </pc:sldChg>
      <pc:sldChg chg="add">
        <pc:chgData name="Chittaranjan Hens" userId="6fc03958433e8a43" providerId="LiveId" clId="{46DA9023-5F27-43B9-B1C3-C3328FCBC513}" dt="2023-03-06T05:00:20.696" v="35"/>
        <pc:sldMkLst>
          <pc:docMk/>
          <pc:sldMk cId="2467610169" sldId="288"/>
        </pc:sldMkLst>
      </pc:sldChg>
      <pc:sldChg chg="add">
        <pc:chgData name="Chittaranjan Hens" userId="6fc03958433e8a43" providerId="LiveId" clId="{46DA9023-5F27-43B9-B1C3-C3328FCBC513}" dt="2023-03-06T05:00:20.696" v="35"/>
        <pc:sldMkLst>
          <pc:docMk/>
          <pc:sldMk cId="1946747792" sldId="289"/>
        </pc:sldMkLst>
      </pc:sldChg>
      <pc:sldChg chg="add">
        <pc:chgData name="Chittaranjan Hens" userId="6fc03958433e8a43" providerId="LiveId" clId="{46DA9023-5F27-43B9-B1C3-C3328FCBC513}" dt="2023-03-06T05:00:20.696" v="35"/>
        <pc:sldMkLst>
          <pc:docMk/>
          <pc:sldMk cId="3486994596" sldId="291"/>
        </pc:sldMkLst>
      </pc:sldChg>
      <pc:sldChg chg="modSp add mod">
        <pc:chgData name="Chittaranjan Hens" userId="6fc03958433e8a43" providerId="LiveId" clId="{46DA9023-5F27-43B9-B1C3-C3328FCBC513}" dt="2023-03-06T05:00:20.746" v="36" actId="27636"/>
        <pc:sldMkLst>
          <pc:docMk/>
          <pc:sldMk cId="1523195853" sldId="293"/>
        </pc:sldMkLst>
        <pc:spChg chg="mod">
          <ac:chgData name="Chittaranjan Hens" userId="6fc03958433e8a43" providerId="LiveId" clId="{46DA9023-5F27-43B9-B1C3-C3328FCBC513}" dt="2023-03-06T05:00:20.746" v="36" actId="27636"/>
          <ac:spMkLst>
            <pc:docMk/>
            <pc:sldMk cId="1523195853" sldId="293"/>
            <ac:spMk id="23555" creationId="{00000000-0000-0000-0000-000000000000}"/>
          </ac:spMkLst>
        </pc:spChg>
      </pc:sldChg>
      <pc:sldChg chg="add">
        <pc:chgData name="Chittaranjan Hens" userId="6fc03958433e8a43" providerId="LiveId" clId="{46DA9023-5F27-43B9-B1C3-C3328FCBC513}" dt="2023-03-06T05:00:20.696" v="35"/>
        <pc:sldMkLst>
          <pc:docMk/>
          <pc:sldMk cId="1332289447" sldId="294"/>
        </pc:sldMkLst>
      </pc:sldChg>
      <pc:sldChg chg="add">
        <pc:chgData name="Chittaranjan Hens" userId="6fc03958433e8a43" providerId="LiveId" clId="{46DA9023-5F27-43B9-B1C3-C3328FCBC513}" dt="2023-03-06T05:00:20.696" v="35"/>
        <pc:sldMkLst>
          <pc:docMk/>
          <pc:sldMk cId="2397464853" sldId="306"/>
        </pc:sldMkLst>
      </pc:sldChg>
      <pc:sldChg chg="add">
        <pc:chgData name="Chittaranjan Hens" userId="6fc03958433e8a43" providerId="LiveId" clId="{46DA9023-5F27-43B9-B1C3-C3328FCBC513}" dt="2023-03-06T05:00:20.696" v="35"/>
        <pc:sldMkLst>
          <pc:docMk/>
          <pc:sldMk cId="2981328596" sldId="307"/>
        </pc:sldMkLst>
      </pc:sldChg>
      <pc:sldChg chg="add">
        <pc:chgData name="Chittaranjan Hens" userId="6fc03958433e8a43" providerId="LiveId" clId="{46DA9023-5F27-43B9-B1C3-C3328FCBC513}" dt="2023-03-06T05:00:20.696" v="35"/>
        <pc:sldMkLst>
          <pc:docMk/>
          <pc:sldMk cId="1483293076" sldId="319"/>
        </pc:sldMkLst>
      </pc:sldChg>
      <pc:sldChg chg="add">
        <pc:chgData name="Chittaranjan Hens" userId="6fc03958433e8a43" providerId="LiveId" clId="{46DA9023-5F27-43B9-B1C3-C3328FCBC513}" dt="2023-03-06T05:00:20.696" v="35"/>
        <pc:sldMkLst>
          <pc:docMk/>
          <pc:sldMk cId="3706347951" sldId="320"/>
        </pc:sldMkLst>
      </pc:sldChg>
      <pc:sldChg chg="add">
        <pc:chgData name="Chittaranjan Hens" userId="6fc03958433e8a43" providerId="LiveId" clId="{46DA9023-5F27-43B9-B1C3-C3328FCBC513}" dt="2023-03-06T05:00:20.696" v="35"/>
        <pc:sldMkLst>
          <pc:docMk/>
          <pc:sldMk cId="364238975" sldId="321"/>
        </pc:sldMkLst>
      </pc:sldChg>
      <pc:sldChg chg="del">
        <pc:chgData name="Chittaranjan Hens" userId="6fc03958433e8a43" providerId="LiveId" clId="{46DA9023-5F27-43B9-B1C3-C3328FCBC513}" dt="2023-03-04T12:09:28.821" v="21" actId="47"/>
        <pc:sldMkLst>
          <pc:docMk/>
          <pc:sldMk cId="0" sldId="368"/>
        </pc:sldMkLst>
      </pc:sldChg>
      <pc:sldChg chg="del">
        <pc:chgData name="Chittaranjan Hens" userId="6fc03958433e8a43" providerId="LiveId" clId="{46DA9023-5F27-43B9-B1C3-C3328FCBC513}" dt="2023-03-04T12:09:27.034" v="19" actId="47"/>
        <pc:sldMkLst>
          <pc:docMk/>
          <pc:sldMk cId="0" sldId="369"/>
        </pc:sldMkLst>
      </pc:sldChg>
      <pc:sldChg chg="del">
        <pc:chgData name="Chittaranjan Hens" userId="6fc03958433e8a43" providerId="LiveId" clId="{46DA9023-5F27-43B9-B1C3-C3328FCBC513}" dt="2023-03-04T12:09:37.202" v="22" actId="47"/>
        <pc:sldMkLst>
          <pc:docMk/>
          <pc:sldMk cId="0" sldId="370"/>
        </pc:sldMkLst>
      </pc:sldChg>
      <pc:sldChg chg="del">
        <pc:chgData name="Chittaranjan Hens" userId="6fc03958433e8a43" providerId="LiveId" clId="{46DA9023-5F27-43B9-B1C3-C3328FCBC513}" dt="2023-03-04T12:09:27.906" v="20" actId="47"/>
        <pc:sldMkLst>
          <pc:docMk/>
          <pc:sldMk cId="0" sldId="371"/>
        </pc:sldMkLst>
      </pc:sldChg>
      <pc:sldChg chg="del">
        <pc:chgData name="Chittaranjan Hens" userId="6fc03958433e8a43" providerId="LiveId" clId="{46DA9023-5F27-43B9-B1C3-C3328FCBC513}" dt="2023-03-05T18:43:47.108" v="34" actId="47"/>
        <pc:sldMkLst>
          <pc:docMk/>
          <pc:sldMk cId="0" sldId="374"/>
        </pc:sldMkLst>
      </pc:sldChg>
      <pc:sldChg chg="del">
        <pc:chgData name="Chittaranjan Hens" userId="6fc03958433e8a43" providerId="LiveId" clId="{46DA9023-5F27-43B9-B1C3-C3328FCBC513}" dt="2023-03-04T12:18:12.821" v="33" actId="47"/>
        <pc:sldMkLst>
          <pc:docMk/>
          <pc:sldMk cId="0" sldId="375"/>
        </pc:sldMkLst>
      </pc:sldChg>
      <pc:sldChg chg="del">
        <pc:chgData name="Chittaranjan Hens" userId="6fc03958433e8a43" providerId="LiveId" clId="{46DA9023-5F27-43B9-B1C3-C3328FCBC513}" dt="2023-03-04T04:35:53.273" v="4" actId="47"/>
        <pc:sldMkLst>
          <pc:docMk/>
          <pc:sldMk cId="0" sldId="387"/>
        </pc:sldMkLst>
      </pc:sldChg>
      <pc:sldChg chg="del">
        <pc:chgData name="Chittaranjan Hens" userId="6fc03958433e8a43" providerId="LiveId" clId="{46DA9023-5F27-43B9-B1C3-C3328FCBC513}" dt="2023-03-04T04:35:53.324" v="5" actId="47"/>
        <pc:sldMkLst>
          <pc:docMk/>
          <pc:sldMk cId="0" sldId="388"/>
        </pc:sldMkLst>
      </pc:sldChg>
      <pc:sldChg chg="del">
        <pc:chgData name="Chittaranjan Hens" userId="6fc03958433e8a43" providerId="LiveId" clId="{46DA9023-5F27-43B9-B1C3-C3328FCBC513}" dt="2023-03-04T04:35:54.701" v="8" actId="47"/>
        <pc:sldMkLst>
          <pc:docMk/>
          <pc:sldMk cId="0" sldId="389"/>
        </pc:sldMkLst>
      </pc:sldChg>
      <pc:sldChg chg="del">
        <pc:chgData name="Chittaranjan Hens" userId="6fc03958433e8a43" providerId="LiveId" clId="{46DA9023-5F27-43B9-B1C3-C3328FCBC513}" dt="2023-03-04T04:35:55.419" v="11" actId="47"/>
        <pc:sldMkLst>
          <pc:docMk/>
          <pc:sldMk cId="0" sldId="390"/>
        </pc:sldMkLst>
      </pc:sldChg>
      <pc:sldChg chg="del">
        <pc:chgData name="Chittaranjan Hens" userId="6fc03958433e8a43" providerId="LiveId" clId="{46DA9023-5F27-43B9-B1C3-C3328FCBC513}" dt="2023-03-04T04:35:56.050" v="13" actId="47"/>
        <pc:sldMkLst>
          <pc:docMk/>
          <pc:sldMk cId="0" sldId="391"/>
        </pc:sldMkLst>
      </pc:sldChg>
      <pc:sldChg chg="add">
        <pc:chgData name="Chittaranjan Hens" userId="6fc03958433e8a43" providerId="LiveId" clId="{46DA9023-5F27-43B9-B1C3-C3328FCBC513}" dt="2023-03-04T12:13:43.538" v="23"/>
        <pc:sldMkLst>
          <pc:docMk/>
          <pc:sldMk cId="0" sldId="396"/>
        </pc:sldMkLst>
      </pc:sldChg>
      <pc:sldChg chg="del">
        <pc:chgData name="Chittaranjan Hens" userId="6fc03958433e8a43" providerId="LiveId" clId="{46DA9023-5F27-43B9-B1C3-C3328FCBC513}" dt="2023-03-04T04:35:51.598" v="0" actId="47"/>
        <pc:sldMkLst>
          <pc:docMk/>
          <pc:sldMk cId="0" sldId="406"/>
        </pc:sldMkLst>
      </pc:sldChg>
      <pc:sldChg chg="del">
        <pc:chgData name="Chittaranjan Hens" userId="6fc03958433e8a43" providerId="LiveId" clId="{46DA9023-5F27-43B9-B1C3-C3328FCBC513}" dt="2023-03-04T04:35:52.026" v="1" actId="47"/>
        <pc:sldMkLst>
          <pc:docMk/>
          <pc:sldMk cId="3478882572" sldId="411"/>
        </pc:sldMkLst>
      </pc:sldChg>
      <pc:sldChg chg="del">
        <pc:chgData name="Chittaranjan Hens" userId="6fc03958433e8a43" providerId="LiveId" clId="{46DA9023-5F27-43B9-B1C3-C3328FCBC513}" dt="2023-03-04T04:35:52.434" v="2" actId="47"/>
        <pc:sldMkLst>
          <pc:docMk/>
          <pc:sldMk cId="2881302680" sldId="413"/>
        </pc:sldMkLst>
      </pc:sldChg>
      <pc:sldChg chg="del">
        <pc:chgData name="Chittaranjan Hens" userId="6fc03958433e8a43" providerId="LiveId" clId="{46DA9023-5F27-43B9-B1C3-C3328FCBC513}" dt="2023-03-04T04:35:52.724" v="3" actId="47"/>
        <pc:sldMkLst>
          <pc:docMk/>
          <pc:sldMk cId="1333430897" sldId="415"/>
        </pc:sldMkLst>
      </pc:sldChg>
      <pc:sldChg chg="del">
        <pc:chgData name="Chittaranjan Hens" userId="6fc03958433e8a43" providerId="LiveId" clId="{46DA9023-5F27-43B9-B1C3-C3328FCBC513}" dt="2023-03-04T04:35:55.081" v="9" actId="47"/>
        <pc:sldMkLst>
          <pc:docMk/>
          <pc:sldMk cId="328758699" sldId="416"/>
        </pc:sldMkLst>
      </pc:sldChg>
      <pc:sldChg chg="del">
        <pc:chgData name="Chittaranjan Hens" userId="6fc03958433e8a43" providerId="LiveId" clId="{46DA9023-5F27-43B9-B1C3-C3328FCBC513}" dt="2023-03-04T04:35:55.328" v="10" actId="47"/>
        <pc:sldMkLst>
          <pc:docMk/>
          <pc:sldMk cId="2718063657" sldId="418"/>
        </pc:sldMkLst>
      </pc:sldChg>
      <pc:sldChg chg="del">
        <pc:chgData name="Chittaranjan Hens" userId="6fc03958433e8a43" providerId="LiveId" clId="{46DA9023-5F27-43B9-B1C3-C3328FCBC513}" dt="2023-03-04T04:35:56.312" v="14" actId="47"/>
        <pc:sldMkLst>
          <pc:docMk/>
          <pc:sldMk cId="3425688704" sldId="419"/>
        </pc:sldMkLst>
      </pc:sldChg>
      <pc:sldChg chg="del">
        <pc:chgData name="Chittaranjan Hens" userId="6fc03958433e8a43" providerId="LiveId" clId="{46DA9023-5F27-43B9-B1C3-C3328FCBC513}" dt="2023-03-04T04:35:53.573" v="6" actId="47"/>
        <pc:sldMkLst>
          <pc:docMk/>
          <pc:sldMk cId="1476625480" sldId="456"/>
        </pc:sldMkLst>
      </pc:sldChg>
      <pc:sldChg chg="del">
        <pc:chgData name="Chittaranjan Hens" userId="6fc03958433e8a43" providerId="LiveId" clId="{46DA9023-5F27-43B9-B1C3-C3328FCBC513}" dt="2023-03-04T04:35:54.375" v="7" actId="47"/>
        <pc:sldMkLst>
          <pc:docMk/>
          <pc:sldMk cId="2108324488" sldId="458"/>
        </pc:sldMkLst>
      </pc:sldChg>
      <pc:sldChg chg="del">
        <pc:chgData name="Chittaranjan Hens" userId="6fc03958433e8a43" providerId="LiveId" clId="{46DA9023-5F27-43B9-B1C3-C3328FCBC513}" dt="2023-03-04T04:35:55.762" v="12" actId="47"/>
        <pc:sldMkLst>
          <pc:docMk/>
          <pc:sldMk cId="2453110422" sldId="460"/>
        </pc:sldMkLst>
      </pc:sldChg>
      <pc:sldChg chg="del">
        <pc:chgData name="Chittaranjan Hens" userId="6fc03958433e8a43" providerId="LiveId" clId="{46DA9023-5F27-43B9-B1C3-C3328FCBC513}" dt="2023-03-04T04:35:57.148" v="17" actId="47"/>
        <pc:sldMkLst>
          <pc:docMk/>
          <pc:sldMk cId="1815916369" sldId="493"/>
        </pc:sldMkLst>
      </pc:sldChg>
      <pc:sldChg chg="del">
        <pc:chgData name="Chittaranjan Hens" userId="6fc03958433e8a43" providerId="LiveId" clId="{46DA9023-5F27-43B9-B1C3-C3328FCBC513}" dt="2023-03-04T12:17:50.429" v="31" actId="47"/>
        <pc:sldMkLst>
          <pc:docMk/>
          <pc:sldMk cId="0" sldId="712"/>
        </pc:sldMkLst>
      </pc:sldChg>
      <pc:sldChg chg="del">
        <pc:chgData name="Chittaranjan Hens" userId="6fc03958433e8a43" providerId="LiveId" clId="{46DA9023-5F27-43B9-B1C3-C3328FCBC513}" dt="2023-03-04T12:14:10.420" v="25" actId="47"/>
        <pc:sldMkLst>
          <pc:docMk/>
          <pc:sldMk cId="2950253912" sldId="714"/>
        </pc:sldMkLst>
      </pc:sldChg>
      <pc:sldChg chg="del">
        <pc:chgData name="Chittaranjan Hens" userId="6fc03958433e8a43" providerId="LiveId" clId="{46DA9023-5F27-43B9-B1C3-C3328FCBC513}" dt="2023-03-04T12:17:47.079" v="27" actId="47"/>
        <pc:sldMkLst>
          <pc:docMk/>
          <pc:sldMk cId="0" sldId="717"/>
        </pc:sldMkLst>
      </pc:sldChg>
      <pc:sldChg chg="del">
        <pc:chgData name="Chittaranjan Hens" userId="6fc03958433e8a43" providerId="LiveId" clId="{46DA9023-5F27-43B9-B1C3-C3328FCBC513}" dt="2023-03-04T12:17:49.699" v="30" actId="47"/>
        <pc:sldMkLst>
          <pc:docMk/>
          <pc:sldMk cId="0" sldId="719"/>
        </pc:sldMkLst>
      </pc:sldChg>
      <pc:sldChg chg="del">
        <pc:chgData name="Chittaranjan Hens" userId="6fc03958433e8a43" providerId="LiveId" clId="{46DA9023-5F27-43B9-B1C3-C3328FCBC513}" dt="2023-03-04T12:14:09.559" v="24" actId="47"/>
        <pc:sldMkLst>
          <pc:docMk/>
          <pc:sldMk cId="115645809" sldId="720"/>
        </pc:sldMkLst>
      </pc:sldChg>
      <pc:sldChg chg="del">
        <pc:chgData name="Chittaranjan Hens" userId="6fc03958433e8a43" providerId="LiveId" clId="{46DA9023-5F27-43B9-B1C3-C3328FCBC513}" dt="2023-03-04T12:17:21.260" v="26" actId="47"/>
        <pc:sldMkLst>
          <pc:docMk/>
          <pc:sldMk cId="1189237707" sldId="742"/>
        </pc:sldMkLst>
      </pc:sldChg>
      <pc:sldChg chg="del">
        <pc:chgData name="Chittaranjan Hens" userId="6fc03958433e8a43" providerId="LiveId" clId="{46DA9023-5F27-43B9-B1C3-C3328FCBC513}" dt="2023-03-04T04:36:27.706" v="18" actId="47"/>
        <pc:sldMkLst>
          <pc:docMk/>
          <pc:sldMk cId="2240916671" sldId="749"/>
        </pc:sldMkLst>
      </pc:sldChg>
      <pc:sldChg chg="add del">
        <pc:chgData name="Chittaranjan Hens" userId="6fc03958433e8a43" providerId="LiveId" clId="{46DA9023-5F27-43B9-B1C3-C3328FCBC513}" dt="2023-03-04T12:17:51.419" v="32" actId="47"/>
        <pc:sldMkLst>
          <pc:docMk/>
          <pc:sldMk cId="0" sldId="794"/>
        </pc:sldMkLst>
      </pc:sldChg>
      <pc:sldChg chg="add">
        <pc:chgData name="Chittaranjan Hens" userId="6fc03958433e8a43" providerId="LiveId" clId="{46DA9023-5F27-43B9-B1C3-C3328FCBC513}" dt="2023-03-04T12:13:43.538" v="23"/>
        <pc:sldMkLst>
          <pc:docMk/>
          <pc:sldMk cId="2201706289" sldId="795"/>
        </pc:sldMkLst>
      </pc:sldChg>
      <pc:sldChg chg="add">
        <pc:chgData name="Chittaranjan Hens" userId="6fc03958433e8a43" providerId="LiveId" clId="{46DA9023-5F27-43B9-B1C3-C3328FCBC513}" dt="2023-03-04T12:13:43.538" v="23"/>
        <pc:sldMkLst>
          <pc:docMk/>
          <pc:sldMk cId="566730104" sldId="796"/>
        </pc:sldMkLst>
      </pc:sldChg>
      <pc:sldChg chg="add">
        <pc:chgData name="Chittaranjan Hens" userId="6fc03958433e8a43" providerId="LiveId" clId="{46DA9023-5F27-43B9-B1C3-C3328FCBC513}" dt="2023-03-04T12:13:43.538" v="23"/>
        <pc:sldMkLst>
          <pc:docMk/>
          <pc:sldMk cId="3344460010" sldId="797"/>
        </pc:sldMkLst>
      </pc:sldChg>
      <pc:sldChg chg="add">
        <pc:chgData name="Chittaranjan Hens" userId="6fc03958433e8a43" providerId="LiveId" clId="{46DA9023-5F27-43B9-B1C3-C3328FCBC513}" dt="2023-03-04T12:13:43.538" v="23"/>
        <pc:sldMkLst>
          <pc:docMk/>
          <pc:sldMk cId="439060048" sldId="798"/>
        </pc:sldMkLst>
      </pc:sldChg>
      <pc:sldChg chg="add">
        <pc:chgData name="Chittaranjan Hens" userId="6fc03958433e8a43" providerId="LiveId" clId="{46DA9023-5F27-43B9-B1C3-C3328FCBC513}" dt="2023-03-04T12:13:43.538" v="23"/>
        <pc:sldMkLst>
          <pc:docMk/>
          <pc:sldMk cId="3665911633" sldId="799"/>
        </pc:sldMkLst>
      </pc:sldChg>
      <pc:sldChg chg="add">
        <pc:chgData name="Chittaranjan Hens" userId="6fc03958433e8a43" providerId="LiveId" clId="{46DA9023-5F27-43B9-B1C3-C3328FCBC513}" dt="2023-03-04T12:13:43.538" v="23"/>
        <pc:sldMkLst>
          <pc:docMk/>
          <pc:sldMk cId="3990637123" sldId="800"/>
        </pc:sldMkLst>
      </pc:sldChg>
      <pc:sldChg chg="add">
        <pc:chgData name="Chittaranjan Hens" userId="6fc03958433e8a43" providerId="LiveId" clId="{46DA9023-5F27-43B9-B1C3-C3328FCBC513}" dt="2023-03-04T12:13:43.538" v="23"/>
        <pc:sldMkLst>
          <pc:docMk/>
          <pc:sldMk cId="504703530" sldId="801"/>
        </pc:sldMkLst>
      </pc:sldChg>
      <pc:sldChg chg="modSp add mod">
        <pc:chgData name="Chittaranjan Hens" userId="6fc03958433e8a43" providerId="LiveId" clId="{46DA9023-5F27-43B9-B1C3-C3328FCBC513}" dt="2023-03-06T05:01:54.639" v="109" actId="207"/>
        <pc:sldMkLst>
          <pc:docMk/>
          <pc:sldMk cId="3881461766" sldId="802"/>
        </pc:sldMkLst>
        <pc:spChg chg="mod">
          <ac:chgData name="Chittaranjan Hens" userId="6fc03958433e8a43" providerId="LiveId" clId="{46DA9023-5F27-43B9-B1C3-C3328FCBC513}" dt="2023-03-06T05:01:54.639" v="109" actId="207"/>
          <ac:spMkLst>
            <pc:docMk/>
            <pc:sldMk cId="3881461766" sldId="802"/>
            <ac:spMk id="63490" creationId="{0499FB1A-24E7-4E98-BDA3-391299A226AD}"/>
          </ac:spMkLst>
        </pc:spChg>
      </pc:sldChg>
      <pc:sldChg chg="add">
        <pc:chgData name="Chittaranjan Hens" userId="6fc03958433e8a43" providerId="LiveId" clId="{46DA9023-5F27-43B9-B1C3-C3328FCBC513}" dt="2023-03-04T12:13:43.538" v="23"/>
        <pc:sldMkLst>
          <pc:docMk/>
          <pc:sldMk cId="3015535421" sldId="803"/>
        </pc:sldMkLst>
      </pc:sldChg>
      <pc:sldChg chg="add">
        <pc:chgData name="Chittaranjan Hens" userId="6fc03958433e8a43" providerId="LiveId" clId="{46DA9023-5F27-43B9-B1C3-C3328FCBC513}" dt="2023-03-04T12:13:43.538" v="23"/>
        <pc:sldMkLst>
          <pc:docMk/>
          <pc:sldMk cId="838219196" sldId="804"/>
        </pc:sldMkLst>
      </pc:sldChg>
      <pc:sldChg chg="add">
        <pc:chgData name="Chittaranjan Hens" userId="6fc03958433e8a43" providerId="LiveId" clId="{46DA9023-5F27-43B9-B1C3-C3328FCBC513}" dt="2023-03-04T12:13:43.538" v="23"/>
        <pc:sldMkLst>
          <pc:docMk/>
          <pc:sldMk cId="2036796599" sldId="805"/>
        </pc:sldMkLst>
      </pc:sldChg>
      <pc:sldChg chg="add">
        <pc:chgData name="Chittaranjan Hens" userId="6fc03958433e8a43" providerId="LiveId" clId="{46DA9023-5F27-43B9-B1C3-C3328FCBC513}" dt="2023-03-04T12:13:43.538" v="23"/>
        <pc:sldMkLst>
          <pc:docMk/>
          <pc:sldMk cId="1859731402" sldId="806"/>
        </pc:sldMkLst>
      </pc:sldChg>
      <pc:sldChg chg="add">
        <pc:chgData name="Chittaranjan Hens" userId="6fc03958433e8a43" providerId="LiveId" clId="{46DA9023-5F27-43B9-B1C3-C3328FCBC513}" dt="2023-03-04T12:13:43.538" v="23"/>
        <pc:sldMkLst>
          <pc:docMk/>
          <pc:sldMk cId="3933473443" sldId="807"/>
        </pc:sldMkLst>
      </pc:sldChg>
      <pc:sldChg chg="add">
        <pc:chgData name="Chittaranjan Hens" userId="6fc03958433e8a43" providerId="LiveId" clId="{46DA9023-5F27-43B9-B1C3-C3328FCBC513}" dt="2023-03-04T12:13:43.538" v="23"/>
        <pc:sldMkLst>
          <pc:docMk/>
          <pc:sldMk cId="169064042" sldId="808"/>
        </pc:sldMkLst>
      </pc:sldChg>
      <pc:sldChg chg="add">
        <pc:chgData name="Chittaranjan Hens" userId="6fc03958433e8a43" providerId="LiveId" clId="{46DA9023-5F27-43B9-B1C3-C3328FCBC513}" dt="2023-03-04T12:13:43.538" v="23"/>
        <pc:sldMkLst>
          <pc:docMk/>
          <pc:sldMk cId="3040834959" sldId="809"/>
        </pc:sldMkLst>
      </pc:sldChg>
      <pc:sldChg chg="add">
        <pc:chgData name="Chittaranjan Hens" userId="6fc03958433e8a43" providerId="LiveId" clId="{46DA9023-5F27-43B9-B1C3-C3328FCBC513}" dt="2023-03-04T12:13:43.538" v="23"/>
        <pc:sldMkLst>
          <pc:docMk/>
          <pc:sldMk cId="1549999715" sldId="810"/>
        </pc:sldMkLst>
      </pc:sldChg>
      <pc:sldChg chg="add">
        <pc:chgData name="Chittaranjan Hens" userId="6fc03958433e8a43" providerId="LiveId" clId="{46DA9023-5F27-43B9-B1C3-C3328FCBC513}" dt="2023-03-04T12:13:43.538" v="23"/>
        <pc:sldMkLst>
          <pc:docMk/>
          <pc:sldMk cId="741046171" sldId="811"/>
        </pc:sldMkLst>
      </pc:sldChg>
      <pc:sldChg chg="add">
        <pc:chgData name="Chittaranjan Hens" userId="6fc03958433e8a43" providerId="LiveId" clId="{46DA9023-5F27-43B9-B1C3-C3328FCBC513}" dt="2023-03-04T12:13:43.538" v="23"/>
        <pc:sldMkLst>
          <pc:docMk/>
          <pc:sldMk cId="3798143992" sldId="812"/>
        </pc:sldMkLst>
      </pc:sldChg>
      <pc:sldChg chg="add">
        <pc:chgData name="Chittaranjan Hens" userId="6fc03958433e8a43" providerId="LiveId" clId="{46DA9023-5F27-43B9-B1C3-C3328FCBC513}" dt="2023-03-04T12:13:43.538" v="23"/>
        <pc:sldMkLst>
          <pc:docMk/>
          <pc:sldMk cId="2533882258" sldId="813"/>
        </pc:sldMkLst>
      </pc:sldChg>
      <pc:sldChg chg="add">
        <pc:chgData name="Chittaranjan Hens" userId="6fc03958433e8a43" providerId="LiveId" clId="{46DA9023-5F27-43B9-B1C3-C3328FCBC513}" dt="2023-03-06T05:00:20.696" v="35"/>
        <pc:sldMkLst>
          <pc:docMk/>
          <pc:sldMk cId="2403820814" sldId="814"/>
        </pc:sldMkLst>
      </pc:sldChg>
      <pc:sldChg chg="delSp modSp new mod">
        <pc:chgData name="Chittaranjan Hens" userId="6fc03958433e8a43" providerId="LiveId" clId="{46DA9023-5F27-43B9-B1C3-C3328FCBC513}" dt="2023-03-06T05:01:08.585" v="108" actId="1076"/>
        <pc:sldMkLst>
          <pc:docMk/>
          <pc:sldMk cId="933783063" sldId="815"/>
        </pc:sldMkLst>
        <pc:spChg chg="del">
          <ac:chgData name="Chittaranjan Hens" userId="6fc03958433e8a43" providerId="LiveId" clId="{46DA9023-5F27-43B9-B1C3-C3328FCBC513}" dt="2023-03-06T05:00:40.044" v="38" actId="478"/>
          <ac:spMkLst>
            <pc:docMk/>
            <pc:sldMk cId="933783063" sldId="815"/>
            <ac:spMk id="2" creationId="{7B997227-BDBF-0549-9586-76187EF4A0C7}"/>
          </ac:spMkLst>
        </pc:spChg>
        <pc:spChg chg="mod">
          <ac:chgData name="Chittaranjan Hens" userId="6fc03958433e8a43" providerId="LiveId" clId="{46DA9023-5F27-43B9-B1C3-C3328FCBC513}" dt="2023-03-06T05:01:08.585" v="108" actId="1076"/>
          <ac:spMkLst>
            <pc:docMk/>
            <pc:sldMk cId="933783063" sldId="815"/>
            <ac:spMk id="3" creationId="{DD367BC5-DD39-0F49-7869-095B0FBF4E86}"/>
          </ac:spMkLst>
        </pc:spChg>
      </pc:sldChg>
    </pc:docChg>
  </pc:docChgLst>
  <pc:docChgLst>
    <pc:chgData name="Chittaranjan Hens" userId="6fc03958433e8a43" providerId="LiveId" clId="{242CDC62-BAA5-45CA-B575-DF83B0C7730B}"/>
    <pc:docChg chg="undo custSel addSld delSld modSld sldOrd">
      <pc:chgData name="Chittaranjan Hens" userId="6fc03958433e8a43" providerId="LiveId" clId="{242CDC62-BAA5-45CA-B575-DF83B0C7730B}" dt="2024-01-22T04:14:56.786" v="1241"/>
      <pc:docMkLst>
        <pc:docMk/>
      </pc:docMkLst>
      <pc:sldChg chg="del">
        <pc:chgData name="Chittaranjan Hens" userId="6fc03958433e8a43" providerId="LiveId" clId="{242CDC62-BAA5-45CA-B575-DF83B0C7730B}" dt="2023-12-11T05:46:53.497" v="95" actId="47"/>
        <pc:sldMkLst>
          <pc:docMk/>
          <pc:sldMk cId="2868866696" sldId="268"/>
        </pc:sldMkLst>
      </pc:sldChg>
      <pc:sldChg chg="del">
        <pc:chgData name="Chittaranjan Hens" userId="6fc03958433e8a43" providerId="LiveId" clId="{242CDC62-BAA5-45CA-B575-DF83B0C7730B}" dt="2023-12-11T05:46:50.917" v="90" actId="47"/>
        <pc:sldMkLst>
          <pc:docMk/>
          <pc:sldMk cId="1664513235" sldId="278"/>
        </pc:sldMkLst>
      </pc:sldChg>
      <pc:sldChg chg="del">
        <pc:chgData name="Chittaranjan Hens" userId="6fc03958433e8a43" providerId="LiveId" clId="{242CDC62-BAA5-45CA-B575-DF83B0C7730B}" dt="2023-12-11T05:46:50.362" v="89" actId="47"/>
        <pc:sldMkLst>
          <pc:docMk/>
          <pc:sldMk cId="166495545" sldId="279"/>
        </pc:sldMkLst>
      </pc:sldChg>
      <pc:sldChg chg="del">
        <pc:chgData name="Chittaranjan Hens" userId="6fc03958433e8a43" providerId="LiveId" clId="{242CDC62-BAA5-45CA-B575-DF83B0C7730B}" dt="2023-12-11T05:46:48.506" v="86" actId="47"/>
        <pc:sldMkLst>
          <pc:docMk/>
          <pc:sldMk cId="1728422523" sldId="280"/>
        </pc:sldMkLst>
      </pc:sldChg>
      <pc:sldChg chg="del">
        <pc:chgData name="Chittaranjan Hens" userId="6fc03958433e8a43" providerId="LiveId" clId="{242CDC62-BAA5-45CA-B575-DF83B0C7730B}" dt="2023-12-11T05:44:20.828" v="15" actId="47"/>
        <pc:sldMkLst>
          <pc:docMk/>
          <pc:sldMk cId="4118174380" sldId="281"/>
        </pc:sldMkLst>
      </pc:sldChg>
      <pc:sldChg chg="del">
        <pc:chgData name="Chittaranjan Hens" userId="6fc03958433e8a43" providerId="LiveId" clId="{242CDC62-BAA5-45CA-B575-DF83B0C7730B}" dt="2023-12-11T05:46:51.754" v="92" actId="47"/>
        <pc:sldMkLst>
          <pc:docMk/>
          <pc:sldMk cId="799341026" sldId="282"/>
        </pc:sldMkLst>
      </pc:sldChg>
      <pc:sldChg chg="del">
        <pc:chgData name="Chittaranjan Hens" userId="6fc03958433e8a43" providerId="LiveId" clId="{242CDC62-BAA5-45CA-B575-DF83B0C7730B}" dt="2023-12-11T05:46:52.262" v="93" actId="47"/>
        <pc:sldMkLst>
          <pc:docMk/>
          <pc:sldMk cId="2089919907" sldId="283"/>
        </pc:sldMkLst>
      </pc:sldChg>
      <pc:sldChg chg="del">
        <pc:chgData name="Chittaranjan Hens" userId="6fc03958433e8a43" providerId="LiveId" clId="{242CDC62-BAA5-45CA-B575-DF83B0C7730B}" dt="2023-12-11T05:46:52.932" v="94" actId="47"/>
        <pc:sldMkLst>
          <pc:docMk/>
          <pc:sldMk cId="2408460777" sldId="285"/>
        </pc:sldMkLst>
      </pc:sldChg>
      <pc:sldChg chg="del">
        <pc:chgData name="Chittaranjan Hens" userId="6fc03958433e8a43" providerId="LiveId" clId="{242CDC62-BAA5-45CA-B575-DF83B0C7730B}" dt="2023-12-11T05:46:54.251" v="96" actId="47"/>
        <pc:sldMkLst>
          <pc:docMk/>
          <pc:sldMk cId="2008024320" sldId="287"/>
        </pc:sldMkLst>
      </pc:sldChg>
      <pc:sldChg chg="del">
        <pc:chgData name="Chittaranjan Hens" userId="6fc03958433e8a43" providerId="LiveId" clId="{242CDC62-BAA5-45CA-B575-DF83B0C7730B}" dt="2023-12-11T05:46:54.871" v="97" actId="47"/>
        <pc:sldMkLst>
          <pc:docMk/>
          <pc:sldMk cId="2467610169" sldId="288"/>
        </pc:sldMkLst>
      </pc:sldChg>
      <pc:sldChg chg="del">
        <pc:chgData name="Chittaranjan Hens" userId="6fc03958433e8a43" providerId="LiveId" clId="{242CDC62-BAA5-45CA-B575-DF83B0C7730B}" dt="2023-12-11T05:46:55.667" v="98" actId="47"/>
        <pc:sldMkLst>
          <pc:docMk/>
          <pc:sldMk cId="1946747792" sldId="289"/>
        </pc:sldMkLst>
      </pc:sldChg>
      <pc:sldChg chg="del">
        <pc:chgData name="Chittaranjan Hens" userId="6fc03958433e8a43" providerId="LiveId" clId="{242CDC62-BAA5-45CA-B575-DF83B0C7730B}" dt="2023-12-11T05:46:46.748" v="85" actId="47"/>
        <pc:sldMkLst>
          <pc:docMk/>
          <pc:sldMk cId="3486994596" sldId="291"/>
        </pc:sldMkLst>
      </pc:sldChg>
      <pc:sldChg chg="del">
        <pc:chgData name="Chittaranjan Hens" userId="6fc03958433e8a43" providerId="LiveId" clId="{242CDC62-BAA5-45CA-B575-DF83B0C7730B}" dt="2023-12-11T05:46:49.672" v="87" actId="47"/>
        <pc:sldMkLst>
          <pc:docMk/>
          <pc:sldMk cId="1523195853" sldId="293"/>
        </pc:sldMkLst>
      </pc:sldChg>
      <pc:sldChg chg="del">
        <pc:chgData name="Chittaranjan Hens" userId="6fc03958433e8a43" providerId="LiveId" clId="{242CDC62-BAA5-45CA-B575-DF83B0C7730B}" dt="2023-12-11T05:46:50.002" v="88" actId="47"/>
        <pc:sldMkLst>
          <pc:docMk/>
          <pc:sldMk cId="1332289447" sldId="294"/>
        </pc:sldMkLst>
      </pc:sldChg>
      <pc:sldChg chg="del">
        <pc:chgData name="Chittaranjan Hens" userId="6fc03958433e8a43" providerId="LiveId" clId="{242CDC62-BAA5-45CA-B575-DF83B0C7730B}" dt="2023-12-11T05:46:56.341" v="99" actId="47"/>
        <pc:sldMkLst>
          <pc:docMk/>
          <pc:sldMk cId="2397464853" sldId="306"/>
        </pc:sldMkLst>
      </pc:sldChg>
      <pc:sldChg chg="del">
        <pc:chgData name="Chittaranjan Hens" userId="6fc03958433e8a43" providerId="LiveId" clId="{242CDC62-BAA5-45CA-B575-DF83B0C7730B}" dt="2023-12-11T05:46:44.881" v="82" actId="47"/>
        <pc:sldMkLst>
          <pc:docMk/>
          <pc:sldMk cId="2981328596" sldId="307"/>
        </pc:sldMkLst>
      </pc:sldChg>
      <pc:sldChg chg="del">
        <pc:chgData name="Chittaranjan Hens" userId="6fc03958433e8a43" providerId="LiveId" clId="{242CDC62-BAA5-45CA-B575-DF83B0C7730B}" dt="2023-12-11T05:46:57.230" v="100" actId="47"/>
        <pc:sldMkLst>
          <pc:docMk/>
          <pc:sldMk cId="1483293076" sldId="319"/>
        </pc:sldMkLst>
      </pc:sldChg>
      <pc:sldChg chg="del">
        <pc:chgData name="Chittaranjan Hens" userId="6fc03958433e8a43" providerId="LiveId" clId="{242CDC62-BAA5-45CA-B575-DF83B0C7730B}" dt="2023-12-11T05:46:45.766" v="83" actId="47"/>
        <pc:sldMkLst>
          <pc:docMk/>
          <pc:sldMk cId="3706347951" sldId="320"/>
        </pc:sldMkLst>
      </pc:sldChg>
      <pc:sldChg chg="del">
        <pc:chgData name="Chittaranjan Hens" userId="6fc03958433e8a43" providerId="LiveId" clId="{242CDC62-BAA5-45CA-B575-DF83B0C7730B}" dt="2023-12-11T05:46:46.262" v="84" actId="47"/>
        <pc:sldMkLst>
          <pc:docMk/>
          <pc:sldMk cId="364238975" sldId="321"/>
        </pc:sldMkLst>
      </pc:sldChg>
      <pc:sldChg chg="del">
        <pc:chgData name="Chittaranjan Hens" userId="6fc03958433e8a43" providerId="LiveId" clId="{242CDC62-BAA5-45CA-B575-DF83B0C7730B}" dt="2023-12-11T05:45:54.992" v="61" actId="47"/>
        <pc:sldMkLst>
          <pc:docMk/>
          <pc:sldMk cId="0" sldId="332"/>
        </pc:sldMkLst>
      </pc:sldChg>
      <pc:sldChg chg="del">
        <pc:chgData name="Chittaranjan Hens" userId="6fc03958433e8a43" providerId="LiveId" clId="{242CDC62-BAA5-45CA-B575-DF83B0C7730B}" dt="2023-12-11T05:46:28.347" v="74" actId="47"/>
        <pc:sldMkLst>
          <pc:docMk/>
          <pc:sldMk cId="0" sldId="345"/>
        </pc:sldMkLst>
      </pc:sldChg>
      <pc:sldChg chg="del">
        <pc:chgData name="Chittaranjan Hens" userId="6fc03958433e8a43" providerId="LiveId" clId="{242CDC62-BAA5-45CA-B575-DF83B0C7730B}" dt="2023-12-11T05:46:29.405" v="75" actId="47"/>
        <pc:sldMkLst>
          <pc:docMk/>
          <pc:sldMk cId="0" sldId="346"/>
        </pc:sldMkLst>
      </pc:sldChg>
      <pc:sldChg chg="del">
        <pc:chgData name="Chittaranjan Hens" userId="6fc03958433e8a43" providerId="LiveId" clId="{242CDC62-BAA5-45CA-B575-DF83B0C7730B}" dt="2023-12-11T05:44:15.184" v="0" actId="47"/>
        <pc:sldMkLst>
          <pc:docMk/>
          <pc:sldMk cId="1363051830" sldId="347"/>
        </pc:sldMkLst>
      </pc:sldChg>
      <pc:sldChg chg="del">
        <pc:chgData name="Chittaranjan Hens" userId="6fc03958433e8a43" providerId="LiveId" clId="{242CDC62-BAA5-45CA-B575-DF83B0C7730B}" dt="2023-12-11T05:46:27.297" v="73" actId="47"/>
        <pc:sldMkLst>
          <pc:docMk/>
          <pc:sldMk cId="0" sldId="372"/>
        </pc:sldMkLst>
      </pc:sldChg>
      <pc:sldChg chg="modSp mod">
        <pc:chgData name="Chittaranjan Hens" userId="6fc03958433e8a43" providerId="LiveId" clId="{242CDC62-BAA5-45CA-B575-DF83B0C7730B}" dt="2023-12-11T06:41:05.308" v="366" actId="1076"/>
        <pc:sldMkLst>
          <pc:docMk/>
          <pc:sldMk cId="0" sldId="373"/>
        </pc:sldMkLst>
        <pc:spChg chg="mod">
          <ac:chgData name="Chittaranjan Hens" userId="6fc03958433e8a43" providerId="LiveId" clId="{242CDC62-BAA5-45CA-B575-DF83B0C7730B}" dt="2023-12-11T06:41:05.308" v="366" actId="1076"/>
          <ac:spMkLst>
            <pc:docMk/>
            <pc:sldMk cId="0" sldId="373"/>
            <ac:spMk id="771074" creationId="{E9662C65-7B9B-1D9A-7253-ABA5166588E7}"/>
          </ac:spMkLst>
        </pc:spChg>
      </pc:sldChg>
      <pc:sldChg chg="del">
        <pc:chgData name="Chittaranjan Hens" userId="6fc03958433e8a43" providerId="LiveId" clId="{242CDC62-BAA5-45CA-B575-DF83B0C7730B}" dt="2023-12-11T05:47:03.129" v="109" actId="47"/>
        <pc:sldMkLst>
          <pc:docMk/>
          <pc:sldMk cId="0" sldId="396"/>
        </pc:sldMkLst>
      </pc:sldChg>
      <pc:sldChg chg="del">
        <pc:chgData name="Chittaranjan Hens" userId="6fc03958433e8a43" providerId="LiveId" clId="{242CDC62-BAA5-45CA-B575-DF83B0C7730B}" dt="2023-12-11T05:44:17.333" v="4" actId="47"/>
        <pc:sldMkLst>
          <pc:docMk/>
          <pc:sldMk cId="3618200920" sldId="440"/>
        </pc:sldMkLst>
      </pc:sldChg>
      <pc:sldChg chg="del">
        <pc:chgData name="Chittaranjan Hens" userId="6fc03958433e8a43" providerId="LiveId" clId="{242CDC62-BAA5-45CA-B575-DF83B0C7730B}" dt="2023-12-11T05:44:15.844" v="1" actId="47"/>
        <pc:sldMkLst>
          <pc:docMk/>
          <pc:sldMk cId="1983802560" sldId="443"/>
        </pc:sldMkLst>
      </pc:sldChg>
      <pc:sldChg chg="del">
        <pc:chgData name="Chittaranjan Hens" userId="6fc03958433e8a43" providerId="LiveId" clId="{242CDC62-BAA5-45CA-B575-DF83B0C7730B}" dt="2023-12-11T05:44:16.464" v="2" actId="47"/>
        <pc:sldMkLst>
          <pc:docMk/>
          <pc:sldMk cId="874924738" sldId="444"/>
        </pc:sldMkLst>
      </pc:sldChg>
      <pc:sldChg chg="del">
        <pc:chgData name="Chittaranjan Hens" userId="6fc03958433e8a43" providerId="LiveId" clId="{242CDC62-BAA5-45CA-B575-DF83B0C7730B}" dt="2023-12-11T05:44:16.812" v="3" actId="47"/>
        <pc:sldMkLst>
          <pc:docMk/>
          <pc:sldMk cId="194738743" sldId="445"/>
        </pc:sldMkLst>
      </pc:sldChg>
      <pc:sldChg chg="del">
        <pc:chgData name="Chittaranjan Hens" userId="6fc03958433e8a43" providerId="LiveId" clId="{242CDC62-BAA5-45CA-B575-DF83B0C7730B}" dt="2023-12-11T05:44:20.796" v="14" actId="47"/>
        <pc:sldMkLst>
          <pc:docMk/>
          <pc:sldMk cId="3726892099" sldId="478"/>
        </pc:sldMkLst>
      </pc:sldChg>
      <pc:sldChg chg="del">
        <pc:chgData name="Chittaranjan Hens" userId="6fc03958433e8a43" providerId="LiveId" clId="{242CDC62-BAA5-45CA-B575-DF83B0C7730B}" dt="2023-12-11T05:44:19.861" v="12" actId="47"/>
        <pc:sldMkLst>
          <pc:docMk/>
          <pc:sldMk cId="903028763" sldId="480"/>
        </pc:sldMkLst>
      </pc:sldChg>
      <pc:sldChg chg="del">
        <pc:chgData name="Chittaranjan Hens" userId="6fc03958433e8a43" providerId="LiveId" clId="{242CDC62-BAA5-45CA-B575-DF83B0C7730B}" dt="2023-12-11T05:44:20.492" v="13" actId="47"/>
        <pc:sldMkLst>
          <pc:docMk/>
          <pc:sldMk cId="1804185450" sldId="481"/>
        </pc:sldMkLst>
      </pc:sldChg>
      <pc:sldChg chg="del">
        <pc:chgData name="Chittaranjan Hens" userId="6fc03958433e8a43" providerId="LiveId" clId="{242CDC62-BAA5-45CA-B575-DF83B0C7730B}" dt="2023-12-11T05:44:18.279" v="6" actId="47"/>
        <pc:sldMkLst>
          <pc:docMk/>
          <pc:sldMk cId="3293640932" sldId="484"/>
        </pc:sldMkLst>
      </pc:sldChg>
      <pc:sldChg chg="del">
        <pc:chgData name="Chittaranjan Hens" userId="6fc03958433e8a43" providerId="LiveId" clId="{242CDC62-BAA5-45CA-B575-DF83B0C7730B}" dt="2023-12-11T05:44:18.560" v="7" actId="47"/>
        <pc:sldMkLst>
          <pc:docMk/>
          <pc:sldMk cId="2258000590" sldId="485"/>
        </pc:sldMkLst>
      </pc:sldChg>
      <pc:sldChg chg="del">
        <pc:chgData name="Chittaranjan Hens" userId="6fc03958433e8a43" providerId="LiveId" clId="{242CDC62-BAA5-45CA-B575-DF83B0C7730B}" dt="2023-12-11T05:44:18.740" v="8" actId="47"/>
        <pc:sldMkLst>
          <pc:docMk/>
          <pc:sldMk cId="3628849433" sldId="486"/>
        </pc:sldMkLst>
      </pc:sldChg>
      <pc:sldChg chg="del">
        <pc:chgData name="Chittaranjan Hens" userId="6fc03958433e8a43" providerId="LiveId" clId="{242CDC62-BAA5-45CA-B575-DF83B0C7730B}" dt="2023-12-11T05:44:19.085" v="9" actId="47"/>
        <pc:sldMkLst>
          <pc:docMk/>
          <pc:sldMk cId="2673504197" sldId="487"/>
        </pc:sldMkLst>
      </pc:sldChg>
      <pc:sldChg chg="del">
        <pc:chgData name="Chittaranjan Hens" userId="6fc03958433e8a43" providerId="LiveId" clId="{242CDC62-BAA5-45CA-B575-DF83B0C7730B}" dt="2023-12-11T05:44:17.594" v="5" actId="47"/>
        <pc:sldMkLst>
          <pc:docMk/>
          <pc:sldMk cId="531838443" sldId="488"/>
        </pc:sldMkLst>
      </pc:sldChg>
      <pc:sldChg chg="del">
        <pc:chgData name="Chittaranjan Hens" userId="6fc03958433e8a43" providerId="LiveId" clId="{242CDC62-BAA5-45CA-B575-DF83B0C7730B}" dt="2023-12-11T05:44:19.343" v="10" actId="47"/>
        <pc:sldMkLst>
          <pc:docMk/>
          <pc:sldMk cId="1434668872" sldId="489"/>
        </pc:sldMkLst>
      </pc:sldChg>
      <pc:sldChg chg="del">
        <pc:chgData name="Chittaranjan Hens" userId="6fc03958433e8a43" providerId="LiveId" clId="{242CDC62-BAA5-45CA-B575-DF83B0C7730B}" dt="2023-12-11T05:44:19.415" v="11" actId="47"/>
        <pc:sldMkLst>
          <pc:docMk/>
          <pc:sldMk cId="2723067071" sldId="492"/>
        </pc:sldMkLst>
      </pc:sldChg>
      <pc:sldChg chg="del">
        <pc:chgData name="Chittaranjan Hens" userId="6fc03958433e8a43" providerId="LiveId" clId="{242CDC62-BAA5-45CA-B575-DF83B0C7730B}" dt="2023-12-11T05:44:20.844" v="16" actId="47"/>
        <pc:sldMkLst>
          <pc:docMk/>
          <pc:sldMk cId="3155934259" sldId="494"/>
        </pc:sldMkLst>
      </pc:sldChg>
      <pc:sldChg chg="del">
        <pc:chgData name="Chittaranjan Hens" userId="6fc03958433e8a43" providerId="LiveId" clId="{242CDC62-BAA5-45CA-B575-DF83B0C7730B}" dt="2023-12-11T05:44:23.398" v="23" actId="47"/>
        <pc:sldMkLst>
          <pc:docMk/>
          <pc:sldMk cId="2612928384" sldId="496"/>
        </pc:sldMkLst>
      </pc:sldChg>
      <pc:sldChg chg="del">
        <pc:chgData name="Chittaranjan Hens" userId="6fc03958433e8a43" providerId="LiveId" clId="{242CDC62-BAA5-45CA-B575-DF83B0C7730B}" dt="2023-12-11T05:44:23.836" v="25" actId="47"/>
        <pc:sldMkLst>
          <pc:docMk/>
          <pc:sldMk cId="1172416498" sldId="497"/>
        </pc:sldMkLst>
      </pc:sldChg>
      <pc:sldChg chg="del">
        <pc:chgData name="Chittaranjan Hens" userId="6fc03958433e8a43" providerId="LiveId" clId="{242CDC62-BAA5-45CA-B575-DF83B0C7730B}" dt="2023-12-11T05:44:22.342" v="20" actId="47"/>
        <pc:sldMkLst>
          <pc:docMk/>
          <pc:sldMk cId="4203961249" sldId="499"/>
        </pc:sldMkLst>
      </pc:sldChg>
      <pc:sldChg chg="del">
        <pc:chgData name="Chittaranjan Hens" userId="6fc03958433e8a43" providerId="LiveId" clId="{242CDC62-BAA5-45CA-B575-DF83B0C7730B}" dt="2023-12-11T05:44:22.867" v="21" actId="47"/>
        <pc:sldMkLst>
          <pc:docMk/>
          <pc:sldMk cId="225175671" sldId="500"/>
        </pc:sldMkLst>
      </pc:sldChg>
      <pc:sldChg chg="del">
        <pc:chgData name="Chittaranjan Hens" userId="6fc03958433e8a43" providerId="LiveId" clId="{242CDC62-BAA5-45CA-B575-DF83B0C7730B}" dt="2023-12-11T05:44:23.192" v="22" actId="47"/>
        <pc:sldMkLst>
          <pc:docMk/>
          <pc:sldMk cId="1158314465" sldId="501"/>
        </pc:sldMkLst>
      </pc:sldChg>
      <pc:sldChg chg="del">
        <pc:chgData name="Chittaranjan Hens" userId="6fc03958433e8a43" providerId="LiveId" clId="{242CDC62-BAA5-45CA-B575-DF83B0C7730B}" dt="2023-12-11T05:44:31.352" v="39" actId="47"/>
        <pc:sldMkLst>
          <pc:docMk/>
          <pc:sldMk cId="1071421308" sldId="502"/>
        </pc:sldMkLst>
      </pc:sldChg>
      <pc:sldChg chg="del">
        <pc:chgData name="Chittaranjan Hens" userId="6fc03958433e8a43" providerId="LiveId" clId="{242CDC62-BAA5-45CA-B575-DF83B0C7730B}" dt="2023-12-11T05:44:23.668" v="24" actId="47"/>
        <pc:sldMkLst>
          <pc:docMk/>
          <pc:sldMk cId="2139276853" sldId="721"/>
        </pc:sldMkLst>
      </pc:sldChg>
      <pc:sldChg chg="del">
        <pc:chgData name="Chittaranjan Hens" userId="6fc03958433e8a43" providerId="LiveId" clId="{242CDC62-BAA5-45CA-B575-DF83B0C7730B}" dt="2023-12-11T05:44:21.843" v="19" actId="47"/>
        <pc:sldMkLst>
          <pc:docMk/>
          <pc:sldMk cId="3671995003" sldId="722"/>
        </pc:sldMkLst>
      </pc:sldChg>
      <pc:sldChg chg="del">
        <pc:chgData name="Chittaranjan Hens" userId="6fc03958433e8a43" providerId="LiveId" clId="{242CDC62-BAA5-45CA-B575-DF83B0C7730B}" dt="2023-12-11T05:44:20.876" v="17" actId="47"/>
        <pc:sldMkLst>
          <pc:docMk/>
          <pc:sldMk cId="1656025344" sldId="723"/>
        </pc:sldMkLst>
      </pc:sldChg>
      <pc:sldChg chg="del">
        <pc:chgData name="Chittaranjan Hens" userId="6fc03958433e8a43" providerId="LiveId" clId="{242CDC62-BAA5-45CA-B575-DF83B0C7730B}" dt="2023-12-11T05:44:24.738" v="26" actId="47"/>
        <pc:sldMkLst>
          <pc:docMk/>
          <pc:sldMk cId="150847126" sldId="724"/>
        </pc:sldMkLst>
      </pc:sldChg>
      <pc:sldChg chg="del">
        <pc:chgData name="Chittaranjan Hens" userId="6fc03958433e8a43" providerId="LiveId" clId="{242CDC62-BAA5-45CA-B575-DF83B0C7730B}" dt="2023-12-11T05:44:25.332" v="27" actId="47"/>
        <pc:sldMkLst>
          <pc:docMk/>
          <pc:sldMk cId="626210808" sldId="725"/>
        </pc:sldMkLst>
      </pc:sldChg>
      <pc:sldChg chg="del">
        <pc:chgData name="Chittaranjan Hens" userId="6fc03958433e8a43" providerId="LiveId" clId="{242CDC62-BAA5-45CA-B575-DF83B0C7730B}" dt="2023-12-11T05:44:26.062" v="28" actId="47"/>
        <pc:sldMkLst>
          <pc:docMk/>
          <pc:sldMk cId="2316376478" sldId="726"/>
        </pc:sldMkLst>
      </pc:sldChg>
      <pc:sldChg chg="del">
        <pc:chgData name="Chittaranjan Hens" userId="6fc03958433e8a43" providerId="LiveId" clId="{242CDC62-BAA5-45CA-B575-DF83B0C7730B}" dt="2023-12-11T05:44:26.775" v="29" actId="47"/>
        <pc:sldMkLst>
          <pc:docMk/>
          <pc:sldMk cId="3198380557" sldId="727"/>
        </pc:sldMkLst>
      </pc:sldChg>
      <pc:sldChg chg="del">
        <pc:chgData name="Chittaranjan Hens" userId="6fc03958433e8a43" providerId="LiveId" clId="{242CDC62-BAA5-45CA-B575-DF83B0C7730B}" dt="2023-12-11T05:44:21.452" v="18" actId="47"/>
        <pc:sldMkLst>
          <pc:docMk/>
          <pc:sldMk cId="4239028863" sldId="729"/>
        </pc:sldMkLst>
      </pc:sldChg>
      <pc:sldChg chg="del">
        <pc:chgData name="Chittaranjan Hens" userId="6fc03958433e8a43" providerId="LiveId" clId="{242CDC62-BAA5-45CA-B575-DF83B0C7730B}" dt="2023-12-11T05:44:27.126" v="30" actId="47"/>
        <pc:sldMkLst>
          <pc:docMk/>
          <pc:sldMk cId="522518545" sldId="730"/>
        </pc:sldMkLst>
      </pc:sldChg>
      <pc:sldChg chg="del">
        <pc:chgData name="Chittaranjan Hens" userId="6fc03958433e8a43" providerId="LiveId" clId="{242CDC62-BAA5-45CA-B575-DF83B0C7730B}" dt="2023-12-11T05:44:27.597" v="31" actId="47"/>
        <pc:sldMkLst>
          <pc:docMk/>
          <pc:sldMk cId="2374469335" sldId="731"/>
        </pc:sldMkLst>
      </pc:sldChg>
      <pc:sldChg chg="del">
        <pc:chgData name="Chittaranjan Hens" userId="6fc03958433e8a43" providerId="LiveId" clId="{242CDC62-BAA5-45CA-B575-DF83B0C7730B}" dt="2023-12-11T05:44:28.095" v="32" actId="47"/>
        <pc:sldMkLst>
          <pc:docMk/>
          <pc:sldMk cId="1562823678" sldId="732"/>
        </pc:sldMkLst>
      </pc:sldChg>
      <pc:sldChg chg="del">
        <pc:chgData name="Chittaranjan Hens" userId="6fc03958433e8a43" providerId="LiveId" clId="{242CDC62-BAA5-45CA-B575-DF83B0C7730B}" dt="2023-12-11T05:44:28.507" v="33" actId="47"/>
        <pc:sldMkLst>
          <pc:docMk/>
          <pc:sldMk cId="2863583069" sldId="733"/>
        </pc:sldMkLst>
      </pc:sldChg>
      <pc:sldChg chg="del">
        <pc:chgData name="Chittaranjan Hens" userId="6fc03958433e8a43" providerId="LiveId" clId="{242CDC62-BAA5-45CA-B575-DF83B0C7730B}" dt="2023-12-11T05:44:28.977" v="34" actId="47"/>
        <pc:sldMkLst>
          <pc:docMk/>
          <pc:sldMk cId="1995373864" sldId="734"/>
        </pc:sldMkLst>
      </pc:sldChg>
      <pc:sldChg chg="del">
        <pc:chgData name="Chittaranjan Hens" userId="6fc03958433e8a43" providerId="LiveId" clId="{242CDC62-BAA5-45CA-B575-DF83B0C7730B}" dt="2023-12-11T05:44:29.394" v="35" actId="47"/>
        <pc:sldMkLst>
          <pc:docMk/>
          <pc:sldMk cId="1331632382" sldId="735"/>
        </pc:sldMkLst>
      </pc:sldChg>
      <pc:sldChg chg="del">
        <pc:chgData name="Chittaranjan Hens" userId="6fc03958433e8a43" providerId="LiveId" clId="{242CDC62-BAA5-45CA-B575-DF83B0C7730B}" dt="2023-12-11T05:44:29.872" v="36" actId="47"/>
        <pc:sldMkLst>
          <pc:docMk/>
          <pc:sldMk cId="208019048" sldId="736"/>
        </pc:sldMkLst>
      </pc:sldChg>
      <pc:sldChg chg="del">
        <pc:chgData name="Chittaranjan Hens" userId="6fc03958433e8a43" providerId="LiveId" clId="{242CDC62-BAA5-45CA-B575-DF83B0C7730B}" dt="2023-12-11T05:44:30.377" v="37" actId="47"/>
        <pc:sldMkLst>
          <pc:docMk/>
          <pc:sldMk cId="3575708421" sldId="737"/>
        </pc:sldMkLst>
      </pc:sldChg>
      <pc:sldChg chg="del">
        <pc:chgData name="Chittaranjan Hens" userId="6fc03958433e8a43" providerId="LiveId" clId="{242CDC62-BAA5-45CA-B575-DF83B0C7730B}" dt="2023-12-11T05:44:30.898" v="38" actId="47"/>
        <pc:sldMkLst>
          <pc:docMk/>
          <pc:sldMk cId="903037158" sldId="738"/>
        </pc:sldMkLst>
      </pc:sldChg>
      <pc:sldChg chg="del">
        <pc:chgData name="Chittaranjan Hens" userId="6fc03958433e8a43" providerId="LiveId" clId="{242CDC62-BAA5-45CA-B575-DF83B0C7730B}" dt="2023-12-11T05:47:15.647" v="115" actId="47"/>
        <pc:sldMkLst>
          <pc:docMk/>
          <pc:sldMk cId="1720337957" sldId="739"/>
        </pc:sldMkLst>
      </pc:sldChg>
      <pc:sldChg chg="del">
        <pc:chgData name="Chittaranjan Hens" userId="6fc03958433e8a43" providerId="LiveId" clId="{242CDC62-BAA5-45CA-B575-DF83B0C7730B}" dt="2023-12-11T05:44:32.360" v="41" actId="47"/>
        <pc:sldMkLst>
          <pc:docMk/>
          <pc:sldMk cId="3311136896" sldId="740"/>
        </pc:sldMkLst>
      </pc:sldChg>
      <pc:sldChg chg="del">
        <pc:chgData name="Chittaranjan Hens" userId="6fc03958433e8a43" providerId="LiveId" clId="{242CDC62-BAA5-45CA-B575-DF83B0C7730B}" dt="2023-12-11T05:44:31.812" v="40" actId="47"/>
        <pc:sldMkLst>
          <pc:docMk/>
          <pc:sldMk cId="350431888" sldId="741"/>
        </pc:sldMkLst>
      </pc:sldChg>
      <pc:sldChg chg="del">
        <pc:chgData name="Chittaranjan Hens" userId="6fc03958433e8a43" providerId="LiveId" clId="{242CDC62-BAA5-45CA-B575-DF83B0C7730B}" dt="2023-12-11T05:47:12.152" v="114" actId="47"/>
        <pc:sldMkLst>
          <pc:docMk/>
          <pc:sldMk cId="1745512506" sldId="743"/>
        </pc:sldMkLst>
      </pc:sldChg>
      <pc:sldChg chg="del">
        <pc:chgData name="Chittaranjan Hens" userId="6fc03958433e8a43" providerId="LiveId" clId="{242CDC62-BAA5-45CA-B575-DF83B0C7730B}" dt="2023-12-11T05:44:52.106" v="42" actId="47"/>
        <pc:sldMkLst>
          <pc:docMk/>
          <pc:sldMk cId="2979180241" sldId="744"/>
        </pc:sldMkLst>
      </pc:sldChg>
      <pc:sldChg chg="del">
        <pc:chgData name="Chittaranjan Hens" userId="6fc03958433e8a43" providerId="LiveId" clId="{242CDC62-BAA5-45CA-B575-DF83B0C7730B}" dt="2023-12-11T05:44:54.307" v="43" actId="47"/>
        <pc:sldMkLst>
          <pc:docMk/>
          <pc:sldMk cId="3078596329" sldId="745"/>
        </pc:sldMkLst>
      </pc:sldChg>
      <pc:sldChg chg="del">
        <pc:chgData name="Chittaranjan Hens" userId="6fc03958433e8a43" providerId="LiveId" clId="{242CDC62-BAA5-45CA-B575-DF83B0C7730B}" dt="2023-12-11T05:44:55.992" v="44" actId="47"/>
        <pc:sldMkLst>
          <pc:docMk/>
          <pc:sldMk cId="3520337993" sldId="746"/>
        </pc:sldMkLst>
      </pc:sldChg>
      <pc:sldChg chg="del">
        <pc:chgData name="Chittaranjan Hens" userId="6fc03958433e8a43" providerId="LiveId" clId="{242CDC62-BAA5-45CA-B575-DF83B0C7730B}" dt="2023-12-11T05:47:21.001" v="116" actId="47"/>
        <pc:sldMkLst>
          <pc:docMk/>
          <pc:sldMk cId="148387601" sldId="747"/>
        </pc:sldMkLst>
      </pc:sldChg>
      <pc:sldChg chg="del">
        <pc:chgData name="Chittaranjan Hens" userId="6fc03958433e8a43" providerId="LiveId" clId="{242CDC62-BAA5-45CA-B575-DF83B0C7730B}" dt="2023-12-11T05:44:59.473" v="47" actId="47"/>
        <pc:sldMkLst>
          <pc:docMk/>
          <pc:sldMk cId="3589007145" sldId="748"/>
        </pc:sldMkLst>
      </pc:sldChg>
      <pc:sldChg chg="del">
        <pc:chgData name="Chittaranjan Hens" userId="6fc03958433e8a43" providerId="LiveId" clId="{242CDC62-BAA5-45CA-B575-DF83B0C7730B}" dt="2023-12-11T05:45:04.677" v="48" actId="47"/>
        <pc:sldMkLst>
          <pc:docMk/>
          <pc:sldMk cId="4246675200" sldId="750"/>
        </pc:sldMkLst>
      </pc:sldChg>
      <pc:sldChg chg="del">
        <pc:chgData name="Chittaranjan Hens" userId="6fc03958433e8a43" providerId="LiveId" clId="{242CDC62-BAA5-45CA-B575-DF83B0C7730B}" dt="2023-12-11T05:45:05.156" v="49" actId="47"/>
        <pc:sldMkLst>
          <pc:docMk/>
          <pc:sldMk cId="941427086" sldId="751"/>
        </pc:sldMkLst>
      </pc:sldChg>
      <pc:sldChg chg="del">
        <pc:chgData name="Chittaranjan Hens" userId="6fc03958433e8a43" providerId="LiveId" clId="{242CDC62-BAA5-45CA-B575-DF83B0C7730B}" dt="2023-12-11T05:45:05.556" v="50" actId="47"/>
        <pc:sldMkLst>
          <pc:docMk/>
          <pc:sldMk cId="3527580294" sldId="752"/>
        </pc:sldMkLst>
      </pc:sldChg>
      <pc:sldChg chg="del">
        <pc:chgData name="Chittaranjan Hens" userId="6fc03958433e8a43" providerId="LiveId" clId="{242CDC62-BAA5-45CA-B575-DF83B0C7730B}" dt="2023-12-11T05:45:06.182" v="51" actId="47"/>
        <pc:sldMkLst>
          <pc:docMk/>
          <pc:sldMk cId="2630379527" sldId="753"/>
        </pc:sldMkLst>
      </pc:sldChg>
      <pc:sldChg chg="del">
        <pc:chgData name="Chittaranjan Hens" userId="6fc03958433e8a43" providerId="LiveId" clId="{242CDC62-BAA5-45CA-B575-DF83B0C7730B}" dt="2023-12-11T05:45:06.677" v="52" actId="47"/>
        <pc:sldMkLst>
          <pc:docMk/>
          <pc:sldMk cId="2144312097" sldId="754"/>
        </pc:sldMkLst>
      </pc:sldChg>
      <pc:sldChg chg="del">
        <pc:chgData name="Chittaranjan Hens" userId="6fc03958433e8a43" providerId="LiveId" clId="{242CDC62-BAA5-45CA-B575-DF83B0C7730B}" dt="2023-12-11T05:45:07.088" v="53" actId="47"/>
        <pc:sldMkLst>
          <pc:docMk/>
          <pc:sldMk cId="816883897" sldId="755"/>
        </pc:sldMkLst>
      </pc:sldChg>
      <pc:sldChg chg="del">
        <pc:chgData name="Chittaranjan Hens" userId="6fc03958433e8a43" providerId="LiveId" clId="{242CDC62-BAA5-45CA-B575-DF83B0C7730B}" dt="2023-12-11T05:45:07.732" v="54" actId="47"/>
        <pc:sldMkLst>
          <pc:docMk/>
          <pc:sldMk cId="2261462184" sldId="756"/>
        </pc:sldMkLst>
      </pc:sldChg>
      <pc:sldChg chg="del">
        <pc:chgData name="Chittaranjan Hens" userId="6fc03958433e8a43" providerId="LiveId" clId="{242CDC62-BAA5-45CA-B575-DF83B0C7730B}" dt="2023-12-11T05:45:09.167" v="55" actId="47"/>
        <pc:sldMkLst>
          <pc:docMk/>
          <pc:sldMk cId="2146764026" sldId="757"/>
        </pc:sldMkLst>
      </pc:sldChg>
      <pc:sldChg chg="del">
        <pc:chgData name="Chittaranjan Hens" userId="6fc03958433e8a43" providerId="LiveId" clId="{242CDC62-BAA5-45CA-B575-DF83B0C7730B}" dt="2023-12-11T05:45:09.857" v="56" actId="47"/>
        <pc:sldMkLst>
          <pc:docMk/>
          <pc:sldMk cId="1016358686" sldId="758"/>
        </pc:sldMkLst>
      </pc:sldChg>
      <pc:sldChg chg="del">
        <pc:chgData name="Chittaranjan Hens" userId="6fc03958433e8a43" providerId="LiveId" clId="{242CDC62-BAA5-45CA-B575-DF83B0C7730B}" dt="2023-12-11T05:45:15.322" v="57" actId="47"/>
        <pc:sldMkLst>
          <pc:docMk/>
          <pc:sldMk cId="2830482267" sldId="759"/>
        </pc:sldMkLst>
      </pc:sldChg>
      <pc:sldChg chg="del">
        <pc:chgData name="Chittaranjan Hens" userId="6fc03958433e8a43" providerId="LiveId" clId="{242CDC62-BAA5-45CA-B575-DF83B0C7730B}" dt="2023-12-11T05:45:15.982" v="58" actId="47"/>
        <pc:sldMkLst>
          <pc:docMk/>
          <pc:sldMk cId="344046282" sldId="760"/>
        </pc:sldMkLst>
      </pc:sldChg>
      <pc:sldChg chg="del">
        <pc:chgData name="Chittaranjan Hens" userId="6fc03958433e8a43" providerId="LiveId" clId="{242CDC62-BAA5-45CA-B575-DF83B0C7730B}" dt="2023-12-11T05:45:17.714" v="59" actId="47"/>
        <pc:sldMkLst>
          <pc:docMk/>
          <pc:sldMk cId="3810525322" sldId="761"/>
        </pc:sldMkLst>
      </pc:sldChg>
      <pc:sldChg chg="del">
        <pc:chgData name="Chittaranjan Hens" userId="6fc03958433e8a43" providerId="LiveId" clId="{242CDC62-BAA5-45CA-B575-DF83B0C7730B}" dt="2023-12-11T05:45:19.030" v="60" actId="47"/>
        <pc:sldMkLst>
          <pc:docMk/>
          <pc:sldMk cId="607740246" sldId="762"/>
        </pc:sldMkLst>
      </pc:sldChg>
      <pc:sldChg chg="modSp mod modAnim">
        <pc:chgData name="Chittaranjan Hens" userId="6fc03958433e8a43" providerId="LiveId" clId="{242CDC62-BAA5-45CA-B575-DF83B0C7730B}" dt="2023-12-11T06:12:53.483" v="180"/>
        <pc:sldMkLst>
          <pc:docMk/>
          <pc:sldMk cId="3955102070" sldId="763"/>
        </pc:sldMkLst>
        <pc:spChg chg="mod">
          <ac:chgData name="Chittaranjan Hens" userId="6fc03958433e8a43" providerId="LiveId" clId="{242CDC62-BAA5-45CA-B575-DF83B0C7730B}" dt="2023-12-11T06:12:37.316" v="172" actId="1076"/>
          <ac:spMkLst>
            <pc:docMk/>
            <pc:sldMk cId="3955102070" sldId="763"/>
            <ac:spMk id="6" creationId="{8BC74A0A-295C-9D35-D749-29A5A638EAD6}"/>
          </ac:spMkLst>
        </pc:spChg>
        <pc:picChg chg="mod">
          <ac:chgData name="Chittaranjan Hens" userId="6fc03958433e8a43" providerId="LiveId" clId="{242CDC62-BAA5-45CA-B575-DF83B0C7730B}" dt="2023-12-11T06:12:40.222" v="174" actId="1076"/>
          <ac:picMkLst>
            <pc:docMk/>
            <pc:sldMk cId="3955102070" sldId="763"/>
            <ac:picMk id="2" creationId="{51B164C9-C9AC-FC1C-E60F-5761EB437D03}"/>
          </ac:picMkLst>
        </pc:picChg>
        <pc:picChg chg="mod">
          <ac:chgData name="Chittaranjan Hens" userId="6fc03958433e8a43" providerId="LiveId" clId="{242CDC62-BAA5-45CA-B575-DF83B0C7730B}" dt="2023-12-11T05:51:36.415" v="121" actId="14100"/>
          <ac:picMkLst>
            <pc:docMk/>
            <pc:sldMk cId="3955102070" sldId="763"/>
            <ac:picMk id="5" creationId="{9080605C-83E0-AE3E-EA8E-701F18D1F53C}"/>
          </ac:picMkLst>
        </pc:picChg>
        <pc:picChg chg="mod">
          <ac:chgData name="Chittaranjan Hens" userId="6fc03958433e8a43" providerId="LiveId" clId="{242CDC62-BAA5-45CA-B575-DF83B0C7730B}" dt="2023-12-11T06:12:50.402" v="179" actId="14100"/>
          <ac:picMkLst>
            <pc:docMk/>
            <pc:sldMk cId="3955102070" sldId="763"/>
            <ac:picMk id="7" creationId="{942A744F-748F-B999-2ACC-248258C24144}"/>
          </ac:picMkLst>
        </pc:picChg>
      </pc:sldChg>
      <pc:sldChg chg="addSp delSp modSp mod">
        <pc:chgData name="Chittaranjan Hens" userId="6fc03958433e8a43" providerId="LiveId" clId="{242CDC62-BAA5-45CA-B575-DF83B0C7730B}" dt="2023-12-11T06:40:50.080" v="361"/>
        <pc:sldMkLst>
          <pc:docMk/>
          <pc:sldMk cId="1300111645" sldId="776"/>
        </pc:sldMkLst>
        <pc:spChg chg="add mod">
          <ac:chgData name="Chittaranjan Hens" userId="6fc03958433e8a43" providerId="LiveId" clId="{242CDC62-BAA5-45CA-B575-DF83B0C7730B}" dt="2023-12-11T06:40:50.080" v="361"/>
          <ac:spMkLst>
            <pc:docMk/>
            <pc:sldMk cId="1300111645" sldId="776"/>
            <ac:spMk id="4" creationId="{CB72797D-5AA5-5CA5-48DC-7E120A0EA149}"/>
          </ac:spMkLst>
        </pc:spChg>
        <pc:spChg chg="mod">
          <ac:chgData name="Chittaranjan Hens" userId="6fc03958433e8a43" providerId="LiveId" clId="{242CDC62-BAA5-45CA-B575-DF83B0C7730B}" dt="2023-12-11T06:13:38.873" v="185" actId="207"/>
          <ac:spMkLst>
            <pc:docMk/>
            <pc:sldMk cId="1300111645" sldId="776"/>
            <ac:spMk id="5" creationId="{C4E7F075-0029-4B78-B9B6-89F7A65D16D6}"/>
          </ac:spMkLst>
        </pc:spChg>
        <pc:spChg chg="del">
          <ac:chgData name="Chittaranjan Hens" userId="6fc03958433e8a43" providerId="LiveId" clId="{242CDC62-BAA5-45CA-B575-DF83B0C7730B}" dt="2023-12-11T06:40:48.944" v="360" actId="478"/>
          <ac:spMkLst>
            <pc:docMk/>
            <pc:sldMk cId="1300111645" sldId="776"/>
            <ac:spMk id="11" creationId="{90E77283-37FE-BEE7-0D17-7A8B5C56EC80}"/>
          </ac:spMkLst>
        </pc:spChg>
      </pc:sldChg>
      <pc:sldChg chg="addSp delSp modSp mod">
        <pc:chgData name="Chittaranjan Hens" userId="6fc03958433e8a43" providerId="LiveId" clId="{242CDC62-BAA5-45CA-B575-DF83B0C7730B}" dt="2023-12-11T06:40:54.988" v="363"/>
        <pc:sldMkLst>
          <pc:docMk/>
          <pc:sldMk cId="1755473842" sldId="777"/>
        </pc:sldMkLst>
        <pc:spChg chg="mod">
          <ac:chgData name="Chittaranjan Hens" userId="6fc03958433e8a43" providerId="LiveId" clId="{242CDC62-BAA5-45CA-B575-DF83B0C7730B}" dt="2023-12-11T06:13:44.506" v="187" actId="2711"/>
          <ac:spMkLst>
            <pc:docMk/>
            <pc:sldMk cId="1755473842" sldId="777"/>
            <ac:spMk id="5" creationId="{C4E7F075-0029-4B78-B9B6-89F7A65D16D6}"/>
          </ac:spMkLst>
        </pc:spChg>
        <pc:spChg chg="add mod">
          <ac:chgData name="Chittaranjan Hens" userId="6fc03958433e8a43" providerId="LiveId" clId="{242CDC62-BAA5-45CA-B575-DF83B0C7730B}" dt="2023-12-11T06:40:54.988" v="363"/>
          <ac:spMkLst>
            <pc:docMk/>
            <pc:sldMk cId="1755473842" sldId="777"/>
            <ac:spMk id="7" creationId="{FF571E32-0CC4-5744-553A-6100211DD7EB}"/>
          </ac:spMkLst>
        </pc:spChg>
        <pc:spChg chg="mod">
          <ac:chgData name="Chittaranjan Hens" userId="6fc03958433e8a43" providerId="LiveId" clId="{242CDC62-BAA5-45CA-B575-DF83B0C7730B}" dt="2023-12-11T06:13:49.699" v="188" actId="2711"/>
          <ac:spMkLst>
            <pc:docMk/>
            <pc:sldMk cId="1755473842" sldId="777"/>
            <ac:spMk id="11" creationId="{0A69B190-09D8-4D22-AD7F-2F0C90436612}"/>
          </ac:spMkLst>
        </pc:spChg>
        <pc:spChg chg="del">
          <ac:chgData name="Chittaranjan Hens" userId="6fc03958433e8a43" providerId="LiveId" clId="{242CDC62-BAA5-45CA-B575-DF83B0C7730B}" dt="2023-12-11T06:40:53.738" v="362" actId="478"/>
          <ac:spMkLst>
            <pc:docMk/>
            <pc:sldMk cId="1755473842" sldId="777"/>
            <ac:spMk id="17" creationId="{340BCF94-31CA-4CFC-4684-5D52FBABCBF4}"/>
          </ac:spMkLst>
        </pc:spChg>
      </pc:sldChg>
      <pc:sldChg chg="del">
        <pc:chgData name="Chittaranjan Hens" userId="6fc03958433e8a43" providerId="LiveId" clId="{242CDC62-BAA5-45CA-B575-DF83B0C7730B}" dt="2023-12-11T05:44:56.915" v="45" actId="47"/>
        <pc:sldMkLst>
          <pc:docMk/>
          <pc:sldMk cId="3178960083" sldId="778"/>
        </pc:sldMkLst>
      </pc:sldChg>
      <pc:sldChg chg="del">
        <pc:chgData name="Chittaranjan Hens" userId="6fc03958433e8a43" providerId="LiveId" clId="{242CDC62-BAA5-45CA-B575-DF83B0C7730B}" dt="2023-12-11T05:44:58.442" v="46" actId="47"/>
        <pc:sldMkLst>
          <pc:docMk/>
          <pc:sldMk cId="1320734021" sldId="779"/>
        </pc:sldMkLst>
      </pc:sldChg>
      <pc:sldChg chg="addSp delSp modSp mod ord delAnim modAnim">
        <pc:chgData name="Chittaranjan Hens" userId="6fc03958433e8a43" providerId="LiveId" clId="{242CDC62-BAA5-45CA-B575-DF83B0C7730B}" dt="2023-12-11T06:40:40.388" v="357" actId="478"/>
        <pc:sldMkLst>
          <pc:docMk/>
          <pc:sldMk cId="1208977773" sldId="780"/>
        </pc:sldMkLst>
        <pc:spChg chg="mod">
          <ac:chgData name="Chittaranjan Hens" userId="6fc03958433e8a43" providerId="LiveId" clId="{242CDC62-BAA5-45CA-B575-DF83B0C7730B}" dt="2023-12-11T06:13:31.459" v="183" actId="207"/>
          <ac:spMkLst>
            <pc:docMk/>
            <pc:sldMk cId="1208977773" sldId="780"/>
            <ac:spMk id="5" creationId="{C4E7F075-0029-4B78-B9B6-89F7A65D16D6}"/>
          </ac:spMkLst>
        </pc:spChg>
        <pc:spChg chg="add mod">
          <ac:chgData name="Chittaranjan Hens" userId="6fc03958433e8a43" providerId="LiveId" clId="{242CDC62-BAA5-45CA-B575-DF83B0C7730B}" dt="2023-12-11T06:40:35.068" v="355"/>
          <ac:spMkLst>
            <pc:docMk/>
            <pc:sldMk cId="1208977773" sldId="780"/>
            <ac:spMk id="8" creationId="{187E7F63-7660-8C10-E288-DB2E3B34D168}"/>
          </ac:spMkLst>
        </pc:spChg>
        <pc:spChg chg="del">
          <ac:chgData name="Chittaranjan Hens" userId="6fc03958433e8a43" providerId="LiveId" clId="{242CDC62-BAA5-45CA-B575-DF83B0C7730B}" dt="2023-12-11T06:00:25.546" v="147" actId="478"/>
          <ac:spMkLst>
            <pc:docMk/>
            <pc:sldMk cId="1208977773" sldId="780"/>
            <ac:spMk id="9" creationId="{E03C2A06-A08F-473D-9078-7E3B118FACDA}"/>
          </ac:spMkLst>
        </pc:spChg>
        <pc:spChg chg="del mod">
          <ac:chgData name="Chittaranjan Hens" userId="6fc03958433e8a43" providerId="LiveId" clId="{242CDC62-BAA5-45CA-B575-DF83B0C7730B}" dt="2023-12-11T06:40:40.388" v="357" actId="478"/>
          <ac:spMkLst>
            <pc:docMk/>
            <pc:sldMk cId="1208977773" sldId="780"/>
            <ac:spMk id="11" creationId="{90E77283-37FE-BEE7-0D17-7A8B5C56EC80}"/>
          </ac:spMkLst>
        </pc:spChg>
        <pc:spChg chg="del">
          <ac:chgData name="Chittaranjan Hens" userId="6fc03958433e8a43" providerId="LiveId" clId="{242CDC62-BAA5-45CA-B575-DF83B0C7730B}" dt="2023-12-11T05:58:03.627" v="128" actId="478"/>
          <ac:spMkLst>
            <pc:docMk/>
            <pc:sldMk cId="1208977773" sldId="780"/>
            <ac:spMk id="28" creationId="{C12DE65D-A805-CDA8-89F3-C61A2BDD3F9B}"/>
          </ac:spMkLst>
        </pc:spChg>
        <pc:spChg chg="del">
          <ac:chgData name="Chittaranjan Hens" userId="6fc03958433e8a43" providerId="LiveId" clId="{242CDC62-BAA5-45CA-B575-DF83B0C7730B}" dt="2023-12-11T05:58:03.627" v="128" actId="478"/>
          <ac:spMkLst>
            <pc:docMk/>
            <pc:sldMk cId="1208977773" sldId="780"/>
            <ac:spMk id="37" creationId="{B3158CB0-A947-C153-47AF-1349830CB590}"/>
          </ac:spMkLst>
        </pc:spChg>
        <pc:grpChg chg="del">
          <ac:chgData name="Chittaranjan Hens" userId="6fc03958433e8a43" providerId="LiveId" clId="{242CDC62-BAA5-45CA-B575-DF83B0C7730B}" dt="2023-12-11T05:58:03.627" v="128" actId="478"/>
          <ac:grpSpMkLst>
            <pc:docMk/>
            <pc:sldMk cId="1208977773" sldId="780"/>
            <ac:grpSpMk id="13" creationId="{40C4FDBF-83C5-C003-203C-515A1A9201A4}"/>
          </ac:grpSpMkLst>
        </pc:grpChg>
        <pc:grpChg chg="del">
          <ac:chgData name="Chittaranjan Hens" userId="6fc03958433e8a43" providerId="LiveId" clId="{242CDC62-BAA5-45CA-B575-DF83B0C7730B}" dt="2023-12-11T05:58:03.627" v="128" actId="478"/>
          <ac:grpSpMkLst>
            <pc:docMk/>
            <pc:sldMk cId="1208977773" sldId="780"/>
            <ac:grpSpMk id="29" creationId="{7832389C-E02C-C1AC-70C4-8B20F365691A}"/>
          </ac:grpSpMkLst>
        </pc:grpChg>
        <pc:graphicFrameChg chg="del">
          <ac:chgData name="Chittaranjan Hens" userId="6fc03958433e8a43" providerId="LiveId" clId="{242CDC62-BAA5-45CA-B575-DF83B0C7730B}" dt="2023-12-11T05:59:03.866" v="137" actId="478"/>
          <ac:graphicFrameMkLst>
            <pc:docMk/>
            <pc:sldMk cId="1208977773" sldId="780"/>
            <ac:graphicFrameMk id="38" creationId="{9271DA47-22C6-A1AA-6422-E7467D728925}"/>
          </ac:graphicFrameMkLst>
        </pc:graphicFrameChg>
        <pc:picChg chg="mod">
          <ac:chgData name="Chittaranjan Hens" userId="6fc03958433e8a43" providerId="LiveId" clId="{242CDC62-BAA5-45CA-B575-DF83B0C7730B}" dt="2023-12-11T05:57:21.737" v="125" actId="14100"/>
          <ac:picMkLst>
            <pc:docMk/>
            <pc:sldMk cId="1208977773" sldId="780"/>
            <ac:picMk id="10" creationId="{BF0E687B-3A0D-4EEE-A883-6863B191149C}"/>
          </ac:picMkLst>
        </pc:picChg>
      </pc:sldChg>
      <pc:sldChg chg="del modAnim">
        <pc:chgData name="Chittaranjan Hens" userId="6fc03958433e8a43" providerId="LiveId" clId="{242CDC62-BAA5-45CA-B575-DF83B0C7730B}" dt="2023-12-11T06:00:46.653" v="151" actId="47"/>
        <pc:sldMkLst>
          <pc:docMk/>
          <pc:sldMk cId="1592827055" sldId="781"/>
        </pc:sldMkLst>
      </pc:sldChg>
      <pc:sldChg chg="del">
        <pc:chgData name="Chittaranjan Hens" userId="6fc03958433e8a43" providerId="LiveId" clId="{242CDC62-BAA5-45CA-B575-DF83B0C7730B}" dt="2023-12-11T05:45:57.347" v="62" actId="47"/>
        <pc:sldMkLst>
          <pc:docMk/>
          <pc:sldMk cId="1309628482" sldId="782"/>
        </pc:sldMkLst>
      </pc:sldChg>
      <pc:sldChg chg="del">
        <pc:chgData name="Chittaranjan Hens" userId="6fc03958433e8a43" providerId="LiveId" clId="{242CDC62-BAA5-45CA-B575-DF83B0C7730B}" dt="2023-12-11T05:45:57.821" v="63" actId="47"/>
        <pc:sldMkLst>
          <pc:docMk/>
          <pc:sldMk cId="3410200856" sldId="783"/>
        </pc:sldMkLst>
      </pc:sldChg>
      <pc:sldChg chg="del">
        <pc:chgData name="Chittaranjan Hens" userId="6fc03958433e8a43" providerId="LiveId" clId="{242CDC62-BAA5-45CA-B575-DF83B0C7730B}" dt="2023-12-11T05:45:58.426" v="64" actId="47"/>
        <pc:sldMkLst>
          <pc:docMk/>
          <pc:sldMk cId="2738929179" sldId="784"/>
        </pc:sldMkLst>
      </pc:sldChg>
      <pc:sldChg chg="del">
        <pc:chgData name="Chittaranjan Hens" userId="6fc03958433e8a43" providerId="LiveId" clId="{242CDC62-BAA5-45CA-B575-DF83B0C7730B}" dt="2023-12-11T05:45:59.712" v="65" actId="47"/>
        <pc:sldMkLst>
          <pc:docMk/>
          <pc:sldMk cId="2468206670" sldId="785"/>
        </pc:sldMkLst>
      </pc:sldChg>
      <pc:sldChg chg="del">
        <pc:chgData name="Chittaranjan Hens" userId="6fc03958433e8a43" providerId="LiveId" clId="{242CDC62-BAA5-45CA-B575-DF83B0C7730B}" dt="2023-12-11T05:46:00.716" v="67" actId="47"/>
        <pc:sldMkLst>
          <pc:docMk/>
          <pc:sldMk cId="1607925541" sldId="786"/>
        </pc:sldMkLst>
      </pc:sldChg>
      <pc:sldChg chg="del">
        <pc:chgData name="Chittaranjan Hens" userId="6fc03958433e8a43" providerId="LiveId" clId="{242CDC62-BAA5-45CA-B575-DF83B0C7730B}" dt="2023-12-11T05:46:00.213" v="66" actId="47"/>
        <pc:sldMkLst>
          <pc:docMk/>
          <pc:sldMk cId="928317290" sldId="787"/>
        </pc:sldMkLst>
      </pc:sldChg>
      <pc:sldChg chg="del">
        <pc:chgData name="Chittaranjan Hens" userId="6fc03958433e8a43" providerId="LiveId" clId="{242CDC62-BAA5-45CA-B575-DF83B0C7730B}" dt="2023-12-11T05:46:01.532" v="68" actId="47"/>
        <pc:sldMkLst>
          <pc:docMk/>
          <pc:sldMk cId="3265194747" sldId="788"/>
        </pc:sldMkLst>
      </pc:sldChg>
      <pc:sldChg chg="del">
        <pc:chgData name="Chittaranjan Hens" userId="6fc03958433e8a43" providerId="LiveId" clId="{242CDC62-BAA5-45CA-B575-DF83B0C7730B}" dt="2023-12-11T05:46:02.917" v="70" actId="47"/>
        <pc:sldMkLst>
          <pc:docMk/>
          <pc:sldMk cId="488302193" sldId="789"/>
        </pc:sldMkLst>
      </pc:sldChg>
      <pc:sldChg chg="del">
        <pc:chgData name="Chittaranjan Hens" userId="6fc03958433e8a43" providerId="LiveId" clId="{242CDC62-BAA5-45CA-B575-DF83B0C7730B}" dt="2023-12-11T05:46:02.227" v="69" actId="47"/>
        <pc:sldMkLst>
          <pc:docMk/>
          <pc:sldMk cId="2165480816" sldId="790"/>
        </pc:sldMkLst>
      </pc:sldChg>
      <pc:sldChg chg="del">
        <pc:chgData name="Chittaranjan Hens" userId="6fc03958433e8a43" providerId="LiveId" clId="{242CDC62-BAA5-45CA-B575-DF83B0C7730B}" dt="2023-12-11T05:46:03.567" v="71" actId="47"/>
        <pc:sldMkLst>
          <pc:docMk/>
          <pc:sldMk cId="2823021181" sldId="791"/>
        </pc:sldMkLst>
      </pc:sldChg>
      <pc:sldChg chg="del">
        <pc:chgData name="Chittaranjan Hens" userId="6fc03958433e8a43" providerId="LiveId" clId="{242CDC62-BAA5-45CA-B575-DF83B0C7730B}" dt="2023-12-11T05:46:04.502" v="72" actId="47"/>
        <pc:sldMkLst>
          <pc:docMk/>
          <pc:sldMk cId="3196022414" sldId="792"/>
        </pc:sldMkLst>
      </pc:sldChg>
      <pc:sldChg chg="del">
        <pc:chgData name="Chittaranjan Hens" userId="6fc03958433e8a43" providerId="LiveId" clId="{242CDC62-BAA5-45CA-B575-DF83B0C7730B}" dt="2023-12-11T05:46:31.772" v="76" actId="47"/>
        <pc:sldMkLst>
          <pc:docMk/>
          <pc:sldMk cId="2201706289" sldId="795"/>
        </pc:sldMkLst>
      </pc:sldChg>
      <pc:sldChg chg="del">
        <pc:chgData name="Chittaranjan Hens" userId="6fc03958433e8a43" providerId="LiveId" clId="{242CDC62-BAA5-45CA-B575-DF83B0C7730B}" dt="2023-12-11T13:27:24.011" v="1239" actId="47"/>
        <pc:sldMkLst>
          <pc:docMk/>
          <pc:sldMk cId="566730104" sldId="796"/>
        </pc:sldMkLst>
      </pc:sldChg>
      <pc:sldChg chg="del">
        <pc:chgData name="Chittaranjan Hens" userId="6fc03958433e8a43" providerId="LiveId" clId="{242CDC62-BAA5-45CA-B575-DF83B0C7730B}" dt="2023-12-11T06:41:08.738" v="367" actId="47"/>
        <pc:sldMkLst>
          <pc:docMk/>
          <pc:sldMk cId="3344460010" sldId="797"/>
        </pc:sldMkLst>
      </pc:sldChg>
      <pc:sldChg chg="addSp delSp modSp add del mod modAnim">
        <pc:chgData name="Chittaranjan Hens" userId="6fc03958433e8a43" providerId="LiveId" clId="{242CDC62-BAA5-45CA-B575-DF83B0C7730B}" dt="2023-12-11T06:40:44.468" v="359" actId="478"/>
        <pc:sldMkLst>
          <pc:docMk/>
          <pc:sldMk cId="439060048" sldId="798"/>
        </pc:sldMkLst>
        <pc:spChg chg="mod">
          <ac:chgData name="Chittaranjan Hens" userId="6fc03958433e8a43" providerId="LiveId" clId="{242CDC62-BAA5-45CA-B575-DF83B0C7730B}" dt="2023-12-11T06:13:35.051" v="184" actId="207"/>
          <ac:spMkLst>
            <pc:docMk/>
            <pc:sldMk cId="439060048" sldId="798"/>
            <ac:spMk id="5" creationId="{C4E7F075-0029-4B78-B9B6-89F7A65D16D6}"/>
          </ac:spMkLst>
        </pc:spChg>
        <pc:spChg chg="add mod">
          <ac:chgData name="Chittaranjan Hens" userId="6fc03958433e8a43" providerId="LiveId" clId="{242CDC62-BAA5-45CA-B575-DF83B0C7730B}" dt="2023-12-11T06:40:42.748" v="358"/>
          <ac:spMkLst>
            <pc:docMk/>
            <pc:sldMk cId="439060048" sldId="798"/>
            <ac:spMk id="8" creationId="{41E24F62-76FA-6B34-FD3D-49FA8589A005}"/>
          </ac:spMkLst>
        </pc:spChg>
        <pc:spChg chg="del">
          <ac:chgData name="Chittaranjan Hens" userId="6fc03958433e8a43" providerId="LiveId" clId="{242CDC62-BAA5-45CA-B575-DF83B0C7730B}" dt="2023-12-11T06:00:27.503" v="148" actId="478"/>
          <ac:spMkLst>
            <pc:docMk/>
            <pc:sldMk cId="439060048" sldId="798"/>
            <ac:spMk id="9" creationId="{E03C2A06-A08F-473D-9078-7E3B118FACDA}"/>
          </ac:spMkLst>
        </pc:spChg>
        <pc:spChg chg="del">
          <ac:chgData name="Chittaranjan Hens" userId="6fc03958433e8a43" providerId="LiveId" clId="{242CDC62-BAA5-45CA-B575-DF83B0C7730B}" dt="2023-12-11T06:40:44.468" v="359" actId="478"/>
          <ac:spMkLst>
            <pc:docMk/>
            <pc:sldMk cId="439060048" sldId="798"/>
            <ac:spMk id="11" creationId="{90E77283-37FE-BEE7-0D17-7A8B5C56EC80}"/>
          </ac:spMkLst>
        </pc:spChg>
        <pc:spChg chg="del">
          <ac:chgData name="Chittaranjan Hens" userId="6fc03958433e8a43" providerId="LiveId" clId="{242CDC62-BAA5-45CA-B575-DF83B0C7730B}" dt="2023-12-11T05:59:18.084" v="138" actId="478"/>
          <ac:spMkLst>
            <pc:docMk/>
            <pc:sldMk cId="439060048" sldId="798"/>
            <ac:spMk id="37" creationId="{B3158CB0-A947-C153-47AF-1349830CB590}"/>
          </ac:spMkLst>
        </pc:spChg>
        <pc:graphicFrameChg chg="del">
          <ac:chgData name="Chittaranjan Hens" userId="6fc03958433e8a43" providerId="LiveId" clId="{242CDC62-BAA5-45CA-B575-DF83B0C7730B}" dt="2023-12-11T05:59:18.084" v="138" actId="478"/>
          <ac:graphicFrameMkLst>
            <pc:docMk/>
            <pc:sldMk cId="439060048" sldId="798"/>
            <ac:graphicFrameMk id="38" creationId="{9271DA47-22C6-A1AA-6422-E7467D728925}"/>
          </ac:graphicFrameMkLst>
        </pc:graphicFrameChg>
      </pc:sldChg>
      <pc:sldChg chg="add del modAnim">
        <pc:chgData name="Chittaranjan Hens" userId="6fc03958433e8a43" providerId="LiveId" clId="{242CDC62-BAA5-45CA-B575-DF83B0C7730B}" dt="2023-12-11T06:00:31.733" v="149" actId="47"/>
        <pc:sldMkLst>
          <pc:docMk/>
          <pc:sldMk cId="3665911633" sldId="799"/>
        </pc:sldMkLst>
      </pc:sldChg>
      <pc:sldChg chg="addSp delSp modSp add del mod ord delAnim modAnim">
        <pc:chgData name="Chittaranjan Hens" userId="6fc03958433e8a43" providerId="LiveId" clId="{242CDC62-BAA5-45CA-B575-DF83B0C7730B}" dt="2023-12-11T06:52:08.320" v="391"/>
        <pc:sldMkLst>
          <pc:docMk/>
          <pc:sldMk cId="3990637123" sldId="800"/>
        </pc:sldMkLst>
        <pc:spChg chg="del">
          <ac:chgData name="Chittaranjan Hens" userId="6fc03958433e8a43" providerId="LiveId" clId="{242CDC62-BAA5-45CA-B575-DF83B0C7730B}" dt="2023-12-11T05:58:25.934" v="130" actId="478"/>
          <ac:spMkLst>
            <pc:docMk/>
            <pc:sldMk cId="3990637123" sldId="800"/>
            <ac:spMk id="4" creationId="{F940E97A-9788-489C-B9EB-0F7B7B0A3391}"/>
          </ac:spMkLst>
        </pc:spChg>
        <pc:spChg chg="mod">
          <ac:chgData name="Chittaranjan Hens" userId="6fc03958433e8a43" providerId="LiveId" clId="{242CDC62-BAA5-45CA-B575-DF83B0C7730B}" dt="2023-12-11T06:29:38.372" v="273" actId="20577"/>
          <ac:spMkLst>
            <pc:docMk/>
            <pc:sldMk cId="3990637123" sldId="800"/>
            <ac:spMk id="5" creationId="{C4E7F075-0029-4B78-B9B6-89F7A65D16D6}"/>
          </ac:spMkLst>
        </pc:spChg>
        <pc:spChg chg="del">
          <ac:chgData name="Chittaranjan Hens" userId="6fc03958433e8a43" providerId="LiveId" clId="{242CDC62-BAA5-45CA-B575-DF83B0C7730B}" dt="2023-12-11T05:58:25.934" v="130" actId="478"/>
          <ac:spMkLst>
            <pc:docMk/>
            <pc:sldMk cId="3990637123" sldId="800"/>
            <ac:spMk id="6" creationId="{FBCB170F-A8F0-4171-B3DE-1E21FD510CBD}"/>
          </ac:spMkLst>
        </pc:spChg>
        <pc:spChg chg="del">
          <ac:chgData name="Chittaranjan Hens" userId="6fc03958433e8a43" providerId="LiveId" clId="{242CDC62-BAA5-45CA-B575-DF83B0C7730B}" dt="2023-12-11T06:10:50.977" v="153" actId="478"/>
          <ac:spMkLst>
            <pc:docMk/>
            <pc:sldMk cId="3990637123" sldId="800"/>
            <ac:spMk id="7" creationId="{7EB09ED0-812B-CBB9-8AC1-EFB549A070CE}"/>
          </ac:spMkLst>
        </pc:spChg>
        <pc:spChg chg="add mod">
          <ac:chgData name="Chittaranjan Hens" userId="6fc03958433e8a43" providerId="LiveId" clId="{242CDC62-BAA5-45CA-B575-DF83B0C7730B}" dt="2023-12-11T06:18:46.239" v="266" actId="1076"/>
          <ac:spMkLst>
            <pc:docMk/>
            <pc:sldMk cId="3990637123" sldId="800"/>
            <ac:spMk id="8" creationId="{DA64C183-9848-2AA7-6617-B21584728D1D}"/>
          </ac:spMkLst>
        </pc:spChg>
        <pc:spChg chg="del">
          <ac:chgData name="Chittaranjan Hens" userId="6fc03958433e8a43" providerId="LiveId" clId="{242CDC62-BAA5-45CA-B575-DF83B0C7730B}" dt="2023-12-11T06:00:12.743" v="146" actId="478"/>
          <ac:spMkLst>
            <pc:docMk/>
            <pc:sldMk cId="3990637123" sldId="800"/>
            <ac:spMk id="9" creationId="{E03C2A06-A08F-473D-9078-7E3B118FACDA}"/>
          </ac:spMkLst>
        </pc:spChg>
        <pc:spChg chg="mod">
          <ac:chgData name="Chittaranjan Hens" userId="6fc03958433e8a43" providerId="LiveId" clId="{242CDC62-BAA5-45CA-B575-DF83B0C7730B}" dt="2023-12-11T06:17:19.133" v="235" actId="1076"/>
          <ac:spMkLst>
            <pc:docMk/>
            <pc:sldMk cId="3990637123" sldId="800"/>
            <ac:spMk id="11" creationId="{90E77283-37FE-BEE7-0D17-7A8B5C56EC80}"/>
          </ac:spMkLst>
        </pc:spChg>
        <pc:spChg chg="del">
          <ac:chgData name="Chittaranjan Hens" userId="6fc03958433e8a43" providerId="LiveId" clId="{242CDC62-BAA5-45CA-B575-DF83B0C7730B}" dt="2023-12-11T06:10:50.977" v="153" actId="478"/>
          <ac:spMkLst>
            <pc:docMk/>
            <pc:sldMk cId="3990637123" sldId="800"/>
            <ac:spMk id="12" creationId="{C81839F0-5A0B-5B84-1EF9-AFBFD1FF54E4}"/>
          </ac:spMkLst>
        </pc:spChg>
        <pc:spChg chg="mod">
          <ac:chgData name="Chittaranjan Hens" userId="6fc03958433e8a43" providerId="LiveId" clId="{242CDC62-BAA5-45CA-B575-DF83B0C7730B}" dt="2023-12-11T06:14:50.961" v="198" actId="207"/>
          <ac:spMkLst>
            <pc:docMk/>
            <pc:sldMk cId="3990637123" sldId="800"/>
            <ac:spMk id="14" creationId="{62AE0914-54BA-84CF-5F22-1150A07A3074}"/>
          </ac:spMkLst>
        </pc:spChg>
        <pc:spChg chg="del">
          <ac:chgData name="Chittaranjan Hens" userId="6fc03958433e8a43" providerId="LiveId" clId="{242CDC62-BAA5-45CA-B575-DF83B0C7730B}" dt="2023-12-11T05:58:25.934" v="130" actId="478"/>
          <ac:spMkLst>
            <pc:docMk/>
            <pc:sldMk cId="3990637123" sldId="800"/>
            <ac:spMk id="15" creationId="{4B5D0B76-326B-48A0-85E3-97D2563E4C2A}"/>
          </ac:spMkLst>
        </pc:spChg>
        <pc:spChg chg="add del mod">
          <ac:chgData name="Chittaranjan Hens" userId="6fc03958433e8a43" providerId="LiveId" clId="{242CDC62-BAA5-45CA-B575-DF83B0C7730B}" dt="2023-12-11T06:14:50.438" v="197" actId="21"/>
          <ac:spMkLst>
            <pc:docMk/>
            <pc:sldMk cId="3990637123" sldId="800"/>
            <ac:spMk id="16" creationId="{92DD1893-9709-4067-5577-310942894FCA}"/>
          </ac:spMkLst>
        </pc:spChg>
        <pc:spChg chg="del">
          <ac:chgData name="Chittaranjan Hens" userId="6fc03958433e8a43" providerId="LiveId" clId="{242CDC62-BAA5-45CA-B575-DF83B0C7730B}" dt="2023-12-11T06:10:50.977" v="153" actId="478"/>
          <ac:spMkLst>
            <pc:docMk/>
            <pc:sldMk cId="3990637123" sldId="800"/>
            <ac:spMk id="19" creationId="{7DD45D80-4ABA-DE5C-DC19-42D99031ED0B}"/>
          </ac:spMkLst>
        </pc:spChg>
        <pc:spChg chg="add mod">
          <ac:chgData name="Chittaranjan Hens" userId="6fc03958433e8a43" providerId="LiveId" clId="{242CDC62-BAA5-45CA-B575-DF83B0C7730B}" dt="2023-12-11T06:33:54.906" v="302" actId="20577"/>
          <ac:spMkLst>
            <pc:docMk/>
            <pc:sldMk cId="3990637123" sldId="800"/>
            <ac:spMk id="32" creationId="{F8B4F3FE-3B0E-3D08-55DF-87252E61DF96}"/>
          </ac:spMkLst>
        </pc:spChg>
        <pc:spChg chg="add mod">
          <ac:chgData name="Chittaranjan Hens" userId="6fc03958433e8a43" providerId="LiveId" clId="{242CDC62-BAA5-45CA-B575-DF83B0C7730B}" dt="2023-12-11T06:34:06.811" v="305" actId="1076"/>
          <ac:spMkLst>
            <pc:docMk/>
            <pc:sldMk cId="3990637123" sldId="800"/>
            <ac:spMk id="33" creationId="{736543FE-DEC7-CD14-CA8B-DBF34E0AC9B8}"/>
          </ac:spMkLst>
        </pc:spChg>
        <pc:spChg chg="del">
          <ac:chgData name="Chittaranjan Hens" userId="6fc03958433e8a43" providerId="LiveId" clId="{242CDC62-BAA5-45CA-B575-DF83B0C7730B}" dt="2023-12-11T06:10:50.977" v="153" actId="478"/>
          <ac:spMkLst>
            <pc:docMk/>
            <pc:sldMk cId="3990637123" sldId="800"/>
            <ac:spMk id="36" creationId="{A92DA810-DA38-DCFD-D540-A7918E998237}"/>
          </ac:spMkLst>
        </pc:spChg>
        <pc:spChg chg="add mod">
          <ac:chgData name="Chittaranjan Hens" userId="6fc03958433e8a43" providerId="LiveId" clId="{242CDC62-BAA5-45CA-B575-DF83B0C7730B}" dt="2023-12-11T06:34:44.797" v="336" actId="14100"/>
          <ac:spMkLst>
            <pc:docMk/>
            <pc:sldMk cId="3990637123" sldId="800"/>
            <ac:spMk id="37" creationId="{6CD9278D-6BE9-B894-9D0A-26A44F14BAE8}"/>
          </ac:spMkLst>
        </pc:spChg>
        <pc:spChg chg="add mod">
          <ac:chgData name="Chittaranjan Hens" userId="6fc03958433e8a43" providerId="LiveId" clId="{242CDC62-BAA5-45CA-B575-DF83B0C7730B}" dt="2023-12-11T06:50:02.919" v="376" actId="1076"/>
          <ac:spMkLst>
            <pc:docMk/>
            <pc:sldMk cId="3990637123" sldId="800"/>
            <ac:spMk id="40" creationId="{288FEDC1-C8B0-E8AC-21F1-1FC4C8C6F0F0}"/>
          </ac:spMkLst>
        </pc:spChg>
        <pc:spChg chg="add mod">
          <ac:chgData name="Chittaranjan Hens" userId="6fc03958433e8a43" providerId="LiveId" clId="{242CDC62-BAA5-45CA-B575-DF83B0C7730B}" dt="2023-12-11T06:50:53.110" v="380" actId="404"/>
          <ac:spMkLst>
            <pc:docMk/>
            <pc:sldMk cId="3990637123" sldId="800"/>
            <ac:spMk id="41" creationId="{69ED5BBE-510E-825A-CE59-8283E5EBEE4D}"/>
          </ac:spMkLst>
        </pc:spChg>
        <pc:grpChg chg="add del mod">
          <ac:chgData name="Chittaranjan Hens" userId="6fc03958433e8a43" providerId="LiveId" clId="{242CDC62-BAA5-45CA-B575-DF83B0C7730B}" dt="2023-12-11T06:16:40.916" v="225" actId="478"/>
          <ac:grpSpMkLst>
            <pc:docMk/>
            <pc:sldMk cId="3990637123" sldId="800"/>
            <ac:grpSpMk id="13" creationId="{DE31B5FA-40B2-1682-0811-E8D4AC23E0A8}"/>
          </ac:grpSpMkLst>
        </pc:grpChg>
        <pc:grpChg chg="add del mod">
          <ac:chgData name="Chittaranjan Hens" userId="6fc03958433e8a43" providerId="LiveId" clId="{242CDC62-BAA5-45CA-B575-DF83B0C7730B}" dt="2023-12-11T06:17:01.719" v="229" actId="165"/>
          <ac:grpSpMkLst>
            <pc:docMk/>
            <pc:sldMk cId="3990637123" sldId="800"/>
            <ac:grpSpMk id="31" creationId="{B2D25DA8-660E-3488-0E68-541E311C3F19}"/>
          </ac:grpSpMkLst>
        </pc:grpChg>
        <pc:graphicFrameChg chg="add del mod">
          <ac:chgData name="Chittaranjan Hens" userId="6fc03958433e8a43" providerId="LiveId" clId="{242CDC62-BAA5-45CA-B575-DF83B0C7730B}" dt="2023-12-11T06:35:50.504" v="337" actId="478"/>
          <ac:graphicFrameMkLst>
            <pc:docMk/>
            <pc:sldMk cId="3990637123" sldId="800"/>
            <ac:graphicFrameMk id="34" creationId="{ABABF5E1-5EBF-EF8E-D489-3A8B3F578DFF}"/>
          </ac:graphicFrameMkLst>
        </pc:graphicFrameChg>
        <pc:graphicFrameChg chg="del">
          <ac:chgData name="Chittaranjan Hens" userId="6fc03958433e8a43" providerId="LiveId" clId="{242CDC62-BAA5-45CA-B575-DF83B0C7730B}" dt="2023-12-11T05:58:55.954" v="136" actId="478"/>
          <ac:graphicFrameMkLst>
            <pc:docMk/>
            <pc:sldMk cId="3990637123" sldId="800"/>
            <ac:graphicFrameMk id="38" creationId="{9271DA47-22C6-A1AA-6422-E7467D728925}"/>
          </ac:graphicFrameMkLst>
        </pc:graphicFrameChg>
        <pc:picChg chg="mod">
          <ac:chgData name="Chittaranjan Hens" userId="6fc03958433e8a43" providerId="LiveId" clId="{242CDC62-BAA5-45CA-B575-DF83B0C7730B}" dt="2023-12-11T06:17:10.871" v="233" actId="1076"/>
          <ac:picMkLst>
            <pc:docMk/>
            <pc:sldMk cId="3990637123" sldId="800"/>
            <ac:picMk id="3" creationId="{65D346DF-3D53-987B-A7CA-BEA0A9C6909D}"/>
          </ac:picMkLst>
        </pc:picChg>
        <pc:picChg chg="del mod">
          <ac:chgData name="Chittaranjan Hens" userId="6fc03958433e8a43" providerId="LiveId" clId="{242CDC62-BAA5-45CA-B575-DF83B0C7730B}" dt="2023-12-11T06:14:20.116" v="189" actId="478"/>
          <ac:picMkLst>
            <pc:docMk/>
            <pc:sldMk cId="3990637123" sldId="800"/>
            <ac:picMk id="10" creationId="{BF0E687B-3A0D-4EEE-A883-6863B191149C}"/>
          </ac:picMkLst>
        </pc:picChg>
        <pc:picChg chg="add mod ord topLvl modCrop">
          <ac:chgData name="Chittaranjan Hens" userId="6fc03958433e8a43" providerId="LiveId" clId="{242CDC62-BAA5-45CA-B575-DF83B0C7730B}" dt="2023-12-11T06:17:17.009" v="234" actId="1076"/>
          <ac:picMkLst>
            <pc:docMk/>
            <pc:sldMk cId="3990637123" sldId="800"/>
            <ac:picMk id="20" creationId="{7EDDE352-7C4F-58C1-01C1-70DD93F5D11E}"/>
          </ac:picMkLst>
        </pc:picChg>
        <pc:picChg chg="add del mod">
          <ac:chgData name="Chittaranjan Hens" userId="6fc03958433e8a43" providerId="LiveId" clId="{242CDC62-BAA5-45CA-B575-DF83B0C7730B}" dt="2023-12-11T06:34:09.961" v="307"/>
          <ac:picMkLst>
            <pc:docMk/>
            <pc:sldMk cId="3990637123" sldId="800"/>
            <ac:picMk id="35" creationId="{3C7E5E6C-92F9-BCAA-553C-A8EBE565AC9F}"/>
          </ac:picMkLst>
        </pc:picChg>
        <pc:cxnChg chg="mod">
          <ac:chgData name="Chittaranjan Hens" userId="6fc03958433e8a43" providerId="LiveId" clId="{242CDC62-BAA5-45CA-B575-DF83B0C7730B}" dt="2023-12-11T06:14:24.776" v="191" actId="207"/>
          <ac:cxnSpMkLst>
            <pc:docMk/>
            <pc:sldMk cId="3990637123" sldId="800"/>
            <ac:cxnSpMk id="17" creationId="{F591EFBC-AF67-78F6-5DFB-91EC61283B64}"/>
          </ac:cxnSpMkLst>
        </pc:cxnChg>
        <pc:cxnChg chg="mod ord">
          <ac:chgData name="Chittaranjan Hens" userId="6fc03958433e8a43" providerId="LiveId" clId="{242CDC62-BAA5-45CA-B575-DF83B0C7730B}" dt="2023-12-11T06:15:32.175" v="209" actId="1076"/>
          <ac:cxnSpMkLst>
            <pc:docMk/>
            <pc:sldMk cId="3990637123" sldId="800"/>
            <ac:cxnSpMk id="18" creationId="{45B98F78-7849-96F5-56BE-A5DAFAF09100}"/>
          </ac:cxnSpMkLst>
        </pc:cxnChg>
        <pc:cxnChg chg="add mod topLvl">
          <ac:chgData name="Chittaranjan Hens" userId="6fc03958433e8a43" providerId="LiveId" clId="{242CDC62-BAA5-45CA-B575-DF83B0C7730B}" dt="2023-12-11T06:17:17.009" v="234" actId="1076"/>
          <ac:cxnSpMkLst>
            <pc:docMk/>
            <pc:sldMk cId="3990637123" sldId="800"/>
            <ac:cxnSpMk id="22" creationId="{376CB290-A62A-3829-3ED7-B2155694D199}"/>
          </ac:cxnSpMkLst>
        </pc:cxnChg>
        <pc:cxnChg chg="add mod topLvl">
          <ac:chgData name="Chittaranjan Hens" userId="6fc03958433e8a43" providerId="LiveId" clId="{242CDC62-BAA5-45CA-B575-DF83B0C7730B}" dt="2023-12-11T06:17:17.009" v="234" actId="1076"/>
          <ac:cxnSpMkLst>
            <pc:docMk/>
            <pc:sldMk cId="3990637123" sldId="800"/>
            <ac:cxnSpMk id="25" creationId="{4E6EE751-C5DC-D19B-956C-33B0C78A9940}"/>
          </ac:cxnSpMkLst>
        </pc:cxnChg>
      </pc:sldChg>
      <pc:sldChg chg="addSp delSp modSp add del mod">
        <pc:chgData name="Chittaranjan Hens" userId="6fc03958433e8a43" providerId="LiveId" clId="{242CDC62-BAA5-45CA-B575-DF83B0C7730B}" dt="2023-12-11T06:40:29.333" v="354" actId="1076"/>
        <pc:sldMkLst>
          <pc:docMk/>
          <pc:sldMk cId="504703530" sldId="801"/>
        </pc:sldMkLst>
        <pc:spChg chg="mod">
          <ac:chgData name="Chittaranjan Hens" userId="6fc03958433e8a43" providerId="LiveId" clId="{242CDC62-BAA5-45CA-B575-DF83B0C7730B}" dt="2023-12-11T06:13:26.747" v="182" actId="207"/>
          <ac:spMkLst>
            <pc:docMk/>
            <pc:sldMk cId="504703530" sldId="801"/>
            <ac:spMk id="5" creationId="{C4E7F075-0029-4B78-B9B6-89F7A65D16D6}"/>
          </ac:spMkLst>
        </pc:spChg>
        <pc:spChg chg="add del">
          <ac:chgData name="Chittaranjan Hens" userId="6fc03958433e8a43" providerId="LiveId" clId="{242CDC62-BAA5-45CA-B575-DF83B0C7730B}" dt="2023-12-11T06:11:43.755" v="157" actId="22"/>
          <ac:spMkLst>
            <pc:docMk/>
            <pc:sldMk cId="504703530" sldId="801"/>
            <ac:spMk id="6" creationId="{C09A136E-60C6-8AE8-9538-5BA7F88CCC1A}"/>
          </ac:spMkLst>
        </pc:spChg>
        <pc:spChg chg="add del">
          <ac:chgData name="Chittaranjan Hens" userId="6fc03958433e8a43" providerId="LiveId" clId="{242CDC62-BAA5-45CA-B575-DF83B0C7730B}" dt="2023-12-11T06:11:45.649" v="159" actId="22"/>
          <ac:spMkLst>
            <pc:docMk/>
            <pc:sldMk cId="504703530" sldId="801"/>
            <ac:spMk id="9" creationId="{BA719235-6187-6465-1646-08E20FD2A44C}"/>
          </ac:spMkLst>
        </pc:spChg>
        <pc:spChg chg="mod">
          <ac:chgData name="Chittaranjan Hens" userId="6fc03958433e8a43" providerId="LiveId" clId="{242CDC62-BAA5-45CA-B575-DF83B0C7730B}" dt="2023-12-11T06:40:29.333" v="354" actId="1076"/>
          <ac:spMkLst>
            <pc:docMk/>
            <pc:sldMk cId="504703530" sldId="801"/>
            <ac:spMk id="11" creationId="{90E77283-37FE-BEE7-0D17-7A8B5C56EC80}"/>
          </ac:spMkLst>
        </pc:spChg>
        <pc:spChg chg="add mod">
          <ac:chgData name="Chittaranjan Hens" userId="6fc03958433e8a43" providerId="LiveId" clId="{242CDC62-BAA5-45CA-B575-DF83B0C7730B}" dt="2023-12-11T06:12:24.569" v="171" actId="1076"/>
          <ac:spMkLst>
            <pc:docMk/>
            <pc:sldMk cId="504703530" sldId="801"/>
            <ac:spMk id="14" creationId="{9A075329-E3DA-7F7F-0DC6-62C1E292695A}"/>
          </ac:spMkLst>
        </pc:spChg>
        <pc:picChg chg="mod">
          <ac:chgData name="Chittaranjan Hens" userId="6fc03958433e8a43" providerId="LiveId" clId="{242CDC62-BAA5-45CA-B575-DF83B0C7730B}" dt="2023-12-11T06:12:21.112" v="170" actId="1076"/>
          <ac:picMkLst>
            <pc:docMk/>
            <pc:sldMk cId="504703530" sldId="801"/>
            <ac:picMk id="3" creationId="{65D346DF-3D53-987B-A7CA-BEA0A9C6909D}"/>
          </ac:picMkLst>
        </pc:picChg>
      </pc:sldChg>
      <pc:sldChg chg="addSp delSp modSp add del mod ord modAnim">
        <pc:chgData name="Chittaranjan Hens" userId="6fc03958433e8a43" providerId="LiveId" clId="{242CDC62-BAA5-45CA-B575-DF83B0C7730B}" dt="2023-12-11T06:51:48.750" v="387" actId="14100"/>
        <pc:sldMkLst>
          <pc:docMk/>
          <pc:sldMk cId="3881461766" sldId="802"/>
        </pc:sldMkLst>
        <pc:spChg chg="mod">
          <ac:chgData name="Chittaranjan Hens" userId="6fc03958433e8a43" providerId="LiveId" clId="{242CDC62-BAA5-45CA-B575-DF83B0C7730B}" dt="2023-12-11T06:19:04.737" v="270" actId="1076"/>
          <ac:spMkLst>
            <pc:docMk/>
            <pc:sldMk cId="3881461766" sldId="802"/>
            <ac:spMk id="2" creationId="{30E084EA-3AD2-41E6-B8B2-A152211EA950}"/>
          </ac:spMkLst>
        </pc:spChg>
        <pc:spChg chg="add mod">
          <ac:chgData name="Chittaranjan Hens" userId="6fc03958433e8a43" providerId="LiveId" clId="{242CDC62-BAA5-45CA-B575-DF83B0C7730B}" dt="2023-12-11T06:51:48.750" v="387" actId="14100"/>
          <ac:spMkLst>
            <pc:docMk/>
            <pc:sldMk cId="3881461766" sldId="802"/>
            <ac:spMk id="4" creationId="{2CC3F9D7-311A-9668-EC62-21663070485A}"/>
          </ac:spMkLst>
        </pc:spChg>
        <pc:spChg chg="mod">
          <ac:chgData name="Chittaranjan Hens" userId="6fc03958433e8a43" providerId="LiveId" clId="{242CDC62-BAA5-45CA-B575-DF83B0C7730B}" dt="2023-12-11T06:29:53.237" v="274"/>
          <ac:spMkLst>
            <pc:docMk/>
            <pc:sldMk cId="3881461766" sldId="802"/>
            <ac:spMk id="5" creationId="{C4E7F075-0029-4B78-B9B6-89F7A65D16D6}"/>
          </ac:spMkLst>
        </pc:spChg>
        <pc:spChg chg="del mod">
          <ac:chgData name="Chittaranjan Hens" userId="6fc03958433e8a43" providerId="LiveId" clId="{242CDC62-BAA5-45CA-B575-DF83B0C7730B}" dt="2023-12-11T06:51:25.605" v="381" actId="478"/>
          <ac:spMkLst>
            <pc:docMk/>
            <pc:sldMk cId="3881461766" sldId="802"/>
            <ac:spMk id="8" creationId="{DA64C183-9848-2AA7-6617-B21584728D1D}"/>
          </ac:spMkLst>
        </pc:spChg>
        <pc:spChg chg="mod">
          <ac:chgData name="Chittaranjan Hens" userId="6fc03958433e8a43" providerId="LiveId" clId="{242CDC62-BAA5-45CA-B575-DF83B0C7730B}" dt="2023-12-11T06:19:04.737" v="270" actId="1076"/>
          <ac:spMkLst>
            <pc:docMk/>
            <pc:sldMk cId="3881461766" sldId="802"/>
            <ac:spMk id="11" creationId="{90E77283-37FE-BEE7-0D17-7A8B5C56EC80}"/>
          </ac:spMkLst>
        </pc:spChg>
        <pc:picChg chg="mod">
          <ac:chgData name="Chittaranjan Hens" userId="6fc03958433e8a43" providerId="LiveId" clId="{242CDC62-BAA5-45CA-B575-DF83B0C7730B}" dt="2023-12-11T06:19:04.737" v="270" actId="1076"/>
          <ac:picMkLst>
            <pc:docMk/>
            <pc:sldMk cId="3881461766" sldId="802"/>
            <ac:picMk id="3" creationId="{65D346DF-3D53-987B-A7CA-BEA0A9C6909D}"/>
          </ac:picMkLst>
        </pc:picChg>
        <pc:picChg chg="mod">
          <ac:chgData name="Chittaranjan Hens" userId="6fc03958433e8a43" providerId="LiveId" clId="{242CDC62-BAA5-45CA-B575-DF83B0C7730B}" dt="2023-12-11T06:19:04.737" v="270" actId="1076"/>
          <ac:picMkLst>
            <pc:docMk/>
            <pc:sldMk cId="3881461766" sldId="802"/>
            <ac:picMk id="20" creationId="{7EDDE352-7C4F-58C1-01C1-70DD93F5D11E}"/>
          </ac:picMkLst>
        </pc:picChg>
        <pc:cxnChg chg="mod">
          <ac:chgData name="Chittaranjan Hens" userId="6fc03958433e8a43" providerId="LiveId" clId="{242CDC62-BAA5-45CA-B575-DF83B0C7730B}" dt="2023-12-11T06:19:04.737" v="270" actId="1076"/>
          <ac:cxnSpMkLst>
            <pc:docMk/>
            <pc:sldMk cId="3881461766" sldId="802"/>
            <ac:cxnSpMk id="22" creationId="{376CB290-A62A-3829-3ED7-B2155694D199}"/>
          </ac:cxnSpMkLst>
        </pc:cxnChg>
        <pc:cxnChg chg="mod">
          <ac:chgData name="Chittaranjan Hens" userId="6fc03958433e8a43" providerId="LiveId" clId="{242CDC62-BAA5-45CA-B575-DF83B0C7730B}" dt="2023-12-11T06:19:04.737" v="270" actId="1076"/>
          <ac:cxnSpMkLst>
            <pc:docMk/>
            <pc:sldMk cId="3881461766" sldId="802"/>
            <ac:cxnSpMk id="25" creationId="{4E6EE751-C5DC-D19B-956C-33B0C78A9940}"/>
          </ac:cxnSpMkLst>
        </pc:cxnChg>
      </pc:sldChg>
      <pc:sldChg chg="addSp modSp new del">
        <pc:chgData name="Chittaranjan Hens" userId="6fc03958433e8a43" providerId="LiveId" clId="{242CDC62-BAA5-45CA-B575-DF83B0C7730B}" dt="2023-12-11T06:38:06.354" v="347" actId="47"/>
        <pc:sldMkLst>
          <pc:docMk/>
          <pc:sldMk cId="1338500421" sldId="803"/>
        </pc:sldMkLst>
        <pc:spChg chg="add mod">
          <ac:chgData name="Chittaranjan Hens" userId="6fc03958433e8a43" providerId="LiveId" clId="{242CDC62-BAA5-45CA-B575-DF83B0C7730B}" dt="2023-12-11T06:33:12.708" v="278"/>
          <ac:spMkLst>
            <pc:docMk/>
            <pc:sldMk cId="1338500421" sldId="803"/>
            <ac:spMk id="2" creationId="{C28AF529-C737-098D-3155-7E520B115A44}"/>
          </ac:spMkLst>
        </pc:spChg>
        <pc:spChg chg="add mod">
          <ac:chgData name="Chittaranjan Hens" userId="6fc03958433e8a43" providerId="LiveId" clId="{242CDC62-BAA5-45CA-B575-DF83B0C7730B}" dt="2023-12-11T06:33:12.708" v="278"/>
          <ac:spMkLst>
            <pc:docMk/>
            <pc:sldMk cId="1338500421" sldId="803"/>
            <ac:spMk id="3" creationId="{BC4BDA2C-966D-FB90-996E-E5ACEAF59CED}"/>
          </ac:spMkLst>
        </pc:spChg>
        <pc:graphicFrameChg chg="add mod">
          <ac:chgData name="Chittaranjan Hens" userId="6fc03958433e8a43" providerId="LiveId" clId="{242CDC62-BAA5-45CA-B575-DF83B0C7730B}" dt="2023-12-11T06:33:12.708" v="278"/>
          <ac:graphicFrameMkLst>
            <pc:docMk/>
            <pc:sldMk cId="1338500421" sldId="803"/>
            <ac:graphicFrameMk id="4" creationId="{7F42DAEA-A068-96F9-8ABF-789A723063AA}"/>
          </ac:graphicFrameMkLst>
        </pc:graphicFrameChg>
        <pc:graphicFrameChg chg="add mod">
          <ac:chgData name="Chittaranjan Hens" userId="6fc03958433e8a43" providerId="LiveId" clId="{242CDC62-BAA5-45CA-B575-DF83B0C7730B}" dt="2023-12-11T06:33:12.708" v="278"/>
          <ac:graphicFrameMkLst>
            <pc:docMk/>
            <pc:sldMk cId="1338500421" sldId="803"/>
            <ac:graphicFrameMk id="5" creationId="{F9A4647F-B45D-3632-448A-CE6F2B271395}"/>
          </ac:graphicFrameMkLst>
        </pc:graphicFrameChg>
        <pc:graphicFrameChg chg="add mod">
          <ac:chgData name="Chittaranjan Hens" userId="6fc03958433e8a43" providerId="LiveId" clId="{242CDC62-BAA5-45CA-B575-DF83B0C7730B}" dt="2023-12-11T06:33:12.708" v="278"/>
          <ac:graphicFrameMkLst>
            <pc:docMk/>
            <pc:sldMk cId="1338500421" sldId="803"/>
            <ac:graphicFrameMk id="6" creationId="{75A77455-955E-F3C6-A10C-D4A759BE720F}"/>
          </ac:graphicFrameMkLst>
        </pc:graphicFrameChg>
      </pc:sldChg>
      <pc:sldChg chg="addSp delSp modSp add mod delAnim modAnim">
        <pc:chgData name="Chittaranjan Hens" userId="6fc03958433e8a43" providerId="LiveId" clId="{242CDC62-BAA5-45CA-B575-DF83B0C7730B}" dt="2023-12-11T11:44:42.072" v="630" actId="478"/>
        <pc:sldMkLst>
          <pc:docMk/>
          <pc:sldMk cId="2186522931" sldId="803"/>
        </pc:sldMkLst>
        <pc:spChg chg="add mod">
          <ac:chgData name="Chittaranjan Hens" userId="6fc03958433e8a43" providerId="LiveId" clId="{242CDC62-BAA5-45CA-B575-DF83B0C7730B}" dt="2023-12-11T11:32:00.866" v="516" actId="1076"/>
          <ac:spMkLst>
            <pc:docMk/>
            <pc:sldMk cId="2186522931" sldId="803"/>
            <ac:spMk id="7" creationId="{484E0939-2000-2E8A-640E-5FB0FF0FBC49}"/>
          </ac:spMkLst>
        </pc:spChg>
        <pc:spChg chg="del">
          <ac:chgData name="Chittaranjan Hens" userId="6fc03958433e8a43" providerId="LiveId" clId="{242CDC62-BAA5-45CA-B575-DF83B0C7730B}" dt="2023-12-11T06:41:20.712" v="369" actId="478"/>
          <ac:spMkLst>
            <pc:docMk/>
            <pc:sldMk cId="2186522931" sldId="803"/>
            <ac:spMk id="8" creationId="{DA64C183-9848-2AA7-6617-B21584728D1D}"/>
          </ac:spMkLst>
        </pc:spChg>
        <pc:spChg chg="mod">
          <ac:chgData name="Chittaranjan Hens" userId="6fc03958433e8a43" providerId="LiveId" clId="{242CDC62-BAA5-45CA-B575-DF83B0C7730B}" dt="2023-12-11T11:32:03.322" v="517" actId="1076"/>
          <ac:spMkLst>
            <pc:docMk/>
            <pc:sldMk cId="2186522931" sldId="803"/>
            <ac:spMk id="9" creationId="{342A3F29-CCF1-CCB3-CE19-F09ED9C30E69}"/>
          </ac:spMkLst>
        </pc:spChg>
        <pc:spChg chg="add del mod">
          <ac:chgData name="Chittaranjan Hens" userId="6fc03958433e8a43" providerId="LiveId" clId="{242CDC62-BAA5-45CA-B575-DF83B0C7730B}" dt="2023-12-11T11:44:42.072" v="630" actId="478"/>
          <ac:spMkLst>
            <pc:docMk/>
            <pc:sldMk cId="2186522931" sldId="803"/>
            <ac:spMk id="10" creationId="{ACE8A3E7-7888-F8FF-24D7-2440FFDAFDD8}"/>
          </ac:spMkLst>
        </pc:spChg>
        <pc:spChg chg="add mod">
          <ac:chgData name="Chittaranjan Hens" userId="6fc03958433e8a43" providerId="LiveId" clId="{242CDC62-BAA5-45CA-B575-DF83B0C7730B}" dt="2023-12-11T11:44:17.301" v="627" actId="1076"/>
          <ac:spMkLst>
            <pc:docMk/>
            <pc:sldMk cId="2186522931" sldId="803"/>
            <ac:spMk id="13" creationId="{771C3B44-821C-4E66-BABC-69AF18B9C839}"/>
          </ac:spMkLst>
        </pc:spChg>
        <pc:spChg chg="mod">
          <ac:chgData name="Chittaranjan Hens" userId="6fc03958433e8a43" providerId="LiveId" clId="{242CDC62-BAA5-45CA-B575-DF83B0C7730B}" dt="2023-12-11T06:41:29.855" v="372" actId="1076"/>
          <ac:spMkLst>
            <pc:docMk/>
            <pc:sldMk cId="2186522931" sldId="803"/>
            <ac:spMk id="32" creationId="{F8B4F3FE-3B0E-3D08-55DF-87252E61DF96}"/>
          </ac:spMkLst>
        </pc:spChg>
        <pc:spChg chg="mod">
          <ac:chgData name="Chittaranjan Hens" userId="6fc03958433e8a43" providerId="LiveId" clId="{242CDC62-BAA5-45CA-B575-DF83B0C7730B}" dt="2023-12-11T06:41:29.855" v="372" actId="1076"/>
          <ac:spMkLst>
            <pc:docMk/>
            <pc:sldMk cId="2186522931" sldId="803"/>
            <ac:spMk id="33" creationId="{736543FE-DEC7-CD14-CA8B-DBF34E0AC9B8}"/>
          </ac:spMkLst>
        </pc:spChg>
        <pc:spChg chg="mod">
          <ac:chgData name="Chittaranjan Hens" userId="6fc03958433e8a43" providerId="LiveId" clId="{242CDC62-BAA5-45CA-B575-DF83B0C7730B}" dt="2023-12-11T06:41:29.855" v="372" actId="1076"/>
          <ac:spMkLst>
            <pc:docMk/>
            <pc:sldMk cId="2186522931" sldId="803"/>
            <ac:spMk id="37" creationId="{6CD9278D-6BE9-B894-9D0A-26A44F14BAE8}"/>
          </ac:spMkLst>
        </pc:spChg>
        <pc:spChg chg="del">
          <ac:chgData name="Chittaranjan Hens" userId="6fc03958433e8a43" providerId="LiveId" clId="{242CDC62-BAA5-45CA-B575-DF83B0C7730B}" dt="2023-12-11T06:41:20.712" v="369" actId="478"/>
          <ac:spMkLst>
            <pc:docMk/>
            <pc:sldMk cId="2186522931" sldId="803"/>
            <ac:spMk id="40" creationId="{288FEDC1-C8B0-E8AC-21F1-1FC4C8C6F0F0}"/>
          </ac:spMkLst>
        </pc:spChg>
        <pc:picChg chg="mod">
          <ac:chgData name="Chittaranjan Hens" userId="6fc03958433e8a43" providerId="LiveId" clId="{242CDC62-BAA5-45CA-B575-DF83B0C7730B}" dt="2023-12-11T11:44:14.984" v="626" actId="1076"/>
          <ac:picMkLst>
            <pc:docMk/>
            <pc:sldMk cId="2186522931" sldId="803"/>
            <ac:picMk id="3" creationId="{65D346DF-3D53-987B-A7CA-BEA0A9C6909D}"/>
          </ac:picMkLst>
        </pc:picChg>
        <pc:picChg chg="add del mod">
          <ac:chgData name="Chittaranjan Hens" userId="6fc03958433e8a43" providerId="LiveId" clId="{242CDC62-BAA5-45CA-B575-DF83B0C7730B}" dt="2023-12-11T11:43:15.792" v="612" actId="478"/>
          <ac:picMkLst>
            <pc:docMk/>
            <pc:sldMk cId="2186522931" sldId="803"/>
            <ac:picMk id="6" creationId="{C1AF87C2-DE1A-0AAA-3DA2-E161A9A265CC}"/>
          </ac:picMkLst>
        </pc:picChg>
        <pc:picChg chg="mod">
          <ac:chgData name="Chittaranjan Hens" userId="6fc03958433e8a43" providerId="LiveId" clId="{242CDC62-BAA5-45CA-B575-DF83B0C7730B}" dt="2023-12-11T06:41:33.368" v="374" actId="1076"/>
          <ac:picMkLst>
            <pc:docMk/>
            <pc:sldMk cId="2186522931" sldId="803"/>
            <ac:picMk id="20" creationId="{7EDDE352-7C4F-58C1-01C1-70DD93F5D11E}"/>
          </ac:picMkLst>
        </pc:picChg>
      </pc:sldChg>
      <pc:sldChg chg="del">
        <pc:chgData name="Chittaranjan Hens" userId="6fc03958433e8a43" providerId="LiveId" clId="{242CDC62-BAA5-45CA-B575-DF83B0C7730B}" dt="2023-12-11T05:46:59.047" v="102" actId="47"/>
        <pc:sldMkLst>
          <pc:docMk/>
          <pc:sldMk cId="3015535421" sldId="803"/>
        </pc:sldMkLst>
      </pc:sldChg>
      <pc:sldChg chg="del">
        <pc:chgData name="Chittaranjan Hens" userId="6fc03958433e8a43" providerId="LiveId" clId="{242CDC62-BAA5-45CA-B575-DF83B0C7730B}" dt="2023-12-11T05:46:59.611" v="103" actId="47"/>
        <pc:sldMkLst>
          <pc:docMk/>
          <pc:sldMk cId="838219196" sldId="804"/>
        </pc:sldMkLst>
      </pc:sldChg>
      <pc:sldChg chg="addSp delSp modSp add mod modAnim">
        <pc:chgData name="Chittaranjan Hens" userId="6fc03958433e8a43" providerId="LiveId" clId="{242CDC62-BAA5-45CA-B575-DF83B0C7730B}" dt="2023-12-11T11:53:44.740" v="798" actId="478"/>
        <pc:sldMkLst>
          <pc:docMk/>
          <pc:sldMk cId="2843664308" sldId="804"/>
        </pc:sldMkLst>
        <pc:spChg chg="add mod">
          <ac:chgData name="Chittaranjan Hens" userId="6fc03958433e8a43" providerId="LiveId" clId="{242CDC62-BAA5-45CA-B575-DF83B0C7730B}" dt="2023-12-11T11:33:46.191" v="551" actId="1076"/>
          <ac:spMkLst>
            <pc:docMk/>
            <pc:sldMk cId="2843664308" sldId="804"/>
            <ac:spMk id="4" creationId="{7F0AB6B6-EB65-26A5-DD2D-39E928E672B5}"/>
          </ac:spMkLst>
        </pc:spChg>
        <pc:spChg chg="del">
          <ac:chgData name="Chittaranjan Hens" userId="6fc03958433e8a43" providerId="LiveId" clId="{242CDC62-BAA5-45CA-B575-DF83B0C7730B}" dt="2023-12-11T11:32:33.081" v="523" actId="478"/>
          <ac:spMkLst>
            <pc:docMk/>
            <pc:sldMk cId="2843664308" sldId="804"/>
            <ac:spMk id="7" creationId="{484E0939-2000-2E8A-640E-5FB0FF0FBC49}"/>
          </ac:spMkLst>
        </pc:spChg>
        <pc:spChg chg="add mod">
          <ac:chgData name="Chittaranjan Hens" userId="6fc03958433e8a43" providerId="LiveId" clId="{242CDC62-BAA5-45CA-B575-DF83B0C7730B}" dt="2023-12-11T11:36:09.839" v="576" actId="20577"/>
          <ac:spMkLst>
            <pc:docMk/>
            <pc:sldMk cId="2843664308" sldId="804"/>
            <ac:spMk id="8" creationId="{71A7D5DB-F07F-55FF-2962-12F029981A71}"/>
          </ac:spMkLst>
        </pc:spChg>
        <pc:spChg chg="del">
          <ac:chgData name="Chittaranjan Hens" userId="6fc03958433e8a43" providerId="LiveId" clId="{242CDC62-BAA5-45CA-B575-DF83B0C7730B}" dt="2023-12-11T11:32:22.910" v="522" actId="478"/>
          <ac:spMkLst>
            <pc:docMk/>
            <pc:sldMk cId="2843664308" sldId="804"/>
            <ac:spMk id="9" creationId="{342A3F29-CCF1-CCB3-CE19-F09ED9C30E69}"/>
          </ac:spMkLst>
        </pc:spChg>
        <pc:spChg chg="del mod">
          <ac:chgData name="Chittaranjan Hens" userId="6fc03958433e8a43" providerId="LiveId" clId="{242CDC62-BAA5-45CA-B575-DF83B0C7730B}" dt="2023-12-11T11:34:48.635" v="568" actId="478"/>
          <ac:spMkLst>
            <pc:docMk/>
            <pc:sldMk cId="2843664308" sldId="804"/>
            <ac:spMk id="10" creationId="{ACE8A3E7-7888-F8FF-24D7-2440FFDAFDD8}"/>
          </ac:spMkLst>
        </pc:spChg>
        <pc:spChg chg="add del mod">
          <ac:chgData name="Chittaranjan Hens" userId="6fc03958433e8a43" providerId="LiveId" clId="{242CDC62-BAA5-45CA-B575-DF83B0C7730B}" dt="2023-12-11T11:45:46.911" v="639" actId="478"/>
          <ac:spMkLst>
            <pc:docMk/>
            <pc:sldMk cId="2843664308" sldId="804"/>
            <ac:spMk id="12" creationId="{A3DD777E-9C51-A5E6-08E5-B5D61F2584ED}"/>
          </ac:spMkLst>
        </pc:spChg>
        <pc:spChg chg="add mod">
          <ac:chgData name="Chittaranjan Hens" userId="6fc03958433e8a43" providerId="LiveId" clId="{242CDC62-BAA5-45CA-B575-DF83B0C7730B}" dt="2023-12-11T11:45:12.350" v="635" actId="1076"/>
          <ac:spMkLst>
            <pc:docMk/>
            <pc:sldMk cId="2843664308" sldId="804"/>
            <ac:spMk id="13" creationId="{A570B637-8480-A0E9-A1A7-ABC6E1B4C45F}"/>
          </ac:spMkLst>
        </pc:spChg>
        <pc:spChg chg="add del mod">
          <ac:chgData name="Chittaranjan Hens" userId="6fc03958433e8a43" providerId="LiveId" clId="{242CDC62-BAA5-45CA-B575-DF83B0C7730B}" dt="2023-12-11T11:45:46.911" v="639" actId="478"/>
          <ac:spMkLst>
            <pc:docMk/>
            <pc:sldMk cId="2843664308" sldId="804"/>
            <ac:spMk id="14" creationId="{9F488F6C-CBCC-39EC-68B2-32A6F4264052}"/>
          </ac:spMkLst>
        </pc:spChg>
        <pc:spChg chg="add del mod">
          <ac:chgData name="Chittaranjan Hens" userId="6fc03958433e8a43" providerId="LiveId" clId="{242CDC62-BAA5-45CA-B575-DF83B0C7730B}" dt="2023-12-11T11:47:34.252" v="643"/>
          <ac:spMkLst>
            <pc:docMk/>
            <pc:sldMk cId="2843664308" sldId="804"/>
            <ac:spMk id="15" creationId="{87A39DCE-7065-E222-FB76-90A7A37FCC7D}"/>
          </ac:spMkLst>
        </pc:spChg>
        <pc:picChg chg="mod">
          <ac:chgData name="Chittaranjan Hens" userId="6fc03958433e8a43" providerId="LiveId" clId="{242CDC62-BAA5-45CA-B575-DF83B0C7730B}" dt="2023-12-11T11:34:53.940" v="571" actId="1076"/>
          <ac:picMkLst>
            <pc:docMk/>
            <pc:sldMk cId="2843664308" sldId="804"/>
            <ac:picMk id="3" creationId="{65D346DF-3D53-987B-A7CA-BEA0A9C6909D}"/>
          </ac:picMkLst>
        </pc:picChg>
        <pc:picChg chg="del mod">
          <ac:chgData name="Chittaranjan Hens" userId="6fc03958433e8a43" providerId="LiveId" clId="{242CDC62-BAA5-45CA-B575-DF83B0C7730B}" dt="2023-12-11T11:53:44.740" v="798" actId="478"/>
          <ac:picMkLst>
            <pc:docMk/>
            <pc:sldMk cId="2843664308" sldId="804"/>
            <ac:picMk id="6" creationId="{C1AF87C2-DE1A-0AAA-3DA2-E161A9A265CC}"/>
          </ac:picMkLst>
        </pc:picChg>
      </pc:sldChg>
      <pc:sldChg chg="addSp delSp modSp add mod modAnim">
        <pc:chgData name="Chittaranjan Hens" userId="6fc03958433e8a43" providerId="LiveId" clId="{242CDC62-BAA5-45CA-B575-DF83B0C7730B}" dt="2023-12-11T11:45:01.865" v="634"/>
        <pc:sldMkLst>
          <pc:docMk/>
          <pc:sldMk cId="1340176718" sldId="805"/>
        </pc:sldMkLst>
        <pc:spChg chg="add mod">
          <ac:chgData name="Chittaranjan Hens" userId="6fc03958433e8a43" providerId="LiveId" clId="{242CDC62-BAA5-45CA-B575-DF83B0C7730B}" dt="2023-12-11T11:44:51.939" v="632"/>
          <ac:spMkLst>
            <pc:docMk/>
            <pc:sldMk cId="1340176718" sldId="805"/>
            <ac:spMk id="4" creationId="{49F4FA06-107F-D198-2206-D04C0E96DD2D}"/>
          </ac:spMkLst>
        </pc:spChg>
        <pc:spChg chg="add mod">
          <ac:chgData name="Chittaranjan Hens" userId="6fc03958433e8a43" providerId="LiveId" clId="{242CDC62-BAA5-45CA-B575-DF83B0C7730B}" dt="2023-12-11T11:44:51.939" v="632"/>
          <ac:spMkLst>
            <pc:docMk/>
            <pc:sldMk cId="1340176718" sldId="805"/>
            <ac:spMk id="6" creationId="{B4017ABA-BA23-0DDE-81E9-E51A742557C9}"/>
          </ac:spMkLst>
        </pc:spChg>
        <pc:spChg chg="del">
          <ac:chgData name="Chittaranjan Hens" userId="6fc03958433e8a43" providerId="LiveId" clId="{242CDC62-BAA5-45CA-B575-DF83B0C7730B}" dt="2023-12-11T11:44:50.515" v="631" actId="478"/>
          <ac:spMkLst>
            <pc:docMk/>
            <pc:sldMk cId="1340176718" sldId="805"/>
            <ac:spMk id="9" creationId="{342A3F29-CCF1-CCB3-CE19-F09ED9C30E69}"/>
          </ac:spMkLst>
        </pc:spChg>
        <pc:spChg chg="del">
          <ac:chgData name="Chittaranjan Hens" userId="6fc03958433e8a43" providerId="LiveId" clId="{242CDC62-BAA5-45CA-B575-DF83B0C7730B}" dt="2023-12-11T11:44:50.515" v="631" actId="478"/>
          <ac:spMkLst>
            <pc:docMk/>
            <pc:sldMk cId="1340176718" sldId="805"/>
            <ac:spMk id="13" creationId="{771C3B44-821C-4E66-BABC-69AF18B9C839}"/>
          </ac:spMkLst>
        </pc:spChg>
      </pc:sldChg>
      <pc:sldChg chg="del">
        <pc:chgData name="Chittaranjan Hens" userId="6fc03958433e8a43" providerId="LiveId" clId="{242CDC62-BAA5-45CA-B575-DF83B0C7730B}" dt="2023-12-11T05:47:00.211" v="104" actId="47"/>
        <pc:sldMkLst>
          <pc:docMk/>
          <pc:sldMk cId="2036796599" sldId="805"/>
        </pc:sldMkLst>
      </pc:sldChg>
      <pc:sldChg chg="addSp delSp modSp add mod">
        <pc:chgData name="Chittaranjan Hens" userId="6fc03958433e8a43" providerId="LiveId" clId="{242CDC62-BAA5-45CA-B575-DF83B0C7730B}" dt="2023-12-11T11:53:46.750" v="799" actId="478"/>
        <pc:sldMkLst>
          <pc:docMk/>
          <pc:sldMk cId="1770559957" sldId="806"/>
        </pc:sldMkLst>
        <pc:spChg chg="add del mod">
          <ac:chgData name="Chittaranjan Hens" userId="6fc03958433e8a43" providerId="LiveId" clId="{242CDC62-BAA5-45CA-B575-DF83B0C7730B}" dt="2023-12-11T11:48:55.539" v="664" actId="478"/>
          <ac:spMkLst>
            <pc:docMk/>
            <pc:sldMk cId="1770559957" sldId="806"/>
            <ac:spMk id="7" creationId="{D5E51177-1FDD-4925-0CDE-87CA9317E184}"/>
          </ac:spMkLst>
        </pc:spChg>
        <pc:spChg chg="mod">
          <ac:chgData name="Chittaranjan Hens" userId="6fc03958433e8a43" providerId="LiveId" clId="{242CDC62-BAA5-45CA-B575-DF83B0C7730B}" dt="2023-12-11T11:53:09.204" v="797" actId="207"/>
          <ac:spMkLst>
            <pc:docMk/>
            <pc:sldMk cId="1770559957" sldId="806"/>
            <ac:spMk id="14" creationId="{9F488F6C-CBCC-39EC-68B2-32A6F4264052}"/>
          </ac:spMkLst>
        </pc:spChg>
        <pc:picChg chg="del">
          <ac:chgData name="Chittaranjan Hens" userId="6fc03958433e8a43" providerId="LiveId" clId="{242CDC62-BAA5-45CA-B575-DF83B0C7730B}" dt="2023-12-11T11:53:46.750" v="799" actId="478"/>
          <ac:picMkLst>
            <pc:docMk/>
            <pc:sldMk cId="1770559957" sldId="806"/>
            <ac:picMk id="6" creationId="{C1AF87C2-DE1A-0AAA-3DA2-E161A9A265CC}"/>
          </ac:picMkLst>
        </pc:picChg>
      </pc:sldChg>
      <pc:sldChg chg="del">
        <pc:chgData name="Chittaranjan Hens" userId="6fc03958433e8a43" providerId="LiveId" clId="{242CDC62-BAA5-45CA-B575-DF83B0C7730B}" dt="2023-12-11T05:47:00.527" v="105" actId="47"/>
        <pc:sldMkLst>
          <pc:docMk/>
          <pc:sldMk cId="1859731402" sldId="806"/>
        </pc:sldMkLst>
      </pc:sldChg>
      <pc:sldChg chg="addSp delSp modSp add mod">
        <pc:chgData name="Chittaranjan Hens" userId="6fc03958433e8a43" providerId="LiveId" clId="{242CDC62-BAA5-45CA-B575-DF83B0C7730B}" dt="2023-12-11T11:53:04.435" v="796" actId="207"/>
        <pc:sldMkLst>
          <pc:docMk/>
          <pc:sldMk cId="2941746403" sldId="807"/>
        </pc:sldMkLst>
        <pc:spChg chg="del">
          <ac:chgData name="Chittaranjan Hens" userId="6fc03958433e8a43" providerId="LiveId" clId="{242CDC62-BAA5-45CA-B575-DF83B0C7730B}" dt="2023-12-11T11:49:08.346" v="665" actId="478"/>
          <ac:spMkLst>
            <pc:docMk/>
            <pc:sldMk cId="2941746403" sldId="807"/>
            <ac:spMk id="4" creationId="{7F0AB6B6-EB65-26A5-DD2D-39E928E672B5}"/>
          </ac:spMkLst>
        </pc:spChg>
        <pc:spChg chg="mod">
          <ac:chgData name="Chittaranjan Hens" userId="6fc03958433e8a43" providerId="LiveId" clId="{242CDC62-BAA5-45CA-B575-DF83B0C7730B}" dt="2023-12-11T11:53:02.240" v="795" actId="207"/>
          <ac:spMkLst>
            <pc:docMk/>
            <pc:sldMk cId="2941746403" sldId="807"/>
            <ac:spMk id="7" creationId="{D5E51177-1FDD-4925-0CDE-87CA9317E184}"/>
          </ac:spMkLst>
        </pc:spChg>
        <pc:spChg chg="del">
          <ac:chgData name="Chittaranjan Hens" userId="6fc03958433e8a43" providerId="LiveId" clId="{242CDC62-BAA5-45CA-B575-DF83B0C7730B}" dt="2023-12-11T11:49:08.346" v="665" actId="478"/>
          <ac:spMkLst>
            <pc:docMk/>
            <pc:sldMk cId="2941746403" sldId="807"/>
            <ac:spMk id="8" creationId="{71A7D5DB-F07F-55FF-2962-12F029981A71}"/>
          </ac:spMkLst>
        </pc:spChg>
        <pc:spChg chg="add del mod">
          <ac:chgData name="Chittaranjan Hens" userId="6fc03958433e8a43" providerId="LiveId" clId="{242CDC62-BAA5-45CA-B575-DF83B0C7730B}" dt="2023-12-11T11:52:38.865" v="790"/>
          <ac:spMkLst>
            <pc:docMk/>
            <pc:sldMk cId="2941746403" sldId="807"/>
            <ac:spMk id="9" creationId="{FE2E167E-5F78-F7AF-8B0D-C697AC3F13FD}"/>
          </ac:spMkLst>
        </pc:spChg>
        <pc:spChg chg="add mod">
          <ac:chgData name="Chittaranjan Hens" userId="6fc03958433e8a43" providerId="LiveId" clId="{242CDC62-BAA5-45CA-B575-DF83B0C7730B}" dt="2023-12-11T11:53:04.435" v="796" actId="207"/>
          <ac:spMkLst>
            <pc:docMk/>
            <pc:sldMk cId="2941746403" sldId="807"/>
            <ac:spMk id="10" creationId="{B051BEFB-A2A8-467E-4DFD-7A13FA09F8F9}"/>
          </ac:spMkLst>
        </pc:spChg>
        <pc:spChg chg="del">
          <ac:chgData name="Chittaranjan Hens" userId="6fc03958433e8a43" providerId="LiveId" clId="{242CDC62-BAA5-45CA-B575-DF83B0C7730B}" dt="2023-12-11T11:49:08.346" v="665" actId="478"/>
          <ac:spMkLst>
            <pc:docMk/>
            <pc:sldMk cId="2941746403" sldId="807"/>
            <ac:spMk id="12" creationId="{A3DD777E-9C51-A5E6-08E5-B5D61F2584ED}"/>
          </ac:spMkLst>
        </pc:spChg>
        <pc:spChg chg="del">
          <ac:chgData name="Chittaranjan Hens" userId="6fc03958433e8a43" providerId="LiveId" clId="{242CDC62-BAA5-45CA-B575-DF83B0C7730B}" dt="2023-12-11T11:49:08.346" v="665" actId="478"/>
          <ac:spMkLst>
            <pc:docMk/>
            <pc:sldMk cId="2941746403" sldId="807"/>
            <ac:spMk id="14" creationId="{9F488F6C-CBCC-39EC-68B2-32A6F4264052}"/>
          </ac:spMkLst>
        </pc:spChg>
        <pc:picChg chg="mod">
          <ac:chgData name="Chittaranjan Hens" userId="6fc03958433e8a43" providerId="LiveId" clId="{242CDC62-BAA5-45CA-B575-DF83B0C7730B}" dt="2023-12-11T11:52:44.845" v="793" actId="1076"/>
          <ac:picMkLst>
            <pc:docMk/>
            <pc:sldMk cId="2941746403" sldId="807"/>
            <ac:picMk id="3" creationId="{65D346DF-3D53-987B-A7CA-BEA0A9C6909D}"/>
          </ac:picMkLst>
        </pc:picChg>
        <pc:picChg chg="del">
          <ac:chgData name="Chittaranjan Hens" userId="6fc03958433e8a43" providerId="LiveId" clId="{242CDC62-BAA5-45CA-B575-DF83B0C7730B}" dt="2023-12-11T11:52:38.861" v="788" actId="478"/>
          <ac:picMkLst>
            <pc:docMk/>
            <pc:sldMk cId="2941746403" sldId="807"/>
            <ac:picMk id="6" creationId="{C1AF87C2-DE1A-0AAA-3DA2-E161A9A265CC}"/>
          </ac:picMkLst>
        </pc:picChg>
      </pc:sldChg>
      <pc:sldChg chg="del">
        <pc:chgData name="Chittaranjan Hens" userId="6fc03958433e8a43" providerId="LiveId" clId="{242CDC62-BAA5-45CA-B575-DF83B0C7730B}" dt="2023-12-11T05:47:01.126" v="106" actId="47"/>
        <pc:sldMkLst>
          <pc:docMk/>
          <pc:sldMk cId="3933473443" sldId="807"/>
        </pc:sldMkLst>
      </pc:sldChg>
      <pc:sldChg chg="del">
        <pc:chgData name="Chittaranjan Hens" userId="6fc03958433e8a43" providerId="LiveId" clId="{242CDC62-BAA5-45CA-B575-DF83B0C7730B}" dt="2023-12-11T05:47:01.934" v="107" actId="47"/>
        <pc:sldMkLst>
          <pc:docMk/>
          <pc:sldMk cId="169064042" sldId="808"/>
        </pc:sldMkLst>
      </pc:sldChg>
      <pc:sldChg chg="addSp delSp modSp new del mod ord setBg setClrOvrMap">
        <pc:chgData name="Chittaranjan Hens" userId="6fc03958433e8a43" providerId="LiveId" clId="{242CDC62-BAA5-45CA-B575-DF83B0C7730B}" dt="2023-12-11T13:04:06.649" v="1028" actId="47"/>
        <pc:sldMkLst>
          <pc:docMk/>
          <pc:sldMk cId="2158802818" sldId="808"/>
        </pc:sldMkLst>
        <pc:spChg chg="del">
          <ac:chgData name="Chittaranjan Hens" userId="6fc03958433e8a43" providerId="LiveId" clId="{242CDC62-BAA5-45CA-B575-DF83B0C7730B}" dt="2023-12-11T12:53:18.218" v="802" actId="478"/>
          <ac:spMkLst>
            <pc:docMk/>
            <pc:sldMk cId="2158802818" sldId="808"/>
            <ac:spMk id="2" creationId="{455811CE-4333-EC7D-3C28-B6DB0BA234B0}"/>
          </ac:spMkLst>
        </pc:spChg>
        <pc:spChg chg="del">
          <ac:chgData name="Chittaranjan Hens" userId="6fc03958433e8a43" providerId="LiveId" clId="{242CDC62-BAA5-45CA-B575-DF83B0C7730B}" dt="2023-12-11T12:53:17.537" v="801" actId="478"/>
          <ac:spMkLst>
            <pc:docMk/>
            <pc:sldMk cId="2158802818" sldId="808"/>
            <ac:spMk id="3" creationId="{99E155BA-1A11-03D0-FDF2-C8A6CB4643CC}"/>
          </ac:spMkLst>
        </pc:spChg>
        <pc:spChg chg="add del mod">
          <ac:chgData name="Chittaranjan Hens" userId="6fc03958433e8a43" providerId="LiveId" clId="{242CDC62-BAA5-45CA-B575-DF83B0C7730B}" dt="2023-12-11T12:54:48.028" v="838" actId="478"/>
          <ac:spMkLst>
            <pc:docMk/>
            <pc:sldMk cId="2158802818" sldId="808"/>
            <ac:spMk id="4" creationId="{ED661BDF-C13D-A546-CAB6-14436F1CDC46}"/>
          </ac:spMkLst>
        </pc:spChg>
        <pc:spChg chg="add mod">
          <ac:chgData name="Chittaranjan Hens" userId="6fc03958433e8a43" providerId="LiveId" clId="{242CDC62-BAA5-45CA-B575-DF83B0C7730B}" dt="2023-12-11T12:55:33.266" v="867" actId="27636"/>
          <ac:spMkLst>
            <pc:docMk/>
            <pc:sldMk cId="2158802818" sldId="808"/>
            <ac:spMk id="6" creationId="{73CE618E-8389-7575-DE87-A30FB2B94934}"/>
          </ac:spMkLst>
        </pc:spChg>
        <pc:spChg chg="add del mod replId">
          <ac:chgData name="Chittaranjan Hens" userId="6fc03958433e8a43" providerId="LiveId" clId="{242CDC62-BAA5-45CA-B575-DF83B0C7730B}" dt="2023-12-11T12:53:36.029" v="807" actId="26606"/>
          <ac:spMkLst>
            <pc:docMk/>
            <pc:sldMk cId="2158802818" sldId="808"/>
            <ac:spMk id="7" creationId="{38465771-A187-FA14-6942-B0E5CFF22FA5}"/>
          </ac:spMkLst>
        </pc:spChg>
        <pc:spChg chg="add">
          <ac:chgData name="Chittaranjan Hens" userId="6fc03958433e8a43" providerId="LiveId" clId="{242CDC62-BAA5-45CA-B575-DF83B0C7730B}" dt="2023-12-11T12:53:36.029" v="807" actId="26606"/>
          <ac:spMkLst>
            <pc:docMk/>
            <pc:sldMk cId="2158802818" sldId="808"/>
            <ac:spMk id="10" creationId="{71B2258F-86CA-4D4D-8270-BC05FCDEBFB3}"/>
          </ac:spMkLst>
        </pc:spChg>
        <pc:spChg chg="add mod">
          <ac:chgData name="Chittaranjan Hens" userId="6fc03958433e8a43" providerId="LiveId" clId="{242CDC62-BAA5-45CA-B575-DF83B0C7730B}" dt="2023-12-11T12:56:09.298" v="888" actId="207"/>
          <ac:spMkLst>
            <pc:docMk/>
            <pc:sldMk cId="2158802818" sldId="808"/>
            <ac:spMk id="12" creationId="{BBF103CB-6230-123D-B8A6-2F6247DFDC08}"/>
          </ac:spMkLst>
        </pc:spChg>
        <pc:picChg chg="add">
          <ac:chgData name="Chittaranjan Hens" userId="6fc03958433e8a43" providerId="LiveId" clId="{242CDC62-BAA5-45CA-B575-DF83B0C7730B}" dt="2023-12-11T12:53:36.029" v="807" actId="26606"/>
          <ac:picMkLst>
            <pc:docMk/>
            <pc:sldMk cId="2158802818" sldId="808"/>
            <ac:picMk id="5" creationId="{D21DCAC3-D6C5-DC38-15ED-48C6525B21DC}"/>
          </ac:picMkLst>
        </pc:picChg>
        <pc:picChg chg="add del mod ord replId">
          <ac:chgData name="Chittaranjan Hens" userId="6fc03958433e8a43" providerId="LiveId" clId="{242CDC62-BAA5-45CA-B575-DF83B0C7730B}" dt="2023-12-11T12:53:36.029" v="807" actId="26606"/>
          <ac:picMkLst>
            <pc:docMk/>
            <pc:sldMk cId="2158802818" sldId="808"/>
            <ac:picMk id="8" creationId="{7904DA10-7800-11E8-EA3E-E28CB733580D}"/>
          </ac:picMkLst>
        </pc:picChg>
        <pc:picChg chg="add mod">
          <ac:chgData name="Chittaranjan Hens" userId="6fc03958433e8a43" providerId="LiveId" clId="{242CDC62-BAA5-45CA-B575-DF83B0C7730B}" dt="2023-12-11T12:56:14.158" v="891" actId="1076"/>
          <ac:picMkLst>
            <pc:docMk/>
            <pc:sldMk cId="2158802818" sldId="808"/>
            <ac:picMk id="11" creationId="{E28B91F7-CB2A-CBCC-9E12-EA2A01C93106}"/>
          </ac:picMkLst>
        </pc:picChg>
      </pc:sldChg>
      <pc:sldChg chg="modSp add mod ord">
        <pc:chgData name="Chittaranjan Hens" userId="6fc03958433e8a43" providerId="LiveId" clId="{242CDC62-BAA5-45CA-B575-DF83B0C7730B}" dt="2024-01-22T04:14:56.786" v="1241"/>
        <pc:sldMkLst>
          <pc:docMk/>
          <pc:sldMk cId="884323895" sldId="809"/>
        </pc:sldMkLst>
        <pc:spChg chg="mod">
          <ac:chgData name="Chittaranjan Hens" userId="6fc03958433e8a43" providerId="LiveId" clId="{242CDC62-BAA5-45CA-B575-DF83B0C7730B}" dt="2023-12-11T12:55:37.443" v="868" actId="1076"/>
          <ac:spMkLst>
            <pc:docMk/>
            <pc:sldMk cId="884323895" sldId="809"/>
            <ac:spMk id="4" creationId="{ED661BDF-C13D-A546-CAB6-14436F1CDC46}"/>
          </ac:spMkLst>
        </pc:spChg>
      </pc:sldChg>
      <pc:sldChg chg="del">
        <pc:chgData name="Chittaranjan Hens" userId="6fc03958433e8a43" providerId="LiveId" clId="{242CDC62-BAA5-45CA-B575-DF83B0C7730B}" dt="2023-12-11T05:47:02.577" v="108" actId="47"/>
        <pc:sldMkLst>
          <pc:docMk/>
          <pc:sldMk cId="3040834959" sldId="809"/>
        </pc:sldMkLst>
      </pc:sldChg>
      <pc:sldChg chg="del">
        <pc:chgData name="Chittaranjan Hens" userId="6fc03958433e8a43" providerId="LiveId" clId="{242CDC62-BAA5-45CA-B575-DF83B0C7730B}" dt="2023-12-11T05:47:03.731" v="110" actId="47"/>
        <pc:sldMkLst>
          <pc:docMk/>
          <pc:sldMk cId="1549999715" sldId="810"/>
        </pc:sldMkLst>
      </pc:sldChg>
      <pc:sldChg chg="addSp delSp modSp add mod">
        <pc:chgData name="Chittaranjan Hens" userId="6fc03958433e8a43" providerId="LiveId" clId="{242CDC62-BAA5-45CA-B575-DF83B0C7730B}" dt="2023-12-11T12:58:51.039" v="939" actId="20577"/>
        <pc:sldMkLst>
          <pc:docMk/>
          <pc:sldMk cId="3552623236" sldId="810"/>
        </pc:sldMkLst>
        <pc:spChg chg="add del mod">
          <ac:chgData name="Chittaranjan Hens" userId="6fc03958433e8a43" providerId="LiveId" clId="{242CDC62-BAA5-45CA-B575-DF83B0C7730B}" dt="2023-12-11T12:57:16.166" v="908"/>
          <ac:spMkLst>
            <pc:docMk/>
            <pc:sldMk cId="3552623236" sldId="810"/>
            <ac:spMk id="4" creationId="{95F51EA6-B1D8-0865-9869-D14925459415}"/>
          </ac:spMkLst>
        </pc:spChg>
        <pc:spChg chg="mod">
          <ac:chgData name="Chittaranjan Hens" userId="6fc03958433e8a43" providerId="LiveId" clId="{242CDC62-BAA5-45CA-B575-DF83B0C7730B}" dt="2023-12-11T12:58:51.039" v="939" actId="20577"/>
          <ac:spMkLst>
            <pc:docMk/>
            <pc:sldMk cId="3552623236" sldId="810"/>
            <ac:spMk id="6" creationId="{73CE618E-8389-7575-DE87-A30FB2B94934}"/>
          </ac:spMkLst>
        </pc:spChg>
        <pc:spChg chg="add del mod">
          <ac:chgData name="Chittaranjan Hens" userId="6fc03958433e8a43" providerId="LiveId" clId="{242CDC62-BAA5-45CA-B575-DF83B0C7730B}" dt="2023-12-11T12:57:55.403" v="923"/>
          <ac:spMkLst>
            <pc:docMk/>
            <pc:sldMk cId="3552623236" sldId="810"/>
            <ac:spMk id="7" creationId="{B7BEEECB-804D-251A-8507-4413D899DAA2}"/>
          </ac:spMkLst>
        </pc:spChg>
        <pc:picChg chg="add mod">
          <ac:chgData name="Chittaranjan Hens" userId="6fc03958433e8a43" providerId="LiveId" clId="{242CDC62-BAA5-45CA-B575-DF83B0C7730B}" dt="2023-12-11T12:57:08.885" v="905" actId="1076"/>
          <ac:picMkLst>
            <pc:docMk/>
            <pc:sldMk cId="3552623236" sldId="810"/>
            <ac:picMk id="3" creationId="{8A53F22D-502D-974D-B3F6-6EEE9DE0A324}"/>
          </ac:picMkLst>
        </pc:picChg>
        <pc:picChg chg="add mod">
          <ac:chgData name="Chittaranjan Hens" userId="6fc03958433e8a43" providerId="LiveId" clId="{242CDC62-BAA5-45CA-B575-DF83B0C7730B}" dt="2023-12-11T12:57:54.602" v="921" actId="1076"/>
          <ac:picMkLst>
            <pc:docMk/>
            <pc:sldMk cId="3552623236" sldId="810"/>
            <ac:picMk id="9" creationId="{AB1ED508-A1D6-5C45-21AB-DA8F5282013B}"/>
          </ac:picMkLst>
        </pc:picChg>
        <pc:picChg chg="del">
          <ac:chgData name="Chittaranjan Hens" userId="6fc03958433e8a43" providerId="LiveId" clId="{242CDC62-BAA5-45CA-B575-DF83B0C7730B}" dt="2023-12-11T12:56:45.838" v="893" actId="478"/>
          <ac:picMkLst>
            <pc:docMk/>
            <pc:sldMk cId="3552623236" sldId="810"/>
            <ac:picMk id="11" creationId="{E28B91F7-CB2A-CBCC-9E12-EA2A01C93106}"/>
          </ac:picMkLst>
        </pc:picChg>
      </pc:sldChg>
      <pc:sldChg chg="del">
        <pc:chgData name="Chittaranjan Hens" userId="6fc03958433e8a43" providerId="LiveId" clId="{242CDC62-BAA5-45CA-B575-DF83B0C7730B}" dt="2023-12-11T05:47:04.276" v="111" actId="47"/>
        <pc:sldMkLst>
          <pc:docMk/>
          <pc:sldMk cId="741046171" sldId="811"/>
        </pc:sldMkLst>
      </pc:sldChg>
      <pc:sldChg chg="addSp delSp modSp add mod">
        <pc:chgData name="Chittaranjan Hens" userId="6fc03958433e8a43" providerId="LiveId" clId="{242CDC62-BAA5-45CA-B575-DF83B0C7730B}" dt="2023-12-11T13:00:06.579" v="978" actId="478"/>
        <pc:sldMkLst>
          <pc:docMk/>
          <pc:sldMk cId="2632732666" sldId="811"/>
        </pc:sldMkLst>
        <pc:spChg chg="mod">
          <ac:chgData name="Chittaranjan Hens" userId="6fc03958433e8a43" providerId="LiveId" clId="{242CDC62-BAA5-45CA-B575-DF83B0C7730B}" dt="2023-12-11T12:59:14.414" v="970" actId="20577"/>
          <ac:spMkLst>
            <pc:docMk/>
            <pc:sldMk cId="2632732666" sldId="811"/>
            <ac:spMk id="6" creationId="{73CE618E-8389-7575-DE87-A30FB2B94934}"/>
          </ac:spMkLst>
        </pc:spChg>
        <pc:picChg chg="del">
          <ac:chgData name="Chittaranjan Hens" userId="6fc03958433e8a43" providerId="LiveId" clId="{242CDC62-BAA5-45CA-B575-DF83B0C7730B}" dt="2023-12-11T12:59:07.234" v="949" actId="478"/>
          <ac:picMkLst>
            <pc:docMk/>
            <pc:sldMk cId="2632732666" sldId="811"/>
            <ac:picMk id="3" creationId="{8A53F22D-502D-974D-B3F6-6EEE9DE0A324}"/>
          </ac:picMkLst>
        </pc:picChg>
        <pc:picChg chg="add mod">
          <ac:chgData name="Chittaranjan Hens" userId="6fc03958433e8a43" providerId="LiveId" clId="{242CDC62-BAA5-45CA-B575-DF83B0C7730B}" dt="2023-12-11T12:59:31.320" v="972" actId="1076"/>
          <ac:picMkLst>
            <pc:docMk/>
            <pc:sldMk cId="2632732666" sldId="811"/>
            <ac:picMk id="4" creationId="{ACAB249B-A6A7-3244-F277-9880D8A42570}"/>
          </ac:picMkLst>
        </pc:picChg>
        <pc:picChg chg="add mod">
          <ac:chgData name="Chittaranjan Hens" userId="6fc03958433e8a43" providerId="LiveId" clId="{242CDC62-BAA5-45CA-B575-DF83B0C7730B}" dt="2023-12-11T12:59:45.707" v="974" actId="1076"/>
          <ac:picMkLst>
            <pc:docMk/>
            <pc:sldMk cId="2632732666" sldId="811"/>
            <ac:picMk id="8" creationId="{3307D49F-F288-B593-BEE2-FBAA5A2A8231}"/>
          </ac:picMkLst>
        </pc:picChg>
        <pc:picChg chg="del">
          <ac:chgData name="Chittaranjan Hens" userId="6fc03958433e8a43" providerId="LiveId" clId="{242CDC62-BAA5-45CA-B575-DF83B0C7730B}" dt="2023-12-11T12:59:09.069" v="950" actId="478"/>
          <ac:picMkLst>
            <pc:docMk/>
            <pc:sldMk cId="2632732666" sldId="811"/>
            <ac:picMk id="9" creationId="{AB1ED508-A1D6-5C45-21AB-DA8F5282013B}"/>
          </ac:picMkLst>
        </pc:picChg>
        <pc:picChg chg="add del mod">
          <ac:chgData name="Chittaranjan Hens" userId="6fc03958433e8a43" providerId="LiveId" clId="{242CDC62-BAA5-45CA-B575-DF83B0C7730B}" dt="2023-12-11T13:00:06.579" v="978" actId="478"/>
          <ac:picMkLst>
            <pc:docMk/>
            <pc:sldMk cId="2632732666" sldId="811"/>
            <ac:picMk id="13" creationId="{CE7BCEC3-98F1-8223-5A92-EB754FAA079A}"/>
          </ac:picMkLst>
        </pc:picChg>
      </pc:sldChg>
      <pc:sldChg chg="del">
        <pc:chgData name="Chittaranjan Hens" userId="6fc03958433e8a43" providerId="LiveId" clId="{242CDC62-BAA5-45CA-B575-DF83B0C7730B}" dt="2023-12-11T05:47:04.840" v="112" actId="47"/>
        <pc:sldMkLst>
          <pc:docMk/>
          <pc:sldMk cId="3798143992" sldId="812"/>
        </pc:sldMkLst>
      </pc:sldChg>
      <pc:sldChg chg="add">
        <pc:chgData name="Chittaranjan Hens" userId="6fc03958433e8a43" providerId="LiveId" clId="{242CDC62-BAA5-45CA-B575-DF83B0C7730B}" dt="2023-12-11T13:00:02.265" v="977" actId="2890"/>
        <pc:sldMkLst>
          <pc:docMk/>
          <pc:sldMk cId="3857381154" sldId="812"/>
        </pc:sldMkLst>
      </pc:sldChg>
      <pc:sldChg chg="addSp delSp modSp add mod">
        <pc:chgData name="Chittaranjan Hens" userId="6fc03958433e8a43" providerId="LiveId" clId="{242CDC62-BAA5-45CA-B575-DF83B0C7730B}" dt="2023-12-11T13:01:00.407" v="991" actId="1076"/>
        <pc:sldMkLst>
          <pc:docMk/>
          <pc:sldMk cId="1649750750" sldId="813"/>
        </pc:sldMkLst>
        <pc:picChg chg="add mod">
          <ac:chgData name="Chittaranjan Hens" userId="6fc03958433e8a43" providerId="LiveId" clId="{242CDC62-BAA5-45CA-B575-DF83B0C7730B}" dt="2023-12-11T13:00:46.375" v="987" actId="1076"/>
          <ac:picMkLst>
            <pc:docMk/>
            <pc:sldMk cId="1649750750" sldId="813"/>
            <ac:picMk id="3" creationId="{84A18919-8672-049E-9D8D-A726F0323079}"/>
          </ac:picMkLst>
        </pc:picChg>
        <pc:picChg chg="del mod">
          <ac:chgData name="Chittaranjan Hens" userId="6fc03958433e8a43" providerId="LiveId" clId="{242CDC62-BAA5-45CA-B575-DF83B0C7730B}" dt="2023-12-11T13:00:38.752" v="981" actId="478"/>
          <ac:picMkLst>
            <pc:docMk/>
            <pc:sldMk cId="1649750750" sldId="813"/>
            <ac:picMk id="4" creationId="{ACAB249B-A6A7-3244-F277-9880D8A42570}"/>
          </ac:picMkLst>
        </pc:picChg>
        <pc:picChg chg="del">
          <ac:chgData name="Chittaranjan Hens" userId="6fc03958433e8a43" providerId="LiveId" clId="{242CDC62-BAA5-45CA-B575-DF83B0C7730B}" dt="2023-12-11T13:00:39.982" v="982" actId="478"/>
          <ac:picMkLst>
            <pc:docMk/>
            <pc:sldMk cId="1649750750" sldId="813"/>
            <ac:picMk id="8" creationId="{3307D49F-F288-B593-BEE2-FBAA5A2A8231}"/>
          </ac:picMkLst>
        </pc:picChg>
        <pc:picChg chg="add mod">
          <ac:chgData name="Chittaranjan Hens" userId="6fc03958433e8a43" providerId="LiveId" clId="{242CDC62-BAA5-45CA-B575-DF83B0C7730B}" dt="2023-12-11T13:01:00.407" v="991" actId="1076"/>
          <ac:picMkLst>
            <pc:docMk/>
            <pc:sldMk cId="1649750750" sldId="813"/>
            <ac:picMk id="9" creationId="{D0F1D369-02F1-2B86-A2FB-68D4398468BF}"/>
          </ac:picMkLst>
        </pc:picChg>
        <pc:picChg chg="mod">
          <ac:chgData name="Chittaranjan Hens" userId="6fc03958433e8a43" providerId="LiveId" clId="{242CDC62-BAA5-45CA-B575-DF83B0C7730B}" dt="2023-12-11T13:00:41.179" v="983" actId="1076"/>
          <ac:picMkLst>
            <pc:docMk/>
            <pc:sldMk cId="1649750750" sldId="813"/>
            <ac:picMk id="13" creationId="{CE7BCEC3-98F1-8223-5A92-EB754FAA079A}"/>
          </ac:picMkLst>
        </pc:picChg>
      </pc:sldChg>
      <pc:sldChg chg="del">
        <pc:chgData name="Chittaranjan Hens" userId="6fc03958433e8a43" providerId="LiveId" clId="{242CDC62-BAA5-45CA-B575-DF83B0C7730B}" dt="2023-12-11T05:47:05.991" v="113" actId="47"/>
        <pc:sldMkLst>
          <pc:docMk/>
          <pc:sldMk cId="2533882258" sldId="813"/>
        </pc:sldMkLst>
      </pc:sldChg>
      <pc:sldChg chg="addSp delSp modSp add mod">
        <pc:chgData name="Chittaranjan Hens" userId="6fc03958433e8a43" providerId="LiveId" clId="{242CDC62-BAA5-45CA-B575-DF83B0C7730B}" dt="2023-12-11T13:01:42.155" v="997" actId="14100"/>
        <pc:sldMkLst>
          <pc:docMk/>
          <pc:sldMk cId="402458386" sldId="814"/>
        </pc:sldMkLst>
        <pc:picChg chg="del">
          <ac:chgData name="Chittaranjan Hens" userId="6fc03958433e8a43" providerId="LiveId" clId="{242CDC62-BAA5-45CA-B575-DF83B0C7730B}" dt="2023-12-11T13:01:17.485" v="993" actId="478"/>
          <ac:picMkLst>
            <pc:docMk/>
            <pc:sldMk cId="402458386" sldId="814"/>
            <ac:picMk id="3" creationId="{84A18919-8672-049E-9D8D-A726F0323079}"/>
          </ac:picMkLst>
        </pc:picChg>
        <pc:picChg chg="add mod">
          <ac:chgData name="Chittaranjan Hens" userId="6fc03958433e8a43" providerId="LiveId" clId="{242CDC62-BAA5-45CA-B575-DF83B0C7730B}" dt="2023-12-11T13:01:42.155" v="997" actId="14100"/>
          <ac:picMkLst>
            <pc:docMk/>
            <pc:sldMk cId="402458386" sldId="814"/>
            <ac:picMk id="4" creationId="{3200B02C-57FF-8F4D-533F-E0D5AAF0C47C}"/>
          </ac:picMkLst>
        </pc:picChg>
        <pc:picChg chg="mod">
          <ac:chgData name="Chittaranjan Hens" userId="6fc03958433e8a43" providerId="LiveId" clId="{242CDC62-BAA5-45CA-B575-DF83B0C7730B}" dt="2023-12-11T13:01:19.181" v="994" actId="1076"/>
          <ac:picMkLst>
            <pc:docMk/>
            <pc:sldMk cId="402458386" sldId="814"/>
            <ac:picMk id="9" creationId="{D0F1D369-02F1-2B86-A2FB-68D4398468BF}"/>
          </ac:picMkLst>
        </pc:picChg>
        <pc:picChg chg="del">
          <ac:chgData name="Chittaranjan Hens" userId="6fc03958433e8a43" providerId="LiveId" clId="{242CDC62-BAA5-45CA-B575-DF83B0C7730B}" dt="2023-12-11T13:01:17.485" v="993" actId="478"/>
          <ac:picMkLst>
            <pc:docMk/>
            <pc:sldMk cId="402458386" sldId="814"/>
            <ac:picMk id="13" creationId="{CE7BCEC3-98F1-8223-5A92-EB754FAA079A}"/>
          </ac:picMkLst>
        </pc:picChg>
      </pc:sldChg>
      <pc:sldChg chg="del">
        <pc:chgData name="Chittaranjan Hens" userId="6fc03958433e8a43" providerId="LiveId" clId="{242CDC62-BAA5-45CA-B575-DF83B0C7730B}" dt="2023-12-11T05:46:51.336" v="91" actId="47"/>
        <pc:sldMkLst>
          <pc:docMk/>
          <pc:sldMk cId="2403820814" sldId="814"/>
        </pc:sldMkLst>
      </pc:sldChg>
      <pc:sldChg chg="del">
        <pc:chgData name="Chittaranjan Hens" userId="6fc03958433e8a43" providerId="LiveId" clId="{242CDC62-BAA5-45CA-B575-DF83B0C7730B}" dt="2023-12-11T05:46:58.171" v="101" actId="47"/>
        <pc:sldMkLst>
          <pc:docMk/>
          <pc:sldMk cId="933783063" sldId="815"/>
        </pc:sldMkLst>
      </pc:sldChg>
      <pc:sldChg chg="addSp delSp modSp add mod">
        <pc:chgData name="Chittaranjan Hens" userId="6fc03958433e8a43" providerId="LiveId" clId="{242CDC62-BAA5-45CA-B575-DF83B0C7730B}" dt="2023-12-11T13:02:24.281" v="1008" actId="1076"/>
        <pc:sldMkLst>
          <pc:docMk/>
          <pc:sldMk cId="2147460898" sldId="815"/>
        </pc:sldMkLst>
        <pc:picChg chg="add mod">
          <ac:chgData name="Chittaranjan Hens" userId="6fc03958433e8a43" providerId="LiveId" clId="{242CDC62-BAA5-45CA-B575-DF83B0C7730B}" dt="2023-12-11T13:02:24.281" v="1008" actId="1076"/>
          <ac:picMkLst>
            <pc:docMk/>
            <pc:sldMk cId="2147460898" sldId="815"/>
            <ac:picMk id="3" creationId="{A7651C4C-BFCE-B51D-E266-29BC53B7277E}"/>
          </ac:picMkLst>
        </pc:picChg>
        <pc:picChg chg="mod">
          <ac:chgData name="Chittaranjan Hens" userId="6fc03958433e8a43" providerId="LiveId" clId="{242CDC62-BAA5-45CA-B575-DF83B0C7730B}" dt="2023-12-11T13:02:02.549" v="1000" actId="1076"/>
          <ac:picMkLst>
            <pc:docMk/>
            <pc:sldMk cId="2147460898" sldId="815"/>
            <ac:picMk id="4" creationId="{3200B02C-57FF-8F4D-533F-E0D5AAF0C47C}"/>
          </ac:picMkLst>
        </pc:picChg>
        <pc:picChg chg="del">
          <ac:chgData name="Chittaranjan Hens" userId="6fc03958433e8a43" providerId="LiveId" clId="{242CDC62-BAA5-45CA-B575-DF83B0C7730B}" dt="2023-12-11T13:02:01.139" v="999" actId="478"/>
          <ac:picMkLst>
            <pc:docMk/>
            <pc:sldMk cId="2147460898" sldId="815"/>
            <ac:picMk id="9" creationId="{D0F1D369-02F1-2B86-A2FB-68D4398468BF}"/>
          </ac:picMkLst>
        </pc:picChg>
      </pc:sldChg>
      <pc:sldChg chg="addSp delSp modSp add mod">
        <pc:chgData name="Chittaranjan Hens" userId="6fc03958433e8a43" providerId="LiveId" clId="{242CDC62-BAA5-45CA-B575-DF83B0C7730B}" dt="2023-12-11T13:03:02.180" v="1018" actId="14100"/>
        <pc:sldMkLst>
          <pc:docMk/>
          <pc:sldMk cId="3130142442" sldId="816"/>
        </pc:sldMkLst>
        <pc:picChg chg="mod">
          <ac:chgData name="Chittaranjan Hens" userId="6fc03958433e8a43" providerId="LiveId" clId="{242CDC62-BAA5-45CA-B575-DF83B0C7730B}" dt="2023-12-11T13:02:42.715" v="1013" actId="1076"/>
          <ac:picMkLst>
            <pc:docMk/>
            <pc:sldMk cId="3130142442" sldId="816"/>
            <ac:picMk id="3" creationId="{A7651C4C-BFCE-B51D-E266-29BC53B7277E}"/>
          </ac:picMkLst>
        </pc:picChg>
        <pc:picChg chg="del">
          <ac:chgData name="Chittaranjan Hens" userId="6fc03958433e8a43" providerId="LiveId" clId="{242CDC62-BAA5-45CA-B575-DF83B0C7730B}" dt="2023-12-11T13:02:38.602" v="1010" actId="478"/>
          <ac:picMkLst>
            <pc:docMk/>
            <pc:sldMk cId="3130142442" sldId="816"/>
            <ac:picMk id="4" creationId="{3200B02C-57FF-8F4D-533F-E0D5AAF0C47C}"/>
          </ac:picMkLst>
        </pc:picChg>
        <pc:picChg chg="add mod">
          <ac:chgData name="Chittaranjan Hens" userId="6fc03958433e8a43" providerId="LiveId" clId="{242CDC62-BAA5-45CA-B575-DF83B0C7730B}" dt="2023-12-11T13:03:02.180" v="1018" actId="14100"/>
          <ac:picMkLst>
            <pc:docMk/>
            <pc:sldMk cId="3130142442" sldId="816"/>
            <ac:picMk id="7" creationId="{BD8C1A92-34D8-9B38-0A39-65A7165C8D8A}"/>
          </ac:picMkLst>
        </pc:picChg>
      </pc:sldChg>
      <pc:sldChg chg="addSp delSp modSp add mod">
        <pc:chgData name="Chittaranjan Hens" userId="6fc03958433e8a43" providerId="LiveId" clId="{242CDC62-BAA5-45CA-B575-DF83B0C7730B}" dt="2023-12-11T13:03:46.898" v="1026" actId="14100"/>
        <pc:sldMkLst>
          <pc:docMk/>
          <pc:sldMk cId="90830097" sldId="817"/>
        </pc:sldMkLst>
        <pc:picChg chg="del">
          <ac:chgData name="Chittaranjan Hens" userId="6fc03958433e8a43" providerId="LiveId" clId="{242CDC62-BAA5-45CA-B575-DF83B0C7730B}" dt="2023-12-11T13:03:18.755" v="1020" actId="478"/>
          <ac:picMkLst>
            <pc:docMk/>
            <pc:sldMk cId="90830097" sldId="817"/>
            <ac:picMk id="3" creationId="{A7651C4C-BFCE-B51D-E266-29BC53B7277E}"/>
          </ac:picMkLst>
        </pc:picChg>
        <pc:picChg chg="add mod">
          <ac:chgData name="Chittaranjan Hens" userId="6fc03958433e8a43" providerId="LiveId" clId="{242CDC62-BAA5-45CA-B575-DF83B0C7730B}" dt="2023-12-11T13:03:46.898" v="1026" actId="14100"/>
          <ac:picMkLst>
            <pc:docMk/>
            <pc:sldMk cId="90830097" sldId="817"/>
            <ac:picMk id="4" creationId="{8092F8A2-12DB-839F-8DE8-EDF8AB4ABDA1}"/>
          </ac:picMkLst>
        </pc:picChg>
        <pc:picChg chg="mod">
          <ac:chgData name="Chittaranjan Hens" userId="6fc03958433e8a43" providerId="LiveId" clId="{242CDC62-BAA5-45CA-B575-DF83B0C7730B}" dt="2023-12-11T13:03:44.320" v="1024" actId="1076"/>
          <ac:picMkLst>
            <pc:docMk/>
            <pc:sldMk cId="90830097" sldId="817"/>
            <ac:picMk id="5" creationId="{D21DCAC3-D6C5-DC38-15ED-48C6525B21DC}"/>
          </ac:picMkLst>
        </pc:picChg>
        <pc:picChg chg="del">
          <ac:chgData name="Chittaranjan Hens" userId="6fc03958433e8a43" providerId="LiveId" clId="{242CDC62-BAA5-45CA-B575-DF83B0C7730B}" dt="2023-12-11T13:03:18.755" v="1020" actId="478"/>
          <ac:picMkLst>
            <pc:docMk/>
            <pc:sldMk cId="90830097" sldId="817"/>
            <ac:picMk id="7" creationId="{BD8C1A92-34D8-9B38-0A39-65A7165C8D8A}"/>
          </ac:picMkLst>
        </pc:picChg>
      </pc:sldChg>
      <pc:sldChg chg="addSp modSp add mod">
        <pc:chgData name="Chittaranjan Hens" userId="6fc03958433e8a43" providerId="LiveId" clId="{242CDC62-BAA5-45CA-B575-DF83B0C7730B}" dt="2023-12-11T13:15:30.055" v="1076" actId="1076"/>
        <pc:sldMkLst>
          <pc:docMk/>
          <pc:sldMk cId="625320500" sldId="818"/>
        </pc:sldMkLst>
        <pc:spChg chg="add mod">
          <ac:chgData name="Chittaranjan Hens" userId="6fc03958433e8a43" providerId="LiveId" clId="{242CDC62-BAA5-45CA-B575-DF83B0C7730B}" dt="2023-12-11T13:15:00.566" v="1073" actId="1076"/>
          <ac:spMkLst>
            <pc:docMk/>
            <pc:sldMk cId="625320500" sldId="818"/>
            <ac:spMk id="4" creationId="{A10DD767-D2FF-205B-1BC8-58A6467227DB}"/>
          </ac:spMkLst>
        </pc:spChg>
        <pc:spChg chg="mod">
          <ac:chgData name="Chittaranjan Hens" userId="6fc03958433e8a43" providerId="LiveId" clId="{242CDC62-BAA5-45CA-B575-DF83B0C7730B}" dt="2023-12-11T13:14:52.953" v="1070" actId="6549"/>
          <ac:spMkLst>
            <pc:docMk/>
            <pc:sldMk cId="625320500" sldId="818"/>
            <ac:spMk id="6" creationId="{73CE618E-8389-7575-DE87-A30FB2B94934}"/>
          </ac:spMkLst>
        </pc:spChg>
        <pc:picChg chg="add mod">
          <ac:chgData name="Chittaranjan Hens" userId="6fc03958433e8a43" providerId="LiveId" clId="{242CDC62-BAA5-45CA-B575-DF83B0C7730B}" dt="2023-12-11T13:14:30.569" v="1049" actId="1076"/>
          <ac:picMkLst>
            <pc:docMk/>
            <pc:sldMk cId="625320500" sldId="818"/>
            <ac:picMk id="3" creationId="{908F3E36-C5BF-6043-1817-0530DDA2CBE4}"/>
          </ac:picMkLst>
        </pc:picChg>
        <pc:picChg chg="add mod">
          <ac:chgData name="Chittaranjan Hens" userId="6fc03958433e8a43" providerId="LiveId" clId="{242CDC62-BAA5-45CA-B575-DF83B0C7730B}" dt="2023-12-11T13:15:30.055" v="1076" actId="1076"/>
          <ac:picMkLst>
            <pc:docMk/>
            <pc:sldMk cId="625320500" sldId="818"/>
            <ac:picMk id="8" creationId="{F21DCCFE-5529-938F-E470-C8136C0E7A56}"/>
          </ac:picMkLst>
        </pc:picChg>
        <pc:picChg chg="mod">
          <ac:chgData name="Chittaranjan Hens" userId="6fc03958433e8a43" providerId="LiveId" clId="{242CDC62-BAA5-45CA-B575-DF83B0C7730B}" dt="2023-12-11T13:14:12.622" v="1045" actId="1076"/>
          <ac:picMkLst>
            <pc:docMk/>
            <pc:sldMk cId="625320500" sldId="818"/>
            <ac:picMk id="11" creationId="{E28B91F7-CB2A-CBCC-9E12-EA2A01C93106}"/>
          </ac:picMkLst>
        </pc:picChg>
      </pc:sldChg>
      <pc:sldChg chg="addSp delSp modSp add mod">
        <pc:chgData name="Chittaranjan Hens" userId="6fc03958433e8a43" providerId="LiveId" clId="{242CDC62-BAA5-45CA-B575-DF83B0C7730B}" dt="2023-12-11T13:08:19.862" v="1039" actId="1076"/>
        <pc:sldMkLst>
          <pc:docMk/>
          <pc:sldMk cId="1912767226" sldId="819"/>
        </pc:sldMkLst>
        <pc:picChg chg="add mod">
          <ac:chgData name="Chittaranjan Hens" userId="6fc03958433e8a43" providerId="LiveId" clId="{242CDC62-BAA5-45CA-B575-DF83B0C7730B}" dt="2023-12-11T13:04:21.983" v="1033" actId="1076"/>
          <ac:picMkLst>
            <pc:docMk/>
            <pc:sldMk cId="1912767226" sldId="819"/>
            <ac:picMk id="3" creationId="{C73B41BB-70FC-6191-3470-112A08DB5C7D}"/>
          </ac:picMkLst>
        </pc:picChg>
        <pc:picChg chg="del">
          <ac:chgData name="Chittaranjan Hens" userId="6fc03958433e8a43" providerId="LiveId" clId="{242CDC62-BAA5-45CA-B575-DF83B0C7730B}" dt="2023-12-11T13:04:11.485" v="1030" actId="478"/>
          <ac:picMkLst>
            <pc:docMk/>
            <pc:sldMk cId="1912767226" sldId="819"/>
            <ac:picMk id="4" creationId="{8092F8A2-12DB-839F-8DE8-EDF8AB4ABDA1}"/>
          </ac:picMkLst>
        </pc:picChg>
        <pc:picChg chg="mod">
          <ac:chgData name="Chittaranjan Hens" userId="6fc03958433e8a43" providerId="LiveId" clId="{242CDC62-BAA5-45CA-B575-DF83B0C7730B}" dt="2023-12-11T13:08:16.953" v="1038" actId="1076"/>
          <ac:picMkLst>
            <pc:docMk/>
            <pc:sldMk cId="1912767226" sldId="819"/>
            <ac:picMk id="5" creationId="{D21DCAC3-D6C5-DC38-15ED-48C6525B21DC}"/>
          </ac:picMkLst>
        </pc:picChg>
        <pc:picChg chg="add mod">
          <ac:chgData name="Chittaranjan Hens" userId="6fc03958433e8a43" providerId="LiveId" clId="{242CDC62-BAA5-45CA-B575-DF83B0C7730B}" dt="2023-12-11T13:08:19.862" v="1039" actId="1076"/>
          <ac:picMkLst>
            <pc:docMk/>
            <pc:sldMk cId="1912767226" sldId="819"/>
            <ac:picMk id="8" creationId="{D9DB7B71-D7FC-C333-01AF-22C3C3AAADDA}"/>
          </ac:picMkLst>
        </pc:picChg>
      </pc:sldChg>
      <pc:sldChg chg="addSp delSp modSp add mod">
        <pc:chgData name="Chittaranjan Hens" userId="6fc03958433e8a43" providerId="LiveId" clId="{242CDC62-BAA5-45CA-B575-DF83B0C7730B}" dt="2023-12-11T13:08:56.177" v="1044" actId="1076"/>
        <pc:sldMkLst>
          <pc:docMk/>
          <pc:sldMk cId="1073004540" sldId="820"/>
        </pc:sldMkLst>
        <pc:picChg chg="del">
          <ac:chgData name="Chittaranjan Hens" userId="6fc03958433e8a43" providerId="LiveId" clId="{242CDC62-BAA5-45CA-B575-DF83B0C7730B}" dt="2023-12-11T13:08:50.374" v="1041" actId="478"/>
          <ac:picMkLst>
            <pc:docMk/>
            <pc:sldMk cId="1073004540" sldId="820"/>
            <ac:picMk id="3" creationId="{C73B41BB-70FC-6191-3470-112A08DB5C7D}"/>
          </ac:picMkLst>
        </pc:picChg>
        <pc:picChg chg="add mod">
          <ac:chgData name="Chittaranjan Hens" userId="6fc03958433e8a43" providerId="LiveId" clId="{242CDC62-BAA5-45CA-B575-DF83B0C7730B}" dt="2023-12-11T13:08:56.177" v="1044" actId="1076"/>
          <ac:picMkLst>
            <pc:docMk/>
            <pc:sldMk cId="1073004540" sldId="820"/>
            <ac:picMk id="4" creationId="{96B90129-A889-41BF-9E7A-7F1115AD7901}"/>
          </ac:picMkLst>
        </pc:picChg>
        <pc:picChg chg="del">
          <ac:chgData name="Chittaranjan Hens" userId="6fc03958433e8a43" providerId="LiveId" clId="{242CDC62-BAA5-45CA-B575-DF83B0C7730B}" dt="2023-12-11T13:08:50.374" v="1041" actId="478"/>
          <ac:picMkLst>
            <pc:docMk/>
            <pc:sldMk cId="1073004540" sldId="820"/>
            <ac:picMk id="8" creationId="{D9DB7B71-D7FC-C333-01AF-22C3C3AAADDA}"/>
          </ac:picMkLst>
        </pc:picChg>
      </pc:sldChg>
      <pc:sldChg chg="add del ord">
        <pc:chgData name="Chittaranjan Hens" userId="6fc03958433e8a43" providerId="LiveId" clId="{242CDC62-BAA5-45CA-B575-DF83B0C7730B}" dt="2023-12-11T13:15:37.439" v="1079" actId="47"/>
        <pc:sldMkLst>
          <pc:docMk/>
          <pc:sldMk cId="35971062" sldId="821"/>
        </pc:sldMkLst>
      </pc:sldChg>
      <pc:sldChg chg="delSp modSp add mod">
        <pc:chgData name="Chittaranjan Hens" userId="6fc03958433e8a43" providerId="LiveId" clId="{242CDC62-BAA5-45CA-B575-DF83B0C7730B}" dt="2023-12-11T13:16:00.313" v="1087" actId="14100"/>
        <pc:sldMkLst>
          <pc:docMk/>
          <pc:sldMk cId="3321918180" sldId="821"/>
        </pc:sldMkLst>
        <pc:spChg chg="mod">
          <ac:chgData name="Chittaranjan Hens" userId="6fc03958433e8a43" providerId="LiveId" clId="{242CDC62-BAA5-45CA-B575-DF83B0C7730B}" dt="2023-12-11T13:15:49.891" v="1084" actId="1076"/>
          <ac:spMkLst>
            <pc:docMk/>
            <pc:sldMk cId="3321918180" sldId="821"/>
            <ac:spMk id="4" creationId="{A10DD767-D2FF-205B-1BC8-58A6467227DB}"/>
          </ac:spMkLst>
        </pc:spChg>
        <pc:picChg chg="del">
          <ac:chgData name="Chittaranjan Hens" userId="6fc03958433e8a43" providerId="LiveId" clId="{242CDC62-BAA5-45CA-B575-DF83B0C7730B}" dt="2023-12-11T13:15:42.415" v="1081" actId="478"/>
          <ac:picMkLst>
            <pc:docMk/>
            <pc:sldMk cId="3321918180" sldId="821"/>
            <ac:picMk id="3" creationId="{908F3E36-C5BF-6043-1817-0530DDA2CBE4}"/>
          </ac:picMkLst>
        </pc:picChg>
        <pc:picChg chg="del">
          <ac:chgData name="Chittaranjan Hens" userId="6fc03958433e8a43" providerId="LiveId" clId="{242CDC62-BAA5-45CA-B575-DF83B0C7730B}" dt="2023-12-11T13:15:43.277" v="1082" actId="478"/>
          <ac:picMkLst>
            <pc:docMk/>
            <pc:sldMk cId="3321918180" sldId="821"/>
            <ac:picMk id="8" creationId="{F21DCCFE-5529-938F-E470-C8136C0E7A56}"/>
          </ac:picMkLst>
        </pc:picChg>
        <pc:picChg chg="mod modCrop">
          <ac:chgData name="Chittaranjan Hens" userId="6fc03958433e8a43" providerId="LiveId" clId="{242CDC62-BAA5-45CA-B575-DF83B0C7730B}" dt="2023-12-11T13:16:00.313" v="1087" actId="14100"/>
          <ac:picMkLst>
            <pc:docMk/>
            <pc:sldMk cId="3321918180" sldId="821"/>
            <ac:picMk id="11" creationId="{E28B91F7-CB2A-CBCC-9E12-EA2A01C93106}"/>
          </ac:picMkLst>
        </pc:picChg>
      </pc:sldChg>
      <pc:sldChg chg="addSp delSp modSp add mod modAnim">
        <pc:chgData name="Chittaranjan Hens" userId="6fc03958433e8a43" providerId="LiveId" clId="{242CDC62-BAA5-45CA-B575-DF83B0C7730B}" dt="2023-12-11T13:20:48.458" v="1165"/>
        <pc:sldMkLst>
          <pc:docMk/>
          <pc:sldMk cId="1771799310" sldId="822"/>
        </pc:sldMkLst>
        <pc:spChg chg="add mod">
          <ac:chgData name="Chittaranjan Hens" userId="6fc03958433e8a43" providerId="LiveId" clId="{242CDC62-BAA5-45CA-B575-DF83B0C7730B}" dt="2023-12-11T13:17:39.337" v="1124" actId="2711"/>
          <ac:spMkLst>
            <pc:docMk/>
            <pc:sldMk cId="1771799310" sldId="822"/>
            <ac:spMk id="3" creationId="{AC5070ED-175A-559A-BA22-C5B2119E9951}"/>
          </ac:spMkLst>
        </pc:spChg>
        <pc:spChg chg="del">
          <ac:chgData name="Chittaranjan Hens" userId="6fc03958433e8a43" providerId="LiveId" clId="{242CDC62-BAA5-45CA-B575-DF83B0C7730B}" dt="2023-12-11T13:16:22.815" v="1090" actId="478"/>
          <ac:spMkLst>
            <pc:docMk/>
            <pc:sldMk cId="1771799310" sldId="822"/>
            <ac:spMk id="4" creationId="{A10DD767-D2FF-205B-1BC8-58A6467227DB}"/>
          </ac:spMkLst>
        </pc:spChg>
        <pc:spChg chg="add mod">
          <ac:chgData name="Chittaranjan Hens" userId="6fc03958433e8a43" providerId="LiveId" clId="{242CDC62-BAA5-45CA-B575-DF83B0C7730B}" dt="2023-12-11T13:18:38.104" v="1139" actId="12"/>
          <ac:spMkLst>
            <pc:docMk/>
            <pc:sldMk cId="1771799310" sldId="822"/>
            <ac:spMk id="8" creationId="{E25EE489-A3B8-6319-16C1-9099DFA92305}"/>
          </ac:spMkLst>
        </pc:spChg>
        <pc:picChg chg="mod">
          <ac:chgData name="Chittaranjan Hens" userId="6fc03958433e8a43" providerId="LiveId" clId="{242CDC62-BAA5-45CA-B575-DF83B0C7730B}" dt="2023-12-11T13:18:28.083" v="1136" actId="207"/>
          <ac:picMkLst>
            <pc:docMk/>
            <pc:sldMk cId="1771799310" sldId="822"/>
            <ac:picMk id="5" creationId="{D21DCAC3-D6C5-DC38-15ED-48C6525B21DC}"/>
          </ac:picMkLst>
        </pc:picChg>
        <pc:picChg chg="del">
          <ac:chgData name="Chittaranjan Hens" userId="6fc03958433e8a43" providerId="LiveId" clId="{242CDC62-BAA5-45CA-B575-DF83B0C7730B}" dt="2023-12-11T13:16:20.555" v="1089" actId="478"/>
          <ac:picMkLst>
            <pc:docMk/>
            <pc:sldMk cId="1771799310" sldId="822"/>
            <ac:picMk id="11" creationId="{E28B91F7-CB2A-CBCC-9E12-EA2A01C93106}"/>
          </ac:picMkLst>
        </pc:picChg>
        <pc:picChg chg="add mod">
          <ac:chgData name="Chittaranjan Hens" userId="6fc03958433e8a43" providerId="LiveId" clId="{242CDC62-BAA5-45CA-B575-DF83B0C7730B}" dt="2023-12-11T13:20:27.465" v="1161" actId="1076"/>
          <ac:picMkLst>
            <pc:docMk/>
            <pc:sldMk cId="1771799310" sldId="822"/>
            <ac:picMk id="13" creationId="{37A93FD8-27CB-460D-C2E3-98BED359C08F}"/>
          </ac:picMkLst>
        </pc:picChg>
        <pc:picChg chg="add del mod modCrop">
          <ac:chgData name="Chittaranjan Hens" userId="6fc03958433e8a43" providerId="LiveId" clId="{242CDC62-BAA5-45CA-B575-DF83B0C7730B}" dt="2023-12-11T13:19:39.635" v="1152" actId="21"/>
          <ac:picMkLst>
            <pc:docMk/>
            <pc:sldMk cId="1771799310" sldId="822"/>
            <ac:picMk id="14" creationId="{4AFEE1A2-6A02-0F93-73D7-E13BCF4502EE}"/>
          </ac:picMkLst>
        </pc:picChg>
        <pc:picChg chg="add mod">
          <ac:chgData name="Chittaranjan Hens" userId="6fc03958433e8a43" providerId="LiveId" clId="{242CDC62-BAA5-45CA-B575-DF83B0C7730B}" dt="2023-12-11T13:20:09.506" v="1157"/>
          <ac:picMkLst>
            <pc:docMk/>
            <pc:sldMk cId="1771799310" sldId="822"/>
            <ac:picMk id="15" creationId="{7366D551-5737-1979-3F8C-B8533B892580}"/>
          </ac:picMkLst>
        </pc:picChg>
        <pc:cxnChg chg="add mod">
          <ac:chgData name="Chittaranjan Hens" userId="6fc03958433e8a43" providerId="LiveId" clId="{242CDC62-BAA5-45CA-B575-DF83B0C7730B}" dt="2023-12-11T13:20:27.465" v="1161" actId="1076"/>
          <ac:cxnSpMkLst>
            <pc:docMk/>
            <pc:sldMk cId="1771799310" sldId="822"/>
            <ac:cxnSpMk id="17" creationId="{7C5705A6-01CF-E846-7F71-FBAFD9E1B7E8}"/>
          </ac:cxnSpMkLst>
        </pc:cxnChg>
      </pc:sldChg>
      <pc:sldChg chg="addSp delSp modSp add mod modAnim">
        <pc:chgData name="Chittaranjan Hens" userId="6fc03958433e8a43" providerId="LiveId" clId="{242CDC62-BAA5-45CA-B575-DF83B0C7730B}" dt="2023-12-11T13:21:25.095" v="1179" actId="1076"/>
        <pc:sldMkLst>
          <pc:docMk/>
          <pc:sldMk cId="1241303556" sldId="823"/>
        </pc:sldMkLst>
        <pc:spChg chg="del">
          <ac:chgData name="Chittaranjan Hens" userId="6fc03958433e8a43" providerId="LiveId" clId="{242CDC62-BAA5-45CA-B575-DF83B0C7730B}" dt="2023-12-11T13:20:56.476" v="1167" actId="478"/>
          <ac:spMkLst>
            <pc:docMk/>
            <pc:sldMk cId="1241303556" sldId="823"/>
            <ac:spMk id="3" creationId="{AC5070ED-175A-559A-BA22-C5B2119E9951}"/>
          </ac:spMkLst>
        </pc:spChg>
        <pc:spChg chg="del">
          <ac:chgData name="Chittaranjan Hens" userId="6fc03958433e8a43" providerId="LiveId" clId="{242CDC62-BAA5-45CA-B575-DF83B0C7730B}" dt="2023-12-11T13:20:58.830" v="1168" actId="478"/>
          <ac:spMkLst>
            <pc:docMk/>
            <pc:sldMk cId="1241303556" sldId="823"/>
            <ac:spMk id="8" creationId="{E25EE489-A3B8-6319-16C1-9099DFA92305}"/>
          </ac:spMkLst>
        </pc:spChg>
        <pc:picChg chg="add mod">
          <ac:chgData name="Chittaranjan Hens" userId="6fc03958433e8a43" providerId="LiveId" clId="{242CDC62-BAA5-45CA-B575-DF83B0C7730B}" dt="2023-12-11T13:21:16.665" v="1176" actId="14100"/>
          <ac:picMkLst>
            <pc:docMk/>
            <pc:sldMk cId="1241303556" sldId="823"/>
            <ac:picMk id="4" creationId="{88CAE4FF-E921-1B41-F11C-D9E77F810352}"/>
          </ac:picMkLst>
        </pc:picChg>
        <pc:picChg chg="add mod">
          <ac:chgData name="Chittaranjan Hens" userId="6fc03958433e8a43" providerId="LiveId" clId="{242CDC62-BAA5-45CA-B575-DF83B0C7730B}" dt="2023-12-11T13:21:25.095" v="1179" actId="1076"/>
          <ac:picMkLst>
            <pc:docMk/>
            <pc:sldMk cId="1241303556" sldId="823"/>
            <ac:picMk id="9" creationId="{D739B80D-14BE-2835-9E1D-4C56606D1B43}"/>
          </ac:picMkLst>
        </pc:picChg>
        <pc:picChg chg="mod">
          <ac:chgData name="Chittaranjan Hens" userId="6fc03958433e8a43" providerId="LiveId" clId="{242CDC62-BAA5-45CA-B575-DF83B0C7730B}" dt="2023-12-11T13:21:03.226" v="1173" actId="1076"/>
          <ac:picMkLst>
            <pc:docMk/>
            <pc:sldMk cId="1241303556" sldId="823"/>
            <ac:picMk id="13" creationId="{37A93FD8-27CB-460D-C2E3-98BED359C08F}"/>
          </ac:picMkLst>
        </pc:picChg>
        <pc:picChg chg="del">
          <ac:chgData name="Chittaranjan Hens" userId="6fc03958433e8a43" providerId="LiveId" clId="{242CDC62-BAA5-45CA-B575-DF83B0C7730B}" dt="2023-12-11T13:20:59.686" v="1169" actId="478"/>
          <ac:picMkLst>
            <pc:docMk/>
            <pc:sldMk cId="1241303556" sldId="823"/>
            <ac:picMk id="15" creationId="{7366D551-5737-1979-3F8C-B8533B892580}"/>
          </ac:picMkLst>
        </pc:picChg>
        <pc:cxnChg chg="del mod">
          <ac:chgData name="Chittaranjan Hens" userId="6fc03958433e8a43" providerId="LiveId" clId="{242CDC62-BAA5-45CA-B575-DF83B0C7730B}" dt="2023-12-11T13:21:00.441" v="1170" actId="478"/>
          <ac:cxnSpMkLst>
            <pc:docMk/>
            <pc:sldMk cId="1241303556" sldId="823"/>
            <ac:cxnSpMk id="17" creationId="{7C5705A6-01CF-E846-7F71-FBAFD9E1B7E8}"/>
          </ac:cxnSpMkLst>
        </pc:cxnChg>
      </pc:sldChg>
      <pc:sldChg chg="addSp modSp add mod">
        <pc:chgData name="Chittaranjan Hens" userId="6fc03958433e8a43" providerId="LiveId" clId="{242CDC62-BAA5-45CA-B575-DF83B0C7730B}" dt="2023-12-11T13:24:45.071" v="1221" actId="1076"/>
        <pc:sldMkLst>
          <pc:docMk/>
          <pc:sldMk cId="3648953491" sldId="824"/>
        </pc:sldMkLst>
        <pc:spChg chg="add mod">
          <ac:chgData name="Chittaranjan Hens" userId="6fc03958433e8a43" providerId="LiveId" clId="{242CDC62-BAA5-45CA-B575-DF83B0C7730B}" dt="2023-12-11T13:24:27.911" v="1216" actId="14100"/>
          <ac:spMkLst>
            <pc:docMk/>
            <pc:sldMk cId="3648953491" sldId="824"/>
            <ac:spMk id="7" creationId="{97C9B92C-97B9-0605-F7F1-5B3AD4884FC8}"/>
          </ac:spMkLst>
        </pc:spChg>
        <pc:spChg chg="add mod">
          <ac:chgData name="Chittaranjan Hens" userId="6fc03958433e8a43" providerId="LiveId" clId="{242CDC62-BAA5-45CA-B575-DF83B0C7730B}" dt="2023-12-11T13:24:39.447" v="1219" actId="1035"/>
          <ac:spMkLst>
            <pc:docMk/>
            <pc:sldMk cId="3648953491" sldId="824"/>
            <ac:spMk id="8" creationId="{02957CCC-4CF7-082E-FFBC-1AA6FB89622C}"/>
          </ac:spMkLst>
        </pc:spChg>
        <pc:spChg chg="add mod">
          <ac:chgData name="Chittaranjan Hens" userId="6fc03958433e8a43" providerId="LiveId" clId="{242CDC62-BAA5-45CA-B575-DF83B0C7730B}" dt="2023-12-11T13:24:45.071" v="1221" actId="1076"/>
          <ac:spMkLst>
            <pc:docMk/>
            <pc:sldMk cId="3648953491" sldId="824"/>
            <ac:spMk id="11" creationId="{1DEA0DB8-0953-C10B-FB53-BC9223DEA51E}"/>
          </ac:spMkLst>
        </pc:spChg>
        <pc:picChg chg="add mod">
          <ac:chgData name="Chittaranjan Hens" userId="6fc03958433e8a43" providerId="LiveId" clId="{242CDC62-BAA5-45CA-B575-DF83B0C7730B}" dt="2023-12-11T13:22:00.105" v="1189" actId="1076"/>
          <ac:picMkLst>
            <pc:docMk/>
            <pc:sldMk cId="3648953491" sldId="824"/>
            <ac:picMk id="3" creationId="{36D8E225-4A29-BDFF-41E8-E7300E9102B9}"/>
          </ac:picMkLst>
        </pc:picChg>
        <pc:picChg chg="mod">
          <ac:chgData name="Chittaranjan Hens" userId="6fc03958433e8a43" providerId="LiveId" clId="{242CDC62-BAA5-45CA-B575-DF83B0C7730B}" dt="2023-12-11T13:21:50.968" v="1185" actId="1076"/>
          <ac:picMkLst>
            <pc:docMk/>
            <pc:sldMk cId="3648953491" sldId="824"/>
            <ac:picMk id="4" creationId="{88CAE4FF-E921-1B41-F11C-D9E77F810352}"/>
          </ac:picMkLst>
        </pc:picChg>
        <pc:picChg chg="mod">
          <ac:chgData name="Chittaranjan Hens" userId="6fc03958433e8a43" providerId="LiveId" clId="{242CDC62-BAA5-45CA-B575-DF83B0C7730B}" dt="2023-12-11T13:21:49.054" v="1184" actId="1076"/>
          <ac:picMkLst>
            <pc:docMk/>
            <pc:sldMk cId="3648953491" sldId="824"/>
            <ac:picMk id="9" creationId="{D739B80D-14BE-2835-9E1D-4C56606D1B43}"/>
          </ac:picMkLst>
        </pc:picChg>
        <pc:picChg chg="mod">
          <ac:chgData name="Chittaranjan Hens" userId="6fc03958433e8a43" providerId="LiveId" clId="{242CDC62-BAA5-45CA-B575-DF83B0C7730B}" dt="2023-12-11T13:21:44.819" v="1182" actId="1076"/>
          <ac:picMkLst>
            <pc:docMk/>
            <pc:sldMk cId="3648953491" sldId="824"/>
            <ac:picMk id="13" creationId="{37A93FD8-27CB-460D-C2E3-98BED359C08F}"/>
          </ac:picMkLst>
        </pc:picChg>
      </pc:sldChg>
      <pc:sldChg chg="addSp delSp modSp add mod modAnim">
        <pc:chgData name="Chittaranjan Hens" userId="6fc03958433e8a43" providerId="LiveId" clId="{242CDC62-BAA5-45CA-B575-DF83B0C7730B}" dt="2023-12-11T13:26:26.585" v="1232" actId="1076"/>
        <pc:sldMkLst>
          <pc:docMk/>
          <pc:sldMk cId="2368979223" sldId="825"/>
        </pc:sldMkLst>
        <pc:spChg chg="mod">
          <ac:chgData name="Chittaranjan Hens" userId="6fc03958433e8a43" providerId="LiveId" clId="{242CDC62-BAA5-45CA-B575-DF83B0C7730B}" dt="2023-12-11T13:25:08.733" v="1224" actId="164"/>
          <ac:spMkLst>
            <pc:docMk/>
            <pc:sldMk cId="2368979223" sldId="825"/>
            <ac:spMk id="7" creationId="{97C9B92C-97B9-0605-F7F1-5B3AD4884FC8}"/>
          </ac:spMkLst>
        </pc:spChg>
        <pc:spChg chg="mod">
          <ac:chgData name="Chittaranjan Hens" userId="6fc03958433e8a43" providerId="LiveId" clId="{242CDC62-BAA5-45CA-B575-DF83B0C7730B}" dt="2023-12-11T13:25:08.733" v="1224" actId="164"/>
          <ac:spMkLst>
            <pc:docMk/>
            <pc:sldMk cId="2368979223" sldId="825"/>
            <ac:spMk id="8" creationId="{02957CCC-4CF7-082E-FFBC-1AA6FB89622C}"/>
          </ac:spMkLst>
        </pc:spChg>
        <pc:spChg chg="mod">
          <ac:chgData name="Chittaranjan Hens" userId="6fc03958433e8a43" providerId="LiveId" clId="{242CDC62-BAA5-45CA-B575-DF83B0C7730B}" dt="2023-12-11T13:25:08.733" v="1224" actId="164"/>
          <ac:spMkLst>
            <pc:docMk/>
            <pc:sldMk cId="2368979223" sldId="825"/>
            <ac:spMk id="11" creationId="{1DEA0DB8-0953-C10B-FB53-BC9223DEA51E}"/>
          </ac:spMkLst>
        </pc:spChg>
        <pc:grpChg chg="add mod">
          <ac:chgData name="Chittaranjan Hens" userId="6fc03958433e8a43" providerId="LiveId" clId="{242CDC62-BAA5-45CA-B575-DF83B0C7730B}" dt="2023-12-11T13:25:10.264" v="1225" actId="1076"/>
          <ac:grpSpMkLst>
            <pc:docMk/>
            <pc:sldMk cId="2368979223" sldId="825"/>
            <ac:grpSpMk id="2" creationId="{903DC0EF-1506-DA86-8A54-9DBD168DE4A9}"/>
          </ac:grpSpMkLst>
        </pc:grpChg>
        <pc:picChg chg="mod">
          <ac:chgData name="Chittaranjan Hens" userId="6fc03958433e8a43" providerId="LiveId" clId="{242CDC62-BAA5-45CA-B575-DF83B0C7730B}" dt="2023-12-11T13:25:08.733" v="1224" actId="164"/>
          <ac:picMkLst>
            <pc:docMk/>
            <pc:sldMk cId="2368979223" sldId="825"/>
            <ac:picMk id="3" creationId="{36D8E225-4A29-BDFF-41E8-E7300E9102B9}"/>
          </ac:picMkLst>
        </pc:picChg>
        <pc:picChg chg="del">
          <ac:chgData name="Chittaranjan Hens" userId="6fc03958433e8a43" providerId="LiveId" clId="{242CDC62-BAA5-45CA-B575-DF83B0C7730B}" dt="2023-12-11T13:25:03.382" v="1223" actId="478"/>
          <ac:picMkLst>
            <pc:docMk/>
            <pc:sldMk cId="2368979223" sldId="825"/>
            <ac:picMk id="4" creationId="{88CAE4FF-E921-1B41-F11C-D9E77F810352}"/>
          </ac:picMkLst>
        </pc:picChg>
        <pc:picChg chg="del">
          <ac:chgData name="Chittaranjan Hens" userId="6fc03958433e8a43" providerId="LiveId" clId="{242CDC62-BAA5-45CA-B575-DF83B0C7730B}" dt="2023-12-11T13:25:03.382" v="1223" actId="478"/>
          <ac:picMkLst>
            <pc:docMk/>
            <pc:sldMk cId="2368979223" sldId="825"/>
            <ac:picMk id="9" creationId="{D739B80D-14BE-2835-9E1D-4C56606D1B43}"/>
          </ac:picMkLst>
        </pc:picChg>
        <pc:picChg chg="del">
          <ac:chgData name="Chittaranjan Hens" userId="6fc03958433e8a43" providerId="LiveId" clId="{242CDC62-BAA5-45CA-B575-DF83B0C7730B}" dt="2023-12-11T13:25:03.382" v="1223" actId="478"/>
          <ac:picMkLst>
            <pc:docMk/>
            <pc:sldMk cId="2368979223" sldId="825"/>
            <ac:picMk id="13" creationId="{37A93FD8-27CB-460D-C2E3-98BED359C08F}"/>
          </ac:picMkLst>
        </pc:picChg>
        <pc:picChg chg="add mod">
          <ac:chgData name="Chittaranjan Hens" userId="6fc03958433e8a43" providerId="LiveId" clId="{242CDC62-BAA5-45CA-B575-DF83B0C7730B}" dt="2023-12-11T13:25:45.596" v="1227" actId="1076"/>
          <ac:picMkLst>
            <pc:docMk/>
            <pc:sldMk cId="2368979223" sldId="825"/>
            <ac:picMk id="15" creationId="{0B6A8EEB-6C82-8FC5-3A75-B80E40E9BAFA}"/>
          </ac:picMkLst>
        </pc:picChg>
        <pc:picChg chg="add mod">
          <ac:chgData name="Chittaranjan Hens" userId="6fc03958433e8a43" providerId="LiveId" clId="{242CDC62-BAA5-45CA-B575-DF83B0C7730B}" dt="2023-12-11T13:25:58.095" v="1229" actId="1076"/>
          <ac:picMkLst>
            <pc:docMk/>
            <pc:sldMk cId="2368979223" sldId="825"/>
            <ac:picMk id="16" creationId="{321D92CE-5A66-A4FF-BA84-3073A8363E77}"/>
          </ac:picMkLst>
        </pc:picChg>
        <pc:picChg chg="add mod">
          <ac:chgData name="Chittaranjan Hens" userId="6fc03958433e8a43" providerId="LiveId" clId="{242CDC62-BAA5-45CA-B575-DF83B0C7730B}" dt="2023-12-11T13:26:26.585" v="1232" actId="1076"/>
          <ac:picMkLst>
            <pc:docMk/>
            <pc:sldMk cId="2368979223" sldId="825"/>
            <ac:picMk id="18" creationId="{38EE79E1-890F-0269-B497-2AF6B9C4BB58}"/>
          </ac:picMkLst>
        </pc:picChg>
      </pc:sldChg>
      <pc:sldChg chg="addSp delSp modSp add mod delAnim">
        <pc:chgData name="Chittaranjan Hens" userId="6fc03958433e8a43" providerId="LiveId" clId="{242CDC62-BAA5-45CA-B575-DF83B0C7730B}" dt="2023-12-11T13:27:16.672" v="1238" actId="1076"/>
        <pc:sldMkLst>
          <pc:docMk/>
          <pc:sldMk cId="128504938" sldId="826"/>
        </pc:sldMkLst>
        <pc:grpChg chg="del mod">
          <ac:chgData name="Chittaranjan Hens" userId="6fc03958433e8a43" providerId="LiveId" clId="{242CDC62-BAA5-45CA-B575-DF83B0C7730B}" dt="2023-12-11T13:27:12.277" v="1235" actId="478"/>
          <ac:grpSpMkLst>
            <pc:docMk/>
            <pc:sldMk cId="128504938" sldId="826"/>
            <ac:grpSpMk id="2" creationId="{903DC0EF-1506-DA86-8A54-9DBD168DE4A9}"/>
          </ac:grpSpMkLst>
        </pc:grpChg>
        <pc:picChg chg="add mod">
          <ac:chgData name="Chittaranjan Hens" userId="6fc03958433e8a43" providerId="LiveId" clId="{242CDC62-BAA5-45CA-B575-DF83B0C7730B}" dt="2023-12-11T13:27:16.672" v="1238" actId="1076"/>
          <ac:picMkLst>
            <pc:docMk/>
            <pc:sldMk cId="128504938" sldId="826"/>
            <ac:picMk id="9" creationId="{8E545EE6-8AD1-05FB-E81A-794821B23CAE}"/>
          </ac:picMkLst>
        </pc:picChg>
        <pc:picChg chg="del">
          <ac:chgData name="Chittaranjan Hens" userId="6fc03958433e8a43" providerId="LiveId" clId="{242CDC62-BAA5-45CA-B575-DF83B0C7730B}" dt="2023-12-11T13:27:12.277" v="1235" actId="478"/>
          <ac:picMkLst>
            <pc:docMk/>
            <pc:sldMk cId="128504938" sldId="826"/>
            <ac:picMk id="15" creationId="{0B6A8EEB-6C82-8FC5-3A75-B80E40E9BAFA}"/>
          </ac:picMkLst>
        </pc:picChg>
        <pc:picChg chg="del mod">
          <ac:chgData name="Chittaranjan Hens" userId="6fc03958433e8a43" providerId="LiveId" clId="{242CDC62-BAA5-45CA-B575-DF83B0C7730B}" dt="2023-12-11T13:27:12.277" v="1235" actId="478"/>
          <ac:picMkLst>
            <pc:docMk/>
            <pc:sldMk cId="128504938" sldId="826"/>
            <ac:picMk id="16" creationId="{321D92CE-5A66-A4FF-BA84-3073A8363E77}"/>
          </ac:picMkLst>
        </pc:picChg>
        <pc:picChg chg="del">
          <ac:chgData name="Chittaranjan Hens" userId="6fc03958433e8a43" providerId="LiveId" clId="{242CDC62-BAA5-45CA-B575-DF83B0C7730B}" dt="2023-12-11T13:27:12.277" v="1235" actId="478"/>
          <ac:picMkLst>
            <pc:docMk/>
            <pc:sldMk cId="128504938" sldId="826"/>
            <ac:picMk id="18" creationId="{38EE79E1-890F-0269-B497-2AF6B9C4BB58}"/>
          </ac:picMkLst>
        </pc:picChg>
      </pc:sldChg>
      <pc:sldMasterChg chg="delSldLayout">
        <pc:chgData name="Chittaranjan Hens" userId="6fc03958433e8a43" providerId="LiveId" clId="{242CDC62-BAA5-45CA-B575-DF83B0C7730B}" dt="2023-12-11T13:27:24.011" v="1239" actId="47"/>
        <pc:sldMasterMkLst>
          <pc:docMk/>
          <pc:sldMasterMk cId="990058411" sldId="2147483648"/>
        </pc:sldMasterMkLst>
        <pc:sldLayoutChg chg="del">
          <pc:chgData name="Chittaranjan Hens" userId="6fc03958433e8a43" providerId="LiveId" clId="{242CDC62-BAA5-45CA-B575-DF83B0C7730B}" dt="2023-12-11T05:46:38.822" v="79" actId="47"/>
          <pc:sldLayoutMkLst>
            <pc:docMk/>
            <pc:sldMasterMk cId="990058411" sldId="2147483648"/>
            <pc:sldLayoutMk cId="3828609894" sldId="2147483660"/>
          </pc:sldLayoutMkLst>
        </pc:sldLayoutChg>
        <pc:sldLayoutChg chg="del">
          <pc:chgData name="Chittaranjan Hens" userId="6fc03958433e8a43" providerId="LiveId" clId="{242CDC62-BAA5-45CA-B575-DF83B0C7730B}" dt="2023-12-11T05:46:52.932" v="94" actId="47"/>
          <pc:sldLayoutMkLst>
            <pc:docMk/>
            <pc:sldMasterMk cId="990058411" sldId="2147483648"/>
            <pc:sldLayoutMk cId="761651337" sldId="2147483661"/>
          </pc:sldLayoutMkLst>
        </pc:sldLayoutChg>
        <pc:sldLayoutChg chg="del">
          <pc:chgData name="Chittaranjan Hens" userId="6fc03958433e8a43" providerId="LiveId" clId="{242CDC62-BAA5-45CA-B575-DF83B0C7730B}" dt="2023-12-11T05:46:28.347" v="74" actId="47"/>
          <pc:sldLayoutMkLst>
            <pc:docMk/>
            <pc:sldMasterMk cId="990058411" sldId="2147483648"/>
            <pc:sldLayoutMk cId="1514547606" sldId="2147483662"/>
          </pc:sldLayoutMkLst>
        </pc:sldLayoutChg>
        <pc:sldLayoutChg chg="del">
          <pc:chgData name="Chittaranjan Hens" userId="6fc03958433e8a43" providerId="LiveId" clId="{242CDC62-BAA5-45CA-B575-DF83B0C7730B}" dt="2023-12-11T05:46:27.297" v="73" actId="47"/>
          <pc:sldLayoutMkLst>
            <pc:docMk/>
            <pc:sldMasterMk cId="990058411" sldId="2147483648"/>
            <pc:sldLayoutMk cId="812102951" sldId="2147483663"/>
          </pc:sldLayoutMkLst>
        </pc:sldLayoutChg>
        <pc:sldLayoutChg chg="del">
          <pc:chgData name="Chittaranjan Hens" userId="6fc03958433e8a43" providerId="LiveId" clId="{242CDC62-BAA5-45CA-B575-DF83B0C7730B}" dt="2023-12-11T13:27:24.011" v="1239" actId="47"/>
          <pc:sldLayoutMkLst>
            <pc:docMk/>
            <pc:sldMasterMk cId="990058411" sldId="2147483648"/>
            <pc:sldLayoutMk cId="1982451762" sldId="2147483664"/>
          </pc:sldLayoutMkLst>
        </pc:sldLayoutChg>
      </pc:sldMasterChg>
    </pc:docChg>
  </pc:docChgLst>
  <pc:docChgLst>
    <pc:chgData name="Chittaranjan Hens" userId="6fc03958433e8a43" providerId="LiveId" clId="{309794F8-99CF-4983-9CCF-D5B7BCCE1DF4}"/>
    <pc:docChg chg="undo redo custSel addSld delSld modSld sldOrd">
      <pc:chgData name="Chittaranjan Hens" userId="6fc03958433e8a43" providerId="LiveId" clId="{309794F8-99CF-4983-9CCF-D5B7BCCE1DF4}" dt="2023-01-26T04:06:35.940" v="3628" actId="114"/>
      <pc:docMkLst>
        <pc:docMk/>
      </pc:docMkLst>
      <pc:sldChg chg="delSp modSp del mod">
        <pc:chgData name="Chittaranjan Hens" userId="6fc03958433e8a43" providerId="LiveId" clId="{309794F8-99CF-4983-9CCF-D5B7BCCE1DF4}" dt="2023-01-21T10:20:50.459" v="627" actId="47"/>
        <pc:sldMkLst>
          <pc:docMk/>
          <pc:sldMk cId="1102281606" sldId="264"/>
        </pc:sldMkLst>
        <pc:spChg chg="del mod topLvl">
          <ac:chgData name="Chittaranjan Hens" userId="6fc03958433e8a43" providerId="LiveId" clId="{309794F8-99CF-4983-9CCF-D5B7BCCE1DF4}" dt="2023-01-21T10:20:42.083" v="624" actId="478"/>
          <ac:spMkLst>
            <pc:docMk/>
            <pc:sldMk cId="1102281606" sldId="264"/>
            <ac:spMk id="27" creationId="{672DC67C-7211-3BCA-2C29-FFE14165ABFE}"/>
          </ac:spMkLst>
        </pc:spChg>
        <pc:grpChg chg="del">
          <ac:chgData name="Chittaranjan Hens" userId="6fc03958433e8a43" providerId="LiveId" clId="{309794F8-99CF-4983-9CCF-D5B7BCCE1DF4}" dt="2023-01-21T10:20:42.083" v="624" actId="478"/>
          <ac:grpSpMkLst>
            <pc:docMk/>
            <pc:sldMk cId="1102281606" sldId="264"/>
            <ac:grpSpMk id="3" creationId="{9964B5EF-F0CE-1470-AAFA-A228DB86B539}"/>
          </ac:grpSpMkLst>
        </pc:grpChg>
        <pc:picChg chg="del topLvl">
          <ac:chgData name="Chittaranjan Hens" userId="6fc03958433e8a43" providerId="LiveId" clId="{309794F8-99CF-4983-9CCF-D5B7BCCE1DF4}" dt="2023-01-21T10:20:44.603" v="625" actId="478"/>
          <ac:picMkLst>
            <pc:docMk/>
            <pc:sldMk cId="1102281606" sldId="264"/>
            <ac:picMk id="1026" creationId="{86A745DC-385A-8FE0-9933-7E7F025594A6}"/>
          </ac:picMkLst>
        </pc:picChg>
      </pc:sldChg>
      <pc:sldChg chg="del">
        <pc:chgData name="Chittaranjan Hens" userId="6fc03958433e8a43" providerId="LiveId" clId="{309794F8-99CF-4983-9CCF-D5B7BCCE1DF4}" dt="2023-01-21T09:20:47.830" v="0" actId="47"/>
        <pc:sldMkLst>
          <pc:docMk/>
          <pc:sldMk cId="2422123107" sldId="270"/>
        </pc:sldMkLst>
      </pc:sldChg>
      <pc:sldChg chg="addSp delSp modSp add mod">
        <pc:chgData name="Chittaranjan Hens" userId="6fc03958433e8a43" providerId="LiveId" clId="{309794F8-99CF-4983-9CCF-D5B7BCCE1DF4}" dt="2023-01-23T18:30:04.091" v="1933" actId="20577"/>
        <pc:sldMkLst>
          <pc:docMk/>
          <pc:sldMk cId="2551970589" sldId="271"/>
        </pc:sldMkLst>
        <pc:spChg chg="mod">
          <ac:chgData name="Chittaranjan Hens" userId="6fc03958433e8a43" providerId="LiveId" clId="{309794F8-99CF-4983-9CCF-D5B7BCCE1DF4}" dt="2023-01-23T18:30:04.091" v="1933" actId="20577"/>
          <ac:spMkLst>
            <pc:docMk/>
            <pc:sldMk cId="2551970589" sldId="271"/>
            <ac:spMk id="2" creationId="{DC222BA3-A2CE-2597-05A4-700543D69720}"/>
          </ac:spMkLst>
        </pc:spChg>
        <pc:picChg chg="mod">
          <ac:chgData name="Chittaranjan Hens" userId="6fc03958433e8a43" providerId="LiveId" clId="{309794F8-99CF-4983-9CCF-D5B7BCCE1DF4}" dt="2023-01-21T15:38:03.413" v="985" actId="1036"/>
          <ac:picMkLst>
            <pc:docMk/>
            <pc:sldMk cId="2551970589" sldId="271"/>
            <ac:picMk id="4" creationId="{A77CDD2A-AFD3-0864-6D67-957A858D6745}"/>
          </ac:picMkLst>
        </pc:picChg>
        <pc:picChg chg="add del">
          <ac:chgData name="Chittaranjan Hens" userId="6fc03958433e8a43" providerId="LiveId" clId="{309794F8-99CF-4983-9CCF-D5B7BCCE1DF4}" dt="2023-01-21T19:10:21.174" v="1240"/>
          <ac:picMkLst>
            <pc:docMk/>
            <pc:sldMk cId="2551970589" sldId="271"/>
            <ac:picMk id="7170" creationId="{FA7CBE42-C055-0839-3125-DE3AE21D862E}"/>
          </ac:picMkLst>
        </pc:picChg>
      </pc:sldChg>
      <pc:sldChg chg="del">
        <pc:chgData name="Chittaranjan Hens" userId="6fc03958433e8a43" providerId="LiveId" clId="{309794F8-99CF-4983-9CCF-D5B7BCCE1DF4}" dt="2023-01-21T09:20:56.962" v="1" actId="47"/>
        <pc:sldMkLst>
          <pc:docMk/>
          <pc:sldMk cId="2777468674" sldId="274"/>
        </pc:sldMkLst>
      </pc:sldChg>
      <pc:sldChg chg="ord">
        <pc:chgData name="Chittaranjan Hens" userId="6fc03958433e8a43" providerId="LiveId" clId="{309794F8-99CF-4983-9CCF-D5B7BCCE1DF4}" dt="2023-01-21T11:07:45.315" v="691"/>
        <pc:sldMkLst>
          <pc:docMk/>
          <pc:sldMk cId="912596222" sldId="278"/>
        </pc:sldMkLst>
      </pc:sldChg>
      <pc:sldChg chg="delSp modSp add mod ord">
        <pc:chgData name="Chittaranjan Hens" userId="6fc03958433e8a43" providerId="LiveId" clId="{309794F8-99CF-4983-9CCF-D5B7BCCE1DF4}" dt="2023-01-21T11:08:04.277" v="697" actId="478"/>
        <pc:sldMkLst>
          <pc:docMk/>
          <pc:sldMk cId="2492080926" sldId="280"/>
        </pc:sldMkLst>
        <pc:spChg chg="del mod">
          <ac:chgData name="Chittaranjan Hens" userId="6fc03958433e8a43" providerId="LiveId" clId="{309794F8-99CF-4983-9CCF-D5B7BCCE1DF4}" dt="2023-01-21T11:08:04.277" v="697" actId="478"/>
          <ac:spMkLst>
            <pc:docMk/>
            <pc:sldMk cId="2492080926" sldId="280"/>
            <ac:spMk id="27" creationId="{672DC67C-7211-3BCA-2C29-FFE14165ABFE}"/>
          </ac:spMkLst>
        </pc:spChg>
      </pc:sldChg>
      <pc:sldChg chg="addSp delSp modSp add mod modAnim">
        <pc:chgData name="Chittaranjan Hens" userId="6fc03958433e8a43" providerId="LiveId" clId="{309794F8-99CF-4983-9CCF-D5B7BCCE1DF4}" dt="2023-01-25T09:45:58.586" v="3604" actId="14100"/>
        <pc:sldMkLst>
          <pc:docMk/>
          <pc:sldMk cId="4118174380" sldId="281"/>
        </pc:sldMkLst>
        <pc:spChg chg="add mod">
          <ac:chgData name="Chittaranjan Hens" userId="6fc03958433e8a43" providerId="LiveId" clId="{309794F8-99CF-4983-9CCF-D5B7BCCE1DF4}" dt="2023-01-25T04:57:06.942" v="2796"/>
          <ac:spMkLst>
            <pc:docMk/>
            <pc:sldMk cId="4118174380" sldId="281"/>
            <ac:spMk id="4" creationId="{E376CAE2-2CE4-7A54-6578-CF3CDEF9E367}"/>
          </ac:spMkLst>
        </pc:spChg>
        <pc:spChg chg="mod">
          <ac:chgData name="Chittaranjan Hens" userId="6fc03958433e8a43" providerId="LiveId" clId="{309794F8-99CF-4983-9CCF-D5B7BCCE1DF4}" dt="2023-01-24T20:45:03.427" v="2778" actId="207"/>
          <ac:spMkLst>
            <pc:docMk/>
            <pc:sldMk cId="4118174380" sldId="281"/>
            <ac:spMk id="5" creationId="{00000000-0000-0000-0000-000000000000}"/>
          </ac:spMkLst>
        </pc:spChg>
        <pc:spChg chg="add mod">
          <ac:chgData name="Chittaranjan Hens" userId="6fc03958433e8a43" providerId="LiveId" clId="{309794F8-99CF-4983-9CCF-D5B7BCCE1DF4}" dt="2023-01-25T09:43:06.197" v="3421"/>
          <ac:spMkLst>
            <pc:docMk/>
            <pc:sldMk cId="4118174380" sldId="281"/>
            <ac:spMk id="6" creationId="{91BBC12C-E4B4-3AD4-851B-A7926F11B598}"/>
          </ac:spMkLst>
        </pc:spChg>
        <pc:spChg chg="add mod">
          <ac:chgData name="Chittaranjan Hens" userId="6fc03958433e8a43" providerId="LiveId" clId="{309794F8-99CF-4983-9CCF-D5B7BCCE1DF4}" dt="2023-01-25T09:45:56.949" v="3603" actId="14100"/>
          <ac:spMkLst>
            <pc:docMk/>
            <pc:sldMk cId="4118174380" sldId="281"/>
            <ac:spMk id="7" creationId="{6914705F-5DAA-074E-F1F8-BBCCA9869E73}"/>
          </ac:spMkLst>
        </pc:spChg>
        <pc:spChg chg="del">
          <ac:chgData name="Chittaranjan Hens" userId="6fc03958433e8a43" providerId="LiveId" clId="{309794F8-99CF-4983-9CCF-D5B7BCCE1DF4}" dt="2023-01-25T04:57:06.029" v="2795" actId="478"/>
          <ac:spMkLst>
            <pc:docMk/>
            <pc:sldMk cId="4118174380" sldId="281"/>
            <ac:spMk id="15" creationId="{00000000-0000-0000-0000-000000000000}"/>
          </ac:spMkLst>
        </pc:spChg>
        <pc:spChg chg="mod">
          <ac:chgData name="Chittaranjan Hens" userId="6fc03958433e8a43" providerId="LiveId" clId="{309794F8-99CF-4983-9CCF-D5B7BCCE1DF4}" dt="2023-01-24T20:45:03.427" v="2778" actId="207"/>
          <ac:spMkLst>
            <pc:docMk/>
            <pc:sldMk cId="4118174380" sldId="281"/>
            <ac:spMk id="16" creationId="{00000000-0000-0000-0000-000000000000}"/>
          </ac:spMkLst>
        </pc:spChg>
        <pc:picChg chg="add mod ord">
          <ac:chgData name="Chittaranjan Hens" userId="6fc03958433e8a43" providerId="LiveId" clId="{309794F8-99CF-4983-9CCF-D5B7BCCE1DF4}" dt="2023-01-24T20:44:55.637" v="2777" actId="167"/>
          <ac:picMkLst>
            <pc:docMk/>
            <pc:sldMk cId="4118174380" sldId="281"/>
            <ac:picMk id="2" creationId="{1F52086F-5926-4073-55EB-04D733E0C16C}"/>
          </ac:picMkLst>
        </pc:picChg>
        <pc:picChg chg="mod">
          <ac:chgData name="Chittaranjan Hens" userId="6fc03958433e8a43" providerId="LiveId" clId="{309794F8-99CF-4983-9CCF-D5B7BCCE1DF4}" dt="2023-01-25T09:45:58.586" v="3604" actId="14100"/>
          <ac:picMkLst>
            <pc:docMk/>
            <pc:sldMk cId="4118174380" sldId="281"/>
            <ac:picMk id="8195" creationId="{00000000-0000-0000-0000-000000000000}"/>
          </ac:picMkLst>
        </pc:picChg>
      </pc:sldChg>
      <pc:sldChg chg="delSp modSp add del mod delAnim">
        <pc:chgData name="Chittaranjan Hens" userId="6fc03958433e8a43" providerId="LiveId" clId="{309794F8-99CF-4983-9CCF-D5B7BCCE1DF4}" dt="2023-01-23T05:02:45.111" v="1736" actId="47"/>
        <pc:sldMkLst>
          <pc:docMk/>
          <pc:sldMk cId="1568558789" sldId="282"/>
        </pc:sldMkLst>
        <pc:spChg chg="del">
          <ac:chgData name="Chittaranjan Hens" userId="6fc03958433e8a43" providerId="LiveId" clId="{309794F8-99CF-4983-9CCF-D5B7BCCE1DF4}" dt="2023-01-21T11:17:21.311" v="858" actId="478"/>
          <ac:spMkLst>
            <pc:docMk/>
            <pc:sldMk cId="1568558789" sldId="282"/>
            <ac:spMk id="8" creationId="{8FEFE027-CC44-EA6C-B79E-3DBB4E0247AF}"/>
          </ac:spMkLst>
        </pc:spChg>
        <pc:picChg chg="del mod">
          <ac:chgData name="Chittaranjan Hens" userId="6fc03958433e8a43" providerId="LiveId" clId="{309794F8-99CF-4983-9CCF-D5B7BCCE1DF4}" dt="2023-01-21T11:17:16.028" v="856" actId="478"/>
          <ac:picMkLst>
            <pc:docMk/>
            <pc:sldMk cId="1568558789" sldId="282"/>
            <ac:picMk id="11" creationId="{A0C8710E-C896-E74D-9482-4C88BC473CBB}"/>
          </ac:picMkLst>
        </pc:picChg>
        <pc:picChg chg="del">
          <ac:chgData name="Chittaranjan Hens" userId="6fc03958433e8a43" providerId="LiveId" clId="{309794F8-99CF-4983-9CCF-D5B7BCCE1DF4}" dt="2023-01-21T11:17:17.704" v="857" actId="478"/>
          <ac:picMkLst>
            <pc:docMk/>
            <pc:sldMk cId="1568558789" sldId="282"/>
            <ac:picMk id="18" creationId="{B99A380F-5A51-F5A2-7D9D-456A21A7F5B9}"/>
          </ac:picMkLst>
        </pc:picChg>
      </pc:sldChg>
      <pc:sldChg chg="del">
        <pc:chgData name="Chittaranjan Hens" userId="6fc03958433e8a43" providerId="LiveId" clId="{309794F8-99CF-4983-9CCF-D5B7BCCE1DF4}" dt="2023-01-21T09:20:57.515" v="2" actId="47"/>
        <pc:sldMkLst>
          <pc:docMk/>
          <pc:sldMk cId="2135909111" sldId="284"/>
        </pc:sldMkLst>
      </pc:sldChg>
      <pc:sldChg chg="addSp modSp add mod modAnim">
        <pc:chgData name="Chittaranjan Hens" userId="6fc03958433e8a43" providerId="LiveId" clId="{309794F8-99CF-4983-9CCF-D5B7BCCE1DF4}" dt="2023-01-23T04:24:15.468" v="1459" actId="13822"/>
        <pc:sldMkLst>
          <pc:docMk/>
          <pc:sldMk cId="1363051830" sldId="347"/>
        </pc:sldMkLst>
        <pc:spChg chg="mod">
          <ac:chgData name="Chittaranjan Hens" userId="6fc03958433e8a43" providerId="LiveId" clId="{309794F8-99CF-4983-9CCF-D5B7BCCE1DF4}" dt="2023-01-21T11:25:17.430" v="925" actId="113"/>
          <ac:spMkLst>
            <pc:docMk/>
            <pc:sldMk cId="1363051830" sldId="347"/>
            <ac:spMk id="4" creationId="{CAD1F2BC-EC35-3E46-B979-EB8F286B872C}"/>
          </ac:spMkLst>
        </pc:spChg>
        <pc:spChg chg="mod">
          <ac:chgData name="Chittaranjan Hens" userId="6fc03958433e8a43" providerId="LiveId" clId="{309794F8-99CF-4983-9CCF-D5B7BCCE1DF4}" dt="2023-01-23T04:24:15.468" v="1459" actId="13822"/>
          <ac:spMkLst>
            <pc:docMk/>
            <pc:sldMk cId="1363051830" sldId="347"/>
            <ac:spMk id="6" creationId="{99D911F9-D83E-CA49-9406-EE8EFABF9ECF}"/>
          </ac:spMkLst>
        </pc:spChg>
        <pc:spChg chg="mod">
          <ac:chgData name="Chittaranjan Hens" userId="6fc03958433e8a43" providerId="LiveId" clId="{309794F8-99CF-4983-9CCF-D5B7BCCE1DF4}" dt="2023-01-23T04:24:15.468" v="1459" actId="13822"/>
          <ac:spMkLst>
            <pc:docMk/>
            <pc:sldMk cId="1363051830" sldId="347"/>
            <ac:spMk id="18" creationId="{47B808BC-5209-D941-967A-87FA2BA3F3BE}"/>
          </ac:spMkLst>
        </pc:spChg>
        <pc:spChg chg="mod">
          <ac:chgData name="Chittaranjan Hens" userId="6fc03958433e8a43" providerId="LiveId" clId="{309794F8-99CF-4983-9CCF-D5B7BCCE1DF4}" dt="2023-01-21T11:24:21.322" v="920" actId="207"/>
          <ac:spMkLst>
            <pc:docMk/>
            <pc:sldMk cId="1363051830" sldId="347"/>
            <ac:spMk id="63" creationId="{EDDCA082-41F4-174D-8BC0-11BF6CB82C97}"/>
          </ac:spMkLst>
        </pc:spChg>
        <pc:spChg chg="mod">
          <ac:chgData name="Chittaranjan Hens" userId="6fc03958433e8a43" providerId="LiveId" clId="{309794F8-99CF-4983-9CCF-D5B7BCCE1DF4}" dt="2023-01-21T11:24:21.322" v="920" actId="207"/>
          <ac:spMkLst>
            <pc:docMk/>
            <pc:sldMk cId="1363051830" sldId="347"/>
            <ac:spMk id="64" creationId="{D1151E0D-A344-864E-9771-31620D26B791}"/>
          </ac:spMkLst>
        </pc:spChg>
        <pc:spChg chg="mod">
          <ac:chgData name="Chittaranjan Hens" userId="6fc03958433e8a43" providerId="LiveId" clId="{309794F8-99CF-4983-9CCF-D5B7BCCE1DF4}" dt="2023-01-21T11:24:21.322" v="920" actId="207"/>
          <ac:spMkLst>
            <pc:docMk/>
            <pc:sldMk cId="1363051830" sldId="347"/>
            <ac:spMk id="70" creationId="{FF7D630D-BD0A-D946-8F10-44B0B276E0C0}"/>
          </ac:spMkLst>
        </pc:spChg>
        <pc:spChg chg="mod">
          <ac:chgData name="Chittaranjan Hens" userId="6fc03958433e8a43" providerId="LiveId" clId="{309794F8-99CF-4983-9CCF-D5B7BCCE1DF4}" dt="2023-01-21T11:24:21.322" v="920" actId="207"/>
          <ac:spMkLst>
            <pc:docMk/>
            <pc:sldMk cId="1363051830" sldId="347"/>
            <ac:spMk id="71" creationId="{84AF55F1-C067-3F47-AAA8-CE5C62A43D12}"/>
          </ac:spMkLst>
        </pc:spChg>
        <pc:spChg chg="mod">
          <ac:chgData name="Chittaranjan Hens" userId="6fc03958433e8a43" providerId="LiveId" clId="{309794F8-99CF-4983-9CCF-D5B7BCCE1DF4}" dt="2023-01-21T11:24:21.322" v="920" actId="207"/>
          <ac:spMkLst>
            <pc:docMk/>
            <pc:sldMk cId="1363051830" sldId="347"/>
            <ac:spMk id="74" creationId="{54DEA27D-5CF2-FC46-AA1F-F8A5C04BBCD0}"/>
          </ac:spMkLst>
        </pc:spChg>
        <pc:spChg chg="mod">
          <ac:chgData name="Chittaranjan Hens" userId="6fc03958433e8a43" providerId="LiveId" clId="{309794F8-99CF-4983-9CCF-D5B7BCCE1DF4}" dt="2023-01-21T11:24:21.322" v="920" actId="207"/>
          <ac:spMkLst>
            <pc:docMk/>
            <pc:sldMk cId="1363051830" sldId="347"/>
            <ac:spMk id="76" creationId="{60B38119-C37E-E14C-A3F0-198DD53CD359}"/>
          </ac:spMkLst>
        </pc:spChg>
        <pc:spChg chg="mod">
          <ac:chgData name="Chittaranjan Hens" userId="6fc03958433e8a43" providerId="LiveId" clId="{309794F8-99CF-4983-9CCF-D5B7BCCE1DF4}" dt="2023-01-23T04:24:15.468" v="1459" actId="13822"/>
          <ac:spMkLst>
            <pc:docMk/>
            <pc:sldMk cId="1363051830" sldId="347"/>
            <ac:spMk id="94" creationId="{0685671C-5F67-654A-83F1-43BA3FA4C559}"/>
          </ac:spMkLst>
        </pc:spChg>
        <pc:spChg chg="mod">
          <ac:chgData name="Chittaranjan Hens" userId="6fc03958433e8a43" providerId="LiveId" clId="{309794F8-99CF-4983-9CCF-D5B7BCCE1DF4}" dt="2023-01-23T04:24:15.468" v="1459" actId="13822"/>
          <ac:spMkLst>
            <pc:docMk/>
            <pc:sldMk cId="1363051830" sldId="347"/>
            <ac:spMk id="104" creationId="{687B2C31-D293-6244-A2A3-EFAB2256740B}"/>
          </ac:spMkLst>
        </pc:spChg>
        <pc:spChg chg="mod">
          <ac:chgData name="Chittaranjan Hens" userId="6fc03958433e8a43" providerId="LiveId" clId="{309794F8-99CF-4983-9CCF-D5B7BCCE1DF4}" dt="2023-01-23T04:24:15.468" v="1459" actId="13822"/>
          <ac:spMkLst>
            <pc:docMk/>
            <pc:sldMk cId="1363051830" sldId="347"/>
            <ac:spMk id="105" creationId="{51E86AFE-FDF8-854F-B62D-18446FC36065}"/>
          </ac:spMkLst>
        </pc:spChg>
        <pc:spChg chg="mod">
          <ac:chgData name="Chittaranjan Hens" userId="6fc03958433e8a43" providerId="LiveId" clId="{309794F8-99CF-4983-9CCF-D5B7BCCE1DF4}" dt="2023-01-23T04:24:15.468" v="1459" actId="13822"/>
          <ac:spMkLst>
            <pc:docMk/>
            <pc:sldMk cId="1363051830" sldId="347"/>
            <ac:spMk id="128" creationId="{6D2B8023-31E3-3A41-B2CB-972E444D7494}"/>
          </ac:spMkLst>
        </pc:spChg>
        <pc:spChg chg="mod">
          <ac:chgData name="Chittaranjan Hens" userId="6fc03958433e8a43" providerId="LiveId" clId="{309794F8-99CF-4983-9CCF-D5B7BCCE1DF4}" dt="2023-01-23T04:24:15.468" v="1459" actId="13822"/>
          <ac:spMkLst>
            <pc:docMk/>
            <pc:sldMk cId="1363051830" sldId="347"/>
            <ac:spMk id="148" creationId="{54818CD2-6A42-F144-A628-E2DDD0FEE272}"/>
          </ac:spMkLst>
        </pc:spChg>
        <pc:spChg chg="mod">
          <ac:chgData name="Chittaranjan Hens" userId="6fc03958433e8a43" providerId="LiveId" clId="{309794F8-99CF-4983-9CCF-D5B7BCCE1DF4}" dt="2023-01-21T11:24:21.322" v="920" actId="207"/>
          <ac:spMkLst>
            <pc:docMk/>
            <pc:sldMk cId="1363051830" sldId="347"/>
            <ac:spMk id="152" creationId="{879A2FA0-F108-8E45-8FEE-8E72C252E319}"/>
          </ac:spMkLst>
        </pc:spChg>
        <pc:spChg chg="mod">
          <ac:chgData name="Chittaranjan Hens" userId="6fc03958433e8a43" providerId="LiveId" clId="{309794F8-99CF-4983-9CCF-D5B7BCCE1DF4}" dt="2023-01-21T11:24:21.322" v="920" actId="207"/>
          <ac:spMkLst>
            <pc:docMk/>
            <pc:sldMk cId="1363051830" sldId="347"/>
            <ac:spMk id="171" creationId="{9C5482B4-52F0-5249-B1C6-86C9B28E0F25}"/>
          </ac:spMkLst>
        </pc:spChg>
        <pc:spChg chg="mod">
          <ac:chgData name="Chittaranjan Hens" userId="6fc03958433e8a43" providerId="LiveId" clId="{309794F8-99CF-4983-9CCF-D5B7BCCE1DF4}" dt="2023-01-21T11:24:21.322" v="920" actId="207"/>
          <ac:spMkLst>
            <pc:docMk/>
            <pc:sldMk cId="1363051830" sldId="347"/>
            <ac:spMk id="219" creationId="{B077325E-F712-BD46-BBA7-829B3FD066CB}"/>
          </ac:spMkLst>
        </pc:spChg>
        <pc:spChg chg="mod">
          <ac:chgData name="Chittaranjan Hens" userId="6fc03958433e8a43" providerId="LiveId" clId="{309794F8-99CF-4983-9CCF-D5B7BCCE1DF4}" dt="2023-01-23T04:24:15.468" v="1459" actId="13822"/>
          <ac:spMkLst>
            <pc:docMk/>
            <pc:sldMk cId="1363051830" sldId="347"/>
            <ac:spMk id="223" creationId="{2CB3B15B-3850-1E4A-8A94-45C001A138B9}"/>
          </ac:spMkLst>
        </pc:spChg>
        <pc:grpChg chg="mod">
          <ac:chgData name="Chittaranjan Hens" userId="6fc03958433e8a43" providerId="LiveId" clId="{309794F8-99CF-4983-9CCF-D5B7BCCE1DF4}" dt="2023-01-23T04:24:04.648" v="1457" actId="207"/>
          <ac:grpSpMkLst>
            <pc:docMk/>
            <pc:sldMk cId="1363051830" sldId="347"/>
            <ac:grpSpMk id="9" creationId="{E18FC7CB-F27E-7B4B-853C-0988D90041D8}"/>
          </ac:grpSpMkLst>
        </pc:grpChg>
        <pc:grpChg chg="mod">
          <ac:chgData name="Chittaranjan Hens" userId="6fc03958433e8a43" providerId="LiveId" clId="{309794F8-99CF-4983-9CCF-D5B7BCCE1DF4}" dt="2023-01-21T11:28:47.881" v="934" actId="1076"/>
          <ac:grpSpMkLst>
            <pc:docMk/>
            <pc:sldMk cId="1363051830" sldId="347"/>
            <ac:grpSpMk id="23" creationId="{7BBC1820-3FD6-4942-8A9F-9D0F42FB53D9}"/>
          </ac:grpSpMkLst>
        </pc:grpChg>
        <pc:grpChg chg="mod">
          <ac:chgData name="Chittaranjan Hens" userId="6fc03958433e8a43" providerId="LiveId" clId="{309794F8-99CF-4983-9CCF-D5B7BCCE1DF4}" dt="2023-01-21T11:24:21.322" v="920" actId="207"/>
          <ac:grpSpMkLst>
            <pc:docMk/>
            <pc:sldMk cId="1363051830" sldId="347"/>
            <ac:grpSpMk id="34" creationId="{5EC1D50E-1A45-954B-B9A9-B58C60D02D27}"/>
          </ac:grpSpMkLst>
        </pc:grpChg>
        <pc:grpChg chg="mod">
          <ac:chgData name="Chittaranjan Hens" userId="6fc03958433e8a43" providerId="LiveId" clId="{309794F8-99CF-4983-9CCF-D5B7BCCE1DF4}" dt="2023-01-21T11:24:21.322" v="920" actId="207"/>
          <ac:grpSpMkLst>
            <pc:docMk/>
            <pc:sldMk cId="1363051830" sldId="347"/>
            <ac:grpSpMk id="65" creationId="{7917F9DF-4376-454D-A6DC-8D2CD5FB3C07}"/>
          </ac:grpSpMkLst>
        </pc:grpChg>
        <pc:picChg chg="add mod ord">
          <ac:chgData name="Chittaranjan Hens" userId="6fc03958433e8a43" providerId="LiveId" clId="{309794F8-99CF-4983-9CCF-D5B7BCCE1DF4}" dt="2023-01-23T04:23:57.084" v="1456" actId="1076"/>
          <ac:picMkLst>
            <pc:docMk/>
            <pc:sldMk cId="1363051830" sldId="347"/>
            <ac:picMk id="3" creationId="{D4C8FB53-24D5-6129-80B2-D1221E121F0B}"/>
          </ac:picMkLst>
        </pc:picChg>
        <pc:cxnChg chg="mod">
          <ac:chgData name="Chittaranjan Hens" userId="6fc03958433e8a43" providerId="LiveId" clId="{309794F8-99CF-4983-9CCF-D5B7BCCE1DF4}" dt="2023-01-21T11:24:21.322" v="920" actId="207"/>
          <ac:cxnSpMkLst>
            <pc:docMk/>
            <pc:sldMk cId="1363051830" sldId="347"/>
            <ac:cxnSpMk id="66" creationId="{5172F664-DF4D-524B-A123-C6EE582CBFAA}"/>
          </ac:cxnSpMkLst>
        </pc:cxnChg>
        <pc:cxnChg chg="mod">
          <ac:chgData name="Chittaranjan Hens" userId="6fc03958433e8a43" providerId="LiveId" clId="{309794F8-99CF-4983-9CCF-D5B7BCCE1DF4}" dt="2023-01-21T11:24:21.322" v="920" actId="207"/>
          <ac:cxnSpMkLst>
            <pc:docMk/>
            <pc:sldMk cId="1363051830" sldId="347"/>
            <ac:cxnSpMk id="67" creationId="{6F70E1E7-3B59-4544-9A1D-7462E2E8CB17}"/>
          </ac:cxnSpMkLst>
        </pc:cxnChg>
        <pc:cxnChg chg="mod">
          <ac:chgData name="Chittaranjan Hens" userId="6fc03958433e8a43" providerId="LiveId" clId="{309794F8-99CF-4983-9CCF-D5B7BCCE1DF4}" dt="2023-01-23T04:24:15.468" v="1459" actId="13822"/>
          <ac:cxnSpMkLst>
            <pc:docMk/>
            <pc:sldMk cId="1363051830" sldId="347"/>
            <ac:cxnSpMk id="96" creationId="{3CE4AA74-C08D-D941-8062-9D2428749675}"/>
          </ac:cxnSpMkLst>
        </pc:cxnChg>
        <pc:cxnChg chg="mod">
          <ac:chgData name="Chittaranjan Hens" userId="6fc03958433e8a43" providerId="LiveId" clId="{309794F8-99CF-4983-9CCF-D5B7BCCE1DF4}" dt="2023-01-23T04:24:15.468" v="1459" actId="13822"/>
          <ac:cxnSpMkLst>
            <pc:docMk/>
            <pc:sldMk cId="1363051830" sldId="347"/>
            <ac:cxnSpMk id="97" creationId="{61843BF7-E396-CB46-A410-6825C7220E52}"/>
          </ac:cxnSpMkLst>
        </pc:cxnChg>
      </pc:sldChg>
      <pc:sldChg chg="del">
        <pc:chgData name="Chittaranjan Hens" userId="6fc03958433e8a43" providerId="LiveId" clId="{309794F8-99CF-4983-9CCF-D5B7BCCE1DF4}" dt="2023-01-21T09:20:58.465" v="3" actId="47"/>
        <pc:sldMkLst>
          <pc:docMk/>
          <pc:sldMk cId="785561664" sldId="349"/>
        </pc:sldMkLst>
      </pc:sldChg>
      <pc:sldChg chg="del">
        <pc:chgData name="Chittaranjan Hens" userId="6fc03958433e8a43" providerId="LiveId" clId="{309794F8-99CF-4983-9CCF-D5B7BCCE1DF4}" dt="2023-01-21T09:20:59.252" v="4" actId="47"/>
        <pc:sldMkLst>
          <pc:docMk/>
          <pc:sldMk cId="4134741998" sldId="350"/>
        </pc:sldMkLst>
      </pc:sldChg>
      <pc:sldChg chg="del">
        <pc:chgData name="Chittaranjan Hens" userId="6fc03958433e8a43" providerId="LiveId" clId="{309794F8-99CF-4983-9CCF-D5B7BCCE1DF4}" dt="2023-01-21T09:20:59.629" v="5" actId="47"/>
        <pc:sldMkLst>
          <pc:docMk/>
          <pc:sldMk cId="1680325285" sldId="351"/>
        </pc:sldMkLst>
      </pc:sldChg>
      <pc:sldChg chg="del">
        <pc:chgData name="Chittaranjan Hens" userId="6fc03958433e8a43" providerId="LiveId" clId="{309794F8-99CF-4983-9CCF-D5B7BCCE1DF4}" dt="2023-01-21T09:20:59.945" v="6" actId="47"/>
        <pc:sldMkLst>
          <pc:docMk/>
          <pc:sldMk cId="1461595360" sldId="353"/>
        </pc:sldMkLst>
      </pc:sldChg>
      <pc:sldChg chg="del">
        <pc:chgData name="Chittaranjan Hens" userId="6fc03958433e8a43" providerId="LiveId" clId="{309794F8-99CF-4983-9CCF-D5B7BCCE1DF4}" dt="2023-01-21T09:21:00.479" v="8" actId="47"/>
        <pc:sldMkLst>
          <pc:docMk/>
          <pc:sldMk cId="4018644813" sldId="355"/>
        </pc:sldMkLst>
      </pc:sldChg>
      <pc:sldChg chg="del">
        <pc:chgData name="Chittaranjan Hens" userId="6fc03958433e8a43" providerId="LiveId" clId="{309794F8-99CF-4983-9CCF-D5B7BCCE1DF4}" dt="2023-01-21T09:21:00.205" v="7" actId="47"/>
        <pc:sldMkLst>
          <pc:docMk/>
          <pc:sldMk cId="3292365335" sldId="356"/>
        </pc:sldMkLst>
      </pc:sldChg>
      <pc:sldChg chg="del">
        <pc:chgData name="Chittaranjan Hens" userId="6fc03958433e8a43" providerId="LiveId" clId="{309794F8-99CF-4983-9CCF-D5B7BCCE1DF4}" dt="2023-01-21T09:21:00.681" v="9" actId="47"/>
        <pc:sldMkLst>
          <pc:docMk/>
          <pc:sldMk cId="4124511645" sldId="357"/>
        </pc:sldMkLst>
      </pc:sldChg>
      <pc:sldChg chg="del">
        <pc:chgData name="Chittaranjan Hens" userId="6fc03958433e8a43" providerId="LiveId" clId="{309794F8-99CF-4983-9CCF-D5B7BCCE1DF4}" dt="2023-01-21T09:21:00.842" v="10" actId="47"/>
        <pc:sldMkLst>
          <pc:docMk/>
          <pc:sldMk cId="556724120" sldId="358"/>
        </pc:sldMkLst>
      </pc:sldChg>
      <pc:sldChg chg="del">
        <pc:chgData name="Chittaranjan Hens" userId="6fc03958433e8a43" providerId="LiveId" clId="{309794F8-99CF-4983-9CCF-D5B7BCCE1DF4}" dt="2023-01-21T09:21:01.983" v="16" actId="47"/>
        <pc:sldMkLst>
          <pc:docMk/>
          <pc:sldMk cId="3315069420" sldId="359"/>
        </pc:sldMkLst>
      </pc:sldChg>
      <pc:sldChg chg="del">
        <pc:chgData name="Chittaranjan Hens" userId="6fc03958433e8a43" providerId="LiveId" clId="{309794F8-99CF-4983-9CCF-D5B7BCCE1DF4}" dt="2023-01-21T09:21:02.804" v="20" actId="47"/>
        <pc:sldMkLst>
          <pc:docMk/>
          <pc:sldMk cId="1358715392" sldId="361"/>
        </pc:sldMkLst>
      </pc:sldChg>
      <pc:sldChg chg="del">
        <pc:chgData name="Chittaranjan Hens" userId="6fc03958433e8a43" providerId="LiveId" clId="{309794F8-99CF-4983-9CCF-D5B7BCCE1DF4}" dt="2023-01-21T09:21:03.249" v="22" actId="47"/>
        <pc:sldMkLst>
          <pc:docMk/>
          <pc:sldMk cId="370908212" sldId="363"/>
        </pc:sldMkLst>
      </pc:sldChg>
      <pc:sldChg chg="del">
        <pc:chgData name="Chittaranjan Hens" userId="6fc03958433e8a43" providerId="LiveId" clId="{309794F8-99CF-4983-9CCF-D5B7BCCE1DF4}" dt="2023-01-21T09:21:03.458" v="23" actId="47"/>
        <pc:sldMkLst>
          <pc:docMk/>
          <pc:sldMk cId="331812590" sldId="364"/>
        </pc:sldMkLst>
      </pc:sldChg>
      <pc:sldChg chg="del">
        <pc:chgData name="Chittaranjan Hens" userId="6fc03958433e8a43" providerId="LiveId" clId="{309794F8-99CF-4983-9CCF-D5B7BCCE1DF4}" dt="2023-01-21T09:21:03.002" v="21" actId="47"/>
        <pc:sldMkLst>
          <pc:docMk/>
          <pc:sldMk cId="4076806446" sldId="365"/>
        </pc:sldMkLst>
      </pc:sldChg>
      <pc:sldChg chg="del">
        <pc:chgData name="Chittaranjan Hens" userId="6fc03958433e8a43" providerId="LiveId" clId="{309794F8-99CF-4983-9CCF-D5B7BCCE1DF4}" dt="2023-01-21T09:21:03.689" v="24" actId="47"/>
        <pc:sldMkLst>
          <pc:docMk/>
          <pc:sldMk cId="3595911580" sldId="366"/>
        </pc:sldMkLst>
      </pc:sldChg>
      <pc:sldChg chg="del">
        <pc:chgData name="Chittaranjan Hens" userId="6fc03958433e8a43" providerId="LiveId" clId="{309794F8-99CF-4983-9CCF-D5B7BCCE1DF4}" dt="2023-01-21T09:21:03.922" v="25" actId="47"/>
        <pc:sldMkLst>
          <pc:docMk/>
          <pc:sldMk cId="3237885623" sldId="367"/>
        </pc:sldMkLst>
      </pc:sldChg>
      <pc:sldChg chg="del">
        <pc:chgData name="Chittaranjan Hens" userId="6fc03958433e8a43" providerId="LiveId" clId="{309794F8-99CF-4983-9CCF-D5B7BCCE1DF4}" dt="2023-01-21T09:21:04.884" v="26" actId="47"/>
        <pc:sldMkLst>
          <pc:docMk/>
          <pc:sldMk cId="149599313" sldId="368"/>
        </pc:sldMkLst>
      </pc:sldChg>
      <pc:sldChg chg="del">
        <pc:chgData name="Chittaranjan Hens" userId="6fc03958433e8a43" providerId="LiveId" clId="{309794F8-99CF-4983-9CCF-D5B7BCCE1DF4}" dt="2023-01-21T09:21:05.124" v="27" actId="47"/>
        <pc:sldMkLst>
          <pc:docMk/>
          <pc:sldMk cId="777414581" sldId="369"/>
        </pc:sldMkLst>
      </pc:sldChg>
      <pc:sldChg chg="del">
        <pc:chgData name="Chittaranjan Hens" userId="6fc03958433e8a43" providerId="LiveId" clId="{309794F8-99CF-4983-9CCF-D5B7BCCE1DF4}" dt="2023-01-21T09:21:05.364" v="28" actId="47"/>
        <pc:sldMkLst>
          <pc:docMk/>
          <pc:sldMk cId="909825114" sldId="370"/>
        </pc:sldMkLst>
      </pc:sldChg>
      <pc:sldChg chg="del">
        <pc:chgData name="Chittaranjan Hens" userId="6fc03958433e8a43" providerId="LiveId" clId="{309794F8-99CF-4983-9CCF-D5B7BCCE1DF4}" dt="2023-01-21T09:21:05.891" v="29" actId="47"/>
        <pc:sldMkLst>
          <pc:docMk/>
          <pc:sldMk cId="2186899752" sldId="371"/>
        </pc:sldMkLst>
      </pc:sldChg>
      <pc:sldChg chg="del">
        <pc:chgData name="Chittaranjan Hens" userId="6fc03958433e8a43" providerId="LiveId" clId="{309794F8-99CF-4983-9CCF-D5B7BCCE1DF4}" dt="2023-01-21T09:21:06.439" v="30" actId="47"/>
        <pc:sldMkLst>
          <pc:docMk/>
          <pc:sldMk cId="1433234475" sldId="372"/>
        </pc:sldMkLst>
      </pc:sldChg>
      <pc:sldChg chg="del">
        <pc:chgData name="Chittaranjan Hens" userId="6fc03958433e8a43" providerId="LiveId" clId="{309794F8-99CF-4983-9CCF-D5B7BCCE1DF4}" dt="2023-01-21T09:21:07.121" v="31" actId="47"/>
        <pc:sldMkLst>
          <pc:docMk/>
          <pc:sldMk cId="1317176657" sldId="373"/>
        </pc:sldMkLst>
      </pc:sldChg>
      <pc:sldChg chg="del">
        <pc:chgData name="Chittaranjan Hens" userId="6fc03958433e8a43" providerId="LiveId" clId="{309794F8-99CF-4983-9CCF-D5B7BCCE1DF4}" dt="2023-01-21T09:21:02.161" v="17" actId="47"/>
        <pc:sldMkLst>
          <pc:docMk/>
          <pc:sldMk cId="2161230056" sldId="374"/>
        </pc:sldMkLst>
      </pc:sldChg>
      <pc:sldChg chg="del">
        <pc:chgData name="Chittaranjan Hens" userId="6fc03958433e8a43" providerId="LiveId" clId="{309794F8-99CF-4983-9CCF-D5B7BCCE1DF4}" dt="2023-01-21T09:21:02.387" v="18" actId="47"/>
        <pc:sldMkLst>
          <pc:docMk/>
          <pc:sldMk cId="3201525191" sldId="375"/>
        </pc:sldMkLst>
      </pc:sldChg>
      <pc:sldChg chg="del">
        <pc:chgData name="Chittaranjan Hens" userId="6fc03958433e8a43" providerId="LiveId" clId="{309794F8-99CF-4983-9CCF-D5B7BCCE1DF4}" dt="2023-01-21T09:21:02.579" v="19" actId="47"/>
        <pc:sldMkLst>
          <pc:docMk/>
          <pc:sldMk cId="1093387738" sldId="376"/>
        </pc:sldMkLst>
      </pc:sldChg>
      <pc:sldChg chg="del">
        <pc:chgData name="Chittaranjan Hens" userId="6fc03958433e8a43" providerId="LiveId" clId="{309794F8-99CF-4983-9CCF-D5B7BCCE1DF4}" dt="2023-01-21T09:21:00.957" v="11" actId="47"/>
        <pc:sldMkLst>
          <pc:docMk/>
          <pc:sldMk cId="3371463529" sldId="377"/>
        </pc:sldMkLst>
      </pc:sldChg>
      <pc:sldChg chg="del">
        <pc:chgData name="Chittaranjan Hens" userId="6fc03958433e8a43" providerId="LiveId" clId="{309794F8-99CF-4983-9CCF-D5B7BCCE1DF4}" dt="2023-01-21T09:21:01.182" v="12" actId="47"/>
        <pc:sldMkLst>
          <pc:docMk/>
          <pc:sldMk cId="2345985401" sldId="378"/>
        </pc:sldMkLst>
      </pc:sldChg>
      <pc:sldChg chg="del">
        <pc:chgData name="Chittaranjan Hens" userId="6fc03958433e8a43" providerId="LiveId" clId="{309794F8-99CF-4983-9CCF-D5B7BCCE1DF4}" dt="2023-01-21T09:21:01.377" v="13" actId="47"/>
        <pc:sldMkLst>
          <pc:docMk/>
          <pc:sldMk cId="3437359795" sldId="379"/>
        </pc:sldMkLst>
      </pc:sldChg>
      <pc:sldChg chg="del">
        <pc:chgData name="Chittaranjan Hens" userId="6fc03958433e8a43" providerId="LiveId" clId="{309794F8-99CF-4983-9CCF-D5B7BCCE1DF4}" dt="2023-01-21T09:21:01.579" v="14" actId="47"/>
        <pc:sldMkLst>
          <pc:docMk/>
          <pc:sldMk cId="4258649537" sldId="381"/>
        </pc:sldMkLst>
      </pc:sldChg>
      <pc:sldChg chg="del">
        <pc:chgData name="Chittaranjan Hens" userId="6fc03958433e8a43" providerId="LiveId" clId="{309794F8-99CF-4983-9CCF-D5B7BCCE1DF4}" dt="2023-01-21T09:21:01.730" v="15" actId="47"/>
        <pc:sldMkLst>
          <pc:docMk/>
          <pc:sldMk cId="1411089668" sldId="382"/>
        </pc:sldMkLst>
      </pc:sldChg>
      <pc:sldChg chg="del">
        <pc:chgData name="Chittaranjan Hens" userId="6fc03958433e8a43" providerId="LiveId" clId="{309794F8-99CF-4983-9CCF-D5B7BCCE1DF4}" dt="2023-01-21T09:21:07.627" v="32" actId="47"/>
        <pc:sldMkLst>
          <pc:docMk/>
          <pc:sldMk cId="3027114888" sldId="383"/>
        </pc:sldMkLst>
      </pc:sldChg>
      <pc:sldChg chg="del">
        <pc:chgData name="Chittaranjan Hens" userId="6fc03958433e8a43" providerId="LiveId" clId="{309794F8-99CF-4983-9CCF-D5B7BCCE1DF4}" dt="2023-01-21T09:21:08.169" v="33" actId="47"/>
        <pc:sldMkLst>
          <pc:docMk/>
          <pc:sldMk cId="828855938" sldId="384"/>
        </pc:sldMkLst>
      </pc:sldChg>
      <pc:sldChg chg="addSp delSp modSp add mod modTransition modAnim">
        <pc:chgData name="Chittaranjan Hens" userId="6fc03958433e8a43" providerId="LiveId" clId="{309794F8-99CF-4983-9CCF-D5B7BCCE1DF4}" dt="2023-01-24T05:15:19.273" v="1988" actId="1076"/>
        <pc:sldMkLst>
          <pc:docMk/>
          <pc:sldMk cId="0" sldId="385"/>
        </pc:sldMkLst>
        <pc:spChg chg="add mod">
          <ac:chgData name="Chittaranjan Hens" userId="6fc03958433e8a43" providerId="LiveId" clId="{309794F8-99CF-4983-9CCF-D5B7BCCE1DF4}" dt="2023-01-24T05:15:19.273" v="1988" actId="1076"/>
          <ac:spMkLst>
            <pc:docMk/>
            <pc:sldMk cId="0" sldId="385"/>
            <ac:spMk id="2" creationId="{0AF504DE-B735-382A-D031-3993EDAD2EE8}"/>
          </ac:spMkLst>
        </pc:spChg>
        <pc:spChg chg="add del mod">
          <ac:chgData name="Chittaranjan Hens" userId="6fc03958433e8a43" providerId="LiveId" clId="{309794F8-99CF-4983-9CCF-D5B7BCCE1DF4}" dt="2023-01-21T09:24:38.566" v="75" actId="478"/>
          <ac:spMkLst>
            <pc:docMk/>
            <pc:sldMk cId="0" sldId="385"/>
            <ac:spMk id="3" creationId="{D82B51AB-ACB7-9CFC-3212-41980D5E46DC}"/>
          </ac:spMkLst>
        </pc:spChg>
        <pc:spChg chg="add mod">
          <ac:chgData name="Chittaranjan Hens" userId="6fc03958433e8a43" providerId="LiveId" clId="{309794F8-99CF-4983-9CCF-D5B7BCCE1DF4}" dt="2023-01-21T11:30:58.648" v="954" actId="113"/>
          <ac:spMkLst>
            <pc:docMk/>
            <pc:sldMk cId="0" sldId="385"/>
            <ac:spMk id="4" creationId="{3DFDE5F4-8FB8-CD50-5D8D-FC844A26777B}"/>
          </ac:spMkLst>
        </pc:spChg>
        <pc:spChg chg="del">
          <ac:chgData name="Chittaranjan Hens" userId="6fc03958433e8a43" providerId="LiveId" clId="{309794F8-99CF-4983-9CCF-D5B7BCCE1DF4}" dt="2023-01-21T09:24:42.671" v="77" actId="478"/>
          <ac:spMkLst>
            <pc:docMk/>
            <pc:sldMk cId="0" sldId="385"/>
            <ac:spMk id="3078" creationId="{D9E70ECE-5D9D-305D-9267-6A0D82A897D5}"/>
          </ac:spMkLst>
        </pc:spChg>
        <pc:spChg chg="del">
          <ac:chgData name="Chittaranjan Hens" userId="6fc03958433e8a43" providerId="LiveId" clId="{309794F8-99CF-4983-9CCF-D5B7BCCE1DF4}" dt="2023-01-21T09:24:34.865" v="73" actId="478"/>
          <ac:spMkLst>
            <pc:docMk/>
            <pc:sldMk cId="0" sldId="385"/>
            <ac:spMk id="3079" creationId="{609B05BD-5F72-AC90-4916-69AD9A4715CC}"/>
          </ac:spMkLst>
        </pc:spChg>
        <pc:spChg chg="mod">
          <ac:chgData name="Chittaranjan Hens" userId="6fc03958433e8a43" providerId="LiveId" clId="{309794F8-99CF-4983-9CCF-D5B7BCCE1DF4}" dt="2023-01-21T09:31:33.939" v="190" actId="6549"/>
          <ac:spMkLst>
            <pc:docMk/>
            <pc:sldMk cId="0" sldId="385"/>
            <ac:spMk id="3080" creationId="{849E278F-30D2-7E53-DFBD-2AA3A417CC84}"/>
          </ac:spMkLst>
        </pc:spChg>
        <pc:graphicFrameChg chg="del mod">
          <ac:chgData name="Chittaranjan Hens" userId="6fc03958433e8a43" providerId="LiveId" clId="{309794F8-99CF-4983-9CCF-D5B7BCCE1DF4}" dt="2023-01-21T09:31:39.341" v="191" actId="478"/>
          <ac:graphicFrameMkLst>
            <pc:docMk/>
            <pc:sldMk cId="0" sldId="385"/>
            <ac:graphicFrameMk id="3074" creationId="{A7669175-8EC2-3A8D-35B3-533DDCAC65B5}"/>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5" creationId="{8AF2FD4F-87E4-180A-928C-B7C314EC769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6" creationId="{06C0BC18-B09F-29DE-0611-E3FA07C0D6BC}"/>
          </ac:graphicFrameMkLst>
        </pc:graphicFrameChg>
        <pc:graphicFrameChg chg="del mod">
          <ac:chgData name="Chittaranjan Hens" userId="6fc03958433e8a43" providerId="LiveId" clId="{309794F8-99CF-4983-9CCF-D5B7BCCE1DF4}" dt="2023-01-21T09:31:39.341" v="191" actId="478"/>
          <ac:graphicFrameMkLst>
            <pc:docMk/>
            <pc:sldMk cId="0" sldId="385"/>
            <ac:graphicFrameMk id="3077" creationId="{F45F5AB0-C5F6-E407-76A6-F61995337068}"/>
          </ac:graphicFrameMkLst>
        </pc:graphicFrameChg>
        <pc:picChg chg="add mod ord">
          <ac:chgData name="Chittaranjan Hens" userId="6fc03958433e8a43" providerId="LiveId" clId="{309794F8-99CF-4983-9CCF-D5B7BCCE1DF4}" dt="2023-01-21T09:29:54.885" v="174" actId="167"/>
          <ac:picMkLst>
            <pc:docMk/>
            <pc:sldMk cId="0" sldId="385"/>
            <ac:picMk id="5" creationId="{F6D88788-2CDF-0FD1-C715-04735B7A04AB}"/>
          </ac:picMkLst>
        </pc:picChg>
      </pc:sldChg>
      <pc:sldChg chg="del">
        <pc:chgData name="Chittaranjan Hens" userId="6fc03958433e8a43" providerId="LiveId" clId="{309794F8-99CF-4983-9CCF-D5B7BCCE1DF4}" dt="2023-01-21T09:21:08.701" v="34" actId="47"/>
        <pc:sldMkLst>
          <pc:docMk/>
          <pc:sldMk cId="1460658313" sldId="385"/>
        </pc:sldMkLst>
      </pc:sldChg>
      <pc:sldChg chg="addSp delSp modSp add mod modTransition">
        <pc:chgData name="Chittaranjan Hens" userId="6fc03958433e8a43" providerId="LiveId" clId="{309794F8-99CF-4983-9CCF-D5B7BCCE1DF4}" dt="2023-01-25T08:49:27.980" v="2979" actId="27636"/>
        <pc:sldMkLst>
          <pc:docMk/>
          <pc:sldMk cId="0" sldId="386"/>
        </pc:sldMkLst>
        <pc:spChg chg="add mod">
          <ac:chgData name="Chittaranjan Hens" userId="6fc03958433e8a43" providerId="LiveId" clId="{309794F8-99CF-4983-9CCF-D5B7BCCE1DF4}" dt="2023-01-21T11:34:22.613" v="964" actId="122"/>
          <ac:spMkLst>
            <pc:docMk/>
            <pc:sldMk cId="0" sldId="386"/>
            <ac:spMk id="2" creationId="{4182E756-F85A-FE68-D3D6-AFA6A8F8C43B}"/>
          </ac:spMkLst>
        </pc:spChg>
        <pc:spChg chg="add del mod">
          <ac:chgData name="Chittaranjan Hens" userId="6fc03958433e8a43" providerId="LiveId" clId="{309794F8-99CF-4983-9CCF-D5B7BCCE1DF4}" dt="2023-01-21T09:33:37.428" v="227" actId="478"/>
          <ac:spMkLst>
            <pc:docMk/>
            <pc:sldMk cId="0" sldId="386"/>
            <ac:spMk id="4" creationId="{6184735E-386E-D702-BCC1-4F067F9CA6B7}"/>
          </ac:spMkLst>
        </pc:spChg>
        <pc:spChg chg="add mod">
          <ac:chgData name="Chittaranjan Hens" userId="6fc03958433e8a43" providerId="LiveId" clId="{309794F8-99CF-4983-9CCF-D5B7BCCE1DF4}" dt="2023-01-25T08:49:27.980" v="2979" actId="27636"/>
          <ac:spMkLst>
            <pc:docMk/>
            <pc:sldMk cId="0" sldId="386"/>
            <ac:spMk id="4098" creationId="{A7142D9F-DAE9-F85E-3AD5-2EE47BA56F03}"/>
          </ac:spMkLst>
        </pc:spChg>
        <pc:spChg chg="del mod">
          <ac:chgData name="Chittaranjan Hens" userId="6fc03958433e8a43" providerId="LiveId" clId="{309794F8-99CF-4983-9CCF-D5B7BCCE1DF4}" dt="2023-01-21T09:33:34.482" v="225" actId="478"/>
          <ac:spMkLst>
            <pc:docMk/>
            <pc:sldMk cId="0" sldId="386"/>
            <ac:spMk id="4104" creationId="{A5CC599D-8C17-7A3D-4F8B-AA74C5488360}"/>
          </ac:spMkLst>
        </pc:spChg>
        <pc:spChg chg="mod">
          <ac:chgData name="Chittaranjan Hens" userId="6fc03958433e8a43" providerId="LiveId" clId="{309794F8-99CF-4983-9CCF-D5B7BCCE1DF4}" dt="2023-01-21T09:35:43.219" v="245" actId="2711"/>
          <ac:spMkLst>
            <pc:docMk/>
            <pc:sldMk cId="0" sldId="386"/>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0" sldId="386"/>
            <ac:graphicFrameMk id="3" creationId="{A7142D9F-DAE9-F85E-3AD5-2EE47BA56F03}"/>
          </ac:graphicFrameMkLst>
        </pc:graphicFrameChg>
        <pc:graphicFrameChg chg="del">
          <ac:chgData name="Chittaranjan Hens" userId="6fc03958433e8a43" providerId="LiveId" clId="{309794F8-99CF-4983-9CCF-D5B7BCCE1DF4}" dt="2023-01-21T09:34:22.014" v="234" actId="478"/>
          <ac:graphicFrameMkLst>
            <pc:docMk/>
            <pc:sldMk cId="0" sldId="386"/>
            <ac:graphicFrameMk id="4099" creationId="{FB1495FF-3AF9-AE8A-5562-F7B8501D935B}"/>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0" creationId="{630CAD59-F526-E294-33EB-78AE95994BE1}"/>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1" creationId="{192F5250-FFCF-72B9-DE61-241F778A0C8D}"/>
          </ac:graphicFrameMkLst>
        </pc:graphicFrameChg>
        <pc:graphicFrameChg chg="del">
          <ac:chgData name="Chittaranjan Hens" userId="6fc03958433e8a43" providerId="LiveId" clId="{309794F8-99CF-4983-9CCF-D5B7BCCE1DF4}" dt="2023-01-21T09:34:22.014" v="234" actId="478"/>
          <ac:graphicFrameMkLst>
            <pc:docMk/>
            <pc:sldMk cId="0" sldId="386"/>
            <ac:graphicFrameMk id="4102" creationId="{F4713D82-35B1-6597-F32B-B0A5700E7C25}"/>
          </ac:graphicFrameMkLst>
        </pc:graphicFrameChg>
        <pc:picChg chg="add mod ord">
          <ac:chgData name="Chittaranjan Hens" userId="6fc03958433e8a43" providerId="LiveId" clId="{309794F8-99CF-4983-9CCF-D5B7BCCE1DF4}" dt="2023-01-21T09:33:54.830" v="230" actId="167"/>
          <ac:picMkLst>
            <pc:docMk/>
            <pc:sldMk cId="0" sldId="386"/>
            <ac:picMk id="5" creationId="{1BB5F6C2-86B7-2F0C-3E27-A72E980A3D73}"/>
          </ac:picMkLst>
        </pc:picChg>
      </pc:sldChg>
      <pc:sldChg chg="del">
        <pc:chgData name="Chittaranjan Hens" userId="6fc03958433e8a43" providerId="LiveId" clId="{309794F8-99CF-4983-9CCF-D5B7BCCE1DF4}" dt="2023-01-21T09:21:09.246" v="35" actId="47"/>
        <pc:sldMkLst>
          <pc:docMk/>
          <pc:sldMk cId="2544770133" sldId="386"/>
        </pc:sldMkLst>
      </pc:sldChg>
      <pc:sldChg chg="addSp delSp modSp add mod ord modTransition">
        <pc:chgData name="Chittaranjan Hens" userId="6fc03958433e8a43" providerId="LiveId" clId="{309794F8-99CF-4983-9CCF-D5B7BCCE1DF4}" dt="2023-01-25T08:49:28.916" v="2994" actId="27636"/>
        <pc:sldMkLst>
          <pc:docMk/>
          <pc:sldMk cId="0" sldId="387"/>
        </pc:sldMkLst>
        <pc:spChg chg="add del mod">
          <ac:chgData name="Chittaranjan Hens" userId="6fc03958433e8a43" providerId="LiveId" clId="{309794F8-99CF-4983-9CCF-D5B7BCCE1DF4}" dt="2023-01-21T10:10:46.219" v="548" actId="478"/>
          <ac:spMkLst>
            <pc:docMk/>
            <pc:sldMk cId="0" sldId="387"/>
            <ac:spMk id="3" creationId="{803EF8A2-813D-087D-0973-EA582F68D86F}"/>
          </ac:spMkLst>
        </pc:spChg>
        <pc:spChg chg="add del mod">
          <ac:chgData name="Chittaranjan Hens" userId="6fc03958433e8a43" providerId="LiveId" clId="{309794F8-99CF-4983-9CCF-D5B7BCCE1DF4}" dt="2023-01-21T10:10:50.026" v="551" actId="478"/>
          <ac:spMkLst>
            <pc:docMk/>
            <pc:sldMk cId="0" sldId="387"/>
            <ac:spMk id="6" creationId="{74536FC2-0B6E-AC8D-1A53-70C58A31693A}"/>
          </ac:spMkLst>
        </pc:spChg>
        <pc:spChg chg="add mod">
          <ac:chgData name="Chittaranjan Hens" userId="6fc03958433e8a43" providerId="LiveId" clId="{309794F8-99CF-4983-9CCF-D5B7BCCE1DF4}" dt="2023-01-21T11:35:08.908" v="970" actId="113"/>
          <ac:spMkLst>
            <pc:docMk/>
            <pc:sldMk cId="0" sldId="387"/>
            <ac:spMk id="7" creationId="{4002157E-12BB-2202-3CD0-C58ECB1CEB45}"/>
          </ac:spMkLst>
        </pc:spChg>
        <pc:spChg chg="add mod">
          <ac:chgData name="Chittaranjan Hens" userId="6fc03958433e8a43" providerId="LiveId" clId="{309794F8-99CF-4983-9CCF-D5B7BCCE1DF4}" dt="2023-01-25T08:49:28.782" v="2992" actId="27636"/>
          <ac:spMkLst>
            <pc:docMk/>
            <pc:sldMk cId="0" sldId="387"/>
            <ac:spMk id="5122" creationId="{177A508A-70C8-28CA-922D-374CC38A976A}"/>
          </ac:spMkLst>
        </pc:spChg>
        <pc:spChg chg="add mod">
          <ac:chgData name="Chittaranjan Hens" userId="6fc03958433e8a43" providerId="LiveId" clId="{309794F8-99CF-4983-9CCF-D5B7BCCE1DF4}" dt="2023-01-25T08:49:28.916" v="2994" actId="27636"/>
          <ac:spMkLst>
            <pc:docMk/>
            <pc:sldMk cId="0" sldId="387"/>
            <ac:spMk id="5123" creationId="{E45A5FD2-5C75-48B1-716A-ED448DAFBE76}"/>
          </ac:spMkLst>
        </pc:spChg>
        <pc:spChg chg="add mod">
          <ac:chgData name="Chittaranjan Hens" userId="6fc03958433e8a43" providerId="LiveId" clId="{309794F8-99CF-4983-9CCF-D5B7BCCE1DF4}" dt="2023-01-25T08:49:28.688" v="2990" actId="27636"/>
          <ac:spMkLst>
            <pc:docMk/>
            <pc:sldMk cId="0" sldId="387"/>
            <ac:spMk id="5124" creationId="{385D5E63-2C4B-48D5-332D-D98DCF90DFF4}"/>
          </ac:spMkLst>
        </pc:spChg>
        <pc:spChg chg="add mod">
          <ac:chgData name="Chittaranjan Hens" userId="6fc03958433e8a43" providerId="LiveId" clId="{309794F8-99CF-4983-9CCF-D5B7BCCE1DF4}" dt="2023-01-25T08:49:28.898" v="2993" actId="27636"/>
          <ac:spMkLst>
            <pc:docMk/>
            <pc:sldMk cId="0" sldId="387"/>
            <ac:spMk id="5125" creationId="{9B81DF31-5A6B-B125-DEC0-3E7BA7A4CD5D}"/>
          </ac:spMkLst>
        </pc:spChg>
        <pc:spChg chg="add mod">
          <ac:chgData name="Chittaranjan Hens" userId="6fc03958433e8a43" providerId="LiveId" clId="{309794F8-99CF-4983-9CCF-D5B7BCCE1DF4}" dt="2023-01-25T08:49:28.747" v="2991" actId="27636"/>
          <ac:spMkLst>
            <pc:docMk/>
            <pc:sldMk cId="0" sldId="387"/>
            <ac:spMk id="5126" creationId="{9F02FEDF-A597-CAA6-10C8-FCDEEF666688}"/>
          </ac:spMkLst>
        </pc:spChg>
        <pc:spChg chg="add mod">
          <ac:chgData name="Chittaranjan Hens" userId="6fc03958433e8a43" providerId="LiveId" clId="{309794F8-99CF-4983-9CCF-D5B7BCCE1DF4}" dt="2023-01-21T10:45:46.825" v="663" actId="14100"/>
          <ac:spMkLst>
            <pc:docMk/>
            <pc:sldMk cId="0" sldId="387"/>
            <ac:spMk id="5127" creationId="{69CE7186-D001-5B8B-426C-C7D9FF24582E}"/>
          </ac:spMkLst>
        </pc:spChg>
        <pc:spChg chg="del">
          <ac:chgData name="Chittaranjan Hens" userId="6fc03958433e8a43" providerId="LiveId" clId="{309794F8-99CF-4983-9CCF-D5B7BCCE1DF4}" dt="2023-01-21T10:13:17.942" v="578" actId="478"/>
          <ac:spMkLst>
            <pc:docMk/>
            <pc:sldMk cId="0" sldId="387"/>
            <ac:spMk id="5128" creationId="{C8C409A4-79EC-A37C-80CA-53EDF3BCC392}"/>
          </ac:spMkLst>
        </pc:spChg>
        <pc:spChg chg="del">
          <ac:chgData name="Chittaranjan Hens" userId="6fc03958433e8a43" providerId="LiveId" clId="{309794F8-99CF-4983-9CCF-D5B7BCCE1DF4}" dt="2023-01-21T09:46:47.955" v="294" actId="478"/>
          <ac:spMkLst>
            <pc:docMk/>
            <pc:sldMk cId="0" sldId="387"/>
            <ac:spMk id="5129" creationId="{30B4C61D-9616-D3C6-71A9-017ACC1CFE69}"/>
          </ac:spMkLst>
        </pc:spChg>
        <pc:spChg chg="mod">
          <ac:chgData name="Chittaranjan Hens" userId="6fc03958433e8a43" providerId="LiveId" clId="{309794F8-99CF-4983-9CCF-D5B7BCCE1DF4}" dt="2023-01-21T10:45:24.262" v="657" actId="2711"/>
          <ac:spMkLst>
            <pc:docMk/>
            <pc:sldMk cId="0" sldId="387"/>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0" sldId="387"/>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5"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8" creationId="{385D5E63-2C4B-48D5-332D-D98DCF90DFF4}"/>
          </ac:graphicFrameMkLst>
        </pc:graphicFrameChg>
        <pc:graphicFrameChg chg="del mod replId">
          <ac:chgData name="Chittaranjan Hens" userId="6fc03958433e8a43" providerId="LiveId" clId="{309794F8-99CF-4983-9CCF-D5B7BCCE1DF4}" dt="2023-01-21T10:44:54.822" v="651"/>
          <ac:graphicFrameMkLst>
            <pc:docMk/>
            <pc:sldMk cId="0" sldId="387"/>
            <ac:graphicFrameMk id="8" creationId="{69CE7186-D001-5B8B-426C-C7D9FF24582E}"/>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0" creationId="{9B81DF31-5A6B-B125-DEC0-3E7BA7A4CD5D}"/>
          </ac:graphicFrameMkLst>
        </pc:graphicFrameChg>
        <pc:graphicFrameChg chg="del mod replId">
          <ac:chgData name="Chittaranjan Hens" userId="6fc03958433e8a43" providerId="LiveId" clId="{309794F8-99CF-4983-9CCF-D5B7BCCE1DF4}" dt="2023-01-25T08:49:24.253" v="2938"/>
          <ac:graphicFrameMkLst>
            <pc:docMk/>
            <pc:sldMk cId="0" sldId="387"/>
            <ac:graphicFrameMk id="12" creationId="{9F02FEDF-A597-CAA6-10C8-FCDEEF666688}"/>
          </ac:graphicFrameMkLst>
        </pc:graphicFrameChg>
        <pc:picChg chg="add mod ord">
          <ac:chgData name="Chittaranjan Hens" userId="6fc03958433e8a43" providerId="LiveId" clId="{309794F8-99CF-4983-9CCF-D5B7BCCE1DF4}" dt="2023-01-21T09:47:21.987" v="320" actId="167"/>
          <ac:picMkLst>
            <pc:docMk/>
            <pc:sldMk cId="0" sldId="387"/>
            <ac:picMk id="4" creationId="{178B4290-9EE1-2388-2716-3029DCFDC3AD}"/>
          </ac:picMkLst>
        </pc:picChg>
      </pc:sldChg>
      <pc:sldChg chg="del">
        <pc:chgData name="Chittaranjan Hens" userId="6fc03958433e8a43" providerId="LiveId" clId="{309794F8-99CF-4983-9CCF-D5B7BCCE1DF4}" dt="2023-01-21T09:21:10.106" v="36" actId="47"/>
        <pc:sldMkLst>
          <pc:docMk/>
          <pc:sldMk cId="2573251469" sldId="387"/>
        </pc:sldMkLst>
      </pc:sldChg>
      <pc:sldChg chg="addSp delSp modSp add mod modTransition modAnim">
        <pc:chgData name="Chittaranjan Hens" userId="6fc03958433e8a43" providerId="LiveId" clId="{309794F8-99CF-4983-9CCF-D5B7BCCE1DF4}" dt="2023-01-24T09:38:46.628" v="1999"/>
        <pc:sldMkLst>
          <pc:docMk/>
          <pc:sldMk cId="0" sldId="388"/>
        </pc:sldMkLst>
        <pc:spChg chg="add del mod">
          <ac:chgData name="Chittaranjan Hens" userId="6fc03958433e8a43" providerId="LiveId" clId="{309794F8-99CF-4983-9CCF-D5B7BCCE1DF4}" dt="2023-01-21T09:49:42.689" v="339" actId="478"/>
          <ac:spMkLst>
            <pc:docMk/>
            <pc:sldMk cId="0" sldId="388"/>
            <ac:spMk id="4" creationId="{219922F8-86EF-C56F-F696-992BA4D6E5FA}"/>
          </ac:spMkLst>
        </pc:spChg>
        <pc:spChg chg="add mod">
          <ac:chgData name="Chittaranjan Hens" userId="6fc03958433e8a43" providerId="LiveId" clId="{309794F8-99CF-4983-9CCF-D5B7BCCE1DF4}" dt="2023-01-21T11:38:43.253" v="983" actId="404"/>
          <ac:spMkLst>
            <pc:docMk/>
            <pc:sldMk cId="0" sldId="388"/>
            <ac:spMk id="5" creationId="{42979068-EB7A-B16F-3F48-8770E9CDE772}"/>
          </ac:spMkLst>
        </pc:spChg>
        <pc:spChg chg="del">
          <ac:chgData name="Chittaranjan Hens" userId="6fc03958433e8a43" providerId="LiveId" clId="{309794F8-99CF-4983-9CCF-D5B7BCCE1DF4}" dt="2023-01-21T10:13:21.770" v="579" actId="478"/>
          <ac:spMkLst>
            <pc:docMk/>
            <pc:sldMk cId="0" sldId="388"/>
            <ac:spMk id="15362" creationId="{DA7CF528-4497-9CFC-4840-1F7CBA6CB73C}"/>
          </ac:spMkLst>
        </pc:spChg>
        <pc:spChg chg="del">
          <ac:chgData name="Chittaranjan Hens" userId="6fc03958433e8a43" providerId="LiveId" clId="{309794F8-99CF-4983-9CCF-D5B7BCCE1DF4}" dt="2023-01-21T09:49:31.799" v="336" actId="478"/>
          <ac:spMkLst>
            <pc:docMk/>
            <pc:sldMk cId="0" sldId="388"/>
            <ac:spMk id="15363" creationId="{205EF6A7-43F3-266F-C954-45B7D540A4A8}"/>
          </ac:spMkLst>
        </pc:spChg>
        <pc:spChg chg="mod">
          <ac:chgData name="Chittaranjan Hens" userId="6fc03958433e8a43" providerId="LiveId" clId="{309794F8-99CF-4983-9CCF-D5B7BCCE1DF4}" dt="2023-01-21T09:52:40.344" v="392" actId="2711"/>
          <ac:spMkLst>
            <pc:docMk/>
            <pc:sldMk cId="0" sldId="388"/>
            <ac:spMk id="15364" creationId="{5E4F72E5-FA0E-E845-58B8-5FC7663CD135}"/>
          </ac:spMkLst>
        </pc:spChg>
        <pc:picChg chg="add del mod ord">
          <ac:chgData name="Chittaranjan Hens" userId="6fc03958433e8a43" providerId="LiveId" clId="{309794F8-99CF-4983-9CCF-D5B7BCCE1DF4}" dt="2023-01-21T11:35:39.978" v="974" actId="1076"/>
          <ac:picMkLst>
            <pc:docMk/>
            <pc:sldMk cId="0" sldId="388"/>
            <ac:picMk id="2" creationId="{53824EA5-96A0-555B-8947-00A62EF8B795}"/>
          </ac:picMkLst>
        </pc:picChg>
        <pc:picChg chg="add mod">
          <ac:chgData name="Chittaranjan Hens" userId="6fc03958433e8a43" providerId="LiveId" clId="{309794F8-99CF-4983-9CCF-D5B7BCCE1DF4}" dt="2023-01-24T09:38:42.787" v="1998" actId="14100"/>
          <ac:picMkLst>
            <pc:docMk/>
            <pc:sldMk cId="0" sldId="388"/>
            <ac:picMk id="4" creationId="{91828DB6-C0C5-38B4-46CE-8406575E5BEC}"/>
          </ac:picMkLst>
        </pc:picChg>
        <pc:picChg chg="mod">
          <ac:chgData name="Chittaranjan Hens" userId="6fc03958433e8a43" providerId="LiveId" clId="{309794F8-99CF-4983-9CCF-D5B7BCCE1DF4}" dt="2023-01-21T09:52:43.137" v="393" actId="1076"/>
          <ac:picMkLst>
            <pc:docMk/>
            <pc:sldMk cId="0" sldId="388"/>
            <ac:picMk id="15365" creationId="{BB70CC81-CDEC-6468-70F6-B5A468C674BE}"/>
          </ac:picMkLst>
        </pc:picChg>
      </pc:sldChg>
      <pc:sldChg chg="del">
        <pc:chgData name="Chittaranjan Hens" userId="6fc03958433e8a43" providerId="LiveId" clId="{309794F8-99CF-4983-9CCF-D5B7BCCE1DF4}" dt="2023-01-21T09:21:10.658" v="37" actId="47"/>
        <pc:sldMkLst>
          <pc:docMk/>
          <pc:sldMk cId="2528986088" sldId="388"/>
        </pc:sldMkLst>
      </pc:sldChg>
      <pc:sldChg chg="addSp delSp modSp add mod modTransition">
        <pc:chgData name="Chittaranjan Hens" userId="6fc03958433e8a43" providerId="LiveId" clId="{309794F8-99CF-4983-9CCF-D5B7BCCE1DF4}" dt="2023-01-25T08:49:29.105" v="2997" actId="27636"/>
        <pc:sldMkLst>
          <pc:docMk/>
          <pc:sldMk cId="0" sldId="389"/>
        </pc:sldMkLst>
        <pc:spChg chg="add del mod">
          <ac:chgData name="Chittaranjan Hens" userId="6fc03958433e8a43" providerId="LiveId" clId="{309794F8-99CF-4983-9CCF-D5B7BCCE1DF4}" dt="2023-01-21T09:50:07.717" v="345" actId="478"/>
          <ac:spMkLst>
            <pc:docMk/>
            <pc:sldMk cId="0" sldId="389"/>
            <ac:spMk id="3" creationId="{0AF14BEB-A5AA-647A-8C7C-4F2D5227B695}"/>
          </ac:spMkLst>
        </pc:spChg>
        <pc:spChg chg="add mod">
          <ac:chgData name="Chittaranjan Hens" userId="6fc03958433e8a43" providerId="LiveId" clId="{309794F8-99CF-4983-9CCF-D5B7BCCE1DF4}" dt="2023-01-21T11:35:15.287" v="971" actId="113"/>
          <ac:spMkLst>
            <pc:docMk/>
            <pc:sldMk cId="0" sldId="389"/>
            <ac:spMk id="4" creationId="{E02EA349-8878-44BE-279E-E777C275A48E}"/>
          </ac:spMkLst>
        </pc:spChg>
        <pc:spChg chg="add mod">
          <ac:chgData name="Chittaranjan Hens" userId="6fc03958433e8a43" providerId="LiveId" clId="{309794F8-99CF-4983-9CCF-D5B7BCCE1DF4}" dt="2023-01-21T10:05:31.199" v="464" actId="571"/>
          <ac:spMkLst>
            <pc:docMk/>
            <pc:sldMk cId="0" sldId="389"/>
            <ac:spMk id="6" creationId="{B08C7936-2AF7-1810-E324-B4401CA5AA3D}"/>
          </ac:spMkLst>
        </pc:spChg>
        <pc:spChg chg="add">
          <ac:chgData name="Chittaranjan Hens" userId="6fc03958433e8a43" providerId="LiveId" clId="{309794F8-99CF-4983-9CCF-D5B7BCCE1DF4}" dt="2023-01-21T10:05:43.915" v="467" actId="22"/>
          <ac:spMkLst>
            <pc:docMk/>
            <pc:sldMk cId="0" sldId="389"/>
            <ac:spMk id="8" creationId="{F124FB4F-48FB-E3A5-39E0-A052B79C31CC}"/>
          </ac:spMkLst>
        </pc:spChg>
        <pc:spChg chg="add mod">
          <ac:chgData name="Chittaranjan Hens" userId="6fc03958433e8a43" providerId="LiveId" clId="{309794F8-99CF-4983-9CCF-D5B7BCCE1DF4}" dt="2023-01-25T08:49:29.018" v="2996" actId="27636"/>
          <ac:spMkLst>
            <pc:docMk/>
            <pc:sldMk cId="0" sldId="389"/>
            <ac:spMk id="6146" creationId="{D604D561-C96F-3E5D-D286-38B6EBC37309}"/>
          </ac:spMkLst>
        </pc:spChg>
        <pc:spChg chg="add mod">
          <ac:chgData name="Chittaranjan Hens" userId="6fc03958433e8a43" providerId="LiveId" clId="{309794F8-99CF-4983-9CCF-D5B7BCCE1DF4}" dt="2023-01-25T08:49:28.979" v="2995" actId="27636"/>
          <ac:spMkLst>
            <pc:docMk/>
            <pc:sldMk cId="0" sldId="389"/>
            <ac:spMk id="6147" creationId="{DCC59F57-DE1A-F299-93BB-7595845C929F}"/>
          </ac:spMkLst>
        </pc:spChg>
        <pc:spChg chg="add mod">
          <ac:chgData name="Chittaranjan Hens" userId="6fc03958433e8a43" providerId="LiveId" clId="{309794F8-99CF-4983-9CCF-D5B7BCCE1DF4}" dt="2023-01-25T08:49:29.105" v="2997" actId="27636"/>
          <ac:spMkLst>
            <pc:docMk/>
            <pc:sldMk cId="0" sldId="389"/>
            <ac:spMk id="6148" creationId="{F0586BC2-B6EA-6E79-E7DB-18769FABC1ED}"/>
          </ac:spMkLst>
        </pc:spChg>
        <pc:spChg chg="del">
          <ac:chgData name="Chittaranjan Hens" userId="6fc03958433e8a43" providerId="LiveId" clId="{309794F8-99CF-4983-9CCF-D5B7BCCE1DF4}" dt="2023-01-21T10:13:28.439" v="580" actId="478"/>
          <ac:spMkLst>
            <pc:docMk/>
            <pc:sldMk cId="0" sldId="389"/>
            <ac:spMk id="6152" creationId="{55939299-A0A7-89D4-0FF4-2A13A25161AB}"/>
          </ac:spMkLst>
        </pc:spChg>
        <pc:spChg chg="del">
          <ac:chgData name="Chittaranjan Hens" userId="6fc03958433e8a43" providerId="LiveId" clId="{309794F8-99CF-4983-9CCF-D5B7BCCE1DF4}" dt="2023-01-21T09:50:03.992" v="343" actId="478"/>
          <ac:spMkLst>
            <pc:docMk/>
            <pc:sldMk cId="0" sldId="389"/>
            <ac:spMk id="6153" creationId="{00A4BF54-26E3-5B09-7F80-98311697806D}"/>
          </ac:spMkLst>
        </pc:spChg>
        <pc:spChg chg="mod">
          <ac:chgData name="Chittaranjan Hens" userId="6fc03958433e8a43" providerId="LiveId" clId="{309794F8-99CF-4983-9CCF-D5B7BCCE1DF4}" dt="2023-01-21T09:54:31.071" v="414" actId="20577"/>
          <ac:spMkLst>
            <pc:docMk/>
            <pc:sldMk cId="0" sldId="389"/>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0" sldId="389"/>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0" sldId="389"/>
            <ac:graphicFrameMk id="9" creationId="{F0586BC2-B6EA-6E79-E7DB-18769FABC1ED}"/>
          </ac:graphicFrameMkLst>
        </pc:graphicFrameChg>
        <pc:graphicFrameChg chg="del">
          <ac:chgData name="Chittaranjan Hens" userId="6fc03958433e8a43" providerId="LiveId" clId="{309794F8-99CF-4983-9CCF-D5B7BCCE1DF4}" dt="2023-01-21T09:51:50.077" v="382" actId="478"/>
          <ac:graphicFrameMkLst>
            <pc:docMk/>
            <pc:sldMk cId="0" sldId="389"/>
            <ac:graphicFrameMk id="6149" creationId="{3105E49E-3640-FD1D-FED9-65226524A602}"/>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0" creationId="{44419ABE-82D9-1D55-BB5C-6AF1A2CC497C}"/>
          </ac:graphicFrameMkLst>
        </pc:graphicFrameChg>
        <pc:graphicFrameChg chg="del">
          <ac:chgData name="Chittaranjan Hens" userId="6fc03958433e8a43" providerId="LiveId" clId="{309794F8-99CF-4983-9CCF-D5B7BCCE1DF4}" dt="2023-01-21T09:51:50.077" v="382" actId="478"/>
          <ac:graphicFrameMkLst>
            <pc:docMk/>
            <pc:sldMk cId="0" sldId="389"/>
            <ac:graphicFrameMk id="6151" creationId="{FB5FA6D7-17E3-6C6B-9B63-E8A1E2907C12}"/>
          </ac:graphicFrameMkLst>
        </pc:graphicFrameChg>
        <pc:picChg chg="add mod ord">
          <ac:chgData name="Chittaranjan Hens" userId="6fc03958433e8a43" providerId="LiveId" clId="{309794F8-99CF-4983-9CCF-D5B7BCCE1DF4}" dt="2023-01-21T09:50:34.325" v="358" actId="167"/>
          <ac:picMkLst>
            <pc:docMk/>
            <pc:sldMk cId="0" sldId="389"/>
            <ac:picMk id="5" creationId="{3696CC8E-5963-93D1-933A-B57353636102}"/>
          </ac:picMkLst>
        </pc:picChg>
      </pc:sldChg>
      <pc:sldChg chg="del">
        <pc:chgData name="Chittaranjan Hens" userId="6fc03958433e8a43" providerId="LiveId" clId="{309794F8-99CF-4983-9CCF-D5B7BCCE1DF4}" dt="2023-01-21T09:21:11.124" v="38" actId="47"/>
        <pc:sldMkLst>
          <pc:docMk/>
          <pc:sldMk cId="285416135" sldId="389"/>
        </pc:sldMkLst>
      </pc:sldChg>
      <pc:sldChg chg="addSp delSp modSp add mod ord modTransition setBg modAnim setClrOvrMap">
        <pc:chgData name="Chittaranjan Hens" userId="6fc03958433e8a43" providerId="LiveId" clId="{309794F8-99CF-4983-9CCF-D5B7BCCE1DF4}" dt="2023-01-24T10:06:59.900" v="2167" actId="20578"/>
        <pc:sldMkLst>
          <pc:docMk/>
          <pc:sldMk cId="0" sldId="390"/>
        </pc:sldMkLst>
        <pc:spChg chg="add del mod">
          <ac:chgData name="Chittaranjan Hens" userId="6fc03958433e8a43" providerId="LiveId" clId="{309794F8-99CF-4983-9CCF-D5B7BCCE1DF4}" dt="2023-01-21T10:11:11.625" v="554" actId="478"/>
          <ac:spMkLst>
            <pc:docMk/>
            <pc:sldMk cId="0" sldId="390"/>
            <ac:spMk id="3" creationId="{957A1038-FD80-DCE6-A344-63612FE64649}"/>
          </ac:spMkLst>
        </pc:spChg>
        <pc:spChg chg="add mod ord">
          <ac:chgData name="Chittaranjan Hens" userId="6fc03958433e8a43" providerId="LiveId" clId="{309794F8-99CF-4983-9CCF-D5B7BCCE1DF4}" dt="2023-01-21T11:36:39.817" v="982" actId="404"/>
          <ac:spMkLst>
            <pc:docMk/>
            <pc:sldMk cId="0" sldId="390"/>
            <ac:spMk id="4" creationId="{06C3297F-75FA-E83A-5269-1F3C0F29ED8A}"/>
          </ac:spMkLst>
        </pc:spChg>
        <pc:spChg chg="del mod">
          <ac:chgData name="Chittaranjan Hens" userId="6fc03958433e8a43" providerId="LiveId" clId="{309794F8-99CF-4983-9CCF-D5B7BCCE1DF4}" dt="2023-01-21T10:13:59.646" v="582" actId="478"/>
          <ac:spMkLst>
            <pc:docMk/>
            <pc:sldMk cId="0" sldId="390"/>
            <ac:spMk id="16386" creationId="{1C39D042-7A86-6B14-AF6A-4D9C0D84C8C3}"/>
          </ac:spMkLst>
        </pc:spChg>
        <pc:spChg chg="del">
          <ac:chgData name="Chittaranjan Hens" userId="6fc03958433e8a43" providerId="LiveId" clId="{309794F8-99CF-4983-9CCF-D5B7BCCE1DF4}" dt="2023-01-21T10:11:08.304" v="552" actId="478"/>
          <ac:spMkLst>
            <pc:docMk/>
            <pc:sldMk cId="0" sldId="390"/>
            <ac:spMk id="16387" creationId="{C0396644-F6B6-F8E1-50AB-27BAAC540631}"/>
          </ac:spMkLst>
        </pc:spChg>
        <pc:spChg chg="mod">
          <ac:chgData name="Chittaranjan Hens" userId="6fc03958433e8a43" providerId="LiveId" clId="{309794F8-99CF-4983-9CCF-D5B7BCCE1DF4}" dt="2023-01-21T10:12:08.702" v="567" actId="207"/>
          <ac:spMkLst>
            <pc:docMk/>
            <pc:sldMk cId="0" sldId="390"/>
            <ac:spMk id="16388" creationId="{5B81B28D-BB63-5C7F-D14A-92F0B7F80F97}"/>
          </ac:spMkLst>
        </pc:spChg>
        <pc:spChg chg="add del">
          <ac:chgData name="Chittaranjan Hens" userId="6fc03958433e8a43" providerId="LiveId" clId="{309794F8-99CF-4983-9CCF-D5B7BCCE1DF4}" dt="2023-01-21T10:11:57.783" v="565" actId="26606"/>
          <ac:spMkLst>
            <pc:docMk/>
            <pc:sldMk cId="0" sldId="390"/>
            <ac:spMk id="16395" creationId="{C99A8FB7-A79B-4BC9-9D56-B79587F6AA3E}"/>
          </ac:spMkLst>
        </pc:spChg>
        <pc:spChg chg="add del">
          <ac:chgData name="Chittaranjan Hens" userId="6fc03958433e8a43" providerId="LiveId" clId="{309794F8-99CF-4983-9CCF-D5B7BCCE1DF4}" dt="2023-01-21T10:11:57.783" v="565" actId="26606"/>
          <ac:spMkLst>
            <pc:docMk/>
            <pc:sldMk cId="0" sldId="390"/>
            <ac:spMk id="16397" creationId="{B23893E2-3349-46D7-A7AA-B9E447957FB1}"/>
          </ac:spMkLst>
        </pc:spChg>
        <pc:spChg chg="add del">
          <ac:chgData name="Chittaranjan Hens" userId="6fc03958433e8a43" providerId="LiveId" clId="{309794F8-99CF-4983-9CCF-D5B7BCCE1DF4}" dt="2023-01-21T10:11:57.783" v="565" actId="26606"/>
          <ac:spMkLst>
            <pc:docMk/>
            <pc:sldMk cId="0" sldId="390"/>
            <ac:spMk id="16399" creationId="{2B7592FE-10D1-4664-B623-353F47C8DF7F}"/>
          </ac:spMkLst>
        </pc:spChg>
        <pc:picChg chg="add mod">
          <ac:chgData name="Chittaranjan Hens" userId="6fc03958433e8a43" providerId="LiveId" clId="{309794F8-99CF-4983-9CCF-D5B7BCCE1DF4}" dt="2023-01-24T09:38:13.244" v="1993" actId="1076"/>
          <ac:picMkLst>
            <pc:docMk/>
            <pc:sldMk cId="0" sldId="390"/>
            <ac:picMk id="3" creationId="{D866B1AD-A0BA-4447-4035-784B4AFF2E08}"/>
          </ac:picMkLst>
        </pc:picChg>
        <pc:picChg chg="add del mod ord">
          <ac:chgData name="Chittaranjan Hens" userId="6fc03958433e8a43" providerId="LiveId" clId="{309794F8-99CF-4983-9CCF-D5B7BCCE1DF4}" dt="2023-01-21T10:11:35.975" v="561"/>
          <ac:picMkLst>
            <pc:docMk/>
            <pc:sldMk cId="0" sldId="390"/>
            <ac:picMk id="5" creationId="{00131502-778D-80AB-FA90-E25ACC1C47A0}"/>
          </ac:picMkLst>
        </pc:picChg>
        <pc:picChg chg="add mod ord">
          <ac:chgData name="Chittaranjan Hens" userId="6fc03958433e8a43" providerId="LiveId" clId="{309794F8-99CF-4983-9CCF-D5B7BCCE1DF4}" dt="2023-01-21T10:12:01.581" v="566" actId="167"/>
          <ac:picMkLst>
            <pc:docMk/>
            <pc:sldMk cId="0" sldId="390"/>
            <ac:picMk id="6" creationId="{AF6954DA-A625-C60F-C028-DC65A5AF8BCA}"/>
          </ac:picMkLst>
        </pc:picChg>
        <pc:picChg chg="mod ord">
          <ac:chgData name="Chittaranjan Hens" userId="6fc03958433e8a43" providerId="LiveId" clId="{309794F8-99CF-4983-9CCF-D5B7BCCE1DF4}" dt="2023-01-21T10:12:15.244" v="569" actId="1076"/>
          <ac:picMkLst>
            <pc:docMk/>
            <pc:sldMk cId="0" sldId="390"/>
            <ac:picMk id="16389" creationId="{85398DBF-CD2B-6ED7-6C89-EE31027BC42A}"/>
          </ac:picMkLst>
        </pc:picChg>
        <pc:picChg chg="mod ord">
          <ac:chgData name="Chittaranjan Hens" userId="6fc03958433e8a43" providerId="LiveId" clId="{309794F8-99CF-4983-9CCF-D5B7BCCE1DF4}" dt="2023-01-21T10:12:12.975" v="568" actId="1076"/>
          <ac:picMkLst>
            <pc:docMk/>
            <pc:sldMk cId="0" sldId="390"/>
            <ac:picMk id="16390" creationId="{A43CE7D8-7769-F657-0E31-055C2E52BA90}"/>
          </ac:picMkLst>
        </pc:picChg>
      </pc:sldChg>
      <pc:sldChg chg="del">
        <pc:chgData name="Chittaranjan Hens" userId="6fc03958433e8a43" providerId="LiveId" clId="{309794F8-99CF-4983-9CCF-D5B7BCCE1DF4}" dt="2023-01-21T09:21:12.252" v="40" actId="47"/>
        <pc:sldMkLst>
          <pc:docMk/>
          <pc:sldMk cId="1970279252" sldId="390"/>
        </pc:sldMkLst>
      </pc:sldChg>
      <pc:sldChg chg="addSp delSp modSp add mod ord modTransition">
        <pc:chgData name="Chittaranjan Hens" userId="6fc03958433e8a43" providerId="LiveId" clId="{309794F8-99CF-4983-9CCF-D5B7BCCE1DF4}" dt="2023-01-25T08:49:30.068" v="3008" actId="27636"/>
        <pc:sldMkLst>
          <pc:docMk/>
          <pc:sldMk cId="0" sldId="391"/>
        </pc:sldMkLst>
        <pc:spChg chg="add del mod">
          <ac:chgData name="Chittaranjan Hens" userId="6fc03958433e8a43" providerId="LiveId" clId="{309794F8-99CF-4983-9CCF-D5B7BCCE1DF4}" dt="2023-01-21T10:16:39.126" v="610" actId="478"/>
          <ac:spMkLst>
            <pc:docMk/>
            <pc:sldMk cId="0" sldId="391"/>
            <ac:spMk id="3" creationId="{E8DBBD2E-C0A6-7A6E-4CAF-2D65D24DE147}"/>
          </ac:spMkLst>
        </pc:spChg>
        <pc:spChg chg="add del mod">
          <ac:chgData name="Chittaranjan Hens" userId="6fc03958433e8a43" providerId="LiveId" clId="{309794F8-99CF-4983-9CCF-D5B7BCCE1DF4}" dt="2023-01-21T10:16:51.085" v="612" actId="478"/>
          <ac:spMkLst>
            <pc:docMk/>
            <pc:sldMk cId="0" sldId="391"/>
            <ac:spMk id="6" creationId="{567087AB-EB35-8893-34EF-4537188FCB0D}"/>
          </ac:spMkLst>
        </pc:spChg>
        <pc:spChg chg="add del mod">
          <ac:chgData name="Chittaranjan Hens" userId="6fc03958433e8a43" providerId="LiveId" clId="{309794F8-99CF-4983-9CCF-D5B7BCCE1DF4}" dt="2023-01-21T10:16:51.085" v="612" actId="478"/>
          <ac:spMkLst>
            <pc:docMk/>
            <pc:sldMk cId="0" sldId="391"/>
            <ac:spMk id="7" creationId="{FDCEFB1E-5245-A25E-F6AA-556D8C6F000B}"/>
          </ac:spMkLst>
        </pc:spChg>
        <pc:spChg chg="add mod">
          <ac:chgData name="Chittaranjan Hens" userId="6fc03958433e8a43" providerId="LiveId" clId="{309794F8-99CF-4983-9CCF-D5B7BCCE1DF4}" dt="2023-01-25T08:49:30.068" v="3008" actId="27636"/>
          <ac:spMkLst>
            <pc:docMk/>
            <pc:sldMk cId="0" sldId="391"/>
            <ac:spMk id="7170" creationId="{49BB6D19-C2B4-E573-97DB-2847AF60103B}"/>
          </ac:spMkLst>
        </pc:spChg>
        <pc:spChg chg="del">
          <ac:chgData name="Chittaranjan Hens" userId="6fc03958433e8a43" providerId="LiveId" clId="{309794F8-99CF-4983-9CCF-D5B7BCCE1DF4}" dt="2023-01-21T10:14:04.121" v="583" actId="478"/>
          <ac:spMkLst>
            <pc:docMk/>
            <pc:sldMk cId="0" sldId="391"/>
            <ac:spMk id="7172" creationId="{5A2B287A-35ED-5E37-600E-5C910D0E8F9C}"/>
          </ac:spMkLst>
        </pc:spChg>
        <pc:spChg chg="mod">
          <ac:chgData name="Chittaranjan Hens" userId="6fc03958433e8a43" providerId="LiveId" clId="{309794F8-99CF-4983-9CCF-D5B7BCCE1DF4}" dt="2023-01-21T11:36:07.802" v="978" actId="113"/>
          <ac:spMkLst>
            <pc:docMk/>
            <pc:sldMk cId="0" sldId="391"/>
            <ac:spMk id="7173" creationId="{55BE0E55-05D9-10B3-54A1-27B0B2AC6CE8}"/>
          </ac:spMkLst>
        </pc:spChg>
        <pc:spChg chg="add del mod">
          <ac:chgData name="Chittaranjan Hens" userId="6fc03958433e8a43" providerId="LiveId" clId="{309794F8-99CF-4983-9CCF-D5B7BCCE1DF4}" dt="2023-01-21T10:17:17.679" v="616" actId="6549"/>
          <ac:spMkLst>
            <pc:docMk/>
            <pc:sldMk cId="0" sldId="391"/>
            <ac:spMk id="7174" creationId="{59DF6C80-8439-BAB9-2BE8-D3F89DFDBF86}"/>
          </ac:spMkLst>
        </pc:spChg>
        <pc:spChg chg="add del mod">
          <ac:chgData name="Chittaranjan Hens" userId="6fc03958433e8a43" providerId="LiveId" clId="{309794F8-99CF-4983-9CCF-D5B7BCCE1DF4}" dt="2023-01-21T10:16:59.656" v="614" actId="478"/>
          <ac:spMkLst>
            <pc:docMk/>
            <pc:sldMk cId="0" sldId="391"/>
            <ac:spMk id="7176" creationId="{F9B30A02-0A90-C477-63B3-E86AA5D198A8}"/>
          </ac:spMkLst>
        </pc:spChg>
        <pc:spChg chg="add del mod">
          <ac:chgData name="Chittaranjan Hens" userId="6fc03958433e8a43" providerId="LiveId" clId="{309794F8-99CF-4983-9CCF-D5B7BCCE1DF4}" dt="2023-01-21T10:17:02.039" v="615" actId="478"/>
          <ac:spMkLst>
            <pc:docMk/>
            <pc:sldMk cId="0" sldId="391"/>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0" sldId="391"/>
            <ac:graphicFrameMk id="3" creationId="{49BB6D19-C2B4-E573-97DB-2847AF60103B}"/>
          </ac:graphicFrameMkLst>
        </pc:graphicFrameChg>
        <pc:graphicFrameChg chg="add del mod">
          <ac:chgData name="Chittaranjan Hens" userId="6fc03958433e8a43" providerId="LiveId" clId="{309794F8-99CF-4983-9CCF-D5B7BCCE1DF4}" dt="2023-01-21T10:16:51.085" v="612" actId="478"/>
          <ac:graphicFrameMkLst>
            <pc:docMk/>
            <pc:sldMk cId="0" sldId="391"/>
            <ac:graphicFrameMk id="4" creationId="{89790440-C245-E95F-3F1B-BCE04D21AE6A}"/>
          </ac:graphicFrameMkLst>
        </pc:graphicFrameChg>
        <pc:graphicFrameChg chg="add del mod">
          <ac:chgData name="Chittaranjan Hens" userId="6fc03958433e8a43" providerId="LiveId" clId="{309794F8-99CF-4983-9CCF-D5B7BCCE1DF4}" dt="2023-01-21T10:17:19.648" v="617" actId="478"/>
          <ac:graphicFrameMkLst>
            <pc:docMk/>
            <pc:sldMk cId="0" sldId="391"/>
            <ac:graphicFrameMk id="7171" creationId="{B3C0C4C9-C99C-D3BC-4D50-BEA80BF6AD93}"/>
          </ac:graphicFrameMkLst>
        </pc:graphicFrameChg>
        <pc:picChg chg="add mod ord">
          <ac:chgData name="Chittaranjan Hens" userId="6fc03958433e8a43" providerId="LiveId" clId="{309794F8-99CF-4983-9CCF-D5B7BCCE1DF4}" dt="2023-01-24T19:49:22.834" v="2194"/>
          <ac:picMkLst>
            <pc:docMk/>
            <pc:sldMk cId="0" sldId="391"/>
            <ac:picMk id="2" creationId="{35BDBCD2-432B-1444-3675-C8C7B0FD529E}"/>
          </ac:picMkLst>
        </pc:picChg>
        <pc:picChg chg="add del mod">
          <ac:chgData name="Chittaranjan Hens" userId="6fc03958433e8a43" providerId="LiveId" clId="{309794F8-99CF-4983-9CCF-D5B7BCCE1DF4}" dt="2023-01-21T10:16:51.085" v="612" actId="478"/>
          <ac:picMkLst>
            <pc:docMk/>
            <pc:sldMk cId="0" sldId="391"/>
            <ac:picMk id="5" creationId="{C10ED638-7C31-C30E-FA9D-1C8D8ADDB181}"/>
          </ac:picMkLst>
        </pc:picChg>
        <pc:picChg chg="add del mod">
          <ac:chgData name="Chittaranjan Hens" userId="6fc03958433e8a43" providerId="LiveId" clId="{309794F8-99CF-4983-9CCF-D5B7BCCE1DF4}" dt="2023-01-21T10:16:54.916" v="613" actId="478"/>
          <ac:picMkLst>
            <pc:docMk/>
            <pc:sldMk cId="0" sldId="391"/>
            <ac:picMk id="7175" creationId="{7E543329-4252-9001-E550-CF1D7A556424}"/>
          </ac:picMkLst>
        </pc:picChg>
      </pc:sldChg>
      <pc:sldChg chg="del">
        <pc:chgData name="Chittaranjan Hens" userId="6fc03958433e8a43" providerId="LiveId" clId="{309794F8-99CF-4983-9CCF-D5B7BCCE1DF4}" dt="2023-01-21T09:21:12.800" v="41" actId="47"/>
        <pc:sldMkLst>
          <pc:docMk/>
          <pc:sldMk cId="3897246681" sldId="391"/>
        </pc:sldMkLst>
      </pc:sldChg>
      <pc:sldChg chg="del">
        <pc:chgData name="Chittaranjan Hens" userId="6fc03958433e8a43" providerId="LiveId" clId="{309794F8-99CF-4983-9CCF-D5B7BCCE1DF4}" dt="2023-01-21T09:21:13.962" v="43" actId="47"/>
        <pc:sldMkLst>
          <pc:docMk/>
          <pc:sldMk cId="2274980967" sldId="392"/>
        </pc:sldMkLst>
      </pc:sldChg>
      <pc:sldChg chg="del">
        <pc:chgData name="Chittaranjan Hens" userId="6fc03958433e8a43" providerId="LiveId" clId="{309794F8-99CF-4983-9CCF-D5B7BCCE1DF4}" dt="2023-01-21T09:21:13.402" v="42" actId="47"/>
        <pc:sldMkLst>
          <pc:docMk/>
          <pc:sldMk cId="2209401888" sldId="393"/>
        </pc:sldMkLst>
      </pc:sldChg>
      <pc:sldChg chg="del">
        <pc:chgData name="Chittaranjan Hens" userId="6fc03958433e8a43" providerId="LiveId" clId="{309794F8-99CF-4983-9CCF-D5B7BCCE1DF4}" dt="2023-01-21T09:21:14.665" v="44" actId="47"/>
        <pc:sldMkLst>
          <pc:docMk/>
          <pc:sldMk cId="3868141465" sldId="394"/>
        </pc:sldMkLst>
      </pc:sldChg>
      <pc:sldChg chg="del">
        <pc:chgData name="Chittaranjan Hens" userId="6fc03958433e8a43" providerId="LiveId" clId="{309794F8-99CF-4983-9CCF-D5B7BCCE1DF4}" dt="2023-01-21T09:21:15.317" v="45" actId="47"/>
        <pc:sldMkLst>
          <pc:docMk/>
          <pc:sldMk cId="759109169" sldId="395"/>
        </pc:sldMkLst>
      </pc:sldChg>
      <pc:sldChg chg="del">
        <pc:chgData name="Chittaranjan Hens" userId="6fc03958433e8a43" providerId="LiveId" clId="{309794F8-99CF-4983-9CCF-D5B7BCCE1DF4}" dt="2023-01-21T09:21:16.150" v="46" actId="47"/>
        <pc:sldMkLst>
          <pc:docMk/>
          <pc:sldMk cId="3808855737" sldId="397"/>
        </pc:sldMkLst>
      </pc:sldChg>
      <pc:sldChg chg="del">
        <pc:chgData name="Chittaranjan Hens" userId="6fc03958433e8a43" providerId="LiveId" clId="{309794F8-99CF-4983-9CCF-D5B7BCCE1DF4}" dt="2023-01-21T09:21:16.731" v="47" actId="47"/>
        <pc:sldMkLst>
          <pc:docMk/>
          <pc:sldMk cId="4197076598" sldId="398"/>
        </pc:sldMkLst>
      </pc:sldChg>
      <pc:sldChg chg="del">
        <pc:chgData name="Chittaranjan Hens" userId="6fc03958433e8a43" providerId="LiveId" clId="{309794F8-99CF-4983-9CCF-D5B7BCCE1DF4}" dt="2023-01-21T09:21:17.349" v="48" actId="47"/>
        <pc:sldMkLst>
          <pc:docMk/>
          <pc:sldMk cId="4177647138" sldId="399"/>
        </pc:sldMkLst>
      </pc:sldChg>
      <pc:sldChg chg="del">
        <pc:chgData name="Chittaranjan Hens" userId="6fc03958433e8a43" providerId="LiveId" clId="{309794F8-99CF-4983-9CCF-D5B7BCCE1DF4}" dt="2023-01-21T09:21:19.592" v="50" actId="47"/>
        <pc:sldMkLst>
          <pc:docMk/>
          <pc:sldMk cId="2682729343" sldId="400"/>
        </pc:sldMkLst>
      </pc:sldChg>
      <pc:sldChg chg="del">
        <pc:chgData name="Chittaranjan Hens" userId="6fc03958433e8a43" providerId="LiveId" clId="{309794F8-99CF-4983-9CCF-D5B7BCCE1DF4}" dt="2023-01-21T09:21:18.900" v="49" actId="47"/>
        <pc:sldMkLst>
          <pc:docMk/>
          <pc:sldMk cId="3962138899" sldId="401"/>
        </pc:sldMkLst>
      </pc:sldChg>
      <pc:sldChg chg="del">
        <pc:chgData name="Chittaranjan Hens" userId="6fc03958433e8a43" providerId="LiveId" clId="{309794F8-99CF-4983-9CCF-D5B7BCCE1DF4}" dt="2023-01-21T09:21:20.781" v="52" actId="47"/>
        <pc:sldMkLst>
          <pc:docMk/>
          <pc:sldMk cId="2797840225" sldId="402"/>
        </pc:sldMkLst>
      </pc:sldChg>
      <pc:sldChg chg="del">
        <pc:chgData name="Chittaranjan Hens" userId="6fc03958433e8a43" providerId="LiveId" clId="{309794F8-99CF-4983-9CCF-D5B7BCCE1DF4}" dt="2023-01-21T09:21:20.201" v="51" actId="47"/>
        <pc:sldMkLst>
          <pc:docMk/>
          <pc:sldMk cId="3719028658" sldId="403"/>
        </pc:sldMkLst>
      </pc:sldChg>
      <pc:sldChg chg="del">
        <pc:chgData name="Chittaranjan Hens" userId="6fc03958433e8a43" providerId="LiveId" clId="{309794F8-99CF-4983-9CCF-D5B7BCCE1DF4}" dt="2023-01-21T09:21:21.340" v="53" actId="47"/>
        <pc:sldMkLst>
          <pc:docMk/>
          <pc:sldMk cId="1173691794" sldId="404"/>
        </pc:sldMkLst>
      </pc:sldChg>
      <pc:sldChg chg="del">
        <pc:chgData name="Chittaranjan Hens" userId="6fc03958433e8a43" providerId="LiveId" clId="{309794F8-99CF-4983-9CCF-D5B7BCCE1DF4}" dt="2023-01-21T09:21:11.651" v="39" actId="47"/>
        <pc:sldMkLst>
          <pc:docMk/>
          <pc:sldMk cId="3529858167" sldId="405"/>
        </pc:sldMkLst>
      </pc:sldChg>
      <pc:sldChg chg="addSp delSp modSp mod delAnim modAnim">
        <pc:chgData name="Chittaranjan Hens" userId="6fc03958433e8a43" providerId="LiveId" clId="{309794F8-99CF-4983-9CCF-D5B7BCCE1DF4}" dt="2023-01-25T08:49:26.398" v="2960" actId="27636"/>
        <pc:sldMkLst>
          <pc:docMk/>
          <pc:sldMk cId="0" sldId="406"/>
        </pc:sldMkLst>
        <pc:spChg chg="add mod">
          <ac:chgData name="Chittaranjan Hens" userId="6fc03958433e8a43" providerId="LiveId" clId="{309794F8-99CF-4983-9CCF-D5B7BCCE1DF4}" dt="2023-01-21T09:22:34.465" v="61" actId="1076"/>
          <ac:spMkLst>
            <pc:docMk/>
            <pc:sldMk cId="0" sldId="406"/>
            <ac:spMk id="4" creationId="{509EDF53-2A6F-370D-4177-252FA47156D5}"/>
          </ac:spMkLst>
        </pc:spChg>
        <pc:spChg chg="add mod">
          <ac:chgData name="Chittaranjan Hens" userId="6fc03958433e8a43" providerId="LiveId" clId="{309794F8-99CF-4983-9CCF-D5B7BCCE1DF4}" dt="2023-01-21T09:23:05.128" v="68"/>
          <ac:spMkLst>
            <pc:docMk/>
            <pc:sldMk cId="0" sldId="406"/>
            <ac:spMk id="5" creationId="{70F93DD1-73CB-13C5-795B-91ED80C25BC1}"/>
          </ac:spMkLst>
        </pc:spChg>
        <pc:spChg chg="add mod">
          <ac:chgData name="Chittaranjan Hens" userId="6fc03958433e8a43" providerId="LiveId" clId="{309794F8-99CF-4983-9CCF-D5B7BCCE1DF4}" dt="2023-01-24T05:14:43.392" v="1976" actId="1076"/>
          <ac:spMkLst>
            <pc:docMk/>
            <pc:sldMk cId="0" sldId="406"/>
            <ac:spMk id="6" creationId="{7AC801F1-3981-47A0-E85F-B58ED720BA79}"/>
          </ac:spMkLst>
        </pc:spChg>
        <pc:spChg chg="add mod">
          <ac:chgData name="Chittaranjan Hens" userId="6fc03958433e8a43" providerId="LiveId" clId="{309794F8-99CF-4983-9CCF-D5B7BCCE1DF4}" dt="2023-01-25T08:49:26.326" v="2959" actId="27636"/>
          <ac:spMkLst>
            <pc:docMk/>
            <pc:sldMk cId="0" sldId="406"/>
            <ac:spMk id="1026" creationId="{5418349B-6CCD-27A2-7132-83A9C88B04A6}"/>
          </ac:spMkLst>
        </pc:spChg>
        <pc:spChg chg="add mod">
          <ac:chgData name="Chittaranjan Hens" userId="6fc03958433e8a43" providerId="LiveId" clId="{309794F8-99CF-4983-9CCF-D5B7BCCE1DF4}" dt="2023-01-25T08:49:26.398" v="2960" actId="27636"/>
          <ac:spMkLst>
            <pc:docMk/>
            <pc:sldMk cId="0" sldId="406"/>
            <ac:spMk id="1027" creationId="{6A7098A6-7D30-FD95-E02B-CD1703C8C8D4}"/>
          </ac:spMkLst>
        </pc:spChg>
        <pc:spChg chg="mod">
          <ac:chgData name="Chittaranjan Hens" userId="6fc03958433e8a43" providerId="LiveId" clId="{309794F8-99CF-4983-9CCF-D5B7BCCE1DF4}" dt="2023-01-21T11:30:44.092" v="950" actId="122"/>
          <ac:spMkLst>
            <pc:docMk/>
            <pc:sldMk cId="0" sldId="406"/>
            <ac:spMk id="1029" creationId="{A67599F7-9947-F9D4-F831-F9EB1C23D5E7}"/>
          </ac:spMkLst>
        </pc:spChg>
        <pc:graphicFrameChg chg="del mod replId">
          <ac:chgData name="Chittaranjan Hens" userId="6fc03958433e8a43" providerId="LiveId" clId="{309794F8-99CF-4983-9CCF-D5B7BCCE1DF4}" dt="2023-01-25T08:49:24.253" v="2938"/>
          <ac:graphicFrameMkLst>
            <pc:docMk/>
            <pc:sldMk cId="0" sldId="406"/>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0" sldId="406"/>
            <ac:graphicFrameMk id="8" creationId="{6A7098A6-7D30-FD95-E02B-CD1703C8C8D4}"/>
          </ac:graphicFrameMkLst>
        </pc:graphicFrameChg>
      </pc:sldChg>
      <pc:sldChg chg="addSp delSp modSp mod">
        <pc:chgData name="Chittaranjan Hens" userId="6fc03958433e8a43" providerId="LiveId" clId="{309794F8-99CF-4983-9CCF-D5B7BCCE1DF4}" dt="2023-01-25T08:49:26.728" v="2963" actId="27636"/>
        <pc:sldMkLst>
          <pc:docMk/>
          <pc:sldMk cId="0" sldId="407"/>
        </pc:sldMkLst>
        <pc:spChg chg="add mod">
          <ac:chgData name="Chittaranjan Hens" userId="6fc03958433e8a43" providerId="LiveId" clId="{309794F8-99CF-4983-9CCF-D5B7BCCE1DF4}" dt="2023-01-21T09:22:46.764" v="63" actId="1076"/>
          <ac:spMkLst>
            <pc:docMk/>
            <pc:sldMk cId="0" sldId="407"/>
            <ac:spMk id="3" creationId="{07C167A1-894D-85E0-AFFE-949641A3071C}"/>
          </ac:spMkLst>
        </pc:spChg>
        <pc:spChg chg="add mod">
          <ac:chgData name="Chittaranjan Hens" userId="6fc03958433e8a43" providerId="LiveId" clId="{309794F8-99CF-4983-9CCF-D5B7BCCE1DF4}" dt="2023-01-24T05:14:55.269" v="1983" actId="1076"/>
          <ac:spMkLst>
            <pc:docMk/>
            <pc:sldMk cId="0" sldId="407"/>
            <ac:spMk id="4" creationId="{DB7D00D4-88CA-6A4D-ECDE-EE0B1E05359E}"/>
          </ac:spMkLst>
        </pc:spChg>
        <pc:spChg chg="mod">
          <ac:chgData name="Chittaranjan Hens" userId="6fc03958433e8a43" providerId="LiveId" clId="{309794F8-99CF-4983-9CCF-D5B7BCCE1DF4}" dt="2023-01-21T11:30:38.880" v="949" actId="113"/>
          <ac:spMkLst>
            <pc:docMk/>
            <pc:sldMk cId="0" sldId="407"/>
            <ac:spMk id="5" creationId="{091C65ED-6635-BEBC-75C9-956C453EB5DA}"/>
          </ac:spMkLst>
        </pc:spChg>
        <pc:spChg chg="add mod">
          <ac:chgData name="Chittaranjan Hens" userId="6fc03958433e8a43" providerId="LiveId" clId="{309794F8-99CF-4983-9CCF-D5B7BCCE1DF4}" dt="2023-01-25T08:49:26.728" v="2963" actId="27636"/>
          <ac:spMkLst>
            <pc:docMk/>
            <pc:sldMk cId="0" sldId="407"/>
            <ac:spMk id="2050" creationId="{96ADE85E-0748-1816-5CF7-4F7843F31518}"/>
          </ac:spMkLst>
        </pc:spChg>
        <pc:spChg chg="add mod">
          <ac:chgData name="Chittaranjan Hens" userId="6fc03958433e8a43" providerId="LiveId" clId="{309794F8-99CF-4983-9CCF-D5B7BCCE1DF4}" dt="2023-01-25T08:49:26.438" v="2961" actId="27636"/>
          <ac:spMkLst>
            <pc:docMk/>
            <pc:sldMk cId="0" sldId="407"/>
            <ac:spMk id="2051" creationId="{5FF9E483-8207-0E2C-95EA-7565DADFD9CC}"/>
          </ac:spMkLst>
        </pc:spChg>
        <pc:spChg chg="add mod">
          <ac:chgData name="Chittaranjan Hens" userId="6fc03958433e8a43" providerId="LiveId" clId="{309794F8-99CF-4983-9CCF-D5B7BCCE1DF4}" dt="2023-01-25T08:49:26.585" v="2962" actId="27636"/>
          <ac:spMkLst>
            <pc:docMk/>
            <pc:sldMk cId="0" sldId="407"/>
            <ac:spMk id="2052" creationId="{23C1834E-DA7D-32BE-1701-7642BD9025F6}"/>
          </ac:spMkLst>
        </pc:spChg>
        <pc:spChg chg="mod">
          <ac:chgData name="Chittaranjan Hens" userId="6fc03958433e8a43" providerId="LiveId" clId="{309794F8-99CF-4983-9CCF-D5B7BCCE1DF4}" dt="2023-01-21T10:21:20.327" v="628" actId="2711"/>
          <ac:spMkLst>
            <pc:docMk/>
            <pc:sldMk cId="0" sldId="407"/>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0" sldId="407"/>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0" sldId="407"/>
            <ac:graphicFrameMk id="10" creationId="{23C1834E-DA7D-32BE-1701-7642BD9025F6}"/>
          </ac:graphicFrameMkLst>
        </pc:graphicFrameChg>
      </pc:sldChg>
      <pc:sldChg chg="addSp delSp modSp mod">
        <pc:chgData name="Chittaranjan Hens" userId="6fc03958433e8a43" providerId="LiveId" clId="{309794F8-99CF-4983-9CCF-D5B7BCCE1DF4}" dt="2023-01-25T08:49:27.063" v="2966" actId="27636"/>
        <pc:sldMkLst>
          <pc:docMk/>
          <pc:sldMk cId="703473011" sldId="408"/>
        </pc:sldMkLst>
        <pc:spChg chg="add del mod">
          <ac:chgData name="Chittaranjan Hens" userId="6fc03958433e8a43" providerId="LiveId" clId="{309794F8-99CF-4983-9CCF-D5B7BCCE1DF4}" dt="2023-01-21T09:23:16.139" v="69" actId="478"/>
          <ac:spMkLst>
            <pc:docMk/>
            <pc:sldMk cId="703473011" sldId="408"/>
            <ac:spMk id="3" creationId="{12A78ACE-757D-E0EF-2169-97C4103FE1E6}"/>
          </ac:spMkLst>
        </pc:spChg>
        <pc:spChg chg="add mod">
          <ac:chgData name="Chittaranjan Hens" userId="6fc03958433e8a43" providerId="LiveId" clId="{309794F8-99CF-4983-9CCF-D5B7BCCE1DF4}" dt="2023-01-24T05:15:01.259" v="1985" actId="1076"/>
          <ac:spMkLst>
            <pc:docMk/>
            <pc:sldMk cId="703473011" sldId="408"/>
            <ac:spMk id="3" creationId="{B7C2029F-BB8A-3E37-7539-79AA7601F7C4}"/>
          </ac:spMkLst>
        </pc:spChg>
        <pc:spChg chg="add mod">
          <ac:chgData name="Chittaranjan Hens" userId="6fc03958433e8a43" providerId="LiveId" clId="{309794F8-99CF-4983-9CCF-D5B7BCCE1DF4}" dt="2023-01-21T09:23:16.837" v="70"/>
          <ac:spMkLst>
            <pc:docMk/>
            <pc:sldMk cId="703473011" sldId="408"/>
            <ac:spMk id="4" creationId="{F27A4044-F016-CA5C-C800-BD8F6904D2A7}"/>
          </ac:spMkLst>
        </pc:spChg>
        <pc:spChg chg="mod">
          <ac:chgData name="Chittaranjan Hens" userId="6fc03958433e8a43" providerId="LiveId" clId="{309794F8-99CF-4983-9CCF-D5B7BCCE1DF4}" dt="2023-01-21T11:30:50.093" v="952" actId="113"/>
          <ac:spMkLst>
            <pc:docMk/>
            <pc:sldMk cId="703473011" sldId="408"/>
            <ac:spMk id="5" creationId="{091C65ED-6635-BEBC-75C9-956C453EB5DA}"/>
          </ac:spMkLst>
        </pc:spChg>
        <pc:spChg chg="add mod">
          <ac:chgData name="Chittaranjan Hens" userId="6fc03958433e8a43" providerId="LiveId" clId="{309794F8-99CF-4983-9CCF-D5B7BCCE1DF4}" dt="2023-01-25T08:49:26.913" v="2965" actId="27636"/>
          <ac:spMkLst>
            <pc:docMk/>
            <pc:sldMk cId="703473011" sldId="408"/>
            <ac:spMk id="2050" creationId="{96ADE85E-0748-1816-5CF7-4F7843F31518}"/>
          </ac:spMkLst>
        </pc:spChg>
        <pc:spChg chg="add mod">
          <ac:chgData name="Chittaranjan Hens" userId="6fc03958433e8a43" providerId="LiveId" clId="{309794F8-99CF-4983-9CCF-D5B7BCCE1DF4}" dt="2023-01-25T08:49:26.768" v="2964" actId="27636"/>
          <ac:spMkLst>
            <pc:docMk/>
            <pc:sldMk cId="703473011" sldId="408"/>
            <ac:spMk id="2051" creationId="{5FF9E483-8207-0E2C-95EA-7565DADFD9CC}"/>
          </ac:spMkLst>
        </pc:spChg>
        <pc:spChg chg="add mod">
          <ac:chgData name="Chittaranjan Hens" userId="6fc03958433e8a43" providerId="LiveId" clId="{309794F8-99CF-4983-9CCF-D5B7BCCE1DF4}" dt="2023-01-25T08:49:27.063" v="2966" actId="27636"/>
          <ac:spMkLst>
            <pc:docMk/>
            <pc:sldMk cId="703473011" sldId="408"/>
            <ac:spMk id="2052" creationId="{23C1834E-DA7D-32BE-1701-7642BD9025F6}"/>
          </ac:spMkLst>
        </pc:spChg>
        <pc:spChg chg="mod">
          <ac:chgData name="Chittaranjan Hens" userId="6fc03958433e8a43" providerId="LiveId" clId="{309794F8-99CF-4983-9CCF-D5B7BCCE1DF4}" dt="2023-01-21T10:22:00.334" v="630" actId="2711"/>
          <ac:spMkLst>
            <pc:docMk/>
            <pc:sldMk cId="703473011" sldId="408"/>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703473011" sldId="408"/>
            <ac:graphicFrameMk id="6"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703473011" sldId="408"/>
            <ac:graphicFrameMk id="10" creationId="{23C1834E-DA7D-32BE-1701-7642BD9025F6}"/>
          </ac:graphicFrameMkLst>
        </pc:graphicFrameChg>
      </pc:sldChg>
      <pc:sldChg chg="addSp delSp modSp mod">
        <pc:chgData name="Chittaranjan Hens" userId="6fc03958433e8a43" providerId="LiveId" clId="{309794F8-99CF-4983-9CCF-D5B7BCCE1DF4}" dt="2023-01-25T08:49:27.663" v="2971" actId="27636"/>
        <pc:sldMkLst>
          <pc:docMk/>
          <pc:sldMk cId="2694055609" sldId="409"/>
        </pc:sldMkLst>
        <pc:spChg chg="add mod">
          <ac:chgData name="Chittaranjan Hens" userId="6fc03958433e8a43" providerId="LiveId" clId="{309794F8-99CF-4983-9CCF-D5B7BCCE1DF4}" dt="2023-01-21T09:23:19.569" v="71"/>
          <ac:spMkLst>
            <pc:docMk/>
            <pc:sldMk cId="2694055609" sldId="409"/>
            <ac:spMk id="3" creationId="{FA1774FA-8FE9-C5D2-2EE8-56E35297F26B}"/>
          </ac:spMkLst>
        </pc:spChg>
        <pc:spChg chg="add mod">
          <ac:chgData name="Chittaranjan Hens" userId="6fc03958433e8a43" providerId="LiveId" clId="{309794F8-99CF-4983-9CCF-D5B7BCCE1DF4}" dt="2023-01-24T05:15:10.722" v="1986"/>
          <ac:spMkLst>
            <pc:docMk/>
            <pc:sldMk cId="2694055609" sldId="409"/>
            <ac:spMk id="4" creationId="{D090390F-144E-0145-5BE7-7C01EAEAFB3C}"/>
          </ac:spMkLst>
        </pc:spChg>
        <pc:spChg chg="mod">
          <ac:chgData name="Chittaranjan Hens" userId="6fc03958433e8a43" providerId="LiveId" clId="{309794F8-99CF-4983-9CCF-D5B7BCCE1DF4}" dt="2023-01-21T11:33:54.551" v="959" actId="113"/>
          <ac:spMkLst>
            <pc:docMk/>
            <pc:sldMk cId="2694055609" sldId="409"/>
            <ac:spMk id="5" creationId="{091C65ED-6635-BEBC-75C9-956C453EB5DA}"/>
          </ac:spMkLst>
        </pc:spChg>
        <pc:spChg chg="add mod">
          <ac:chgData name="Chittaranjan Hens" userId="6fc03958433e8a43" providerId="LiveId" clId="{309794F8-99CF-4983-9CCF-D5B7BCCE1DF4}" dt="2023-01-25T08:49:27.663" v="2971" actId="27636"/>
          <ac:spMkLst>
            <pc:docMk/>
            <pc:sldMk cId="2694055609" sldId="409"/>
            <ac:spMk id="6" creationId="{91388E02-63D6-7B84-8208-8074F629F4D5}"/>
          </ac:spMkLst>
        </pc:spChg>
        <pc:spChg chg="add mod">
          <ac:chgData name="Chittaranjan Hens" userId="6fc03958433e8a43" providerId="LiveId" clId="{309794F8-99CF-4983-9CCF-D5B7BCCE1DF4}" dt="2023-01-25T08:49:27.309" v="2968" actId="27636"/>
          <ac:spMkLst>
            <pc:docMk/>
            <pc:sldMk cId="2694055609" sldId="409"/>
            <ac:spMk id="2050" creationId="{96ADE85E-0748-1816-5CF7-4F7843F31518}"/>
          </ac:spMkLst>
        </pc:spChg>
        <pc:spChg chg="add mod">
          <ac:chgData name="Chittaranjan Hens" userId="6fc03958433e8a43" providerId="LiveId" clId="{309794F8-99CF-4983-9CCF-D5B7BCCE1DF4}" dt="2023-01-25T08:49:27.149" v="2967" actId="27636"/>
          <ac:spMkLst>
            <pc:docMk/>
            <pc:sldMk cId="2694055609" sldId="409"/>
            <ac:spMk id="2051" creationId="{5FF9E483-8207-0E2C-95EA-7565DADFD9CC}"/>
          </ac:spMkLst>
        </pc:spChg>
        <pc:spChg chg="add mod">
          <ac:chgData name="Chittaranjan Hens" userId="6fc03958433e8a43" providerId="LiveId" clId="{309794F8-99CF-4983-9CCF-D5B7BCCE1DF4}" dt="2023-01-25T08:49:27.641" v="2970" actId="27636"/>
          <ac:spMkLst>
            <pc:docMk/>
            <pc:sldMk cId="2694055609" sldId="409"/>
            <ac:spMk id="2052" creationId="{23C1834E-DA7D-32BE-1701-7642BD9025F6}"/>
          </ac:spMkLst>
        </pc:spChg>
        <pc:spChg chg="add mod">
          <ac:chgData name="Chittaranjan Hens" userId="6fc03958433e8a43" providerId="LiveId" clId="{309794F8-99CF-4983-9CCF-D5B7BCCE1DF4}" dt="2023-01-25T08:49:27.491" v="2969" actId="27636"/>
          <ac:spMkLst>
            <pc:docMk/>
            <pc:sldMk cId="2694055609" sldId="409"/>
            <ac:spMk id="2054" creationId="{E0478526-C213-C130-851D-DBC6BCF86A93}"/>
          </ac:spMkLst>
        </pc:spChg>
        <pc:spChg chg="mod">
          <ac:chgData name="Chittaranjan Hens" userId="6fc03958433e8a43" providerId="LiveId" clId="{309794F8-99CF-4983-9CCF-D5B7BCCE1DF4}" dt="2023-01-21T10:22:15.135" v="632" actId="2711"/>
          <ac:spMkLst>
            <pc:docMk/>
            <pc:sldMk cId="2694055609" sldId="409"/>
            <ac:spMk id="2057" creationId="{5D9976F5-D542-A3EE-FAC7-F5501604734C}"/>
          </ac:spMkLst>
        </pc:spChg>
        <pc:graphicFrameChg chg="del mod replId">
          <ac:chgData name="Chittaranjan Hens" userId="6fc03958433e8a43" providerId="LiveId" clId="{309794F8-99CF-4983-9CCF-D5B7BCCE1DF4}" dt="2023-01-25T08:49:24.253" v="2938"/>
          <ac:graphicFrameMkLst>
            <pc:docMk/>
            <pc:sldMk cId="2694055609" sldId="409"/>
            <ac:graphicFrameMk id="7"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9"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1"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3"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2694055609" sldId="409"/>
            <ac:graphicFrameMk id="15" creationId="{91388E02-63D6-7B84-8208-8074F629F4D5}"/>
          </ac:graphicFrameMkLst>
        </pc:graphicFrameChg>
      </pc:sldChg>
      <pc:sldChg chg="addSp delSp modSp add mod addAnim delAnim modAnim">
        <pc:chgData name="Chittaranjan Hens" userId="6fc03958433e8a43" providerId="LiveId" clId="{309794F8-99CF-4983-9CCF-D5B7BCCE1DF4}" dt="2023-01-25T08:49:27.793" v="2974" actId="27636"/>
        <pc:sldMkLst>
          <pc:docMk/>
          <pc:sldMk cId="2737422709" sldId="410"/>
        </pc:sldMkLst>
        <pc:spChg chg="add del mod">
          <ac:chgData name="Chittaranjan Hens" userId="6fc03958433e8a43" providerId="LiveId" clId="{309794F8-99CF-4983-9CCF-D5B7BCCE1DF4}" dt="2023-01-21T09:32:30.778" v="198" actId="478"/>
          <ac:spMkLst>
            <pc:docMk/>
            <pc:sldMk cId="2737422709" sldId="410"/>
            <ac:spMk id="3" creationId="{B9792BF6-6FBF-95C6-B7A0-B8BCCD06A824}"/>
          </ac:spMkLst>
        </pc:spChg>
        <pc:spChg chg="mod">
          <ac:chgData name="Chittaranjan Hens" userId="6fc03958433e8a43" providerId="LiveId" clId="{309794F8-99CF-4983-9CCF-D5B7BCCE1DF4}" dt="2023-01-21T11:31:05.933" v="957" actId="122"/>
          <ac:spMkLst>
            <pc:docMk/>
            <pc:sldMk cId="2737422709" sldId="410"/>
            <ac:spMk id="4" creationId="{3DFDE5F4-8FB8-CD50-5D8D-FC844A26777B}"/>
          </ac:spMkLst>
        </pc:spChg>
        <pc:spChg chg="add mod">
          <ac:chgData name="Chittaranjan Hens" userId="6fc03958433e8a43" providerId="LiveId" clId="{309794F8-99CF-4983-9CCF-D5B7BCCE1DF4}" dt="2023-01-25T08:49:27.755" v="2973" actId="27636"/>
          <ac:spMkLst>
            <pc:docMk/>
            <pc:sldMk cId="2737422709" sldId="410"/>
            <ac:spMk id="3074" creationId="{A7669175-8EC2-3A8D-35B3-533DDCAC65B5}"/>
          </ac:spMkLst>
        </pc:spChg>
        <pc:spChg chg="add mod">
          <ac:chgData name="Chittaranjan Hens" userId="6fc03958433e8a43" providerId="LiveId" clId="{309794F8-99CF-4983-9CCF-D5B7BCCE1DF4}" dt="2023-01-25T08:49:27.793" v="2974" actId="27636"/>
          <ac:spMkLst>
            <pc:docMk/>
            <pc:sldMk cId="2737422709" sldId="410"/>
            <ac:spMk id="3075" creationId="{8AF2FD4F-87E4-180A-928C-B7C314EC769C}"/>
          </ac:spMkLst>
        </pc:spChg>
        <pc:spChg chg="add mod">
          <ac:chgData name="Chittaranjan Hens" userId="6fc03958433e8a43" providerId="LiveId" clId="{309794F8-99CF-4983-9CCF-D5B7BCCE1DF4}" dt="2023-01-25T08:49:27.737" v="2972" actId="27636"/>
          <ac:spMkLst>
            <pc:docMk/>
            <pc:sldMk cId="2737422709" sldId="410"/>
            <ac:spMk id="3076" creationId="{06C0BC18-B09F-29DE-0611-E3FA07C0D6BC}"/>
          </ac:spMkLst>
        </pc:spChg>
        <pc:spChg chg="add del mod">
          <ac:chgData name="Chittaranjan Hens" userId="6fc03958433e8a43" providerId="LiveId" clId="{309794F8-99CF-4983-9CCF-D5B7BCCE1DF4}" dt="2023-01-21T09:32:46.763" v="201" actId="6549"/>
          <ac:spMkLst>
            <pc:docMk/>
            <pc:sldMk cId="2737422709" sldId="410"/>
            <ac:spMk id="3080" creationId="{849E278F-30D2-7E53-DFBD-2AA3A417CC84}"/>
          </ac:spMkLst>
        </pc:spChg>
        <pc:graphicFrameChg chg="del mod replId">
          <ac:chgData name="Chittaranjan Hens" userId="6fc03958433e8a43" providerId="LiveId" clId="{309794F8-99CF-4983-9CCF-D5B7BCCE1DF4}" dt="2023-01-25T08:49:24.253" v="2938"/>
          <ac:graphicFrameMkLst>
            <pc:docMk/>
            <pc:sldMk cId="2737422709" sldId="410"/>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2737422709" sldId="410"/>
            <ac:graphicFrameMk id="8" creationId="{06C0BC18-B09F-29DE-0611-E3FA07C0D6BC}"/>
          </ac:graphicFrameMkLst>
        </pc:graphicFrameChg>
        <pc:graphicFrameChg chg="add del">
          <ac:chgData name="Chittaranjan Hens" userId="6fc03958433e8a43" providerId="LiveId" clId="{309794F8-99CF-4983-9CCF-D5B7BCCE1DF4}" dt="2023-01-21T09:32:48.817" v="202" actId="478"/>
          <ac:graphicFrameMkLst>
            <pc:docMk/>
            <pc:sldMk cId="2737422709" sldId="410"/>
            <ac:graphicFrameMk id="3077" creationId="{F45F5AB0-C5F6-E407-76A6-F61995337068}"/>
          </ac:graphicFrameMkLst>
        </pc:graphicFrameChg>
      </pc:sldChg>
      <pc:sldChg chg="addSp delSp modSp add mod modAnim">
        <pc:chgData name="Chittaranjan Hens" userId="6fc03958433e8a43" providerId="LiveId" clId="{309794F8-99CF-4983-9CCF-D5B7BCCE1DF4}" dt="2023-01-25T08:49:27.911" v="2978" actId="27636"/>
        <pc:sldMkLst>
          <pc:docMk/>
          <pc:sldMk cId="3478882572" sldId="411"/>
        </pc:sldMkLst>
        <pc:spChg chg="mod">
          <ac:chgData name="Chittaranjan Hens" userId="6fc03958433e8a43" providerId="LiveId" clId="{309794F8-99CF-4983-9CCF-D5B7BCCE1DF4}" dt="2023-01-21T11:34:12.394" v="961" actId="113"/>
          <ac:spMkLst>
            <pc:docMk/>
            <pc:sldMk cId="3478882572" sldId="411"/>
            <ac:spMk id="4" creationId="{3DFDE5F4-8FB8-CD50-5D8D-FC844A26777B}"/>
          </ac:spMkLst>
        </pc:spChg>
        <pc:spChg chg="add mod">
          <ac:chgData name="Chittaranjan Hens" userId="6fc03958433e8a43" providerId="LiveId" clId="{309794F8-99CF-4983-9CCF-D5B7BCCE1DF4}" dt="2023-01-25T08:49:27.881" v="2977" actId="27636"/>
          <ac:spMkLst>
            <pc:docMk/>
            <pc:sldMk cId="3478882572" sldId="411"/>
            <ac:spMk id="3074" creationId="{A7669175-8EC2-3A8D-35B3-533DDCAC65B5}"/>
          </ac:spMkLst>
        </pc:spChg>
        <pc:spChg chg="add mod">
          <ac:chgData name="Chittaranjan Hens" userId="6fc03958433e8a43" providerId="LiveId" clId="{309794F8-99CF-4983-9CCF-D5B7BCCE1DF4}" dt="2023-01-25T08:49:27.840" v="2975" actId="27636"/>
          <ac:spMkLst>
            <pc:docMk/>
            <pc:sldMk cId="3478882572" sldId="411"/>
            <ac:spMk id="3075" creationId="{8AF2FD4F-87E4-180A-928C-B7C314EC769C}"/>
          </ac:spMkLst>
        </pc:spChg>
        <pc:spChg chg="add mod">
          <ac:chgData name="Chittaranjan Hens" userId="6fc03958433e8a43" providerId="LiveId" clId="{309794F8-99CF-4983-9CCF-D5B7BCCE1DF4}" dt="2023-01-25T08:49:27.861" v="2976" actId="27636"/>
          <ac:spMkLst>
            <pc:docMk/>
            <pc:sldMk cId="3478882572" sldId="411"/>
            <ac:spMk id="3076" creationId="{06C0BC18-B09F-29DE-0611-E3FA07C0D6BC}"/>
          </ac:spMkLst>
        </pc:spChg>
        <pc:spChg chg="add mod">
          <ac:chgData name="Chittaranjan Hens" userId="6fc03958433e8a43" providerId="LiveId" clId="{309794F8-99CF-4983-9CCF-D5B7BCCE1DF4}" dt="2023-01-25T08:49:27.911" v="2978" actId="27636"/>
          <ac:spMkLst>
            <pc:docMk/>
            <pc:sldMk cId="3478882572" sldId="411"/>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3478882572" sldId="41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3478882572" sldId="411"/>
            <ac:graphicFrameMk id="10" creationId="{F45F5AB0-C5F6-E407-76A6-F61995337068}"/>
          </ac:graphicFrameMkLst>
        </pc:graphicFrameChg>
      </pc:sldChg>
      <pc:sldChg chg="addSp delSp modSp add mod">
        <pc:chgData name="Chittaranjan Hens" userId="6fc03958433e8a43" providerId="LiveId" clId="{309794F8-99CF-4983-9CCF-D5B7BCCE1DF4}" dt="2023-01-25T08:49:28.105" v="2981" actId="27636"/>
        <pc:sldMkLst>
          <pc:docMk/>
          <pc:sldMk cId="3066498584" sldId="412"/>
        </pc:sldMkLst>
        <pc:spChg chg="mod">
          <ac:chgData name="Chittaranjan Hens" userId="6fc03958433e8a43" providerId="LiveId" clId="{309794F8-99CF-4983-9CCF-D5B7BCCE1DF4}" dt="2023-01-21T11:34:32.742" v="966" actId="113"/>
          <ac:spMkLst>
            <pc:docMk/>
            <pc:sldMk cId="3066498584" sldId="412"/>
            <ac:spMk id="2" creationId="{4182E756-F85A-FE68-D3D6-AFA6A8F8C43B}"/>
          </ac:spMkLst>
        </pc:spChg>
        <pc:spChg chg="add mod">
          <ac:chgData name="Chittaranjan Hens" userId="6fc03958433e8a43" providerId="LiveId" clId="{309794F8-99CF-4983-9CCF-D5B7BCCE1DF4}" dt="2023-01-25T08:49:28.105" v="2981" actId="27636"/>
          <ac:spMkLst>
            <pc:docMk/>
            <pc:sldMk cId="3066498584" sldId="412"/>
            <ac:spMk id="4098" creationId="{A7142D9F-DAE9-F85E-3AD5-2EE47BA56F03}"/>
          </ac:spMkLst>
        </pc:spChg>
        <pc:spChg chg="add mod">
          <ac:chgData name="Chittaranjan Hens" userId="6fc03958433e8a43" providerId="LiveId" clId="{309794F8-99CF-4983-9CCF-D5B7BCCE1DF4}" dt="2023-01-25T08:49:28.047" v="2980" actId="27636"/>
          <ac:spMkLst>
            <pc:docMk/>
            <pc:sldMk cId="3066498584" sldId="412"/>
            <ac:spMk id="4099" creationId="{FB1495FF-3AF9-AE8A-5562-F7B8501D935B}"/>
          </ac:spMkLst>
        </pc:spChg>
        <pc:spChg chg="del">
          <ac:chgData name="Chittaranjan Hens" userId="6fc03958433e8a43" providerId="LiveId" clId="{309794F8-99CF-4983-9CCF-D5B7BCCE1DF4}" dt="2023-01-21T10:13:06.095" v="575" actId="478"/>
          <ac:spMkLst>
            <pc:docMk/>
            <pc:sldMk cId="3066498584" sldId="412"/>
            <ac:spMk id="4103" creationId="{7A5BEF94-9DF6-6D0C-DD64-968622DF1FD5}"/>
          </ac:spMkLst>
        </pc:spChg>
        <pc:spChg chg="mod">
          <ac:chgData name="Chittaranjan Hens" userId="6fc03958433e8a43" providerId="LiveId" clId="{309794F8-99CF-4983-9CCF-D5B7BCCE1DF4}" dt="2023-01-21T09:35:50.784" v="246" actId="2711"/>
          <ac:spMkLst>
            <pc:docMk/>
            <pc:sldMk cId="3066498584" sldId="412"/>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3066498584" sldId="412"/>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3066498584" sldId="412"/>
            <ac:graphicFrameMk id="6" creationId="{FB1495FF-3AF9-AE8A-5562-F7B8501D935B}"/>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0" creationId="{630CAD59-F526-E294-33EB-78AE95994BE1}"/>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1" creationId="{192F5250-FFCF-72B9-DE61-241F778A0C8D}"/>
          </ac:graphicFrameMkLst>
        </pc:graphicFrameChg>
        <pc:graphicFrameChg chg="del">
          <ac:chgData name="Chittaranjan Hens" userId="6fc03958433e8a43" providerId="LiveId" clId="{309794F8-99CF-4983-9CCF-D5B7BCCE1DF4}" dt="2023-01-21T09:35:23.473" v="244" actId="478"/>
          <ac:graphicFrameMkLst>
            <pc:docMk/>
            <pc:sldMk cId="3066498584" sldId="412"/>
            <ac:graphicFrameMk id="4102" creationId="{F4713D82-35B1-6597-F32B-B0A5700E7C25}"/>
          </ac:graphicFrameMkLst>
        </pc:graphicFrameChg>
      </pc:sldChg>
      <pc:sldChg chg="addSp delSp modSp add mod">
        <pc:chgData name="Chittaranjan Hens" userId="6fc03958433e8a43" providerId="LiveId" clId="{309794F8-99CF-4983-9CCF-D5B7BCCE1DF4}" dt="2023-01-25T08:49:28.399" v="2986" actId="27636"/>
        <pc:sldMkLst>
          <pc:docMk/>
          <pc:sldMk cId="2881302680" sldId="413"/>
        </pc:sldMkLst>
        <pc:spChg chg="mod">
          <ac:chgData name="Chittaranjan Hens" userId="6fc03958433e8a43" providerId="LiveId" clId="{309794F8-99CF-4983-9CCF-D5B7BCCE1DF4}" dt="2023-01-21T11:34:59.458" v="969" actId="113"/>
          <ac:spMkLst>
            <pc:docMk/>
            <pc:sldMk cId="2881302680" sldId="413"/>
            <ac:spMk id="2" creationId="{4182E756-F85A-FE68-D3D6-AFA6A8F8C43B}"/>
          </ac:spMkLst>
        </pc:spChg>
        <pc:spChg chg="add mod">
          <ac:chgData name="Chittaranjan Hens" userId="6fc03958433e8a43" providerId="LiveId" clId="{309794F8-99CF-4983-9CCF-D5B7BCCE1DF4}" dt="2023-01-25T08:49:28.265" v="2983" actId="27636"/>
          <ac:spMkLst>
            <pc:docMk/>
            <pc:sldMk cId="2881302680" sldId="413"/>
            <ac:spMk id="4098" creationId="{A7142D9F-DAE9-F85E-3AD5-2EE47BA56F03}"/>
          </ac:spMkLst>
        </pc:spChg>
        <pc:spChg chg="add mod">
          <ac:chgData name="Chittaranjan Hens" userId="6fc03958433e8a43" providerId="LiveId" clId="{309794F8-99CF-4983-9CCF-D5B7BCCE1DF4}" dt="2023-01-25T08:49:28.313" v="2984" actId="27636"/>
          <ac:spMkLst>
            <pc:docMk/>
            <pc:sldMk cId="2881302680" sldId="413"/>
            <ac:spMk id="4099" creationId="{FB1495FF-3AF9-AE8A-5562-F7B8501D935B}"/>
          </ac:spMkLst>
        </pc:spChg>
        <pc:spChg chg="add mod">
          <ac:chgData name="Chittaranjan Hens" userId="6fc03958433e8a43" providerId="LiveId" clId="{309794F8-99CF-4983-9CCF-D5B7BCCE1DF4}" dt="2023-01-25T08:49:28.379" v="2985" actId="27636"/>
          <ac:spMkLst>
            <pc:docMk/>
            <pc:sldMk cId="2881302680" sldId="413"/>
            <ac:spMk id="4100" creationId="{630CAD59-F526-E294-33EB-78AE95994BE1}"/>
          </ac:spMkLst>
        </pc:spChg>
        <pc:spChg chg="add mod">
          <ac:chgData name="Chittaranjan Hens" userId="6fc03958433e8a43" providerId="LiveId" clId="{309794F8-99CF-4983-9CCF-D5B7BCCE1DF4}" dt="2023-01-25T08:49:28.209" v="2982" actId="27636"/>
          <ac:spMkLst>
            <pc:docMk/>
            <pc:sldMk cId="2881302680" sldId="413"/>
            <ac:spMk id="4101" creationId="{192F5250-FFCF-72B9-DE61-241F778A0C8D}"/>
          </ac:spMkLst>
        </pc:spChg>
        <pc:spChg chg="add mod">
          <ac:chgData name="Chittaranjan Hens" userId="6fc03958433e8a43" providerId="LiveId" clId="{309794F8-99CF-4983-9CCF-D5B7BCCE1DF4}" dt="2023-01-25T08:49:28.399" v="2986" actId="27636"/>
          <ac:spMkLst>
            <pc:docMk/>
            <pc:sldMk cId="2881302680" sldId="413"/>
            <ac:spMk id="4102" creationId="{F4713D82-35B1-6597-F32B-B0A5700E7C25}"/>
          </ac:spMkLst>
        </pc:spChg>
        <pc:spChg chg="del">
          <ac:chgData name="Chittaranjan Hens" userId="6fc03958433e8a43" providerId="LiveId" clId="{309794F8-99CF-4983-9CCF-D5B7BCCE1DF4}" dt="2023-01-21T10:13:10.740" v="576" actId="478"/>
          <ac:spMkLst>
            <pc:docMk/>
            <pc:sldMk cId="2881302680" sldId="413"/>
            <ac:spMk id="4103" creationId="{7A5BEF94-9DF6-6D0C-DD64-968622DF1FD5}"/>
          </ac:spMkLst>
        </pc:spChg>
        <pc:spChg chg="mod">
          <ac:chgData name="Chittaranjan Hens" userId="6fc03958433e8a43" providerId="LiveId" clId="{309794F8-99CF-4983-9CCF-D5B7BCCE1DF4}" dt="2023-01-21T09:36:46.675" v="291" actId="20577"/>
          <ac:spMkLst>
            <pc:docMk/>
            <pc:sldMk cId="2881302680" sldId="413"/>
            <ac:spMk id="4105" creationId="{C8D38A9A-AEC8-C1D4-0334-601091DC0182}"/>
          </ac:spMkLst>
        </pc:spChg>
        <pc:graphicFrameChg chg="del mod replId">
          <ac:chgData name="Chittaranjan Hens" userId="6fc03958433e8a43" providerId="LiveId" clId="{309794F8-99CF-4983-9CCF-D5B7BCCE1DF4}" dt="2023-01-25T08:49:24.253" v="2938"/>
          <ac:graphicFrameMkLst>
            <pc:docMk/>
            <pc:sldMk cId="2881302680" sldId="413"/>
            <ac:graphicFrameMk id="3" creationId="{A7142D9F-DAE9-F85E-3AD5-2EE47BA56F03}"/>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6" creationId="{FB1495FF-3AF9-AE8A-5562-F7B8501D935B}"/>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8" creationId="{630CAD59-F526-E294-33EB-78AE95994BE1}"/>
          </ac:graphicFrameMkLst>
        </pc:graphicFrameChg>
        <pc:graphicFrameChg chg="del mod replId">
          <ac:chgData name="Chittaranjan Hens" userId="6fc03958433e8a43" providerId="LiveId" clId="{309794F8-99CF-4983-9CCF-D5B7BCCE1DF4}" dt="2023-01-25T08:49:24.253" v="2938"/>
          <ac:graphicFrameMkLst>
            <pc:docMk/>
            <pc:sldMk cId="2881302680" sldId="413"/>
            <ac:graphicFrameMk id="10" creationId="{192F5250-FFCF-72B9-DE61-241F778A0C8D}"/>
          </ac:graphicFrameMkLst>
        </pc:graphicFrameChg>
        <pc:graphicFrameChg chg="add del mod replId">
          <ac:chgData name="Chittaranjan Hens" userId="6fc03958433e8a43" providerId="LiveId" clId="{309794F8-99CF-4983-9CCF-D5B7BCCE1DF4}" dt="2023-01-25T08:49:24.253" v="2938"/>
          <ac:graphicFrameMkLst>
            <pc:docMk/>
            <pc:sldMk cId="2881302680" sldId="413"/>
            <ac:graphicFrameMk id="12" creationId="{F4713D82-35B1-6597-F32B-B0A5700E7C25}"/>
          </ac:graphicFrameMkLst>
        </pc:graphicFrameChg>
      </pc:sldChg>
      <pc:sldChg chg="add del">
        <pc:chgData name="Chittaranjan Hens" userId="6fc03958433e8a43" providerId="LiveId" clId="{309794F8-99CF-4983-9CCF-D5B7BCCE1DF4}" dt="2023-01-21T09:48:36.677" v="328" actId="47"/>
        <pc:sldMkLst>
          <pc:docMk/>
          <pc:sldMk cId="166049264" sldId="414"/>
        </pc:sldMkLst>
      </pc:sldChg>
      <pc:sldChg chg="addSp delSp modSp add mod ord">
        <pc:chgData name="Chittaranjan Hens" userId="6fc03958433e8a43" providerId="LiveId" clId="{309794F8-99CF-4983-9CCF-D5B7BCCE1DF4}" dt="2023-01-25T08:49:28.581" v="2989" actId="27636"/>
        <pc:sldMkLst>
          <pc:docMk/>
          <pc:sldMk cId="1333430897" sldId="415"/>
        </pc:sldMkLst>
        <pc:spChg chg="mod">
          <ac:chgData name="Chittaranjan Hens" userId="6fc03958433e8a43" providerId="LiveId" clId="{309794F8-99CF-4983-9CCF-D5B7BCCE1DF4}" dt="2023-01-21T11:34:50.724" v="967" actId="113"/>
          <ac:spMkLst>
            <pc:docMk/>
            <pc:sldMk cId="1333430897" sldId="415"/>
            <ac:spMk id="3" creationId="{803EF8A2-813D-087D-0973-EA582F68D86F}"/>
          </ac:spMkLst>
        </pc:spChg>
        <pc:spChg chg="add mod">
          <ac:chgData name="Chittaranjan Hens" userId="6fc03958433e8a43" providerId="LiveId" clId="{309794F8-99CF-4983-9CCF-D5B7BCCE1DF4}" dt="2023-01-25T08:49:28.466" v="2987" actId="27636"/>
          <ac:spMkLst>
            <pc:docMk/>
            <pc:sldMk cId="1333430897" sldId="415"/>
            <ac:spMk id="5122" creationId="{177A508A-70C8-28CA-922D-374CC38A976A}"/>
          </ac:spMkLst>
        </pc:spChg>
        <pc:spChg chg="add mod">
          <ac:chgData name="Chittaranjan Hens" userId="6fc03958433e8a43" providerId="LiveId" clId="{309794F8-99CF-4983-9CCF-D5B7BCCE1DF4}" dt="2023-01-25T08:49:28.581" v="2989" actId="27636"/>
          <ac:spMkLst>
            <pc:docMk/>
            <pc:sldMk cId="1333430897" sldId="415"/>
            <ac:spMk id="5123" creationId="{E45A5FD2-5C75-48B1-716A-ED448DAFBE76}"/>
          </ac:spMkLst>
        </pc:spChg>
        <pc:spChg chg="add mod">
          <ac:chgData name="Chittaranjan Hens" userId="6fc03958433e8a43" providerId="LiveId" clId="{309794F8-99CF-4983-9CCF-D5B7BCCE1DF4}" dt="2023-01-25T08:49:28.564" v="2988" actId="27636"/>
          <ac:spMkLst>
            <pc:docMk/>
            <pc:sldMk cId="1333430897" sldId="415"/>
            <ac:spMk id="5124" creationId="{385D5E63-2C4B-48D5-332D-D98DCF90DFF4}"/>
          </ac:spMkLst>
        </pc:spChg>
        <pc:spChg chg="del">
          <ac:chgData name="Chittaranjan Hens" userId="6fc03958433e8a43" providerId="LiveId" clId="{309794F8-99CF-4983-9CCF-D5B7BCCE1DF4}" dt="2023-01-21T10:13:14.202" v="577" actId="478"/>
          <ac:spMkLst>
            <pc:docMk/>
            <pc:sldMk cId="1333430897" sldId="415"/>
            <ac:spMk id="5128" creationId="{C8C409A4-79EC-A37C-80CA-53EDF3BCC392}"/>
          </ac:spMkLst>
        </pc:spChg>
        <pc:spChg chg="mod">
          <ac:chgData name="Chittaranjan Hens" userId="6fc03958433e8a43" providerId="LiveId" clId="{309794F8-99CF-4983-9CCF-D5B7BCCE1DF4}" dt="2023-01-21T10:08:47.145" v="523" actId="20577"/>
          <ac:spMkLst>
            <pc:docMk/>
            <pc:sldMk cId="1333430897" sldId="415"/>
            <ac:spMk id="5130" creationId="{2059CBC7-5FD0-363E-A717-16CCAF84FCF2}"/>
          </ac:spMkLst>
        </pc:spChg>
        <pc:graphicFrameChg chg="del mod replId">
          <ac:chgData name="Chittaranjan Hens" userId="6fc03958433e8a43" providerId="LiveId" clId="{309794F8-99CF-4983-9CCF-D5B7BCCE1DF4}" dt="2023-01-25T08:49:24.253" v="2938"/>
          <ac:graphicFrameMkLst>
            <pc:docMk/>
            <pc:sldMk cId="1333430897" sldId="415"/>
            <ac:graphicFrameMk id="2" creationId="{177A508A-70C8-28CA-922D-374CC38A976A}"/>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6" creationId="{E45A5FD2-5C75-48B1-716A-ED448DAFBE76}"/>
          </ac:graphicFrameMkLst>
        </pc:graphicFrameChg>
        <pc:graphicFrameChg chg="del mod replId">
          <ac:chgData name="Chittaranjan Hens" userId="6fc03958433e8a43" providerId="LiveId" clId="{309794F8-99CF-4983-9CCF-D5B7BCCE1DF4}" dt="2023-01-25T08:49:24.253" v="2938"/>
          <ac:graphicFrameMkLst>
            <pc:docMk/>
            <pc:sldMk cId="1333430897" sldId="415"/>
            <ac:graphicFrameMk id="8" creationId="{385D5E63-2C4B-48D5-332D-D98DCF90DFF4}"/>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5" creationId="{9B81DF31-5A6B-B125-DEC0-3E7BA7A4CD5D}"/>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6" creationId="{9F02FEDF-A597-CAA6-10C8-FCDEEF666688}"/>
          </ac:graphicFrameMkLst>
        </pc:graphicFrameChg>
        <pc:graphicFrameChg chg="del">
          <ac:chgData name="Chittaranjan Hens" userId="6fc03958433e8a43" providerId="LiveId" clId="{309794F8-99CF-4983-9CCF-D5B7BCCE1DF4}" dt="2023-01-21T09:48:48.781" v="330" actId="478"/>
          <ac:graphicFrameMkLst>
            <pc:docMk/>
            <pc:sldMk cId="1333430897" sldId="415"/>
            <ac:graphicFrameMk id="5127" creationId="{69CE7186-D001-5B8B-426C-C7D9FF24582E}"/>
          </ac:graphicFrameMkLst>
        </pc:graphicFrameChg>
      </pc:sldChg>
      <pc:sldChg chg="addSp delSp modSp add mod">
        <pc:chgData name="Chittaranjan Hens" userId="6fc03958433e8a43" providerId="LiveId" clId="{309794F8-99CF-4983-9CCF-D5B7BCCE1DF4}" dt="2023-01-25T08:49:29.446" v="3002" actId="27636"/>
        <pc:sldMkLst>
          <pc:docMk/>
          <pc:sldMk cId="328758699" sldId="416"/>
        </pc:sldMkLst>
        <pc:spChg chg="add mod">
          <ac:chgData name="Chittaranjan Hens" userId="6fc03958433e8a43" providerId="LiveId" clId="{309794F8-99CF-4983-9CCF-D5B7BCCE1DF4}" dt="2023-01-21T10:09:35.050" v="538" actId="14100"/>
          <ac:spMkLst>
            <pc:docMk/>
            <pc:sldMk cId="328758699" sldId="416"/>
            <ac:spMk id="3" creationId="{42AA69F6-8376-67B3-9236-758DCDED4E78}"/>
          </ac:spMkLst>
        </pc:spChg>
        <pc:spChg chg="del mod">
          <ac:chgData name="Chittaranjan Hens" userId="6fc03958433e8a43" providerId="LiveId" clId="{309794F8-99CF-4983-9CCF-D5B7BCCE1DF4}" dt="2023-01-21T10:10:09.029" v="543" actId="478"/>
          <ac:spMkLst>
            <pc:docMk/>
            <pc:sldMk cId="328758699" sldId="416"/>
            <ac:spMk id="4" creationId="{E02EA349-8878-44BE-279E-E777C275A48E}"/>
          </ac:spMkLst>
        </pc:spChg>
        <pc:spChg chg="add del mod">
          <ac:chgData name="Chittaranjan Hens" userId="6fc03958433e8a43" providerId="LiveId" clId="{309794F8-99CF-4983-9CCF-D5B7BCCE1DF4}" dt="2023-01-21T10:10:14.384" v="544" actId="478"/>
          <ac:spMkLst>
            <pc:docMk/>
            <pc:sldMk cId="328758699" sldId="416"/>
            <ac:spMk id="7" creationId="{16AC966A-D0FE-5CD4-8845-601B31438AAC}"/>
          </ac:spMkLst>
        </pc:spChg>
        <pc:spChg chg="add mod">
          <ac:chgData name="Chittaranjan Hens" userId="6fc03958433e8a43" providerId="LiveId" clId="{309794F8-99CF-4983-9CCF-D5B7BCCE1DF4}" dt="2023-01-21T11:36:32.118" v="981" actId="404"/>
          <ac:spMkLst>
            <pc:docMk/>
            <pc:sldMk cId="328758699" sldId="416"/>
            <ac:spMk id="8" creationId="{B176985A-5054-FCB5-DB11-4DC6A8818380}"/>
          </ac:spMkLst>
        </pc:spChg>
        <pc:spChg chg="add mod">
          <ac:chgData name="Chittaranjan Hens" userId="6fc03958433e8a43" providerId="LiveId" clId="{309794F8-99CF-4983-9CCF-D5B7BCCE1DF4}" dt="2023-01-25T08:49:29.183" v="2999" actId="27636"/>
          <ac:spMkLst>
            <pc:docMk/>
            <pc:sldMk cId="328758699" sldId="416"/>
            <ac:spMk id="6146" creationId="{D604D561-C96F-3E5D-D286-38B6EBC37309}"/>
          </ac:spMkLst>
        </pc:spChg>
        <pc:spChg chg="add mod">
          <ac:chgData name="Chittaranjan Hens" userId="6fc03958433e8a43" providerId="LiveId" clId="{309794F8-99CF-4983-9CCF-D5B7BCCE1DF4}" dt="2023-01-25T08:49:29.145" v="2998" actId="27636"/>
          <ac:spMkLst>
            <pc:docMk/>
            <pc:sldMk cId="328758699" sldId="416"/>
            <ac:spMk id="6147" creationId="{DCC59F57-DE1A-F299-93BB-7595845C929F}"/>
          </ac:spMkLst>
        </pc:spChg>
        <pc:spChg chg="add mod">
          <ac:chgData name="Chittaranjan Hens" userId="6fc03958433e8a43" providerId="LiveId" clId="{309794F8-99CF-4983-9CCF-D5B7BCCE1DF4}" dt="2023-01-25T08:49:29.270" v="3000" actId="27636"/>
          <ac:spMkLst>
            <pc:docMk/>
            <pc:sldMk cId="328758699" sldId="416"/>
            <ac:spMk id="6148" creationId="{F0586BC2-B6EA-6E79-E7DB-18769FABC1ED}"/>
          </ac:spMkLst>
        </pc:spChg>
        <pc:spChg chg="add mod">
          <ac:chgData name="Chittaranjan Hens" userId="6fc03958433e8a43" providerId="LiveId" clId="{309794F8-99CF-4983-9CCF-D5B7BCCE1DF4}" dt="2023-01-25T08:49:29.387" v="3001" actId="27636"/>
          <ac:spMkLst>
            <pc:docMk/>
            <pc:sldMk cId="328758699" sldId="416"/>
            <ac:spMk id="6149" creationId="{3105E49E-3640-FD1D-FED9-65226524A602}"/>
          </ac:spMkLst>
        </pc:spChg>
        <pc:spChg chg="add mod">
          <ac:chgData name="Chittaranjan Hens" userId="6fc03958433e8a43" providerId="LiveId" clId="{309794F8-99CF-4983-9CCF-D5B7BCCE1DF4}" dt="2023-01-25T08:49:29.446" v="3002" actId="27636"/>
          <ac:spMkLst>
            <pc:docMk/>
            <pc:sldMk cId="328758699" sldId="416"/>
            <ac:spMk id="6150" creationId="{44419ABE-82D9-1D55-BB5C-6AF1A2CC497C}"/>
          </ac:spMkLst>
        </pc:spChg>
        <pc:spChg chg="mod">
          <ac:chgData name="Chittaranjan Hens" userId="6fc03958433e8a43" providerId="LiveId" clId="{309794F8-99CF-4983-9CCF-D5B7BCCE1DF4}" dt="2023-01-21T10:47:06.132" v="684" actId="20577"/>
          <ac:spMkLst>
            <pc:docMk/>
            <pc:sldMk cId="328758699" sldId="416"/>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328758699" sldId="416"/>
            <ac:graphicFrameMk id="2" creationId="{D604D561-C96F-3E5D-D286-38B6EBC37309}"/>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6" creationId="{DCC59F57-DE1A-F299-93BB-7595845C929F}"/>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9" creationId="{F0586BC2-B6EA-6E79-E7DB-18769FABC1ED}"/>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1"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328758699" sldId="416"/>
            <ac:graphicFrameMk id="13" creationId="{44419ABE-82D9-1D55-BB5C-6AF1A2CC497C}"/>
          </ac:graphicFrameMkLst>
        </pc:graphicFrameChg>
        <pc:graphicFrameChg chg="del">
          <ac:chgData name="Chittaranjan Hens" userId="6fc03958433e8a43" providerId="LiveId" clId="{309794F8-99CF-4983-9CCF-D5B7BCCE1DF4}" dt="2023-01-21T10:04:37.746" v="459" actId="478"/>
          <ac:graphicFrameMkLst>
            <pc:docMk/>
            <pc:sldMk cId="328758699" sldId="416"/>
            <ac:graphicFrameMk id="6151" creationId="{FB5FA6D7-17E3-6C6B-9B63-E8A1E2907C12}"/>
          </ac:graphicFrameMkLst>
        </pc:graphicFrameChg>
      </pc:sldChg>
      <pc:sldChg chg="add del">
        <pc:chgData name="Chittaranjan Hens" userId="6fc03958433e8a43" providerId="LiveId" clId="{309794F8-99CF-4983-9CCF-D5B7BCCE1DF4}" dt="2023-01-21T09:52:20.298" v="390" actId="47"/>
        <pc:sldMkLst>
          <pc:docMk/>
          <pc:sldMk cId="2889263971" sldId="417"/>
        </pc:sldMkLst>
      </pc:sldChg>
      <pc:sldChg chg="modSp add del mod">
        <pc:chgData name="Chittaranjan Hens" userId="6fc03958433e8a43" providerId="LiveId" clId="{309794F8-99CF-4983-9CCF-D5B7BCCE1DF4}" dt="2023-01-21T10:07:29.655" v="486" actId="47"/>
        <pc:sldMkLst>
          <pc:docMk/>
          <pc:sldMk cId="3729457274" sldId="417"/>
        </pc:sldMkLst>
        <pc:spChg chg="mod">
          <ac:chgData name="Chittaranjan Hens" userId="6fc03958433e8a43" providerId="LiveId" clId="{309794F8-99CF-4983-9CCF-D5B7BCCE1DF4}" dt="2023-01-21T09:53:07.396" v="395" actId="2711"/>
          <ac:spMkLst>
            <pc:docMk/>
            <pc:sldMk cId="3729457274" sldId="417"/>
            <ac:spMk id="6154" creationId="{386DCE0D-111E-564E-AB25-1B98D0E971B5}"/>
          </ac:spMkLst>
        </pc:spChg>
        <pc:graphicFrameChg chg="mod">
          <ac:chgData name="Chittaranjan Hens" userId="6fc03958433e8a43" providerId="LiveId" clId="{309794F8-99CF-4983-9CCF-D5B7BCCE1DF4}" dt="2023-01-21T09:53:11.474" v="396" actId="1076"/>
          <ac:graphicFrameMkLst>
            <pc:docMk/>
            <pc:sldMk cId="3729457274" sldId="417"/>
            <ac:graphicFrameMk id="6146" creationId="{D604D561-C96F-3E5D-D286-38B6EBC37309}"/>
          </ac:graphicFrameMkLst>
        </pc:graphicFrameChg>
      </pc:sldChg>
      <pc:sldChg chg="addSp delSp modSp add mod">
        <pc:chgData name="Chittaranjan Hens" userId="6fc03958433e8a43" providerId="LiveId" clId="{309794F8-99CF-4983-9CCF-D5B7BCCE1DF4}" dt="2023-01-25T08:49:29.800" v="3007" actId="27636"/>
        <pc:sldMkLst>
          <pc:docMk/>
          <pc:sldMk cId="2718063657" sldId="418"/>
        </pc:sldMkLst>
        <pc:spChg chg="add del mod">
          <ac:chgData name="Chittaranjan Hens" userId="6fc03958433e8a43" providerId="LiveId" clId="{309794F8-99CF-4983-9CCF-D5B7BCCE1DF4}" dt="2023-01-21T10:06:41.185" v="475"/>
          <ac:spMkLst>
            <pc:docMk/>
            <pc:sldMk cId="2718063657" sldId="418"/>
            <ac:spMk id="2" creationId="{30A7DC94-16C0-75B4-7432-514595B1525B}"/>
          </ac:spMkLst>
        </pc:spChg>
        <pc:spChg chg="del">
          <ac:chgData name="Chittaranjan Hens" userId="6fc03958433e8a43" providerId="LiveId" clId="{309794F8-99CF-4983-9CCF-D5B7BCCE1DF4}" dt="2023-01-21T10:18:10.905" v="618" actId="478"/>
          <ac:spMkLst>
            <pc:docMk/>
            <pc:sldMk cId="2718063657" sldId="418"/>
            <ac:spMk id="3" creationId="{42AA69F6-8376-67B3-9236-758DCDED4E78}"/>
          </ac:spMkLst>
        </pc:spChg>
        <pc:spChg chg="mod">
          <ac:chgData name="Chittaranjan Hens" userId="6fc03958433e8a43" providerId="LiveId" clId="{309794F8-99CF-4983-9CCF-D5B7BCCE1DF4}" dt="2023-01-21T11:35:54.668" v="976" actId="113"/>
          <ac:spMkLst>
            <pc:docMk/>
            <pc:sldMk cId="2718063657" sldId="418"/>
            <ac:spMk id="4" creationId="{E02EA349-8878-44BE-279E-E777C275A48E}"/>
          </ac:spMkLst>
        </pc:spChg>
        <pc:spChg chg="add del mod">
          <ac:chgData name="Chittaranjan Hens" userId="6fc03958433e8a43" providerId="LiveId" clId="{309794F8-99CF-4983-9CCF-D5B7BCCE1DF4}" dt="2023-01-21T10:06:44.728" v="477"/>
          <ac:spMkLst>
            <pc:docMk/>
            <pc:sldMk cId="2718063657" sldId="418"/>
            <ac:spMk id="7" creationId="{08ABB46A-B5AE-0BE9-374F-02D120D05EB5}"/>
          </ac:spMkLst>
        </pc:spChg>
        <pc:spChg chg="add mod">
          <ac:chgData name="Chittaranjan Hens" userId="6fc03958433e8a43" providerId="LiveId" clId="{309794F8-99CF-4983-9CCF-D5B7BCCE1DF4}" dt="2023-01-21T10:46:45.224" v="683" actId="20577"/>
          <ac:spMkLst>
            <pc:docMk/>
            <pc:sldMk cId="2718063657" sldId="418"/>
            <ac:spMk id="9" creationId="{2B097711-209B-53BC-6A84-9713AB702F08}"/>
          </ac:spMkLst>
        </pc:spChg>
        <pc:spChg chg="add mod">
          <ac:chgData name="Chittaranjan Hens" userId="6fc03958433e8a43" providerId="LiveId" clId="{309794F8-99CF-4983-9CCF-D5B7BCCE1DF4}" dt="2023-01-21T10:46:25.487" v="674" actId="1076"/>
          <ac:spMkLst>
            <pc:docMk/>
            <pc:sldMk cId="2718063657" sldId="418"/>
            <ac:spMk id="11" creationId="{013FA730-192A-6FEF-D4B5-81AE89CF5116}"/>
          </ac:spMkLst>
        </pc:spChg>
        <pc:spChg chg="add mod">
          <ac:chgData name="Chittaranjan Hens" userId="6fc03958433e8a43" providerId="LiveId" clId="{309794F8-99CF-4983-9CCF-D5B7BCCE1DF4}" dt="2023-01-21T10:18:22.275" v="621"/>
          <ac:spMkLst>
            <pc:docMk/>
            <pc:sldMk cId="2718063657" sldId="418"/>
            <ac:spMk id="12" creationId="{1AF72D0D-A4A2-9F9C-E2C0-60ADBFB2A3C0}"/>
          </ac:spMkLst>
        </pc:spChg>
        <pc:spChg chg="add mod">
          <ac:chgData name="Chittaranjan Hens" userId="6fc03958433e8a43" providerId="LiveId" clId="{309794F8-99CF-4983-9CCF-D5B7BCCE1DF4}" dt="2023-01-25T08:49:29.587" v="3004" actId="27636"/>
          <ac:spMkLst>
            <pc:docMk/>
            <pc:sldMk cId="2718063657" sldId="418"/>
            <ac:spMk id="6146" creationId="{D604D561-C96F-3E5D-D286-38B6EBC37309}"/>
          </ac:spMkLst>
        </pc:spChg>
        <pc:spChg chg="add mod">
          <ac:chgData name="Chittaranjan Hens" userId="6fc03958433e8a43" providerId="LiveId" clId="{309794F8-99CF-4983-9CCF-D5B7BCCE1DF4}" dt="2023-01-25T08:49:29.800" v="3007" actId="27636"/>
          <ac:spMkLst>
            <pc:docMk/>
            <pc:sldMk cId="2718063657" sldId="418"/>
            <ac:spMk id="6147" creationId="{DCC59F57-DE1A-F299-93BB-7595845C929F}"/>
          </ac:spMkLst>
        </pc:spChg>
        <pc:spChg chg="add mod">
          <ac:chgData name="Chittaranjan Hens" userId="6fc03958433e8a43" providerId="LiveId" clId="{309794F8-99CF-4983-9CCF-D5B7BCCE1DF4}" dt="2023-01-25T08:49:29.783" v="3006" actId="27636"/>
          <ac:spMkLst>
            <pc:docMk/>
            <pc:sldMk cId="2718063657" sldId="418"/>
            <ac:spMk id="6148" creationId="{F0586BC2-B6EA-6E79-E7DB-18769FABC1ED}"/>
          </ac:spMkLst>
        </pc:spChg>
        <pc:spChg chg="add mod">
          <ac:chgData name="Chittaranjan Hens" userId="6fc03958433e8a43" providerId="LiveId" clId="{309794F8-99CF-4983-9CCF-D5B7BCCE1DF4}" dt="2023-01-25T08:49:29.697" v="3005" actId="27636"/>
          <ac:spMkLst>
            <pc:docMk/>
            <pc:sldMk cId="2718063657" sldId="418"/>
            <ac:spMk id="6149" creationId="{3105E49E-3640-FD1D-FED9-65226524A602}"/>
          </ac:spMkLst>
        </pc:spChg>
        <pc:spChg chg="add mod">
          <ac:chgData name="Chittaranjan Hens" userId="6fc03958433e8a43" providerId="LiveId" clId="{309794F8-99CF-4983-9CCF-D5B7BCCE1DF4}" dt="2023-01-25T08:49:29.551" v="3003" actId="27636"/>
          <ac:spMkLst>
            <pc:docMk/>
            <pc:sldMk cId="2718063657" sldId="418"/>
            <ac:spMk id="6150" creationId="{44419ABE-82D9-1D55-BB5C-6AF1A2CC497C}"/>
          </ac:spMkLst>
        </pc:spChg>
        <pc:spChg chg="del">
          <ac:chgData name="Chittaranjan Hens" userId="6fc03958433e8a43" providerId="LiveId" clId="{309794F8-99CF-4983-9CCF-D5B7BCCE1DF4}" dt="2023-01-21T10:13:33.179" v="581" actId="478"/>
          <ac:spMkLst>
            <pc:docMk/>
            <pc:sldMk cId="2718063657" sldId="418"/>
            <ac:spMk id="6152" creationId="{55939299-A0A7-89D4-0FF4-2A13A25161AB}"/>
          </ac:spMkLst>
        </pc:spChg>
        <pc:spChg chg="mod">
          <ac:chgData name="Chittaranjan Hens" userId="6fc03958433e8a43" providerId="LiveId" clId="{309794F8-99CF-4983-9CCF-D5B7BCCE1DF4}" dt="2023-01-21T10:10:02.244" v="542" actId="14100"/>
          <ac:spMkLst>
            <pc:docMk/>
            <pc:sldMk cId="2718063657" sldId="418"/>
            <ac:spMk id="6154" creationId="{386DCE0D-111E-564E-AB25-1B98D0E971B5}"/>
          </ac:spMkLst>
        </pc:spChg>
        <pc:graphicFrameChg chg="del mod replId">
          <ac:chgData name="Chittaranjan Hens" userId="6fc03958433e8a43" providerId="LiveId" clId="{309794F8-99CF-4983-9CCF-D5B7BCCE1DF4}" dt="2023-01-25T08:49:24.253" v="2938"/>
          <ac:graphicFrameMkLst>
            <pc:docMk/>
            <pc:sldMk cId="2718063657" sldId="418"/>
            <ac:graphicFrameMk id="2" creationId="{D604D561-C96F-3E5D-D286-38B6EBC37309}"/>
          </ac:graphicFrameMkLst>
        </pc:graphicFrameChg>
        <pc:graphicFrameChg chg="add del mod">
          <ac:chgData name="Chittaranjan Hens" userId="6fc03958433e8a43" providerId="LiveId" clId="{309794F8-99CF-4983-9CCF-D5B7BCCE1DF4}" dt="2023-01-21T10:06:41.185" v="475"/>
          <ac:graphicFrameMkLst>
            <pc:docMk/>
            <pc:sldMk cId="2718063657" sldId="418"/>
            <ac:graphicFrameMk id="6" creationId="{66156429-B847-DF90-0B45-A59D2D1A4B8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6" creationId="{DCC59F57-DE1A-F299-93BB-7595845C929F}"/>
          </ac:graphicFrameMkLst>
        </pc:graphicFrameChg>
        <pc:graphicFrameChg chg="add del mod">
          <ac:chgData name="Chittaranjan Hens" userId="6fc03958433e8a43" providerId="LiveId" clId="{309794F8-99CF-4983-9CCF-D5B7BCCE1DF4}" dt="2023-01-21T10:06:44.728" v="477"/>
          <ac:graphicFrameMkLst>
            <pc:docMk/>
            <pc:sldMk cId="2718063657" sldId="418"/>
            <ac:graphicFrameMk id="8" creationId="{1DCF6875-2342-E49F-343C-E8CF160E9B45}"/>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8" creationId="{F0586BC2-B6EA-6E79-E7DB-18769FABC1ED}"/>
          </ac:graphicFrameMkLst>
        </pc:graphicFrameChg>
        <pc:graphicFrameChg chg="add del mod replId">
          <ac:chgData name="Chittaranjan Hens" userId="6fc03958433e8a43" providerId="LiveId" clId="{309794F8-99CF-4983-9CCF-D5B7BCCE1DF4}" dt="2023-01-21T10:46:01.537" v="665"/>
          <ac:graphicFrameMkLst>
            <pc:docMk/>
            <pc:sldMk cId="2718063657" sldId="418"/>
            <ac:graphicFrameMk id="13" creationId="{2B097711-209B-53BC-6A84-9713AB702F08}"/>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3" creationId="{3105E49E-3640-FD1D-FED9-65226524A602}"/>
          </ac:graphicFrameMkLst>
        </pc:graphicFrameChg>
        <pc:graphicFrameChg chg="del mod replId">
          <ac:chgData name="Chittaranjan Hens" userId="6fc03958433e8a43" providerId="LiveId" clId="{309794F8-99CF-4983-9CCF-D5B7BCCE1DF4}" dt="2023-01-25T08:49:24.253" v="2938"/>
          <ac:graphicFrameMkLst>
            <pc:docMk/>
            <pc:sldMk cId="2718063657" sldId="418"/>
            <ac:graphicFrameMk id="15" creationId="{44419ABE-82D9-1D55-BB5C-6AF1A2CC497C}"/>
          </ac:graphicFrameMkLst>
        </pc:graphicFrameChg>
      </pc:sldChg>
      <pc:sldChg chg="add del">
        <pc:chgData name="Chittaranjan Hens" userId="6fc03958433e8a43" providerId="LiveId" clId="{309794F8-99CF-4983-9CCF-D5B7BCCE1DF4}" dt="2023-01-21T10:03:52.454" v="456" actId="47"/>
        <pc:sldMkLst>
          <pc:docMk/>
          <pc:sldMk cId="4247875301" sldId="418"/>
        </pc:sldMkLst>
      </pc:sldChg>
      <pc:sldChg chg="addSp delSp modSp add mod ord">
        <pc:chgData name="Chittaranjan Hens" userId="6fc03958433e8a43" providerId="LiveId" clId="{309794F8-99CF-4983-9CCF-D5B7BCCE1DF4}" dt="2023-01-25T08:49:30.225" v="3010" actId="27636"/>
        <pc:sldMkLst>
          <pc:docMk/>
          <pc:sldMk cId="3425688704" sldId="419"/>
        </pc:sldMkLst>
        <pc:spChg chg="add mod">
          <ac:chgData name="Chittaranjan Hens" userId="6fc03958433e8a43" providerId="LiveId" clId="{309794F8-99CF-4983-9CCF-D5B7BCCE1DF4}" dt="2023-01-25T08:49:30.196" v="3009" actId="27636"/>
          <ac:spMkLst>
            <pc:docMk/>
            <pc:sldMk cId="3425688704" sldId="419"/>
            <ac:spMk id="7170" creationId="{49BB6D19-C2B4-E573-97DB-2847AF60103B}"/>
          </ac:spMkLst>
        </pc:spChg>
        <pc:spChg chg="add mod">
          <ac:chgData name="Chittaranjan Hens" userId="6fc03958433e8a43" providerId="LiveId" clId="{309794F8-99CF-4983-9CCF-D5B7BCCE1DF4}" dt="2023-01-25T08:49:30.225" v="3010" actId="27636"/>
          <ac:spMkLst>
            <pc:docMk/>
            <pc:sldMk cId="3425688704" sldId="419"/>
            <ac:spMk id="7171" creationId="{B3C0C4C9-C99C-D3BC-4D50-BEA80BF6AD93}"/>
          </ac:spMkLst>
        </pc:spChg>
        <pc:spChg chg="mod">
          <ac:chgData name="Chittaranjan Hens" userId="6fc03958433e8a43" providerId="LiveId" clId="{309794F8-99CF-4983-9CCF-D5B7BCCE1DF4}" dt="2023-01-21T11:36:12.570" v="979" actId="113"/>
          <ac:spMkLst>
            <pc:docMk/>
            <pc:sldMk cId="3425688704" sldId="419"/>
            <ac:spMk id="7173" creationId="{55BE0E55-05D9-10B3-54A1-27B0B2AC6CE8}"/>
          </ac:spMkLst>
        </pc:spChg>
        <pc:spChg chg="del">
          <ac:chgData name="Chittaranjan Hens" userId="6fc03958433e8a43" providerId="LiveId" clId="{309794F8-99CF-4983-9CCF-D5B7BCCE1DF4}" dt="2023-01-24T10:13:01.179" v="2176" actId="478"/>
          <ac:spMkLst>
            <pc:docMk/>
            <pc:sldMk cId="3425688704" sldId="419"/>
            <ac:spMk id="7176" creationId="{F9B30A02-0A90-C477-63B3-E86AA5D198A8}"/>
          </ac:spMkLst>
        </pc:spChg>
        <pc:spChg chg="del">
          <ac:chgData name="Chittaranjan Hens" userId="6fc03958433e8a43" providerId="LiveId" clId="{309794F8-99CF-4983-9CCF-D5B7BCCE1DF4}" dt="2023-01-24T10:13:03.311" v="2177" actId="478"/>
          <ac:spMkLst>
            <pc:docMk/>
            <pc:sldMk cId="3425688704" sldId="419"/>
            <ac:spMk id="7177" creationId="{AF7709C0-768A-BAD2-B4BB-AE4535B6B56F}"/>
          </ac:spMkLst>
        </pc:spChg>
        <pc:graphicFrameChg chg="del mod replId">
          <ac:chgData name="Chittaranjan Hens" userId="6fc03958433e8a43" providerId="LiveId" clId="{309794F8-99CF-4983-9CCF-D5B7BCCE1DF4}" dt="2023-01-25T08:49:24.253" v="2938"/>
          <ac:graphicFrameMkLst>
            <pc:docMk/>
            <pc:sldMk cId="3425688704" sldId="419"/>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3425688704" sldId="419"/>
            <ac:graphicFrameMk id="6" creationId="{B3C0C4C9-C99C-D3BC-4D50-BEA80BF6AD93}"/>
          </ac:graphicFrameMkLst>
        </pc:graphicFrameChg>
        <pc:picChg chg="mod">
          <ac:chgData name="Chittaranjan Hens" userId="6fc03958433e8a43" providerId="LiveId" clId="{309794F8-99CF-4983-9CCF-D5B7BCCE1DF4}" dt="2023-01-24T19:49:30.220" v="2195"/>
          <ac:picMkLst>
            <pc:docMk/>
            <pc:sldMk cId="3425688704" sldId="419"/>
            <ac:picMk id="2" creationId="{35BDBCD2-432B-1444-3675-C8C7B0FD529E}"/>
          </ac:picMkLst>
        </pc:picChg>
        <pc:picChg chg="add mod">
          <ac:chgData name="Chittaranjan Hens" userId="6fc03958433e8a43" providerId="LiveId" clId="{309794F8-99CF-4983-9CCF-D5B7BCCE1DF4}" dt="2023-01-24T10:14:07.137" v="2180" actId="962"/>
          <ac:picMkLst>
            <pc:docMk/>
            <pc:sldMk cId="3425688704" sldId="419"/>
            <ac:picMk id="4" creationId="{5A4CAF9F-E54E-6C0B-E4D2-D6117F7E4B7A}"/>
          </ac:picMkLst>
        </pc:picChg>
        <pc:picChg chg="del mod">
          <ac:chgData name="Chittaranjan Hens" userId="6fc03958433e8a43" providerId="LiveId" clId="{309794F8-99CF-4983-9CCF-D5B7BCCE1DF4}" dt="2023-01-24T10:13:01.179" v="2176" actId="478"/>
          <ac:picMkLst>
            <pc:docMk/>
            <pc:sldMk cId="3425688704" sldId="419"/>
            <ac:picMk id="7175" creationId="{7E543329-4252-9001-E550-CF1D7A556424}"/>
          </ac:picMkLst>
        </pc:picChg>
      </pc:sldChg>
      <pc:sldChg chg="add del">
        <pc:chgData name="Chittaranjan Hens" userId="6fc03958433e8a43" providerId="LiveId" clId="{309794F8-99CF-4983-9CCF-D5B7BCCE1DF4}" dt="2023-01-21T10:03:48.292" v="455" actId="47"/>
        <pc:sldMkLst>
          <pc:docMk/>
          <pc:sldMk cId="3483164007" sldId="419"/>
        </pc:sldMkLst>
      </pc:sldChg>
      <pc:sldChg chg="add del">
        <pc:chgData name="Chittaranjan Hens" userId="6fc03958433e8a43" providerId="LiveId" clId="{309794F8-99CF-4983-9CCF-D5B7BCCE1DF4}" dt="2023-01-21T10:18:13.211" v="620"/>
        <pc:sldMkLst>
          <pc:docMk/>
          <pc:sldMk cId="682733425" sldId="420"/>
        </pc:sldMkLst>
      </pc:sldChg>
      <pc:sldChg chg="addSp delSp modSp add mod ord delAnim modAnim">
        <pc:chgData name="Chittaranjan Hens" userId="6fc03958433e8a43" providerId="LiveId" clId="{309794F8-99CF-4983-9CCF-D5B7BCCE1DF4}" dt="2023-01-21T19:07:37.962" v="1188"/>
        <pc:sldMkLst>
          <pc:docMk/>
          <pc:sldMk cId="2071020980" sldId="420"/>
        </pc:sldMkLst>
        <pc:spChg chg="add mod">
          <ac:chgData name="Chittaranjan Hens" userId="6fc03958433e8a43" providerId="LiveId" clId="{309794F8-99CF-4983-9CCF-D5B7BCCE1DF4}" dt="2023-01-21T11:12:50.027" v="757" actId="113"/>
          <ac:spMkLst>
            <pc:docMk/>
            <pc:sldMk cId="2071020980" sldId="420"/>
            <ac:spMk id="2" creationId="{9D943983-ACBD-CBBB-559C-333A27AB29C5}"/>
          </ac:spMkLst>
        </pc:spChg>
        <pc:spChg chg="del">
          <ac:chgData name="Chittaranjan Hens" userId="6fc03958433e8a43" providerId="LiveId" clId="{309794F8-99CF-4983-9CCF-D5B7BCCE1DF4}" dt="2023-01-21T11:07:53.103" v="693" actId="478"/>
          <ac:spMkLst>
            <pc:docMk/>
            <pc:sldMk cId="2071020980" sldId="420"/>
            <ac:spMk id="27" creationId="{672DC67C-7211-3BCA-2C29-FFE14165ABFE}"/>
          </ac:spMkLst>
        </pc:spChg>
        <pc:picChg chg="del">
          <ac:chgData name="Chittaranjan Hens" userId="6fc03958433e8a43" providerId="LiveId" clId="{309794F8-99CF-4983-9CCF-D5B7BCCE1DF4}" dt="2023-01-21T11:07:55.633" v="694" actId="478"/>
          <ac:picMkLst>
            <pc:docMk/>
            <pc:sldMk cId="2071020980" sldId="420"/>
            <ac:picMk id="3" creationId="{0E80C36A-489A-9561-C7AF-A1AF3108A7F8}"/>
          </ac:picMkLst>
        </pc:picChg>
        <pc:picChg chg="mod">
          <ac:chgData name="Chittaranjan Hens" userId="6fc03958433e8a43" providerId="LiveId" clId="{309794F8-99CF-4983-9CCF-D5B7BCCE1DF4}" dt="2023-01-21T19:07:37.962" v="1188"/>
          <ac:picMkLst>
            <pc:docMk/>
            <pc:sldMk cId="2071020980" sldId="420"/>
            <ac:picMk id="4" creationId="{A77CDD2A-AFD3-0864-6D67-957A858D6745}"/>
          </ac:picMkLst>
        </pc:picChg>
        <pc:picChg chg="add mod">
          <ac:chgData name="Chittaranjan Hens" userId="6fc03958433e8a43" providerId="LiveId" clId="{309794F8-99CF-4983-9CCF-D5B7BCCE1DF4}" dt="2023-01-21T11:08:45.523" v="730" actId="1076"/>
          <ac:picMkLst>
            <pc:docMk/>
            <pc:sldMk cId="2071020980" sldId="420"/>
            <ac:picMk id="6" creationId="{32D86EAA-8132-F578-11C0-B7E7501FC960}"/>
          </ac:picMkLst>
        </pc:picChg>
        <pc:picChg chg="del">
          <ac:chgData name="Chittaranjan Hens" userId="6fc03958433e8a43" providerId="LiveId" clId="{309794F8-99CF-4983-9CCF-D5B7BCCE1DF4}" dt="2023-01-21T11:07:50.220" v="692" actId="478"/>
          <ac:picMkLst>
            <pc:docMk/>
            <pc:sldMk cId="2071020980" sldId="420"/>
            <ac:picMk id="7" creationId="{E9F42188-09D5-BB5A-535A-5E3D6BE2FF80}"/>
          </ac:picMkLst>
        </pc:picChg>
        <pc:picChg chg="add del mod">
          <ac:chgData name="Chittaranjan Hens" userId="6fc03958433e8a43" providerId="LiveId" clId="{309794F8-99CF-4983-9CCF-D5B7BCCE1DF4}" dt="2023-01-21T11:09:13.797" v="734" actId="478"/>
          <ac:picMkLst>
            <pc:docMk/>
            <pc:sldMk cId="2071020980" sldId="420"/>
            <ac:picMk id="9" creationId="{D75F9625-788C-A212-F69D-15456173825D}"/>
          </ac:picMkLst>
        </pc:picChg>
        <pc:picChg chg="del">
          <ac:chgData name="Chittaranjan Hens" userId="6fc03958433e8a43" providerId="LiveId" clId="{309794F8-99CF-4983-9CCF-D5B7BCCE1DF4}" dt="2023-01-21T11:07:57.841" v="695" actId="478"/>
          <ac:picMkLst>
            <pc:docMk/>
            <pc:sldMk cId="2071020980" sldId="420"/>
            <ac:picMk id="1026" creationId="{86A745DC-385A-8FE0-9933-7E7F025594A6}"/>
          </ac:picMkLst>
        </pc:picChg>
      </pc:sldChg>
      <pc:sldChg chg="addSp delSp modSp add mod">
        <pc:chgData name="Chittaranjan Hens" userId="6fc03958433e8a43" providerId="LiveId" clId="{309794F8-99CF-4983-9CCF-D5B7BCCE1DF4}" dt="2023-01-21T11:25:00.689" v="921" actId="113"/>
        <pc:sldMkLst>
          <pc:docMk/>
          <pc:sldMk cId="315410369" sldId="421"/>
        </pc:sldMkLst>
        <pc:spChg chg="mod">
          <ac:chgData name="Chittaranjan Hens" userId="6fc03958433e8a43" providerId="LiveId" clId="{309794F8-99CF-4983-9CCF-D5B7BCCE1DF4}" dt="2023-01-21T11:25:00.689" v="921" actId="113"/>
          <ac:spMkLst>
            <pc:docMk/>
            <pc:sldMk cId="315410369" sldId="421"/>
            <ac:spMk id="2" creationId="{9D943983-ACBD-CBBB-559C-333A27AB29C5}"/>
          </ac:spMkLst>
        </pc:spChg>
        <pc:picChg chg="add del mod">
          <ac:chgData name="Chittaranjan Hens" userId="6fc03958433e8a43" providerId="LiveId" clId="{309794F8-99CF-4983-9CCF-D5B7BCCE1DF4}" dt="2023-01-21T11:10:43.116" v="739" actId="478"/>
          <ac:picMkLst>
            <pc:docMk/>
            <pc:sldMk cId="315410369" sldId="421"/>
            <ac:picMk id="5" creationId="{E8FE1320-52C4-7F81-181B-319867D48822}"/>
          </ac:picMkLst>
        </pc:picChg>
        <pc:picChg chg="mod">
          <ac:chgData name="Chittaranjan Hens" userId="6fc03958433e8a43" providerId="LiveId" clId="{309794F8-99CF-4983-9CCF-D5B7BCCE1DF4}" dt="2023-01-21T11:10:05.999" v="737" actId="1076"/>
          <ac:picMkLst>
            <pc:docMk/>
            <pc:sldMk cId="315410369" sldId="421"/>
            <ac:picMk id="9" creationId="{D75F9625-788C-A212-F69D-15456173825D}"/>
          </ac:picMkLst>
        </pc:picChg>
      </pc:sldChg>
      <pc:sldChg chg="modSp add mod">
        <pc:chgData name="Chittaranjan Hens" userId="6fc03958433e8a43" providerId="LiveId" clId="{309794F8-99CF-4983-9CCF-D5B7BCCE1DF4}" dt="2023-01-23T18:29:36.404" v="1897" actId="1076"/>
        <pc:sldMkLst>
          <pc:docMk/>
          <pc:sldMk cId="3603090006" sldId="422"/>
        </pc:sldMkLst>
        <pc:spChg chg="mod">
          <ac:chgData name="Chittaranjan Hens" userId="6fc03958433e8a43" providerId="LiveId" clId="{309794F8-99CF-4983-9CCF-D5B7BCCE1DF4}" dt="2023-01-21T11:12:55.551" v="758" actId="113"/>
          <ac:spMkLst>
            <pc:docMk/>
            <pc:sldMk cId="3603090006" sldId="422"/>
            <ac:spMk id="2" creationId="{9D943983-ACBD-CBBB-559C-333A27AB29C5}"/>
          </ac:spMkLst>
        </pc:spChg>
        <pc:picChg chg="mod">
          <ac:chgData name="Chittaranjan Hens" userId="6fc03958433e8a43" providerId="LiveId" clId="{309794F8-99CF-4983-9CCF-D5B7BCCE1DF4}" dt="2023-01-23T18:29:36.404" v="1897" actId="1076"/>
          <ac:picMkLst>
            <pc:docMk/>
            <pc:sldMk cId="3603090006" sldId="422"/>
            <ac:picMk id="5" creationId="{E8FE1320-52C4-7F81-181B-319867D48822}"/>
          </ac:picMkLst>
        </pc:picChg>
      </pc:sldChg>
      <pc:sldChg chg="addSp delSp modSp add mod ord">
        <pc:chgData name="Chittaranjan Hens" userId="6fc03958433e8a43" providerId="LiveId" clId="{309794F8-99CF-4983-9CCF-D5B7BCCE1DF4}" dt="2023-01-21T11:12:59.384" v="759" actId="113"/>
        <pc:sldMkLst>
          <pc:docMk/>
          <pc:sldMk cId="2811330060" sldId="423"/>
        </pc:sldMkLst>
        <pc:spChg chg="mod">
          <ac:chgData name="Chittaranjan Hens" userId="6fc03958433e8a43" providerId="LiveId" clId="{309794F8-99CF-4983-9CCF-D5B7BCCE1DF4}" dt="2023-01-21T11:12:59.384" v="759" actId="113"/>
          <ac:spMkLst>
            <pc:docMk/>
            <pc:sldMk cId="2811330060" sldId="423"/>
            <ac:spMk id="2" creationId="{9D943983-ACBD-CBBB-559C-333A27AB29C5}"/>
          </ac:spMkLst>
        </pc:spChg>
        <pc:picChg chg="add del mod">
          <ac:chgData name="Chittaranjan Hens" userId="6fc03958433e8a43" providerId="LiveId" clId="{309794F8-99CF-4983-9CCF-D5B7BCCE1DF4}" dt="2023-01-21T11:11:55.454" v="748" actId="478"/>
          <ac:picMkLst>
            <pc:docMk/>
            <pc:sldMk cId="2811330060" sldId="423"/>
            <ac:picMk id="5" creationId="{CF51784A-9780-185E-798A-360D337129E7}"/>
          </ac:picMkLst>
        </pc:picChg>
        <pc:picChg chg="del">
          <ac:chgData name="Chittaranjan Hens" userId="6fc03958433e8a43" providerId="LiveId" clId="{309794F8-99CF-4983-9CCF-D5B7BCCE1DF4}" dt="2023-01-21T11:11:41.523" v="743" actId="478"/>
          <ac:picMkLst>
            <pc:docMk/>
            <pc:sldMk cId="2811330060" sldId="423"/>
            <ac:picMk id="6" creationId="{32D86EAA-8132-F578-11C0-B7E7501FC960}"/>
          </ac:picMkLst>
        </pc:picChg>
        <pc:picChg chg="add mod modCrop">
          <ac:chgData name="Chittaranjan Hens" userId="6fc03958433e8a43" providerId="LiveId" clId="{309794F8-99CF-4983-9CCF-D5B7BCCE1DF4}" dt="2023-01-21T11:12:39.565" v="756" actId="14100"/>
          <ac:picMkLst>
            <pc:docMk/>
            <pc:sldMk cId="2811330060" sldId="423"/>
            <ac:picMk id="8" creationId="{3969E0D6-5815-6C7F-D335-1EE7A2A367A6}"/>
          </ac:picMkLst>
        </pc:picChg>
      </pc:sldChg>
      <pc:sldChg chg="add del">
        <pc:chgData name="Chittaranjan Hens" userId="6fc03958433e8a43" providerId="LiveId" clId="{309794F8-99CF-4983-9CCF-D5B7BCCE1DF4}" dt="2023-01-21T11:11:43.857" v="745"/>
        <pc:sldMkLst>
          <pc:docMk/>
          <pc:sldMk cId="286191094" sldId="424"/>
        </pc:sldMkLst>
      </pc:sldChg>
      <pc:sldChg chg="addSp delSp modSp add mod">
        <pc:chgData name="Chittaranjan Hens" userId="6fc03958433e8a43" providerId="LiveId" clId="{309794F8-99CF-4983-9CCF-D5B7BCCE1DF4}" dt="2023-01-21T11:14:19.805" v="770" actId="1076"/>
        <pc:sldMkLst>
          <pc:docMk/>
          <pc:sldMk cId="4075232126" sldId="424"/>
        </pc:sldMkLst>
        <pc:picChg chg="add mod">
          <ac:chgData name="Chittaranjan Hens" userId="6fc03958433e8a43" providerId="LiveId" clId="{309794F8-99CF-4983-9CCF-D5B7BCCE1DF4}" dt="2023-01-21T11:14:19.805" v="770" actId="1076"/>
          <ac:picMkLst>
            <pc:docMk/>
            <pc:sldMk cId="4075232126" sldId="424"/>
            <ac:picMk id="5" creationId="{F69C0071-C56F-2582-5A35-005C123BFE83}"/>
          </ac:picMkLst>
        </pc:picChg>
        <pc:picChg chg="add del mod">
          <ac:chgData name="Chittaranjan Hens" userId="6fc03958433e8a43" providerId="LiveId" clId="{309794F8-99CF-4983-9CCF-D5B7BCCE1DF4}" dt="2023-01-21T11:14:17.259" v="769" actId="478"/>
          <ac:picMkLst>
            <pc:docMk/>
            <pc:sldMk cId="4075232126" sldId="424"/>
            <ac:picMk id="7" creationId="{5D1CC09E-AEEC-066B-E714-242685F9D90C}"/>
          </ac:picMkLst>
        </pc:picChg>
        <pc:picChg chg="del">
          <ac:chgData name="Chittaranjan Hens" userId="6fc03958433e8a43" providerId="LiveId" clId="{309794F8-99CF-4983-9CCF-D5B7BCCE1DF4}" dt="2023-01-21T11:13:43.600" v="761" actId="478"/>
          <ac:picMkLst>
            <pc:docMk/>
            <pc:sldMk cId="4075232126" sldId="424"/>
            <ac:picMk id="8" creationId="{3969E0D6-5815-6C7F-D335-1EE7A2A367A6}"/>
          </ac:picMkLst>
        </pc:picChg>
      </pc:sldChg>
      <pc:sldChg chg="modSp add mod">
        <pc:chgData name="Chittaranjan Hens" userId="6fc03958433e8a43" providerId="LiveId" clId="{309794F8-99CF-4983-9CCF-D5B7BCCE1DF4}" dt="2023-01-21T11:14:37.370" v="838" actId="1036"/>
        <pc:sldMkLst>
          <pc:docMk/>
          <pc:sldMk cId="2123596472" sldId="425"/>
        </pc:sldMkLst>
        <pc:picChg chg="mod">
          <ac:chgData name="Chittaranjan Hens" userId="6fc03958433e8a43" providerId="LiveId" clId="{309794F8-99CF-4983-9CCF-D5B7BCCE1DF4}" dt="2023-01-21T11:14:34.009" v="819" actId="1076"/>
          <ac:picMkLst>
            <pc:docMk/>
            <pc:sldMk cId="2123596472" sldId="425"/>
            <ac:picMk id="5" creationId="{F69C0071-C56F-2582-5A35-005C123BFE83}"/>
          </ac:picMkLst>
        </pc:picChg>
        <pc:picChg chg="mod">
          <ac:chgData name="Chittaranjan Hens" userId="6fc03958433e8a43" providerId="LiveId" clId="{309794F8-99CF-4983-9CCF-D5B7BCCE1DF4}" dt="2023-01-21T11:14:37.370" v="838" actId="1036"/>
          <ac:picMkLst>
            <pc:docMk/>
            <pc:sldMk cId="2123596472" sldId="425"/>
            <ac:picMk id="7" creationId="{5D1CC09E-AEEC-066B-E714-242685F9D90C}"/>
          </ac:picMkLst>
        </pc:picChg>
      </pc:sldChg>
      <pc:sldChg chg="addSp modSp add mod">
        <pc:chgData name="Chittaranjan Hens" userId="6fc03958433e8a43" providerId="LiveId" clId="{309794F8-99CF-4983-9CCF-D5B7BCCE1DF4}" dt="2023-01-21T11:15:47.412" v="855" actId="14100"/>
        <pc:sldMkLst>
          <pc:docMk/>
          <pc:sldMk cId="3407723665" sldId="426"/>
        </pc:sldMkLst>
        <pc:picChg chg="mod">
          <ac:chgData name="Chittaranjan Hens" userId="6fc03958433e8a43" providerId="LiveId" clId="{309794F8-99CF-4983-9CCF-D5B7BCCE1DF4}" dt="2023-01-21T11:15:36.473" v="851" actId="1076"/>
          <ac:picMkLst>
            <pc:docMk/>
            <pc:sldMk cId="3407723665" sldId="426"/>
            <ac:picMk id="4" creationId="{A77CDD2A-AFD3-0864-6D67-957A858D6745}"/>
          </ac:picMkLst>
        </pc:picChg>
        <pc:picChg chg="add mod">
          <ac:chgData name="Chittaranjan Hens" userId="6fc03958433e8a43" providerId="LiveId" clId="{309794F8-99CF-4983-9CCF-D5B7BCCE1DF4}" dt="2023-01-21T11:15:47.412" v="855" actId="14100"/>
          <ac:picMkLst>
            <pc:docMk/>
            <pc:sldMk cId="3407723665" sldId="426"/>
            <ac:picMk id="6" creationId="{498AC328-0A0B-7639-5EF2-A94C293673D0}"/>
          </ac:picMkLst>
        </pc:picChg>
        <pc:picChg chg="mod">
          <ac:chgData name="Chittaranjan Hens" userId="6fc03958433e8a43" providerId="LiveId" clId="{309794F8-99CF-4983-9CCF-D5B7BCCE1DF4}" dt="2023-01-21T11:15:07.803" v="842" actId="1076"/>
          <ac:picMkLst>
            <pc:docMk/>
            <pc:sldMk cId="3407723665" sldId="426"/>
            <ac:picMk id="7" creationId="{5D1CC09E-AEEC-066B-E714-242685F9D90C}"/>
          </ac:picMkLst>
        </pc:picChg>
      </pc:sldChg>
      <pc:sldChg chg="add del">
        <pc:chgData name="Chittaranjan Hens" userId="6fc03958433e8a43" providerId="LiveId" clId="{309794F8-99CF-4983-9CCF-D5B7BCCE1DF4}" dt="2023-01-21T11:14:53.934" v="840"/>
        <pc:sldMkLst>
          <pc:docMk/>
          <pc:sldMk cId="3999520669" sldId="426"/>
        </pc:sldMkLst>
      </pc:sldChg>
      <pc:sldChg chg="add del">
        <pc:chgData name="Chittaranjan Hens" userId="6fc03958433e8a43" providerId="LiveId" clId="{309794F8-99CF-4983-9CCF-D5B7BCCE1DF4}" dt="2023-01-21T11:15:10.049" v="844"/>
        <pc:sldMkLst>
          <pc:docMk/>
          <pc:sldMk cId="576658175" sldId="427"/>
        </pc:sldMkLst>
      </pc:sldChg>
      <pc:sldChg chg="add del">
        <pc:chgData name="Chittaranjan Hens" userId="6fc03958433e8a43" providerId="LiveId" clId="{309794F8-99CF-4983-9CCF-D5B7BCCE1DF4}" dt="2023-01-21T11:15:21.940" v="846" actId="47"/>
        <pc:sldMkLst>
          <pc:docMk/>
          <pc:sldMk cId="997450834" sldId="427"/>
        </pc:sldMkLst>
      </pc:sldChg>
      <pc:sldChg chg="addSp delSp modSp add mod">
        <pc:chgData name="Chittaranjan Hens" userId="6fc03958433e8a43" providerId="LiveId" clId="{309794F8-99CF-4983-9CCF-D5B7BCCE1DF4}" dt="2023-01-21T11:18:53.247" v="898" actId="14100"/>
        <pc:sldMkLst>
          <pc:docMk/>
          <pc:sldMk cId="3131739272" sldId="427"/>
        </pc:sldMkLst>
        <pc:spChg chg="mod">
          <ac:chgData name="Chittaranjan Hens" userId="6fc03958433e8a43" providerId="LiveId" clId="{309794F8-99CF-4983-9CCF-D5B7BCCE1DF4}" dt="2023-01-21T11:18:00.630" v="889" actId="20577"/>
          <ac:spMkLst>
            <pc:docMk/>
            <pc:sldMk cId="3131739272" sldId="427"/>
            <ac:spMk id="2" creationId="{9D943983-ACBD-CBBB-559C-333A27AB29C5}"/>
          </ac:spMkLst>
        </pc:spChg>
        <pc:picChg chg="mod">
          <ac:chgData name="Chittaranjan Hens" userId="6fc03958433e8a43" providerId="LiveId" clId="{309794F8-99CF-4983-9CCF-D5B7BCCE1DF4}" dt="2023-01-21T11:18:45.602" v="895" actId="1076"/>
          <ac:picMkLst>
            <pc:docMk/>
            <pc:sldMk cId="3131739272" sldId="427"/>
            <ac:picMk id="4" creationId="{A77CDD2A-AFD3-0864-6D67-957A858D6745}"/>
          </ac:picMkLst>
        </pc:picChg>
        <pc:picChg chg="del">
          <ac:chgData name="Chittaranjan Hens" userId="6fc03958433e8a43" providerId="LiveId" clId="{309794F8-99CF-4983-9CCF-D5B7BCCE1DF4}" dt="2023-01-21T11:17:30.008" v="860" actId="478"/>
          <ac:picMkLst>
            <pc:docMk/>
            <pc:sldMk cId="3131739272" sldId="427"/>
            <ac:picMk id="5" creationId="{F69C0071-C56F-2582-5A35-005C123BFE83}"/>
          </ac:picMkLst>
        </pc:picChg>
        <pc:picChg chg="del">
          <ac:chgData name="Chittaranjan Hens" userId="6fc03958433e8a43" providerId="LiveId" clId="{309794F8-99CF-4983-9CCF-D5B7BCCE1DF4}" dt="2023-01-21T11:17:33.224" v="862" actId="478"/>
          <ac:picMkLst>
            <pc:docMk/>
            <pc:sldMk cId="3131739272" sldId="427"/>
            <ac:picMk id="6" creationId="{498AC328-0A0B-7639-5EF2-A94C293673D0}"/>
          </ac:picMkLst>
        </pc:picChg>
        <pc:picChg chg="del">
          <ac:chgData name="Chittaranjan Hens" userId="6fc03958433e8a43" providerId="LiveId" clId="{309794F8-99CF-4983-9CCF-D5B7BCCE1DF4}" dt="2023-01-21T11:17:31.571" v="861" actId="478"/>
          <ac:picMkLst>
            <pc:docMk/>
            <pc:sldMk cId="3131739272" sldId="427"/>
            <ac:picMk id="7" creationId="{5D1CC09E-AEEC-066B-E714-242685F9D90C}"/>
          </ac:picMkLst>
        </pc:picChg>
        <pc:picChg chg="add mod">
          <ac:chgData name="Chittaranjan Hens" userId="6fc03958433e8a43" providerId="LiveId" clId="{309794F8-99CF-4983-9CCF-D5B7BCCE1DF4}" dt="2023-01-21T11:17:49.664" v="865" actId="1076"/>
          <ac:picMkLst>
            <pc:docMk/>
            <pc:sldMk cId="3131739272" sldId="427"/>
            <ac:picMk id="8" creationId="{F7495CE3-E24D-90AC-40BA-BFE33F8E7141}"/>
          </ac:picMkLst>
        </pc:picChg>
        <pc:picChg chg="add mod">
          <ac:chgData name="Chittaranjan Hens" userId="6fc03958433e8a43" providerId="LiveId" clId="{309794F8-99CF-4983-9CCF-D5B7BCCE1DF4}" dt="2023-01-21T11:18:33.213" v="892" actId="1076"/>
          <ac:picMkLst>
            <pc:docMk/>
            <pc:sldMk cId="3131739272" sldId="427"/>
            <ac:picMk id="10" creationId="{217F5239-C2A0-E92D-010E-6E488AB95655}"/>
          </ac:picMkLst>
        </pc:picChg>
        <pc:picChg chg="add mod">
          <ac:chgData name="Chittaranjan Hens" userId="6fc03958433e8a43" providerId="LiveId" clId="{309794F8-99CF-4983-9CCF-D5B7BCCE1DF4}" dt="2023-01-21T11:18:53.247" v="898" actId="14100"/>
          <ac:picMkLst>
            <pc:docMk/>
            <pc:sldMk cId="3131739272" sldId="427"/>
            <ac:picMk id="12" creationId="{CB320FD8-BB69-EFFB-9190-338641EAE798}"/>
          </ac:picMkLst>
        </pc:picChg>
      </pc:sldChg>
      <pc:sldChg chg="addSp delSp modSp add mod">
        <pc:chgData name="Chittaranjan Hens" userId="6fc03958433e8a43" providerId="LiveId" clId="{309794F8-99CF-4983-9CCF-D5B7BCCE1DF4}" dt="2023-01-21T19:05:17.293" v="1154" actId="732"/>
        <pc:sldMkLst>
          <pc:docMk/>
          <pc:sldMk cId="2025037418" sldId="428"/>
        </pc:sldMkLst>
        <pc:spChg chg="del">
          <ac:chgData name="Chittaranjan Hens" userId="6fc03958433e8a43" providerId="LiveId" clId="{309794F8-99CF-4983-9CCF-D5B7BCCE1DF4}" dt="2023-01-21T15:58:38.612" v="987" actId="478"/>
          <ac:spMkLst>
            <pc:docMk/>
            <pc:sldMk cId="2025037418" sldId="428"/>
            <ac:spMk id="2" creationId="{1BB41B81-F349-E2F1-1D1D-52F0DFAD2D92}"/>
          </ac:spMkLst>
        </pc:spChg>
        <pc:spChg chg="del">
          <ac:chgData name="Chittaranjan Hens" userId="6fc03958433e8a43" providerId="LiveId" clId="{309794F8-99CF-4983-9CCF-D5B7BCCE1DF4}" dt="2023-01-21T15:58:38.612" v="987" actId="478"/>
          <ac:spMkLst>
            <pc:docMk/>
            <pc:sldMk cId="2025037418" sldId="428"/>
            <ac:spMk id="3" creationId="{31A54CBC-7A43-569A-88C4-49E119061B48}"/>
          </ac:spMkLst>
        </pc:spChg>
        <pc:spChg chg="del">
          <ac:chgData name="Chittaranjan Hens" userId="6fc03958433e8a43" providerId="LiveId" clId="{309794F8-99CF-4983-9CCF-D5B7BCCE1DF4}" dt="2023-01-21T15:58:38.612" v="987" actId="478"/>
          <ac:spMkLst>
            <pc:docMk/>
            <pc:sldMk cId="2025037418" sldId="428"/>
            <ac:spMk id="5" creationId="{970A6DA3-CD3A-362A-5264-DDD5DDD96283}"/>
          </ac:spMkLst>
        </pc:spChg>
        <pc:spChg chg="del">
          <ac:chgData name="Chittaranjan Hens" userId="6fc03958433e8a43" providerId="LiveId" clId="{309794F8-99CF-4983-9CCF-D5B7BCCE1DF4}" dt="2023-01-21T15:58:38.612" v="987" actId="478"/>
          <ac:spMkLst>
            <pc:docMk/>
            <pc:sldMk cId="2025037418" sldId="428"/>
            <ac:spMk id="6" creationId="{D4CE01B9-E10E-41E5-3874-C285BC1D0E85}"/>
          </ac:spMkLst>
        </pc:spChg>
        <pc:spChg chg="del">
          <ac:chgData name="Chittaranjan Hens" userId="6fc03958433e8a43" providerId="LiveId" clId="{309794F8-99CF-4983-9CCF-D5B7BCCE1DF4}" dt="2023-01-21T15:58:38.612" v="987" actId="478"/>
          <ac:spMkLst>
            <pc:docMk/>
            <pc:sldMk cId="2025037418" sldId="428"/>
            <ac:spMk id="7" creationId="{02BF6975-327A-8892-56C9-3814B14DF324}"/>
          </ac:spMkLst>
        </pc:spChg>
        <pc:spChg chg="del">
          <ac:chgData name="Chittaranjan Hens" userId="6fc03958433e8a43" providerId="LiveId" clId="{309794F8-99CF-4983-9CCF-D5B7BCCE1DF4}" dt="2023-01-21T15:58:38.612" v="987" actId="478"/>
          <ac:spMkLst>
            <pc:docMk/>
            <pc:sldMk cId="2025037418" sldId="428"/>
            <ac:spMk id="9" creationId="{3A39CED6-7DB2-838A-2947-454D19C9E5A3}"/>
          </ac:spMkLst>
        </pc:spChg>
        <pc:spChg chg="del">
          <ac:chgData name="Chittaranjan Hens" userId="6fc03958433e8a43" providerId="LiveId" clId="{309794F8-99CF-4983-9CCF-D5B7BCCE1DF4}" dt="2023-01-21T15:58:38.612" v="987" actId="478"/>
          <ac:spMkLst>
            <pc:docMk/>
            <pc:sldMk cId="2025037418" sldId="428"/>
            <ac:spMk id="10" creationId="{58D09B02-3E56-1F86-86CD-C52C90DCC292}"/>
          </ac:spMkLst>
        </pc:spChg>
        <pc:spChg chg="add mod">
          <ac:chgData name="Chittaranjan Hens" userId="6fc03958433e8a43" providerId="LiveId" clId="{309794F8-99CF-4983-9CCF-D5B7BCCE1DF4}" dt="2023-01-21T16:02:34.166" v="1064" actId="1076"/>
          <ac:spMkLst>
            <pc:docMk/>
            <pc:sldMk cId="2025037418" sldId="428"/>
            <ac:spMk id="12" creationId="{F919C9D9-3B3F-ED7E-3111-F1442436505F}"/>
          </ac:spMkLst>
        </pc:spChg>
        <pc:spChg chg="del">
          <ac:chgData name="Chittaranjan Hens" userId="6fc03958433e8a43" providerId="LiveId" clId="{309794F8-99CF-4983-9CCF-D5B7BCCE1DF4}" dt="2023-01-21T15:58:38.612" v="987" actId="478"/>
          <ac:spMkLst>
            <pc:docMk/>
            <pc:sldMk cId="2025037418" sldId="428"/>
            <ac:spMk id="13" creationId="{91766EB3-0E88-9ABF-7CA7-DACC0830EA06}"/>
          </ac:spMkLst>
        </pc:spChg>
        <pc:spChg chg="del">
          <ac:chgData name="Chittaranjan Hens" userId="6fc03958433e8a43" providerId="LiveId" clId="{309794F8-99CF-4983-9CCF-D5B7BCCE1DF4}" dt="2023-01-21T15:58:38.612" v="987" actId="478"/>
          <ac:spMkLst>
            <pc:docMk/>
            <pc:sldMk cId="2025037418" sldId="428"/>
            <ac:spMk id="14" creationId="{88EE8D2E-CC84-08B1-B703-771E9F057F89}"/>
          </ac:spMkLst>
        </pc:spChg>
        <pc:spChg chg="del">
          <ac:chgData name="Chittaranjan Hens" userId="6fc03958433e8a43" providerId="LiveId" clId="{309794F8-99CF-4983-9CCF-D5B7BCCE1DF4}" dt="2023-01-21T15:58:38.612" v="987" actId="478"/>
          <ac:spMkLst>
            <pc:docMk/>
            <pc:sldMk cId="2025037418" sldId="428"/>
            <ac:spMk id="15" creationId="{6662CC16-132A-B859-ABC2-69D948387E09}"/>
          </ac:spMkLst>
        </pc:spChg>
        <pc:spChg chg="del">
          <ac:chgData name="Chittaranjan Hens" userId="6fc03958433e8a43" providerId="LiveId" clId="{309794F8-99CF-4983-9CCF-D5B7BCCE1DF4}" dt="2023-01-21T15:58:38.612" v="987" actId="478"/>
          <ac:spMkLst>
            <pc:docMk/>
            <pc:sldMk cId="2025037418" sldId="428"/>
            <ac:spMk id="16" creationId="{8D1BD15F-0D6D-3813-D76E-EE78E538DF73}"/>
          </ac:spMkLst>
        </pc:spChg>
        <pc:spChg chg="del">
          <ac:chgData name="Chittaranjan Hens" userId="6fc03958433e8a43" providerId="LiveId" clId="{309794F8-99CF-4983-9CCF-D5B7BCCE1DF4}" dt="2023-01-21T15:58:38.612" v="987" actId="478"/>
          <ac:spMkLst>
            <pc:docMk/>
            <pc:sldMk cId="2025037418" sldId="428"/>
            <ac:spMk id="17" creationId="{F85CD333-F927-35AD-9B26-D704E9D39C34}"/>
          </ac:spMkLst>
        </pc:spChg>
        <pc:spChg chg="add del mod">
          <ac:chgData name="Chittaranjan Hens" userId="6fc03958433e8a43" providerId="LiveId" clId="{309794F8-99CF-4983-9CCF-D5B7BCCE1DF4}" dt="2023-01-21T19:03:30.454" v="1137" actId="478"/>
          <ac:spMkLst>
            <pc:docMk/>
            <pc:sldMk cId="2025037418" sldId="428"/>
            <ac:spMk id="18" creationId="{77F3EDF7-232F-45CF-BF02-77D52922F47A}"/>
          </ac:spMkLst>
        </pc:spChg>
        <pc:spChg chg="del">
          <ac:chgData name="Chittaranjan Hens" userId="6fc03958433e8a43" providerId="LiveId" clId="{309794F8-99CF-4983-9CCF-D5B7BCCE1DF4}" dt="2023-01-21T15:58:38.612" v="987" actId="478"/>
          <ac:spMkLst>
            <pc:docMk/>
            <pc:sldMk cId="2025037418" sldId="428"/>
            <ac:spMk id="19" creationId="{2598E781-EF4F-B56B-07C0-93E9065FB17F}"/>
          </ac:spMkLst>
        </pc:spChg>
        <pc:spChg chg="add mod">
          <ac:chgData name="Chittaranjan Hens" userId="6fc03958433e8a43" providerId="LiveId" clId="{309794F8-99CF-4983-9CCF-D5B7BCCE1DF4}" dt="2023-01-21T19:03:40.793" v="1139" actId="1076"/>
          <ac:spMkLst>
            <pc:docMk/>
            <pc:sldMk cId="2025037418" sldId="428"/>
            <ac:spMk id="21" creationId="{814AFED6-2FB8-BE8F-BFCF-2583529DECB4}"/>
          </ac:spMkLst>
        </pc:spChg>
        <pc:spChg chg="add del mod">
          <ac:chgData name="Chittaranjan Hens" userId="6fc03958433e8a43" providerId="LiveId" clId="{309794F8-99CF-4983-9CCF-D5B7BCCE1DF4}" dt="2023-01-21T19:04:20.496" v="1143"/>
          <ac:spMkLst>
            <pc:docMk/>
            <pc:sldMk cId="2025037418" sldId="428"/>
            <ac:spMk id="22" creationId="{756279FB-7307-F188-5934-FDD559EA025B}"/>
          </ac:spMkLst>
        </pc:spChg>
        <pc:spChg chg="add mod">
          <ac:chgData name="Chittaranjan Hens" userId="6fc03958433e8a43" providerId="LiveId" clId="{309794F8-99CF-4983-9CCF-D5B7BCCE1DF4}" dt="2023-01-21T19:05:10.177" v="1153" actId="1076"/>
          <ac:spMkLst>
            <pc:docMk/>
            <pc:sldMk cId="2025037418" sldId="428"/>
            <ac:spMk id="23" creationId="{0DD5E4A6-3D2D-6C15-CAD3-7962AAE7AE6C}"/>
          </ac:spMkLst>
        </pc:spChg>
        <pc:picChg chg="del">
          <ac:chgData name="Chittaranjan Hens" userId="6fc03958433e8a43" providerId="LiveId" clId="{309794F8-99CF-4983-9CCF-D5B7BCCE1DF4}" dt="2023-01-21T15:58:38.612" v="987" actId="478"/>
          <ac:picMkLst>
            <pc:docMk/>
            <pc:sldMk cId="2025037418" sldId="428"/>
            <ac:picMk id="4" creationId="{A77CDD2A-AFD3-0864-6D67-957A858D6745}"/>
          </ac:picMkLst>
        </pc:picChg>
        <pc:picChg chg="add mod ord">
          <ac:chgData name="Chittaranjan Hens" userId="6fc03958433e8a43" providerId="LiveId" clId="{309794F8-99CF-4983-9CCF-D5B7BCCE1DF4}" dt="2023-01-21T19:04:43.603" v="1149" actId="207"/>
          <ac:picMkLst>
            <pc:docMk/>
            <pc:sldMk cId="2025037418" sldId="428"/>
            <ac:picMk id="8" creationId="{EE007A6A-266A-D592-F141-F97DEAB7A24A}"/>
          </ac:picMkLst>
        </pc:picChg>
        <pc:picChg chg="add mod modCrop">
          <ac:chgData name="Chittaranjan Hens" userId="6fc03958433e8a43" providerId="LiveId" clId="{309794F8-99CF-4983-9CCF-D5B7BCCE1DF4}" dt="2023-01-21T19:05:17.293" v="1154" actId="732"/>
          <ac:picMkLst>
            <pc:docMk/>
            <pc:sldMk cId="2025037418" sldId="428"/>
            <ac:picMk id="20" creationId="{BA52AFFC-C3A9-A016-5A83-B0B2935BC30F}"/>
          </ac:picMkLst>
        </pc:picChg>
        <pc:picChg chg="add mod">
          <ac:chgData name="Chittaranjan Hens" userId="6fc03958433e8a43" providerId="LiveId" clId="{309794F8-99CF-4983-9CCF-D5B7BCCE1DF4}" dt="2023-01-21T19:04:33.714" v="1146" actId="1076"/>
          <ac:picMkLst>
            <pc:docMk/>
            <pc:sldMk cId="2025037418" sldId="428"/>
            <ac:picMk id="1026" creationId="{C9554E28-A7D8-A53F-52A4-57C2C8539484}"/>
          </ac:picMkLst>
        </pc:picChg>
      </pc:sldChg>
      <pc:sldChg chg="delSp add del mod">
        <pc:chgData name="Chittaranjan Hens" userId="6fc03958433e8a43" providerId="LiveId" clId="{309794F8-99CF-4983-9CCF-D5B7BCCE1DF4}" dt="2023-01-21T11:22:19.654" v="904" actId="47"/>
        <pc:sldMkLst>
          <pc:docMk/>
          <pc:sldMk cId="3001124329" sldId="428"/>
        </pc:sldMkLst>
        <pc:spChg chg="del">
          <ac:chgData name="Chittaranjan Hens" userId="6fc03958433e8a43" providerId="LiveId" clId="{309794F8-99CF-4983-9CCF-D5B7BCCE1DF4}" dt="2023-01-21T11:21:41.978" v="900" actId="478"/>
          <ac:spMkLst>
            <pc:docMk/>
            <pc:sldMk cId="3001124329" sldId="428"/>
            <ac:spMk id="2" creationId="{1BB41B81-F349-E2F1-1D1D-52F0DFAD2D92}"/>
          </ac:spMkLst>
        </pc:spChg>
        <pc:spChg chg="del">
          <ac:chgData name="Chittaranjan Hens" userId="6fc03958433e8a43" providerId="LiveId" clId="{309794F8-99CF-4983-9CCF-D5B7BCCE1DF4}" dt="2023-01-21T11:21:41.978" v="900" actId="478"/>
          <ac:spMkLst>
            <pc:docMk/>
            <pc:sldMk cId="3001124329" sldId="428"/>
            <ac:spMk id="3" creationId="{31A54CBC-7A43-569A-88C4-49E119061B48}"/>
          </ac:spMkLst>
        </pc:spChg>
        <pc:spChg chg="del">
          <ac:chgData name="Chittaranjan Hens" userId="6fc03958433e8a43" providerId="LiveId" clId="{309794F8-99CF-4983-9CCF-D5B7BCCE1DF4}" dt="2023-01-21T11:21:41.978" v="900" actId="478"/>
          <ac:spMkLst>
            <pc:docMk/>
            <pc:sldMk cId="3001124329" sldId="428"/>
            <ac:spMk id="5" creationId="{970A6DA3-CD3A-362A-5264-DDD5DDD96283}"/>
          </ac:spMkLst>
        </pc:spChg>
        <pc:spChg chg="del">
          <ac:chgData name="Chittaranjan Hens" userId="6fc03958433e8a43" providerId="LiveId" clId="{309794F8-99CF-4983-9CCF-D5B7BCCE1DF4}" dt="2023-01-21T11:21:41.978" v="900" actId="478"/>
          <ac:spMkLst>
            <pc:docMk/>
            <pc:sldMk cId="3001124329" sldId="428"/>
            <ac:spMk id="6" creationId="{D4CE01B9-E10E-41E5-3874-C285BC1D0E85}"/>
          </ac:spMkLst>
        </pc:spChg>
        <pc:spChg chg="del">
          <ac:chgData name="Chittaranjan Hens" userId="6fc03958433e8a43" providerId="LiveId" clId="{309794F8-99CF-4983-9CCF-D5B7BCCE1DF4}" dt="2023-01-21T11:21:41.978" v="900" actId="478"/>
          <ac:spMkLst>
            <pc:docMk/>
            <pc:sldMk cId="3001124329" sldId="428"/>
            <ac:spMk id="7" creationId="{02BF6975-327A-8892-56C9-3814B14DF324}"/>
          </ac:spMkLst>
        </pc:spChg>
        <pc:spChg chg="del">
          <ac:chgData name="Chittaranjan Hens" userId="6fc03958433e8a43" providerId="LiveId" clId="{309794F8-99CF-4983-9CCF-D5B7BCCE1DF4}" dt="2023-01-21T11:21:41.978" v="900" actId="478"/>
          <ac:spMkLst>
            <pc:docMk/>
            <pc:sldMk cId="3001124329" sldId="428"/>
            <ac:spMk id="9" creationId="{3A39CED6-7DB2-838A-2947-454D19C9E5A3}"/>
          </ac:spMkLst>
        </pc:spChg>
        <pc:spChg chg="del">
          <ac:chgData name="Chittaranjan Hens" userId="6fc03958433e8a43" providerId="LiveId" clId="{309794F8-99CF-4983-9CCF-D5B7BCCE1DF4}" dt="2023-01-21T11:21:41.978" v="900" actId="478"/>
          <ac:spMkLst>
            <pc:docMk/>
            <pc:sldMk cId="3001124329" sldId="428"/>
            <ac:spMk id="10" creationId="{58D09B02-3E56-1F86-86CD-C52C90DCC292}"/>
          </ac:spMkLst>
        </pc:spChg>
        <pc:spChg chg="del">
          <ac:chgData name="Chittaranjan Hens" userId="6fc03958433e8a43" providerId="LiveId" clId="{309794F8-99CF-4983-9CCF-D5B7BCCE1DF4}" dt="2023-01-21T11:21:41.978" v="900" actId="478"/>
          <ac:spMkLst>
            <pc:docMk/>
            <pc:sldMk cId="3001124329" sldId="428"/>
            <ac:spMk id="13" creationId="{91766EB3-0E88-9ABF-7CA7-DACC0830EA06}"/>
          </ac:spMkLst>
        </pc:spChg>
        <pc:spChg chg="del">
          <ac:chgData name="Chittaranjan Hens" userId="6fc03958433e8a43" providerId="LiveId" clId="{309794F8-99CF-4983-9CCF-D5B7BCCE1DF4}" dt="2023-01-21T11:21:41.978" v="900" actId="478"/>
          <ac:spMkLst>
            <pc:docMk/>
            <pc:sldMk cId="3001124329" sldId="428"/>
            <ac:spMk id="14" creationId="{88EE8D2E-CC84-08B1-B703-771E9F057F89}"/>
          </ac:spMkLst>
        </pc:spChg>
        <pc:spChg chg="del">
          <ac:chgData name="Chittaranjan Hens" userId="6fc03958433e8a43" providerId="LiveId" clId="{309794F8-99CF-4983-9CCF-D5B7BCCE1DF4}" dt="2023-01-21T11:21:41.978" v="900" actId="478"/>
          <ac:spMkLst>
            <pc:docMk/>
            <pc:sldMk cId="3001124329" sldId="428"/>
            <ac:spMk id="15" creationId="{6662CC16-132A-B859-ABC2-69D948387E09}"/>
          </ac:spMkLst>
        </pc:spChg>
        <pc:spChg chg="del">
          <ac:chgData name="Chittaranjan Hens" userId="6fc03958433e8a43" providerId="LiveId" clId="{309794F8-99CF-4983-9CCF-D5B7BCCE1DF4}" dt="2023-01-21T11:21:41.978" v="900" actId="478"/>
          <ac:spMkLst>
            <pc:docMk/>
            <pc:sldMk cId="3001124329" sldId="428"/>
            <ac:spMk id="16" creationId="{8D1BD15F-0D6D-3813-D76E-EE78E538DF73}"/>
          </ac:spMkLst>
        </pc:spChg>
        <pc:spChg chg="del">
          <ac:chgData name="Chittaranjan Hens" userId="6fc03958433e8a43" providerId="LiveId" clId="{309794F8-99CF-4983-9CCF-D5B7BCCE1DF4}" dt="2023-01-21T11:21:41.978" v="900" actId="478"/>
          <ac:spMkLst>
            <pc:docMk/>
            <pc:sldMk cId="3001124329" sldId="428"/>
            <ac:spMk id="17" creationId="{F85CD333-F927-35AD-9B26-D704E9D39C34}"/>
          </ac:spMkLst>
        </pc:spChg>
        <pc:spChg chg="del">
          <ac:chgData name="Chittaranjan Hens" userId="6fc03958433e8a43" providerId="LiveId" clId="{309794F8-99CF-4983-9CCF-D5B7BCCE1DF4}" dt="2023-01-21T11:21:41.978" v="900" actId="478"/>
          <ac:spMkLst>
            <pc:docMk/>
            <pc:sldMk cId="3001124329" sldId="428"/>
            <ac:spMk id="19" creationId="{2598E781-EF4F-B56B-07C0-93E9065FB17F}"/>
          </ac:spMkLst>
        </pc:spChg>
        <pc:picChg chg="del">
          <ac:chgData name="Chittaranjan Hens" userId="6fc03958433e8a43" providerId="LiveId" clId="{309794F8-99CF-4983-9CCF-D5B7BCCE1DF4}" dt="2023-01-21T11:21:41.978" v="900" actId="478"/>
          <ac:picMkLst>
            <pc:docMk/>
            <pc:sldMk cId="3001124329" sldId="428"/>
            <ac:picMk id="4" creationId="{A77CDD2A-AFD3-0864-6D67-957A858D6745}"/>
          </ac:picMkLst>
        </pc:picChg>
      </pc:sldChg>
      <pc:sldChg chg="addSp delSp modSp add mod">
        <pc:chgData name="Chittaranjan Hens" userId="6fc03958433e8a43" providerId="LiveId" clId="{309794F8-99CF-4983-9CCF-D5B7BCCE1DF4}" dt="2023-01-22T02:43:56.696" v="1278" actId="478"/>
        <pc:sldMkLst>
          <pc:docMk/>
          <pc:sldMk cId="355332200" sldId="429"/>
        </pc:sldMkLst>
        <pc:spChg chg="add mod">
          <ac:chgData name="Chittaranjan Hens" userId="6fc03958433e8a43" providerId="LiveId" clId="{309794F8-99CF-4983-9CCF-D5B7BCCE1DF4}" dt="2023-01-21T19:06:59.547" v="1187" actId="2711"/>
          <ac:spMkLst>
            <pc:docMk/>
            <pc:sldMk cId="355332200" sldId="429"/>
            <ac:spMk id="4" creationId="{64A1C7C0-C769-20C6-8088-2AD6B3038E3B}"/>
          </ac:spMkLst>
        </pc:spChg>
        <pc:spChg chg="add mod">
          <ac:chgData name="Chittaranjan Hens" userId="6fc03958433e8a43" providerId="LiveId" clId="{309794F8-99CF-4983-9CCF-D5B7BCCE1DF4}" dt="2023-01-21T19:06:59.547" v="1187" actId="2711"/>
          <ac:spMkLst>
            <pc:docMk/>
            <pc:sldMk cId="355332200" sldId="429"/>
            <ac:spMk id="5" creationId="{A13EEADB-11B4-B900-F66A-7FEB99BA8ABA}"/>
          </ac:spMkLst>
        </pc:spChg>
        <pc:spChg chg="add mod">
          <ac:chgData name="Chittaranjan Hens" userId="6fc03958433e8a43" providerId="LiveId" clId="{309794F8-99CF-4983-9CCF-D5B7BCCE1DF4}" dt="2023-01-21T19:06:59.547" v="1187" actId="2711"/>
          <ac:spMkLst>
            <pc:docMk/>
            <pc:sldMk cId="355332200" sldId="429"/>
            <ac:spMk id="6" creationId="{3039A4EB-A10E-DA01-BCD4-40A6288E5864}"/>
          </ac:spMkLst>
        </pc:spChg>
        <pc:spChg chg="add mod">
          <ac:chgData name="Chittaranjan Hens" userId="6fc03958433e8a43" providerId="LiveId" clId="{309794F8-99CF-4983-9CCF-D5B7BCCE1DF4}" dt="2023-01-21T19:05:36.310" v="1158" actId="1076"/>
          <ac:spMkLst>
            <pc:docMk/>
            <pc:sldMk cId="355332200" sldId="429"/>
            <ac:spMk id="7" creationId="{C8FC88BC-AC56-3C8D-6544-6187107E359D}"/>
          </ac:spMkLst>
        </pc:spChg>
        <pc:spChg chg="del">
          <ac:chgData name="Chittaranjan Hens" userId="6fc03958433e8a43" providerId="LiveId" clId="{309794F8-99CF-4983-9CCF-D5B7BCCE1DF4}" dt="2023-01-22T02:43:56.696" v="1278" actId="478"/>
          <ac:spMkLst>
            <pc:docMk/>
            <pc:sldMk cId="355332200" sldId="429"/>
            <ac:spMk id="12" creationId="{F919C9D9-3B3F-ED7E-3111-F1442436505F}"/>
          </ac:spMkLst>
        </pc:spChg>
        <pc:spChg chg="del">
          <ac:chgData name="Chittaranjan Hens" userId="6fc03958433e8a43" providerId="LiveId" clId="{309794F8-99CF-4983-9CCF-D5B7BCCE1DF4}" dt="2023-01-21T16:05:04.791" v="1068" actId="478"/>
          <ac:spMkLst>
            <pc:docMk/>
            <pc:sldMk cId="355332200" sldId="429"/>
            <ac:spMk id="18" creationId="{77F3EDF7-232F-45CF-BF02-77D52922F47A}"/>
          </ac:spMkLst>
        </pc:spChg>
        <pc:picChg chg="add mod">
          <ac:chgData name="Chittaranjan Hens" userId="6fc03958433e8a43" providerId="LiveId" clId="{309794F8-99CF-4983-9CCF-D5B7BCCE1DF4}" dt="2023-01-21T16:05:26.285" v="1073" actId="1076"/>
          <ac:picMkLst>
            <pc:docMk/>
            <pc:sldMk cId="355332200" sldId="429"/>
            <ac:picMk id="2" creationId="{E0008029-65D5-00EC-1DAD-ACB534EE2074}"/>
          </ac:picMkLst>
        </pc:picChg>
        <pc:picChg chg="add mod">
          <ac:chgData name="Chittaranjan Hens" userId="6fc03958433e8a43" providerId="LiveId" clId="{309794F8-99CF-4983-9CCF-D5B7BCCE1DF4}" dt="2023-01-21T16:05:22.171" v="1072" actId="207"/>
          <ac:picMkLst>
            <pc:docMk/>
            <pc:sldMk cId="355332200" sldId="429"/>
            <ac:picMk id="3" creationId="{94FAD011-A829-6B4C-106A-A95845369CCE}"/>
          </ac:picMkLst>
        </pc:picChg>
        <pc:picChg chg="add del mod">
          <ac:chgData name="Chittaranjan Hens" userId="6fc03958433e8a43" providerId="LiveId" clId="{309794F8-99CF-4983-9CCF-D5B7BCCE1DF4}" dt="2023-01-22T02:43:54.469" v="1277" actId="478"/>
          <ac:picMkLst>
            <pc:docMk/>
            <pc:sldMk cId="355332200" sldId="429"/>
            <ac:picMk id="8" creationId="{EE007A6A-266A-D592-F141-F97DEAB7A24A}"/>
          </ac:picMkLst>
        </pc:picChg>
        <pc:picChg chg="del">
          <ac:chgData name="Chittaranjan Hens" userId="6fc03958433e8a43" providerId="LiveId" clId="{309794F8-99CF-4983-9CCF-D5B7BCCE1DF4}" dt="2023-01-21T16:04:59.717" v="1066" actId="478"/>
          <ac:picMkLst>
            <pc:docMk/>
            <pc:sldMk cId="355332200" sldId="429"/>
            <ac:picMk id="20" creationId="{BA52AFFC-C3A9-A016-5A83-B0B2935BC30F}"/>
          </ac:picMkLst>
        </pc:picChg>
        <pc:picChg chg="del">
          <ac:chgData name="Chittaranjan Hens" userId="6fc03958433e8a43" providerId="LiveId" clId="{309794F8-99CF-4983-9CCF-D5B7BCCE1DF4}" dt="2023-01-21T16:05:01.588" v="1067" actId="478"/>
          <ac:picMkLst>
            <pc:docMk/>
            <pc:sldMk cId="355332200" sldId="429"/>
            <ac:picMk id="1026" creationId="{C9554E28-A7D8-A53F-52A4-57C2C8539484}"/>
          </ac:picMkLst>
        </pc:picChg>
      </pc:sldChg>
      <pc:sldChg chg="add del">
        <pc:chgData name="Chittaranjan Hens" userId="6fc03958433e8a43" providerId="LiveId" clId="{309794F8-99CF-4983-9CCF-D5B7BCCE1DF4}" dt="2023-01-21T11:21:44.957" v="902"/>
        <pc:sldMkLst>
          <pc:docMk/>
          <pc:sldMk cId="3231762595" sldId="429"/>
        </pc:sldMkLst>
      </pc:sldChg>
      <pc:sldChg chg="addSp delSp modSp new mod setBg">
        <pc:chgData name="Chittaranjan Hens" userId="6fc03958433e8a43" providerId="LiveId" clId="{309794F8-99CF-4983-9CCF-D5B7BCCE1DF4}" dt="2023-01-21T19:04:09.655" v="1141" actId="404"/>
        <pc:sldMkLst>
          <pc:docMk/>
          <pc:sldMk cId="454236153" sldId="430"/>
        </pc:sldMkLst>
        <pc:spChg chg="del">
          <ac:chgData name="Chittaranjan Hens" userId="6fc03958433e8a43" providerId="LiveId" clId="{309794F8-99CF-4983-9CCF-D5B7BCCE1DF4}" dt="2023-01-21T16:08:31.045" v="1075" actId="478"/>
          <ac:spMkLst>
            <pc:docMk/>
            <pc:sldMk cId="454236153" sldId="430"/>
            <ac:spMk id="2" creationId="{835EA482-AF6E-B637-47A0-7263DD08C2B1}"/>
          </ac:spMkLst>
        </pc:spChg>
        <pc:spChg chg="del">
          <ac:chgData name="Chittaranjan Hens" userId="6fc03958433e8a43" providerId="LiveId" clId="{309794F8-99CF-4983-9CCF-D5B7BCCE1DF4}" dt="2023-01-21T16:08:32.961" v="1076" actId="478"/>
          <ac:spMkLst>
            <pc:docMk/>
            <pc:sldMk cId="454236153" sldId="430"/>
            <ac:spMk id="3" creationId="{AA747848-20CA-4725-9F0A-E7A0653E9D1C}"/>
          </ac:spMkLst>
        </pc:spChg>
        <pc:spChg chg="add mod ord">
          <ac:chgData name="Chittaranjan Hens" userId="6fc03958433e8a43" providerId="LiveId" clId="{309794F8-99CF-4983-9CCF-D5B7BCCE1DF4}" dt="2023-01-21T19:04:09.655" v="1141" actId="404"/>
          <ac:spMkLst>
            <pc:docMk/>
            <pc:sldMk cId="454236153" sldId="430"/>
            <ac:spMk id="5" creationId="{84FC4AF0-196C-21D5-654D-1B2C940F6F88}"/>
          </ac:spMkLst>
        </pc:spChg>
        <pc:spChg chg="add">
          <ac:chgData name="Chittaranjan Hens" userId="6fc03958433e8a43" providerId="LiveId" clId="{309794F8-99CF-4983-9CCF-D5B7BCCE1DF4}" dt="2023-01-21T16:27:49.468" v="1097" actId="26606"/>
          <ac:spMkLst>
            <pc:docMk/>
            <pc:sldMk cId="454236153" sldId="430"/>
            <ac:spMk id="8"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9" creationId="{097CD68E-23E3-4007-8847-CD0944C4F7BE}"/>
          </ac:spMkLst>
        </pc:spChg>
        <pc:spChg chg="add">
          <ac:chgData name="Chittaranjan Hens" userId="6fc03958433e8a43" providerId="LiveId" clId="{309794F8-99CF-4983-9CCF-D5B7BCCE1DF4}" dt="2023-01-21T16:27:49.468" v="1097" actId="26606"/>
          <ac:spMkLst>
            <pc:docMk/>
            <pc:sldMk cId="454236153" sldId="430"/>
            <ac:spMk id="10"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1" creationId="{E91DC736-0EF8-4F87-9146-EBF1D2EE4D3D}"/>
          </ac:spMkLst>
        </pc:spChg>
        <pc:spChg chg="add">
          <ac:chgData name="Chittaranjan Hens" userId="6fc03958433e8a43" providerId="LiveId" clId="{309794F8-99CF-4983-9CCF-D5B7BCCE1DF4}" dt="2023-01-21T16:27:49.468" v="1097" actId="26606"/>
          <ac:spMkLst>
            <pc:docMk/>
            <pc:sldMk cId="454236153" sldId="430"/>
            <ac:spMk id="12" creationId="{08C9B587-E65E-4B52-B37C-ABEBB6E87928}"/>
          </ac:spMkLst>
        </pc:spChg>
        <pc:spChg chg="add del">
          <ac:chgData name="Chittaranjan Hens" userId="6fc03958433e8a43" providerId="LiveId" clId="{309794F8-99CF-4983-9CCF-D5B7BCCE1DF4}" dt="2023-01-21T16:09:15.977" v="1093" actId="26606"/>
          <ac:spMkLst>
            <pc:docMk/>
            <pc:sldMk cId="454236153" sldId="430"/>
            <ac:spMk id="13" creationId="{097CD68E-23E3-4007-8847-CD0944C4F7BE}"/>
          </ac:spMkLst>
        </pc:spChg>
        <pc:spChg chg="add mod">
          <ac:chgData name="Chittaranjan Hens" userId="6fc03958433e8a43" providerId="LiveId" clId="{309794F8-99CF-4983-9CCF-D5B7BCCE1DF4}" dt="2023-01-21T17:37:45.271" v="1130" actId="1076"/>
          <ac:spMkLst>
            <pc:docMk/>
            <pc:sldMk cId="454236153" sldId="430"/>
            <ac:spMk id="14" creationId="{5C751F3B-C2D7-B7EA-2F78-039B123CA9B0}"/>
          </ac:spMkLst>
        </pc:spChg>
        <pc:spChg chg="add del">
          <ac:chgData name="Chittaranjan Hens" userId="6fc03958433e8a43" providerId="LiveId" clId="{309794F8-99CF-4983-9CCF-D5B7BCCE1DF4}" dt="2023-01-21T16:09:15.977" v="1093" actId="26606"/>
          <ac:spMkLst>
            <pc:docMk/>
            <pc:sldMk cId="454236153" sldId="430"/>
            <ac:spMk id="15" creationId="{AF2F604E-43BE-4DC3-B983-E071523364F8}"/>
          </ac:spMkLst>
        </pc:spChg>
        <pc:spChg chg="add del">
          <ac:chgData name="Chittaranjan Hens" userId="6fc03958433e8a43" providerId="LiveId" clId="{309794F8-99CF-4983-9CCF-D5B7BCCE1DF4}" dt="2023-01-21T16:09:15.977" v="1093" actId="26606"/>
          <ac:spMkLst>
            <pc:docMk/>
            <pc:sldMk cId="454236153" sldId="430"/>
            <ac:spMk id="17" creationId="{08C9B587-E65E-4B52-B37C-ABEBB6E87928}"/>
          </ac:spMkLst>
        </pc:spChg>
        <pc:spChg chg="add mod">
          <ac:chgData name="Chittaranjan Hens" userId="6fc03958433e8a43" providerId="LiveId" clId="{309794F8-99CF-4983-9CCF-D5B7BCCE1DF4}" dt="2023-01-21T19:03:16.972" v="1135" actId="14100"/>
          <ac:spMkLst>
            <pc:docMk/>
            <pc:sldMk cId="454236153" sldId="430"/>
            <ac:spMk id="18" creationId="{1C1128E9-DE22-7458-DEAE-9B1111AC3DDE}"/>
          </ac:spMkLst>
        </pc:spChg>
        <pc:spChg chg="add del">
          <ac:chgData name="Chittaranjan Hens" userId="6fc03958433e8a43" providerId="LiveId" clId="{309794F8-99CF-4983-9CCF-D5B7BCCE1DF4}" dt="2023-01-21T16:09:17.439" v="1095" actId="26606"/>
          <ac:spMkLst>
            <pc:docMk/>
            <pc:sldMk cId="454236153" sldId="430"/>
            <ac:spMk id="19" creationId="{37C89E4B-3C9F-44B9-8B86-D9E3D112D8EC}"/>
          </ac:spMkLst>
        </pc:spChg>
        <pc:picChg chg="add mod ord">
          <ac:chgData name="Chittaranjan Hens" userId="6fc03958433e8a43" providerId="LiveId" clId="{309794F8-99CF-4983-9CCF-D5B7BCCE1DF4}" dt="2023-01-21T16:27:49.468" v="1097" actId="26606"/>
          <ac:picMkLst>
            <pc:docMk/>
            <pc:sldMk cId="454236153" sldId="430"/>
            <ac:picMk id="6" creationId="{3A9B1544-4E77-11A3-6B67-89CAA0A33930}"/>
          </ac:picMkLst>
        </pc:picChg>
        <pc:picChg chg="add mod">
          <ac:chgData name="Chittaranjan Hens" userId="6fc03958433e8a43" providerId="LiveId" clId="{309794F8-99CF-4983-9CCF-D5B7BCCE1DF4}" dt="2023-01-21T17:37:17.716" v="1125" actId="1076"/>
          <ac:picMkLst>
            <pc:docMk/>
            <pc:sldMk cId="454236153" sldId="430"/>
            <ac:picMk id="16" creationId="{F236F48E-DC01-4604-9178-4F8085C55335}"/>
          </ac:picMkLst>
        </pc:picChg>
        <pc:cxnChg chg="add del">
          <ac:chgData name="Chittaranjan Hens" userId="6fc03958433e8a43" providerId="LiveId" clId="{309794F8-99CF-4983-9CCF-D5B7BCCE1DF4}" dt="2023-01-21T16:09:17.439" v="1095" actId="26606"/>
          <ac:cxnSpMkLst>
            <pc:docMk/>
            <pc:sldMk cId="454236153" sldId="430"/>
            <ac:cxnSpMk id="20" creationId="{AA2EAA10-076F-46BD-8F0F-B9A2FB77A85C}"/>
          </ac:cxnSpMkLst>
        </pc:cxnChg>
        <pc:cxnChg chg="add del">
          <ac:chgData name="Chittaranjan Hens" userId="6fc03958433e8a43" providerId="LiveId" clId="{309794F8-99CF-4983-9CCF-D5B7BCCE1DF4}" dt="2023-01-21T16:09:17.439" v="1095" actId="26606"/>
          <ac:cxnSpMkLst>
            <pc:docMk/>
            <pc:sldMk cId="454236153" sldId="430"/>
            <ac:cxnSpMk id="21" creationId="{D891E407-403B-4764-86C9-33A56D3BCAA3}"/>
          </ac:cxnSpMkLst>
        </pc:cxnChg>
      </pc:sldChg>
      <pc:sldChg chg="add del">
        <pc:chgData name="Chittaranjan Hens" userId="6fc03958433e8a43" providerId="LiveId" clId="{309794F8-99CF-4983-9CCF-D5B7BCCE1DF4}" dt="2023-01-21T16:05:07.337" v="1070"/>
        <pc:sldMkLst>
          <pc:docMk/>
          <pc:sldMk cId="2566995070" sldId="430"/>
        </pc:sldMkLst>
      </pc:sldChg>
      <pc:sldChg chg="addSp delSp modSp add del mod modAnim">
        <pc:chgData name="Chittaranjan Hens" userId="6fc03958433e8a43" providerId="LiveId" clId="{309794F8-99CF-4983-9CCF-D5B7BCCE1DF4}" dt="2023-01-22T03:00:48.026" v="1426" actId="47"/>
        <pc:sldMkLst>
          <pc:docMk/>
          <pc:sldMk cId="1330093258" sldId="431"/>
        </pc:sldMkLst>
        <pc:spChg chg="del">
          <ac:chgData name="Chittaranjan Hens" userId="6fc03958433e8a43" providerId="LiveId" clId="{309794F8-99CF-4983-9CCF-D5B7BCCE1DF4}" dt="2023-01-21T19:02:11.233" v="1132" actId="478"/>
          <ac:spMkLst>
            <pc:docMk/>
            <pc:sldMk cId="1330093258" sldId="431"/>
            <ac:spMk id="2" creationId="{ECE02996-8A1A-2948-A0D2-505FA82FB248}"/>
          </ac:spMkLst>
        </pc:spChg>
        <pc:spChg chg="del">
          <ac:chgData name="Chittaranjan Hens" userId="6fc03958433e8a43" providerId="LiveId" clId="{309794F8-99CF-4983-9CCF-D5B7BCCE1DF4}" dt="2023-01-21T19:03:01.711" v="1133" actId="478"/>
          <ac:spMkLst>
            <pc:docMk/>
            <pc:sldMk cId="1330093258" sldId="431"/>
            <ac:spMk id="4" creationId="{CAD1F2BC-EC35-3E46-B979-EB8F286B872C}"/>
          </ac:spMkLst>
        </pc:spChg>
        <pc:spChg chg="add del">
          <ac:chgData name="Chittaranjan Hens" userId="6fc03958433e8a43" providerId="LiveId" clId="{309794F8-99CF-4983-9CCF-D5B7BCCE1DF4}" dt="2023-01-22T02:59:58.902" v="1418" actId="478"/>
          <ac:spMkLst>
            <pc:docMk/>
            <pc:sldMk cId="1330093258" sldId="431"/>
            <ac:spMk id="170" creationId="{CC254ABE-6EB5-DF40-9DB1-848683F25D25}"/>
          </ac:spMkLst>
        </pc:spChg>
        <pc:spChg chg="add del">
          <ac:chgData name="Chittaranjan Hens" userId="6fc03958433e8a43" providerId="LiveId" clId="{309794F8-99CF-4983-9CCF-D5B7BCCE1DF4}" dt="2023-01-22T02:59:58.902" v="1418" actId="478"/>
          <ac:spMkLst>
            <pc:docMk/>
            <pc:sldMk cId="1330093258" sldId="431"/>
            <ac:spMk id="210" creationId="{2BD7C186-D2D7-4A41-A18C-F665542D4C89}"/>
          </ac:spMkLst>
        </pc:spChg>
        <pc:grpChg chg="add del">
          <ac:chgData name="Chittaranjan Hens" userId="6fc03958433e8a43" providerId="LiveId" clId="{309794F8-99CF-4983-9CCF-D5B7BCCE1DF4}" dt="2023-01-22T02:59:58.902" v="1418" actId="478"/>
          <ac:grpSpMkLst>
            <pc:docMk/>
            <pc:sldMk cId="1330093258" sldId="431"/>
            <ac:grpSpMk id="9" creationId="{E18FC7CB-F27E-7B4B-853C-0988D90041D8}"/>
          </ac:grpSpMkLst>
        </pc:grpChg>
        <pc:grpChg chg="add del">
          <ac:chgData name="Chittaranjan Hens" userId="6fc03958433e8a43" providerId="LiveId" clId="{309794F8-99CF-4983-9CCF-D5B7BCCE1DF4}" dt="2023-01-22T02:59:58.902" v="1418" actId="478"/>
          <ac:grpSpMkLst>
            <pc:docMk/>
            <pc:sldMk cId="1330093258" sldId="431"/>
            <ac:grpSpMk id="10" creationId="{1CA35E5F-8F49-8446-B551-1024D2A32E72}"/>
          </ac:grpSpMkLst>
        </pc:grpChg>
        <pc:grpChg chg="add del">
          <ac:chgData name="Chittaranjan Hens" userId="6fc03958433e8a43" providerId="LiveId" clId="{309794F8-99CF-4983-9CCF-D5B7BCCE1DF4}" dt="2023-01-22T02:59:58.902" v="1418" actId="478"/>
          <ac:grpSpMkLst>
            <pc:docMk/>
            <pc:sldMk cId="1330093258" sldId="431"/>
            <ac:grpSpMk id="19" creationId="{D95D60F6-83F6-4E46-9A56-954AF34E6E4F}"/>
          </ac:grpSpMkLst>
        </pc:grpChg>
        <pc:grpChg chg="add del">
          <ac:chgData name="Chittaranjan Hens" userId="6fc03958433e8a43" providerId="LiveId" clId="{309794F8-99CF-4983-9CCF-D5B7BCCE1DF4}" dt="2023-01-22T02:59:58.902" v="1418" actId="478"/>
          <ac:grpSpMkLst>
            <pc:docMk/>
            <pc:sldMk cId="1330093258" sldId="431"/>
            <ac:grpSpMk id="23" creationId="{7BBC1820-3FD6-4942-8A9F-9D0F42FB53D9}"/>
          </ac:grpSpMkLst>
        </pc:grpChg>
        <pc:grpChg chg="add del">
          <ac:chgData name="Chittaranjan Hens" userId="6fc03958433e8a43" providerId="LiveId" clId="{309794F8-99CF-4983-9CCF-D5B7BCCE1DF4}" dt="2023-01-22T02:59:58.902" v="1418" actId="478"/>
          <ac:grpSpMkLst>
            <pc:docMk/>
            <pc:sldMk cId="1330093258" sldId="431"/>
            <ac:grpSpMk id="24" creationId="{432822F8-DF06-034D-8825-3AA99FD8F6F2}"/>
          </ac:grpSpMkLst>
        </pc:grpChg>
        <pc:grpChg chg="add del">
          <ac:chgData name="Chittaranjan Hens" userId="6fc03958433e8a43" providerId="LiveId" clId="{309794F8-99CF-4983-9CCF-D5B7BCCE1DF4}" dt="2023-01-22T02:59:58.902" v="1418" actId="478"/>
          <ac:grpSpMkLst>
            <pc:docMk/>
            <pc:sldMk cId="1330093258" sldId="431"/>
            <ac:grpSpMk id="25" creationId="{FA36BDEF-02C9-8B4A-A4AA-55C77B6C1070}"/>
          </ac:grpSpMkLst>
        </pc:grpChg>
        <pc:grpChg chg="add del">
          <ac:chgData name="Chittaranjan Hens" userId="6fc03958433e8a43" providerId="LiveId" clId="{309794F8-99CF-4983-9CCF-D5B7BCCE1DF4}" dt="2023-01-22T02:59:58.902" v="1418" actId="478"/>
          <ac:grpSpMkLst>
            <pc:docMk/>
            <pc:sldMk cId="1330093258" sldId="431"/>
            <ac:grpSpMk id="31" creationId="{AB961EC0-9A7F-CD43-9812-17435496F34E}"/>
          </ac:grpSpMkLst>
        </pc:grpChg>
        <pc:grpChg chg="add del mod">
          <ac:chgData name="Chittaranjan Hens" userId="6fc03958433e8a43" providerId="LiveId" clId="{309794F8-99CF-4983-9CCF-D5B7BCCE1DF4}" dt="2023-01-22T02:59:58.902" v="1418" actId="478"/>
          <ac:grpSpMkLst>
            <pc:docMk/>
            <pc:sldMk cId="1330093258" sldId="431"/>
            <ac:grpSpMk id="32" creationId="{3F6143C7-BF76-C147-99B9-7E2251BD1E4A}"/>
          </ac:grpSpMkLst>
        </pc:grpChg>
        <pc:grpChg chg="add del">
          <ac:chgData name="Chittaranjan Hens" userId="6fc03958433e8a43" providerId="LiveId" clId="{309794F8-99CF-4983-9CCF-D5B7BCCE1DF4}" dt="2023-01-22T02:59:58.902" v="1418" actId="478"/>
          <ac:grpSpMkLst>
            <pc:docMk/>
            <pc:sldMk cId="1330093258" sldId="431"/>
            <ac:grpSpMk id="33" creationId="{8A618ABF-C352-144D-BB1C-DEDE7A66951F}"/>
          </ac:grpSpMkLst>
        </pc:grpChg>
        <pc:grpChg chg="add del">
          <ac:chgData name="Chittaranjan Hens" userId="6fc03958433e8a43" providerId="LiveId" clId="{309794F8-99CF-4983-9CCF-D5B7BCCE1DF4}" dt="2023-01-22T02:59:58.902" v="1418" actId="478"/>
          <ac:grpSpMkLst>
            <pc:docMk/>
            <pc:sldMk cId="1330093258" sldId="431"/>
            <ac:grpSpMk id="34" creationId="{5EC1D50E-1A45-954B-B9A9-B58C60D02D27}"/>
          </ac:grpSpMkLst>
        </pc:grpChg>
        <pc:grpChg chg="add del">
          <ac:chgData name="Chittaranjan Hens" userId="6fc03958433e8a43" providerId="LiveId" clId="{309794F8-99CF-4983-9CCF-D5B7BCCE1DF4}" dt="2023-01-22T02:59:58.902" v="1418" actId="478"/>
          <ac:grpSpMkLst>
            <pc:docMk/>
            <pc:sldMk cId="1330093258" sldId="431"/>
            <ac:grpSpMk id="35" creationId="{026E84CC-BC83-DB41-A6EE-95CADF46B7A8}"/>
          </ac:grpSpMkLst>
        </pc:grpChg>
        <pc:grpChg chg="add del">
          <ac:chgData name="Chittaranjan Hens" userId="6fc03958433e8a43" providerId="LiveId" clId="{309794F8-99CF-4983-9CCF-D5B7BCCE1DF4}" dt="2023-01-22T02:59:58.902" v="1418" actId="478"/>
          <ac:grpSpMkLst>
            <pc:docMk/>
            <pc:sldMk cId="1330093258" sldId="431"/>
            <ac:grpSpMk id="36" creationId="{76F7FF59-3F43-D346-A416-335207C0313B}"/>
          </ac:grpSpMkLst>
        </pc:grpChg>
        <pc:picChg chg="del mod">
          <ac:chgData name="Chittaranjan Hens" userId="6fc03958433e8a43" providerId="LiveId" clId="{309794F8-99CF-4983-9CCF-D5B7BCCE1DF4}" dt="2023-01-22T02:59:49.747" v="1415" actId="478"/>
          <ac:picMkLst>
            <pc:docMk/>
            <pc:sldMk cId="1330093258" sldId="431"/>
            <ac:picMk id="3" creationId="{D4C8FB53-24D5-6129-80B2-D1221E121F0B}"/>
          </ac:picMkLst>
        </pc:picChg>
        <pc:picChg chg="add del mod">
          <ac:chgData name="Chittaranjan Hens" userId="6fc03958433e8a43" providerId="LiveId" clId="{309794F8-99CF-4983-9CCF-D5B7BCCE1DF4}" dt="2023-01-22T03:00:23.489" v="1421" actId="21"/>
          <ac:picMkLst>
            <pc:docMk/>
            <pc:sldMk cId="1330093258" sldId="431"/>
            <ac:picMk id="2050" creationId="{AF922EFD-789D-1D2F-F5F2-B2A079A866D1}"/>
          </ac:picMkLst>
        </pc:picChg>
      </pc:sldChg>
      <pc:sldChg chg="add del">
        <pc:chgData name="Chittaranjan Hens" userId="6fc03958433e8a43" providerId="LiveId" clId="{309794F8-99CF-4983-9CCF-D5B7BCCE1DF4}" dt="2023-01-21T17:33:11.858" v="1103"/>
        <pc:sldMkLst>
          <pc:docMk/>
          <pc:sldMk cId="1578463811" sldId="432"/>
        </pc:sldMkLst>
      </pc:sldChg>
      <pc:sldChg chg="addSp delSp modSp add mod ord">
        <pc:chgData name="Chittaranjan Hens" userId="6fc03958433e8a43" providerId="LiveId" clId="{309794F8-99CF-4983-9CCF-D5B7BCCE1DF4}" dt="2023-01-22T02:52:41.261" v="1386"/>
        <pc:sldMkLst>
          <pc:docMk/>
          <pc:sldMk cId="2865835326" sldId="432"/>
        </pc:sldMkLst>
        <pc:spChg chg="add del mod">
          <ac:chgData name="Chittaranjan Hens" userId="6fc03958433e8a43" providerId="LiveId" clId="{309794F8-99CF-4983-9CCF-D5B7BCCE1DF4}" dt="2023-01-22T02:52:40.385" v="1385" actId="478"/>
          <ac:spMkLst>
            <pc:docMk/>
            <pc:sldMk cId="2865835326" sldId="432"/>
            <ac:spMk id="4" creationId="{46C53B46-0453-26A6-01B0-D74D6CBBDE6A}"/>
          </ac:spMkLst>
        </pc:spChg>
        <pc:spChg chg="add mod">
          <ac:chgData name="Chittaranjan Hens" userId="6fc03958433e8a43" providerId="LiveId" clId="{309794F8-99CF-4983-9CCF-D5B7BCCE1DF4}" dt="2023-01-22T02:52:41.261" v="1386"/>
          <ac:spMkLst>
            <pc:docMk/>
            <pc:sldMk cId="2865835326" sldId="432"/>
            <ac:spMk id="5" creationId="{4CD34A4E-B61D-36EF-0E1D-057D61AD7F4B}"/>
          </ac:spMkLst>
        </pc:spChg>
        <pc:spChg chg="del">
          <ac:chgData name="Chittaranjan Hens" userId="6fc03958433e8a43" providerId="LiveId" clId="{309794F8-99CF-4983-9CCF-D5B7BCCE1DF4}" dt="2023-01-21T19:28:04.658" v="1262" actId="478"/>
          <ac:spMkLst>
            <pc:docMk/>
            <pc:sldMk cId="2865835326" sldId="432"/>
            <ac:spMk id="12" creationId="{F919C9D9-3B3F-ED7E-3111-F1442436505F}"/>
          </ac:spMkLst>
        </pc:spChg>
        <pc:spChg chg="del">
          <ac:chgData name="Chittaranjan Hens" userId="6fc03958433e8a43" providerId="LiveId" clId="{309794F8-99CF-4983-9CCF-D5B7BCCE1DF4}" dt="2023-01-21T19:28:01.016" v="1261" actId="478"/>
          <ac:spMkLst>
            <pc:docMk/>
            <pc:sldMk cId="2865835326" sldId="432"/>
            <ac:spMk id="21" creationId="{814AFED6-2FB8-BE8F-BFCF-2583529DECB4}"/>
          </ac:spMkLst>
        </pc:spChg>
        <pc:spChg chg="del">
          <ac:chgData name="Chittaranjan Hens" userId="6fc03958433e8a43" providerId="LiveId" clId="{309794F8-99CF-4983-9CCF-D5B7BCCE1DF4}" dt="2023-01-21T19:08:39.246" v="1192" actId="478"/>
          <ac:spMkLst>
            <pc:docMk/>
            <pc:sldMk cId="2865835326" sldId="432"/>
            <ac:spMk id="23" creationId="{0DD5E4A6-3D2D-6C15-CAD3-7962AAE7AE6C}"/>
          </ac:spMkLst>
        </pc:spChg>
        <pc:picChg chg="add mod">
          <ac:chgData name="Chittaranjan Hens" userId="6fc03958433e8a43" providerId="LiveId" clId="{309794F8-99CF-4983-9CCF-D5B7BCCE1DF4}" dt="2023-01-21T19:28:49.806" v="1263"/>
          <ac:picMkLst>
            <pc:docMk/>
            <pc:sldMk cId="2865835326" sldId="432"/>
            <ac:picMk id="2" creationId="{ECD3D644-A0F2-1C3E-E54C-2B73F1539201}"/>
          </ac:picMkLst>
        </pc:picChg>
        <pc:picChg chg="add mod">
          <ac:chgData name="Chittaranjan Hens" userId="6fc03958433e8a43" providerId="LiveId" clId="{309794F8-99CF-4983-9CCF-D5B7BCCE1DF4}" dt="2023-01-21T19:28:49.806" v="1263"/>
          <ac:picMkLst>
            <pc:docMk/>
            <pc:sldMk cId="2865835326" sldId="432"/>
            <ac:picMk id="3" creationId="{C6D8CC78-ED30-88E7-780C-0131DEEB6B85}"/>
          </ac:picMkLst>
        </pc:picChg>
        <pc:picChg chg="mod">
          <ac:chgData name="Chittaranjan Hens" userId="6fc03958433e8a43" providerId="LiveId" clId="{309794F8-99CF-4983-9CCF-D5B7BCCE1DF4}" dt="2023-01-21T19:08:52.450" v="1195" actId="14100"/>
          <ac:picMkLst>
            <pc:docMk/>
            <pc:sldMk cId="2865835326" sldId="432"/>
            <ac:picMk id="8" creationId="{EE007A6A-266A-D592-F141-F97DEAB7A24A}"/>
          </ac:picMkLst>
        </pc:picChg>
        <pc:picChg chg="del">
          <ac:chgData name="Chittaranjan Hens" userId="6fc03958433e8a43" providerId="LiveId" clId="{309794F8-99CF-4983-9CCF-D5B7BCCE1DF4}" dt="2023-01-21T19:08:39.246" v="1192" actId="478"/>
          <ac:picMkLst>
            <pc:docMk/>
            <pc:sldMk cId="2865835326" sldId="432"/>
            <ac:picMk id="20" creationId="{BA52AFFC-C3A9-A016-5A83-B0B2935BC30F}"/>
          </ac:picMkLst>
        </pc:picChg>
        <pc:picChg chg="del">
          <ac:chgData name="Chittaranjan Hens" userId="6fc03958433e8a43" providerId="LiveId" clId="{309794F8-99CF-4983-9CCF-D5B7BCCE1DF4}" dt="2023-01-21T19:28:01.016" v="1261" actId="478"/>
          <ac:picMkLst>
            <pc:docMk/>
            <pc:sldMk cId="2865835326" sldId="432"/>
            <ac:picMk id="1026" creationId="{C9554E28-A7D8-A53F-52A4-57C2C8539484}"/>
          </ac:picMkLst>
        </pc:picChg>
        <pc:picChg chg="add del mod">
          <ac:chgData name="Chittaranjan Hens" userId="6fc03958433e8a43" providerId="LiveId" clId="{309794F8-99CF-4983-9CCF-D5B7BCCE1DF4}" dt="2023-01-21T19:28:01.016" v="1261" actId="478"/>
          <ac:picMkLst>
            <pc:docMk/>
            <pc:sldMk cId="2865835326" sldId="432"/>
            <ac:picMk id="4098" creationId="{29DC7B19-FFDC-B101-630A-48322EA5BB13}"/>
          </ac:picMkLst>
        </pc:picChg>
      </pc:sldChg>
      <pc:sldChg chg="addSp modSp add del mod">
        <pc:chgData name="Chittaranjan Hens" userId="6fc03958433e8a43" providerId="LiveId" clId="{309794F8-99CF-4983-9CCF-D5B7BCCE1DF4}" dt="2023-01-21T19:27:46.801" v="1260" actId="47"/>
        <pc:sldMkLst>
          <pc:docMk/>
          <pc:sldMk cId="804222339" sldId="433"/>
        </pc:sldMkLst>
        <pc:spChg chg="add mod">
          <ac:chgData name="Chittaranjan Hens" userId="6fc03958433e8a43" providerId="LiveId" clId="{309794F8-99CF-4983-9CCF-D5B7BCCE1DF4}" dt="2023-01-21T19:10:11.427" v="1238" actId="14100"/>
          <ac:spMkLst>
            <pc:docMk/>
            <pc:sldMk cId="804222339" sldId="433"/>
            <ac:spMk id="2" creationId="{39B79E4E-FC83-8711-1576-F320C7571DD8}"/>
          </ac:spMkLst>
        </pc:spChg>
        <pc:picChg chg="mod">
          <ac:chgData name="Chittaranjan Hens" userId="6fc03958433e8a43" providerId="LiveId" clId="{309794F8-99CF-4983-9CCF-D5B7BCCE1DF4}" dt="2023-01-21T19:09:48.079" v="1231" actId="1076"/>
          <ac:picMkLst>
            <pc:docMk/>
            <pc:sldMk cId="804222339" sldId="433"/>
            <ac:picMk id="8" creationId="{EE007A6A-266A-D592-F141-F97DEAB7A24A}"/>
          </ac:picMkLst>
        </pc:picChg>
        <pc:picChg chg="add mod">
          <ac:chgData name="Chittaranjan Hens" userId="6fc03958433e8a43" providerId="LiveId" clId="{309794F8-99CF-4983-9CCF-D5B7BCCE1DF4}" dt="2023-01-21T19:09:53.897" v="1232" actId="1076"/>
          <ac:picMkLst>
            <pc:docMk/>
            <pc:sldMk cId="804222339" sldId="433"/>
            <ac:picMk id="6146" creationId="{68D9167E-6D71-7041-4464-AE94377E05EC}"/>
          </ac:picMkLst>
        </pc:picChg>
      </pc:sldChg>
      <pc:sldChg chg="addSp delSp modSp add mod">
        <pc:chgData name="Chittaranjan Hens" userId="6fc03958433e8a43" providerId="LiveId" clId="{309794F8-99CF-4983-9CCF-D5B7BCCE1DF4}" dt="2023-01-22T02:52:18.224" v="1380" actId="1076"/>
        <pc:sldMkLst>
          <pc:docMk/>
          <pc:sldMk cId="3951377450" sldId="433"/>
        </pc:sldMkLst>
        <pc:spChg chg="add mod">
          <ac:chgData name="Chittaranjan Hens" userId="6fc03958433e8a43" providerId="LiveId" clId="{309794F8-99CF-4983-9CCF-D5B7BCCE1DF4}" dt="2023-01-22T02:52:18.224" v="1380" actId="1076"/>
          <ac:spMkLst>
            <pc:docMk/>
            <pc:sldMk cId="3951377450" sldId="433"/>
            <ac:spMk id="5" creationId="{9FCF35EF-634F-5FB8-4EE7-C7C570EC656B}"/>
          </ac:spMkLst>
        </pc:spChg>
        <pc:picChg chg="del">
          <ac:chgData name="Chittaranjan Hens" userId="6fc03958433e8a43" providerId="LiveId" clId="{309794F8-99CF-4983-9CCF-D5B7BCCE1DF4}" dt="2023-01-22T02:41:54.421" v="1265" actId="478"/>
          <ac:picMkLst>
            <pc:docMk/>
            <pc:sldMk cId="3951377450" sldId="433"/>
            <ac:picMk id="2" creationId="{ECD3D644-A0F2-1C3E-E54C-2B73F1539201}"/>
          </ac:picMkLst>
        </pc:picChg>
        <pc:picChg chg="del">
          <ac:chgData name="Chittaranjan Hens" userId="6fc03958433e8a43" providerId="LiveId" clId="{309794F8-99CF-4983-9CCF-D5B7BCCE1DF4}" dt="2023-01-22T02:41:56.452" v="1266" actId="478"/>
          <ac:picMkLst>
            <pc:docMk/>
            <pc:sldMk cId="3951377450" sldId="433"/>
            <ac:picMk id="3" creationId="{C6D8CC78-ED30-88E7-780C-0131DEEB6B85}"/>
          </ac:picMkLst>
        </pc:picChg>
        <pc:picChg chg="add mod modCrop">
          <ac:chgData name="Chittaranjan Hens" userId="6fc03958433e8a43" providerId="LiveId" clId="{309794F8-99CF-4983-9CCF-D5B7BCCE1DF4}" dt="2023-01-22T02:45:20.509" v="1286" actId="732"/>
          <ac:picMkLst>
            <pc:docMk/>
            <pc:sldMk cId="3951377450" sldId="433"/>
            <ac:picMk id="4" creationId="{DE236744-E78F-2415-BA56-03BD25912E1B}"/>
          </ac:picMkLst>
        </pc:picChg>
      </pc:sldChg>
      <pc:sldChg chg="add del">
        <pc:chgData name="Chittaranjan Hens" userId="6fc03958433e8a43" providerId="LiveId" clId="{309794F8-99CF-4983-9CCF-D5B7BCCE1DF4}" dt="2023-01-22T02:41:59.317" v="1268"/>
        <pc:sldMkLst>
          <pc:docMk/>
          <pc:sldMk cId="2276722908" sldId="434"/>
        </pc:sldMkLst>
      </pc:sldChg>
      <pc:sldChg chg="addSp delSp modSp add del">
        <pc:chgData name="Chittaranjan Hens" userId="6fc03958433e8a43" providerId="LiveId" clId="{309794F8-99CF-4983-9CCF-D5B7BCCE1DF4}" dt="2023-01-21T19:27:46.801" v="1260" actId="47"/>
        <pc:sldMkLst>
          <pc:docMk/>
          <pc:sldMk cId="2321466165" sldId="434"/>
        </pc:sldMkLst>
        <pc:spChg chg="del">
          <ac:chgData name="Chittaranjan Hens" userId="6fc03958433e8a43" providerId="LiveId" clId="{309794F8-99CF-4983-9CCF-D5B7BCCE1DF4}" dt="2023-01-21T19:11:08.383" v="1243" actId="478"/>
          <ac:spMkLst>
            <pc:docMk/>
            <pc:sldMk cId="2321466165" sldId="434"/>
            <ac:spMk id="2" creationId="{39B79E4E-FC83-8711-1576-F320C7571DD8}"/>
          </ac:spMkLst>
        </pc:spChg>
        <pc:spChg chg="del">
          <ac:chgData name="Chittaranjan Hens" userId="6fc03958433e8a43" providerId="LiveId" clId="{309794F8-99CF-4983-9CCF-D5B7BCCE1DF4}" dt="2023-01-21T19:11:08.383" v="1243" actId="478"/>
          <ac:spMkLst>
            <pc:docMk/>
            <pc:sldMk cId="2321466165" sldId="434"/>
            <ac:spMk id="21" creationId="{814AFED6-2FB8-BE8F-BFCF-2583529DECB4}"/>
          </ac:spMkLst>
        </pc:spChg>
        <pc:picChg chg="del mod">
          <ac:chgData name="Chittaranjan Hens" userId="6fc03958433e8a43" providerId="LiveId" clId="{309794F8-99CF-4983-9CCF-D5B7BCCE1DF4}" dt="2023-01-21T19:11:08.383" v="1243" actId="478"/>
          <ac:picMkLst>
            <pc:docMk/>
            <pc:sldMk cId="2321466165" sldId="434"/>
            <ac:picMk id="4098" creationId="{29DC7B19-FFDC-B101-630A-48322EA5BB13}"/>
          </ac:picMkLst>
        </pc:picChg>
        <pc:picChg chg="del mod">
          <ac:chgData name="Chittaranjan Hens" userId="6fc03958433e8a43" providerId="LiveId" clId="{309794F8-99CF-4983-9CCF-D5B7BCCE1DF4}" dt="2023-01-21T19:11:08.383" v="1243" actId="478"/>
          <ac:picMkLst>
            <pc:docMk/>
            <pc:sldMk cId="2321466165" sldId="434"/>
            <ac:picMk id="6146" creationId="{68D9167E-6D71-7041-4464-AE94377E05EC}"/>
          </ac:picMkLst>
        </pc:picChg>
        <pc:picChg chg="add mod">
          <ac:chgData name="Chittaranjan Hens" userId="6fc03958433e8a43" providerId="LiveId" clId="{309794F8-99CF-4983-9CCF-D5B7BCCE1DF4}" dt="2023-01-21T19:11:50.019" v="1257" actId="14100"/>
          <ac:picMkLst>
            <pc:docMk/>
            <pc:sldMk cId="2321466165" sldId="434"/>
            <ac:picMk id="8194" creationId="{1422B1FD-9B66-1342-1A90-AA84852323DD}"/>
          </ac:picMkLst>
        </pc:picChg>
        <pc:picChg chg="add mod">
          <ac:chgData name="Chittaranjan Hens" userId="6fc03958433e8a43" providerId="LiveId" clId="{309794F8-99CF-4983-9CCF-D5B7BCCE1DF4}" dt="2023-01-21T19:12:07.626" v="1259" actId="1076"/>
          <ac:picMkLst>
            <pc:docMk/>
            <pc:sldMk cId="2321466165" sldId="434"/>
            <ac:picMk id="8196" creationId="{950435EF-6272-BC9F-93B4-055BB0C92640}"/>
          </ac:picMkLst>
        </pc:picChg>
      </pc:sldChg>
      <pc:sldChg chg="addSp delSp modSp add mod modAnim">
        <pc:chgData name="Chittaranjan Hens" userId="6fc03958433e8a43" providerId="LiveId" clId="{309794F8-99CF-4983-9CCF-D5B7BCCE1DF4}" dt="2023-01-22T02:52:24.097" v="1381"/>
        <pc:sldMkLst>
          <pc:docMk/>
          <pc:sldMk cId="3768725755" sldId="434"/>
        </pc:sldMkLst>
        <pc:spChg chg="add mod">
          <ac:chgData name="Chittaranjan Hens" userId="6fc03958433e8a43" providerId="LiveId" clId="{309794F8-99CF-4983-9CCF-D5B7BCCE1DF4}" dt="2023-01-22T02:45:01.029" v="1284" actId="2711"/>
          <ac:spMkLst>
            <pc:docMk/>
            <pc:sldMk cId="3768725755" sldId="434"/>
            <ac:spMk id="4" creationId="{D32504E8-A1C9-3EEB-5F43-0741ED8C51ED}"/>
          </ac:spMkLst>
        </pc:spChg>
        <pc:spChg chg="add mod">
          <ac:chgData name="Chittaranjan Hens" userId="6fc03958433e8a43" providerId="LiveId" clId="{309794F8-99CF-4983-9CCF-D5B7BCCE1DF4}" dt="2023-01-22T02:52:24.097" v="1381"/>
          <ac:spMkLst>
            <pc:docMk/>
            <pc:sldMk cId="3768725755" sldId="434"/>
            <ac:spMk id="6" creationId="{97667196-0E82-A368-54A6-0681D99473A1}"/>
          </ac:spMkLst>
        </pc:spChg>
        <pc:picChg chg="del">
          <ac:chgData name="Chittaranjan Hens" userId="6fc03958433e8a43" providerId="LiveId" clId="{309794F8-99CF-4983-9CCF-D5B7BCCE1DF4}" dt="2023-01-22T02:43:34.328" v="1274" actId="478"/>
          <ac:picMkLst>
            <pc:docMk/>
            <pc:sldMk cId="3768725755" sldId="434"/>
            <ac:picMk id="2" creationId="{ECD3D644-A0F2-1C3E-E54C-2B73F1539201}"/>
          </ac:picMkLst>
        </pc:picChg>
        <pc:picChg chg="del">
          <ac:chgData name="Chittaranjan Hens" userId="6fc03958433e8a43" providerId="LiveId" clId="{309794F8-99CF-4983-9CCF-D5B7BCCE1DF4}" dt="2023-01-22T02:43:37.813" v="1275" actId="478"/>
          <ac:picMkLst>
            <pc:docMk/>
            <pc:sldMk cId="3768725755" sldId="434"/>
            <ac:picMk id="3" creationId="{C6D8CC78-ED30-88E7-780C-0131DEEB6B85}"/>
          </ac:picMkLst>
        </pc:picChg>
        <pc:picChg chg="add mod">
          <ac:chgData name="Chittaranjan Hens" userId="6fc03958433e8a43" providerId="LiveId" clId="{309794F8-99CF-4983-9CCF-D5B7BCCE1DF4}" dt="2023-01-22T02:45:09.409" v="1285" actId="14100"/>
          <ac:picMkLst>
            <pc:docMk/>
            <pc:sldMk cId="3768725755" sldId="434"/>
            <ac:picMk id="5" creationId="{D08390EF-5059-593D-8BE8-E442CEEED34A}"/>
          </ac:picMkLst>
        </pc:picChg>
      </pc:sldChg>
      <pc:sldChg chg="addSp delSp modSp add mod modAnim">
        <pc:chgData name="Chittaranjan Hens" userId="6fc03958433e8a43" providerId="LiveId" clId="{309794F8-99CF-4983-9CCF-D5B7BCCE1DF4}" dt="2023-01-23T03:03:37.527" v="1428"/>
        <pc:sldMkLst>
          <pc:docMk/>
          <pc:sldMk cId="1014503442" sldId="435"/>
        </pc:sldMkLst>
        <pc:spChg chg="add del mod topLvl">
          <ac:chgData name="Chittaranjan Hens" userId="6fc03958433e8a43" providerId="LiveId" clId="{309794F8-99CF-4983-9CCF-D5B7BCCE1DF4}" dt="2023-01-22T02:56:59.797" v="1402" actId="478"/>
          <ac:spMkLst>
            <pc:docMk/>
            <pc:sldMk cId="1014503442" sldId="435"/>
            <ac:spMk id="6" creationId="{BAA4B3AE-F51D-256E-4795-A2586DFA8EF6}"/>
          </ac:spMkLst>
        </pc:spChg>
        <pc:spChg chg="add mod">
          <ac:chgData name="Chittaranjan Hens" userId="6fc03958433e8a43" providerId="LiveId" clId="{309794F8-99CF-4983-9CCF-D5B7BCCE1DF4}" dt="2023-01-22T02:52:32.460" v="1383" actId="1076"/>
          <ac:spMkLst>
            <pc:docMk/>
            <pc:sldMk cId="1014503442" sldId="435"/>
            <ac:spMk id="9" creationId="{235B6043-AAAF-7F18-7045-3C3F661FB452}"/>
          </ac:spMkLst>
        </pc:spChg>
        <pc:spChg chg="mod">
          <ac:chgData name="Chittaranjan Hens" userId="6fc03958433e8a43" providerId="LiveId" clId="{309794F8-99CF-4983-9CCF-D5B7BCCE1DF4}" dt="2023-01-22T02:57:15.372" v="1405" actId="1076"/>
          <ac:spMkLst>
            <pc:docMk/>
            <pc:sldMk cId="1014503442" sldId="435"/>
            <ac:spMk id="12" creationId="{0B29F34C-5DF9-152F-82CC-484B5FF82ABE}"/>
          </ac:spMkLst>
        </pc:spChg>
        <pc:grpChg chg="add del mod">
          <ac:chgData name="Chittaranjan Hens" userId="6fc03958433e8a43" providerId="LiveId" clId="{309794F8-99CF-4983-9CCF-D5B7BCCE1DF4}" dt="2023-01-22T02:56:59.797" v="1402" actId="478"/>
          <ac:grpSpMkLst>
            <pc:docMk/>
            <pc:sldMk cId="1014503442" sldId="435"/>
            <ac:grpSpMk id="7" creationId="{4A715A43-7983-48C4-AD8A-C2B94D194E6D}"/>
          </ac:grpSpMkLst>
        </pc:grpChg>
        <pc:grpChg chg="add mod">
          <ac:chgData name="Chittaranjan Hens" userId="6fc03958433e8a43" providerId="LiveId" clId="{309794F8-99CF-4983-9CCF-D5B7BCCE1DF4}" dt="2023-01-22T02:57:15.372" v="1405" actId="1076"/>
          <ac:grpSpMkLst>
            <pc:docMk/>
            <pc:sldMk cId="1014503442" sldId="435"/>
            <ac:grpSpMk id="10" creationId="{A0549264-AACB-6C10-BC99-EAA69506B894}"/>
          </ac:grpSpMkLst>
        </pc:grpChg>
        <pc:picChg chg="del">
          <ac:chgData name="Chittaranjan Hens" userId="6fc03958433e8a43" providerId="LiveId" clId="{309794F8-99CF-4983-9CCF-D5B7BCCE1DF4}" dt="2023-01-22T02:48:20.012" v="1309" actId="478"/>
          <ac:picMkLst>
            <pc:docMk/>
            <pc:sldMk cId="1014503442" sldId="435"/>
            <ac:picMk id="2" creationId="{ECD3D644-A0F2-1C3E-E54C-2B73F1539201}"/>
          </ac:picMkLst>
        </pc:picChg>
        <pc:picChg chg="del">
          <ac:chgData name="Chittaranjan Hens" userId="6fc03958433e8a43" providerId="LiveId" clId="{309794F8-99CF-4983-9CCF-D5B7BCCE1DF4}" dt="2023-01-22T02:48:20.012" v="1309" actId="478"/>
          <ac:picMkLst>
            <pc:docMk/>
            <pc:sldMk cId="1014503442" sldId="435"/>
            <ac:picMk id="3" creationId="{C6D8CC78-ED30-88E7-780C-0131DEEB6B85}"/>
          </ac:picMkLst>
        </pc:picChg>
        <pc:picChg chg="add mod topLvl">
          <ac:chgData name="Chittaranjan Hens" userId="6fc03958433e8a43" providerId="LiveId" clId="{309794F8-99CF-4983-9CCF-D5B7BCCE1DF4}" dt="2023-01-22T02:57:01.798" v="1403" actId="1076"/>
          <ac:picMkLst>
            <pc:docMk/>
            <pc:sldMk cId="1014503442" sldId="435"/>
            <ac:picMk id="4" creationId="{4CE61932-00B9-B9E2-18D5-C8B3E9B33F06}"/>
          </ac:picMkLst>
        </pc:picChg>
        <pc:picChg chg="add del mod">
          <ac:chgData name="Chittaranjan Hens" userId="6fc03958433e8a43" providerId="LiveId" clId="{309794F8-99CF-4983-9CCF-D5B7BCCE1DF4}" dt="2023-01-22T02:56:14.536" v="1397" actId="478"/>
          <ac:picMkLst>
            <pc:docMk/>
            <pc:sldMk cId="1014503442" sldId="435"/>
            <ac:picMk id="5" creationId="{8D220A26-B644-6B9C-1592-79E725A646B5}"/>
          </ac:picMkLst>
        </pc:picChg>
        <pc:picChg chg="mod">
          <ac:chgData name="Chittaranjan Hens" userId="6fc03958433e8a43" providerId="LiveId" clId="{309794F8-99CF-4983-9CCF-D5B7BCCE1DF4}" dt="2023-01-22T02:57:15.372" v="1405" actId="1076"/>
          <ac:picMkLst>
            <pc:docMk/>
            <pc:sldMk cId="1014503442" sldId="435"/>
            <ac:picMk id="11" creationId="{62EC9ED2-23CE-6CBF-2F1B-71EB0A23724D}"/>
          </ac:picMkLst>
        </pc:picChg>
      </pc:sldChg>
      <pc:sldChg chg="addSp delSp modSp add mod">
        <pc:chgData name="Chittaranjan Hens" userId="6fc03958433e8a43" providerId="LiveId" clId="{309794F8-99CF-4983-9CCF-D5B7BCCE1DF4}" dt="2023-01-23T18:27:35.604" v="1829" actId="207"/>
        <pc:sldMkLst>
          <pc:docMk/>
          <pc:sldMk cId="2702629498" sldId="436"/>
        </pc:sldMkLst>
        <pc:spChg chg="add mod">
          <ac:chgData name="Chittaranjan Hens" userId="6fc03958433e8a43" providerId="LiveId" clId="{309794F8-99CF-4983-9CCF-D5B7BCCE1DF4}" dt="2023-01-23T18:27:35.604" v="1829" actId="207"/>
          <ac:spMkLst>
            <pc:docMk/>
            <pc:sldMk cId="2702629498" sldId="436"/>
            <ac:spMk id="2" creationId="{A37EF7BC-65FF-C650-A849-FFEEF4100AE7}"/>
          </ac:spMkLst>
        </pc:spChg>
        <pc:spChg chg="mod">
          <ac:chgData name="Chittaranjan Hens" userId="6fc03958433e8a43" providerId="LiveId" clId="{309794F8-99CF-4983-9CCF-D5B7BCCE1DF4}" dt="2023-01-22T02:59:02.277" v="1410" actId="1076"/>
          <ac:spMkLst>
            <pc:docMk/>
            <pc:sldMk cId="2702629498" sldId="436"/>
            <ac:spMk id="6" creationId="{BAA4B3AE-F51D-256E-4795-A2586DFA8EF6}"/>
          </ac:spMkLst>
        </pc:spChg>
        <pc:spChg chg="del">
          <ac:chgData name="Chittaranjan Hens" userId="6fc03958433e8a43" providerId="LiveId" clId="{309794F8-99CF-4983-9CCF-D5B7BCCE1DF4}" dt="2023-01-22T02:55:37.045" v="1394" actId="478"/>
          <ac:spMkLst>
            <pc:docMk/>
            <pc:sldMk cId="2702629498" sldId="436"/>
            <ac:spMk id="9" creationId="{235B6043-AAAF-7F18-7045-3C3F661FB452}"/>
          </ac:spMkLst>
        </pc:spChg>
        <pc:spChg chg="add mod">
          <ac:chgData name="Chittaranjan Hens" userId="6fc03958433e8a43" providerId="LiveId" clId="{309794F8-99CF-4983-9CCF-D5B7BCCE1DF4}" dt="2023-01-22T02:55:38.056" v="1395"/>
          <ac:spMkLst>
            <pc:docMk/>
            <pc:sldMk cId="2702629498" sldId="436"/>
            <ac:spMk id="12" creationId="{67C71DE3-23ED-FDC4-3608-006FEE7B7F4D}"/>
          </ac:spMkLst>
        </pc:spChg>
        <pc:grpChg chg="mod">
          <ac:chgData name="Chittaranjan Hens" userId="6fc03958433e8a43" providerId="LiveId" clId="{309794F8-99CF-4983-9CCF-D5B7BCCE1DF4}" dt="2023-01-22T02:59:02.277" v="1410" actId="1076"/>
          <ac:grpSpMkLst>
            <pc:docMk/>
            <pc:sldMk cId="2702629498" sldId="436"/>
            <ac:grpSpMk id="7" creationId="{4A715A43-7983-48C4-AD8A-C2B94D194E6D}"/>
          </ac:grpSpMkLst>
        </pc:grpChg>
        <pc:picChg chg="add del mod">
          <ac:chgData name="Chittaranjan Hens" userId="6fc03958433e8a43" providerId="LiveId" clId="{309794F8-99CF-4983-9CCF-D5B7BCCE1DF4}" dt="2023-01-22T02:51:34.259" v="1373"/>
          <ac:picMkLst>
            <pc:docMk/>
            <pc:sldMk cId="2702629498" sldId="436"/>
            <ac:picMk id="2" creationId="{A513CE3F-61AC-FEFD-08D1-60EACD480B47}"/>
          </ac:picMkLst>
        </pc:picChg>
        <pc:picChg chg="add del mod">
          <ac:chgData name="Chittaranjan Hens" userId="6fc03958433e8a43" providerId="LiveId" clId="{309794F8-99CF-4983-9CCF-D5B7BCCE1DF4}" dt="2023-01-22T02:51:34.259" v="1373"/>
          <ac:picMkLst>
            <pc:docMk/>
            <pc:sldMk cId="2702629498" sldId="436"/>
            <ac:picMk id="3" creationId="{E0E35240-53F5-390B-AB39-CE4A4D8A22D6}"/>
          </ac:picMkLst>
        </pc:picChg>
        <pc:picChg chg="mod">
          <ac:chgData name="Chittaranjan Hens" userId="6fc03958433e8a43" providerId="LiveId" clId="{309794F8-99CF-4983-9CCF-D5B7BCCE1DF4}" dt="2023-01-22T02:59:02.277" v="1410" actId="1076"/>
          <ac:picMkLst>
            <pc:docMk/>
            <pc:sldMk cId="2702629498" sldId="436"/>
            <ac:picMk id="4" creationId="{4CE61932-00B9-B9E2-18D5-C8B3E9B33F06}"/>
          </ac:picMkLst>
        </pc:picChg>
        <pc:picChg chg="mod">
          <ac:chgData name="Chittaranjan Hens" userId="6fc03958433e8a43" providerId="LiveId" clId="{309794F8-99CF-4983-9CCF-D5B7BCCE1DF4}" dt="2023-01-22T02:59:11.292" v="1412" actId="14100"/>
          <ac:picMkLst>
            <pc:docMk/>
            <pc:sldMk cId="2702629498" sldId="436"/>
            <ac:picMk id="5" creationId="{8D220A26-B644-6B9C-1592-79E725A646B5}"/>
          </ac:picMkLst>
        </pc:picChg>
        <pc:picChg chg="add mod">
          <ac:chgData name="Chittaranjan Hens" userId="6fc03958433e8a43" providerId="LiveId" clId="{309794F8-99CF-4983-9CCF-D5B7BCCE1DF4}" dt="2023-01-22T02:51:46.142" v="1376" actId="1076"/>
          <ac:picMkLst>
            <pc:docMk/>
            <pc:sldMk cId="2702629498" sldId="436"/>
            <ac:picMk id="10" creationId="{6410E570-D5E6-8D91-20D8-07FDC8C8B2D3}"/>
          </ac:picMkLst>
        </pc:picChg>
        <pc:picChg chg="add mod">
          <ac:chgData name="Chittaranjan Hens" userId="6fc03958433e8a43" providerId="LiveId" clId="{309794F8-99CF-4983-9CCF-D5B7BCCE1DF4}" dt="2023-01-22T02:51:42.109" v="1375" actId="1076"/>
          <ac:picMkLst>
            <pc:docMk/>
            <pc:sldMk cId="2702629498" sldId="436"/>
            <ac:picMk id="11" creationId="{DC873BA5-35C2-C8F0-64D2-7D055936845B}"/>
          </ac:picMkLst>
        </pc:picChg>
      </pc:sldChg>
      <pc:sldChg chg="addSp delSp modSp add mod ord delAnim">
        <pc:chgData name="Chittaranjan Hens" userId="6fc03958433e8a43" providerId="LiveId" clId="{309794F8-99CF-4983-9CCF-D5B7BCCE1DF4}" dt="2023-01-23T03:38:21.558" v="1431" actId="20578"/>
        <pc:sldMkLst>
          <pc:docMk/>
          <pc:sldMk cId="4011416936" sldId="437"/>
        </pc:sldMkLst>
        <pc:spChg chg="del">
          <ac:chgData name="Chittaranjan Hens" userId="6fc03958433e8a43" providerId="LiveId" clId="{309794F8-99CF-4983-9CCF-D5B7BCCE1DF4}" dt="2023-01-22T02:54:03.629" v="1388" actId="478"/>
          <ac:spMkLst>
            <pc:docMk/>
            <pc:sldMk cId="4011416936" sldId="437"/>
            <ac:spMk id="4" creationId="{D32504E8-A1C9-3EEB-5F43-0741ED8C51ED}"/>
          </ac:spMkLst>
        </pc:spChg>
        <pc:grpChg chg="add mod">
          <ac:chgData name="Chittaranjan Hens" userId="6fc03958433e8a43" providerId="LiveId" clId="{309794F8-99CF-4983-9CCF-D5B7BCCE1DF4}" dt="2023-01-22T02:54:21.963" v="1391" actId="1076"/>
          <ac:grpSpMkLst>
            <pc:docMk/>
            <pc:sldMk cId="4011416936" sldId="437"/>
            <ac:grpSpMk id="3" creationId="{78575FC2-9285-9730-09C9-7C9AA471A62B}"/>
          </ac:grpSpMkLst>
        </pc:grpChg>
        <pc:picChg chg="add mod">
          <ac:chgData name="Chittaranjan Hens" userId="6fc03958433e8a43" providerId="LiveId" clId="{309794F8-99CF-4983-9CCF-D5B7BCCE1DF4}" dt="2023-01-22T02:54:10.993" v="1389"/>
          <ac:picMkLst>
            <pc:docMk/>
            <pc:sldMk cId="4011416936" sldId="437"/>
            <ac:picMk id="2" creationId="{1AB3C4AD-DC5E-EE56-9AB6-D0828278F243}"/>
          </ac:picMkLst>
        </pc:picChg>
        <pc:picChg chg="del">
          <ac:chgData name="Chittaranjan Hens" userId="6fc03958433e8a43" providerId="LiveId" clId="{309794F8-99CF-4983-9CCF-D5B7BCCE1DF4}" dt="2023-01-22T02:54:03.629" v="1388" actId="478"/>
          <ac:picMkLst>
            <pc:docMk/>
            <pc:sldMk cId="4011416936" sldId="437"/>
            <ac:picMk id="5" creationId="{D08390EF-5059-593D-8BE8-E442CEEED34A}"/>
          </ac:picMkLst>
        </pc:picChg>
        <pc:picChg chg="mod">
          <ac:chgData name="Chittaranjan Hens" userId="6fc03958433e8a43" providerId="LiveId" clId="{309794F8-99CF-4983-9CCF-D5B7BCCE1DF4}" dt="2023-01-22T02:54:10.993" v="1389"/>
          <ac:picMkLst>
            <pc:docMk/>
            <pc:sldMk cId="4011416936" sldId="437"/>
            <ac:picMk id="7" creationId="{A3F0F7E2-A761-E4B9-4B49-D24D33886167}"/>
          </ac:picMkLst>
        </pc:picChg>
        <pc:picChg chg="mod">
          <ac:chgData name="Chittaranjan Hens" userId="6fc03958433e8a43" providerId="LiveId" clId="{309794F8-99CF-4983-9CCF-D5B7BCCE1DF4}" dt="2023-01-22T02:54:10.993" v="1389"/>
          <ac:picMkLst>
            <pc:docMk/>
            <pc:sldMk cId="4011416936" sldId="437"/>
            <ac:picMk id="9" creationId="{AF70E170-1A52-A088-8A9E-7AF330525BBD}"/>
          </ac:picMkLst>
        </pc:picChg>
      </pc:sldChg>
      <pc:sldChg chg="modSp add">
        <pc:chgData name="Chittaranjan Hens" userId="6fc03958433e8a43" providerId="LiveId" clId="{309794F8-99CF-4983-9CCF-D5B7BCCE1DF4}" dt="2023-01-22T02:58:54.439" v="1409" actId="14100"/>
        <pc:sldMkLst>
          <pc:docMk/>
          <pc:sldMk cId="3843567462" sldId="438"/>
        </pc:sldMkLst>
        <pc:spChg chg="mod">
          <ac:chgData name="Chittaranjan Hens" userId="6fc03958433e8a43" providerId="LiveId" clId="{309794F8-99CF-4983-9CCF-D5B7BCCE1DF4}" dt="2023-01-22T02:58:46.621" v="1407" actId="1076"/>
          <ac:spMkLst>
            <pc:docMk/>
            <pc:sldMk cId="3843567462" sldId="438"/>
            <ac:spMk id="6" creationId="{BAA4B3AE-F51D-256E-4795-A2586DFA8EF6}"/>
          </ac:spMkLst>
        </pc:spChg>
        <pc:grpChg chg="mod">
          <ac:chgData name="Chittaranjan Hens" userId="6fc03958433e8a43" providerId="LiveId" clId="{309794F8-99CF-4983-9CCF-D5B7BCCE1DF4}" dt="2023-01-22T02:58:46.621" v="1407" actId="1076"/>
          <ac:grpSpMkLst>
            <pc:docMk/>
            <pc:sldMk cId="3843567462" sldId="438"/>
            <ac:grpSpMk id="7" creationId="{4A715A43-7983-48C4-AD8A-C2B94D194E6D}"/>
          </ac:grpSpMkLst>
        </pc:grpChg>
        <pc:picChg chg="mod">
          <ac:chgData name="Chittaranjan Hens" userId="6fc03958433e8a43" providerId="LiveId" clId="{309794F8-99CF-4983-9CCF-D5B7BCCE1DF4}" dt="2023-01-22T02:58:46.621" v="1407" actId="1076"/>
          <ac:picMkLst>
            <pc:docMk/>
            <pc:sldMk cId="3843567462" sldId="438"/>
            <ac:picMk id="4" creationId="{4CE61932-00B9-B9E2-18D5-C8B3E9B33F06}"/>
          </ac:picMkLst>
        </pc:picChg>
        <pc:picChg chg="mod">
          <ac:chgData name="Chittaranjan Hens" userId="6fc03958433e8a43" providerId="LiveId" clId="{309794F8-99CF-4983-9CCF-D5B7BCCE1DF4}" dt="2023-01-22T02:58:54.439" v="1409" actId="14100"/>
          <ac:picMkLst>
            <pc:docMk/>
            <pc:sldMk cId="3843567462" sldId="438"/>
            <ac:picMk id="5" creationId="{8D220A26-B644-6B9C-1592-79E725A646B5}"/>
          </ac:picMkLst>
        </pc:picChg>
      </pc:sldChg>
      <pc:sldChg chg="add del">
        <pc:chgData name="Chittaranjan Hens" userId="6fc03958433e8a43" providerId="LiveId" clId="{309794F8-99CF-4983-9CCF-D5B7BCCE1DF4}" dt="2023-01-22T03:00:52.994" v="1427" actId="47"/>
        <pc:sldMkLst>
          <pc:docMk/>
          <pc:sldMk cId="2756404031" sldId="439"/>
        </pc:sldMkLst>
      </pc:sldChg>
      <pc:sldChg chg="addSp delSp modSp new mod setBg">
        <pc:chgData name="Chittaranjan Hens" userId="6fc03958433e8a43" providerId="LiveId" clId="{309794F8-99CF-4983-9CCF-D5B7BCCE1DF4}" dt="2023-01-22T03:00:34.115" v="1425" actId="26606"/>
        <pc:sldMkLst>
          <pc:docMk/>
          <pc:sldMk cId="3618200920" sldId="440"/>
        </pc:sldMkLst>
        <pc:spChg chg="add del">
          <ac:chgData name="Chittaranjan Hens" userId="6fc03958433e8a43" providerId="LiveId" clId="{309794F8-99CF-4983-9CCF-D5B7BCCE1DF4}" dt="2023-01-22T03:00:34.115" v="1425" actId="26606"/>
          <ac:spMkLst>
            <pc:docMk/>
            <pc:sldMk cId="3618200920" sldId="440"/>
            <ac:spMk id="7" creationId="{AB8C311F-7253-4AED-9701-7FC0708C41C7}"/>
          </ac:spMkLst>
        </pc:spChg>
        <pc:spChg chg="add del">
          <ac:chgData name="Chittaranjan Hens" userId="6fc03958433e8a43" providerId="LiveId" clId="{309794F8-99CF-4983-9CCF-D5B7BCCE1DF4}" dt="2023-01-22T03:00:34.115" v="1425" actId="26606"/>
          <ac:spMkLst>
            <pc:docMk/>
            <pc:sldMk cId="3618200920" sldId="440"/>
            <ac:spMk id="9" creationId="{E2384209-CB15-4CDF-9D31-C44FD9A3F20D}"/>
          </ac:spMkLst>
        </pc:spChg>
        <pc:spChg chg="add del">
          <ac:chgData name="Chittaranjan Hens" userId="6fc03958433e8a43" providerId="LiveId" clId="{309794F8-99CF-4983-9CCF-D5B7BCCE1DF4}" dt="2023-01-22T03:00:34.115" v="1425" actId="26606"/>
          <ac:spMkLst>
            <pc:docMk/>
            <pc:sldMk cId="3618200920" sldId="440"/>
            <ac:spMk id="11" creationId="{2633B3B5-CC90-43F0-8714-D31D1F3F0209}"/>
          </ac:spMkLst>
        </pc:spChg>
        <pc:spChg chg="add del">
          <ac:chgData name="Chittaranjan Hens" userId="6fc03958433e8a43" providerId="LiveId" clId="{309794F8-99CF-4983-9CCF-D5B7BCCE1DF4}" dt="2023-01-22T03:00:34.115" v="1425" actId="26606"/>
          <ac:spMkLst>
            <pc:docMk/>
            <pc:sldMk cId="3618200920" sldId="440"/>
            <ac:spMk id="13" creationId="{A8D57A06-A426-446D-B02C-A2DC6B62E45E}"/>
          </ac:spMkLst>
        </pc:spChg>
        <pc:picChg chg="add mod">
          <ac:chgData name="Chittaranjan Hens" userId="6fc03958433e8a43" providerId="LiveId" clId="{309794F8-99CF-4983-9CCF-D5B7BCCE1DF4}" dt="2023-01-22T03:00:34.115" v="1425" actId="26606"/>
          <ac:picMkLst>
            <pc:docMk/>
            <pc:sldMk cId="3618200920" sldId="440"/>
            <ac:picMk id="2" creationId="{38CD2287-8C54-F57C-3418-8C6DE339C9CC}"/>
          </ac:picMkLst>
        </pc:picChg>
      </pc:sldChg>
      <pc:sldChg chg="addSp delSp modSp add mod">
        <pc:chgData name="Chittaranjan Hens" userId="6fc03958433e8a43" providerId="LiveId" clId="{309794F8-99CF-4983-9CCF-D5B7BCCE1DF4}" dt="2023-01-23T18:21:26.017" v="1750"/>
        <pc:sldMkLst>
          <pc:docMk/>
          <pc:sldMk cId="962572978" sldId="441"/>
        </pc:sldMkLst>
        <pc:spChg chg="add del mod">
          <ac:chgData name="Chittaranjan Hens" userId="6fc03958433e8a43" providerId="LiveId" clId="{309794F8-99CF-4983-9CCF-D5B7BCCE1DF4}" dt="2023-01-23T18:21:26.017" v="1750"/>
          <ac:spMkLst>
            <pc:docMk/>
            <pc:sldMk cId="962572978" sldId="441"/>
            <ac:spMk id="2" creationId="{3BD48759-BFA6-E2E6-473C-D6AFCEB82DFF}"/>
          </ac:spMkLst>
        </pc:spChg>
        <pc:spChg chg="add mod">
          <ac:chgData name="Chittaranjan Hens" userId="6fc03958433e8a43" providerId="LiveId" clId="{309794F8-99CF-4983-9CCF-D5B7BCCE1DF4}" dt="2023-01-23T04:20:40.699" v="1439" actId="1076"/>
          <ac:spMkLst>
            <pc:docMk/>
            <pc:sldMk cId="962572978" sldId="441"/>
            <ac:spMk id="3" creationId="{D36546FA-F480-2FF6-D344-AC78342C6A29}"/>
          </ac:spMkLst>
        </pc:spChg>
        <pc:grpChg chg="del">
          <ac:chgData name="Chittaranjan Hens" userId="6fc03958433e8a43" providerId="LiveId" clId="{309794F8-99CF-4983-9CCF-D5B7BCCE1DF4}" dt="2023-01-23T04:19:49.685" v="1433" actId="478"/>
          <ac:grpSpMkLst>
            <pc:docMk/>
            <pc:sldMk cId="962572978" sldId="441"/>
            <ac:grpSpMk id="7" creationId="{4A715A43-7983-48C4-AD8A-C2B94D194E6D}"/>
          </ac:grpSpMkLst>
        </pc:grpChg>
        <pc:picChg chg="del">
          <ac:chgData name="Chittaranjan Hens" userId="6fc03958433e8a43" providerId="LiveId" clId="{309794F8-99CF-4983-9CCF-D5B7BCCE1DF4}" dt="2023-01-23T04:19:49.685" v="1433" actId="478"/>
          <ac:picMkLst>
            <pc:docMk/>
            <pc:sldMk cId="962572978" sldId="441"/>
            <ac:picMk id="5" creationId="{8D220A26-B644-6B9C-1592-79E725A646B5}"/>
          </ac:picMkLst>
        </pc:picChg>
        <pc:picChg chg="del">
          <ac:chgData name="Chittaranjan Hens" userId="6fc03958433e8a43" providerId="LiveId" clId="{309794F8-99CF-4983-9CCF-D5B7BCCE1DF4}" dt="2023-01-23T04:19:49.685" v="1433" actId="478"/>
          <ac:picMkLst>
            <pc:docMk/>
            <pc:sldMk cId="962572978" sldId="441"/>
            <ac:picMk id="10" creationId="{6410E570-D5E6-8D91-20D8-07FDC8C8B2D3}"/>
          </ac:picMkLst>
        </pc:picChg>
        <pc:picChg chg="del">
          <ac:chgData name="Chittaranjan Hens" userId="6fc03958433e8a43" providerId="LiveId" clId="{309794F8-99CF-4983-9CCF-D5B7BCCE1DF4}" dt="2023-01-23T04:19:49.685" v="1433" actId="478"/>
          <ac:picMkLst>
            <pc:docMk/>
            <pc:sldMk cId="962572978" sldId="441"/>
            <ac:picMk id="11" creationId="{DC873BA5-35C2-C8F0-64D2-7D055936845B}"/>
          </ac:picMkLst>
        </pc:picChg>
      </pc:sldChg>
      <pc:sldChg chg="addSp modSp add mod">
        <pc:chgData name="Chittaranjan Hens" userId="6fc03958433e8a43" providerId="LiveId" clId="{309794F8-99CF-4983-9CCF-D5B7BCCE1DF4}" dt="2023-01-23T04:21:53.140" v="1451" actId="1076"/>
        <pc:sldMkLst>
          <pc:docMk/>
          <pc:sldMk cId="1048911858" sldId="442"/>
        </pc:sldMkLst>
        <pc:spChg chg="add mod">
          <ac:chgData name="Chittaranjan Hens" userId="6fc03958433e8a43" providerId="LiveId" clId="{309794F8-99CF-4983-9CCF-D5B7BCCE1DF4}" dt="2023-01-23T04:21:53.140" v="1451" actId="1076"/>
          <ac:spMkLst>
            <pc:docMk/>
            <pc:sldMk cId="1048911858" sldId="442"/>
            <ac:spMk id="5" creationId="{0E27AEEF-98A8-E08D-BFAD-F7DEE2C6BF18}"/>
          </ac:spMkLst>
        </pc:spChg>
        <pc:grpChg chg="mod">
          <ac:chgData name="Chittaranjan Hens" userId="6fc03958433e8a43" providerId="LiveId" clId="{309794F8-99CF-4983-9CCF-D5B7BCCE1DF4}" dt="2023-01-23T04:21:02.701" v="1441" actId="1076"/>
          <ac:grpSpMkLst>
            <pc:docMk/>
            <pc:sldMk cId="1048911858" sldId="442"/>
            <ac:grpSpMk id="3" creationId="{78575FC2-9285-9730-09C9-7C9AA471A62B}"/>
          </ac:grpSpMkLst>
        </pc:grpChg>
        <pc:picChg chg="mod">
          <ac:chgData name="Chittaranjan Hens" userId="6fc03958433e8a43" providerId="LiveId" clId="{309794F8-99CF-4983-9CCF-D5B7BCCE1DF4}" dt="2023-01-23T04:21:42.205" v="1448" actId="1076"/>
          <ac:picMkLst>
            <pc:docMk/>
            <pc:sldMk cId="1048911858" sldId="442"/>
            <ac:picMk id="8" creationId="{EE007A6A-266A-D592-F141-F97DEAB7A24A}"/>
          </ac:picMkLst>
        </pc:picChg>
      </pc:sldChg>
      <pc:sldChg chg="addSp delSp modSp add mod delAnim modAnim">
        <pc:chgData name="Chittaranjan Hens" userId="6fc03958433e8a43" providerId="LiveId" clId="{309794F8-99CF-4983-9CCF-D5B7BCCE1DF4}" dt="2023-01-23T05:04:03.941" v="1740"/>
        <pc:sldMkLst>
          <pc:docMk/>
          <pc:sldMk cId="1983802560" sldId="443"/>
        </pc:sldMkLst>
        <pc:spChg chg="del">
          <ac:chgData name="Chittaranjan Hens" userId="6fc03958433e8a43" providerId="LiveId" clId="{309794F8-99CF-4983-9CCF-D5B7BCCE1DF4}" dt="2023-01-23T04:23:04.608" v="1455" actId="478"/>
          <ac:spMkLst>
            <pc:docMk/>
            <pc:sldMk cId="1983802560" sldId="443"/>
            <ac:spMk id="2" creationId="{ECE02996-8A1A-2948-A0D2-505FA82FB248}"/>
          </ac:spMkLst>
        </pc:spChg>
        <pc:spChg chg="add mod">
          <ac:chgData name="Chittaranjan Hens" userId="6fc03958433e8a43" providerId="LiveId" clId="{309794F8-99CF-4983-9CCF-D5B7BCCE1DF4}" dt="2023-01-23T04:41:33.305" v="1570" actId="255"/>
          <ac:spMkLst>
            <pc:docMk/>
            <pc:sldMk cId="1983802560" sldId="443"/>
            <ac:spMk id="2" creationId="{F66E394E-560C-6988-1C3E-1DEFC7847C45}"/>
          </ac:spMkLst>
        </pc:spChg>
        <pc:spChg chg="del">
          <ac:chgData name="Chittaranjan Hens" userId="6fc03958433e8a43" providerId="LiveId" clId="{309794F8-99CF-4983-9CCF-D5B7BCCE1DF4}" dt="2023-01-23T04:23:04.608" v="1455" actId="478"/>
          <ac:spMkLst>
            <pc:docMk/>
            <pc:sldMk cId="1983802560" sldId="443"/>
            <ac:spMk id="4" creationId="{CAD1F2BC-EC35-3E46-B979-EB8F286B872C}"/>
          </ac:spMkLst>
        </pc:spChg>
        <pc:spChg chg="mod">
          <ac:chgData name="Chittaranjan Hens" userId="6fc03958433e8a43" providerId="LiveId" clId="{309794F8-99CF-4983-9CCF-D5B7BCCE1DF4}" dt="2023-01-23T04:28:16.673" v="1460"/>
          <ac:spMkLst>
            <pc:docMk/>
            <pc:sldMk cId="1983802560" sldId="443"/>
            <ac:spMk id="15" creationId="{DE5919F0-66BA-B1AB-A481-6EB10FEC652A}"/>
          </ac:spMkLst>
        </pc:spChg>
        <pc:spChg chg="mod">
          <ac:chgData name="Chittaranjan Hens" userId="6fc03958433e8a43" providerId="LiveId" clId="{309794F8-99CF-4983-9CCF-D5B7BCCE1DF4}" dt="2023-01-23T04:28:16.673" v="1460"/>
          <ac:spMkLst>
            <pc:docMk/>
            <pc:sldMk cId="1983802560" sldId="443"/>
            <ac:spMk id="16" creationId="{57C94F02-69D4-7AB3-ED4A-0BC277A0C4C3}"/>
          </ac:spMkLst>
        </pc:spChg>
        <pc:spChg chg="mod">
          <ac:chgData name="Chittaranjan Hens" userId="6fc03958433e8a43" providerId="LiveId" clId="{309794F8-99CF-4983-9CCF-D5B7BCCE1DF4}" dt="2023-01-23T04:28:16.673" v="1460"/>
          <ac:spMkLst>
            <pc:docMk/>
            <pc:sldMk cId="1983802560" sldId="443"/>
            <ac:spMk id="17" creationId="{2C710D19-D855-8617-8F26-E9C92072BD7E}"/>
          </ac:spMkLst>
        </pc:spChg>
        <pc:spChg chg="mod">
          <ac:chgData name="Chittaranjan Hens" userId="6fc03958433e8a43" providerId="LiveId" clId="{309794F8-99CF-4983-9CCF-D5B7BCCE1DF4}" dt="2023-01-23T04:28:16.673" v="1460"/>
          <ac:spMkLst>
            <pc:docMk/>
            <pc:sldMk cId="1983802560" sldId="443"/>
            <ac:spMk id="37" creationId="{3610F38D-4AB4-C5E5-72CF-1A38A003B1DB}"/>
          </ac:spMkLst>
        </pc:spChg>
        <pc:spChg chg="mod">
          <ac:chgData name="Chittaranjan Hens" userId="6fc03958433e8a43" providerId="LiveId" clId="{309794F8-99CF-4983-9CCF-D5B7BCCE1DF4}" dt="2023-01-23T04:28:16.673" v="1460"/>
          <ac:spMkLst>
            <pc:docMk/>
            <pc:sldMk cId="1983802560" sldId="443"/>
            <ac:spMk id="41" creationId="{DF7508D2-A436-C7C7-8DB6-F2643B396DC8}"/>
          </ac:spMkLst>
        </pc:spChg>
        <pc:spChg chg="mod">
          <ac:chgData name="Chittaranjan Hens" userId="6fc03958433e8a43" providerId="LiveId" clId="{309794F8-99CF-4983-9CCF-D5B7BCCE1DF4}" dt="2023-01-23T04:28:16.673" v="1460"/>
          <ac:spMkLst>
            <pc:docMk/>
            <pc:sldMk cId="1983802560" sldId="443"/>
            <ac:spMk id="42" creationId="{71FAC917-08A3-07F0-7B43-5AE228A35E81}"/>
          </ac:spMkLst>
        </pc:spChg>
        <pc:spChg chg="mod">
          <ac:chgData name="Chittaranjan Hens" userId="6fc03958433e8a43" providerId="LiveId" clId="{309794F8-99CF-4983-9CCF-D5B7BCCE1DF4}" dt="2023-01-23T04:28:16.673" v="1460"/>
          <ac:spMkLst>
            <pc:docMk/>
            <pc:sldMk cId="1983802560" sldId="443"/>
            <ac:spMk id="43" creationId="{81CA6271-A640-6DE3-BEC4-49D72DBA672E}"/>
          </ac:spMkLst>
        </pc:spChg>
        <pc:spChg chg="mod">
          <ac:chgData name="Chittaranjan Hens" userId="6fc03958433e8a43" providerId="LiveId" clId="{309794F8-99CF-4983-9CCF-D5B7BCCE1DF4}" dt="2023-01-23T04:28:16.673" v="1460"/>
          <ac:spMkLst>
            <pc:docMk/>
            <pc:sldMk cId="1983802560" sldId="443"/>
            <ac:spMk id="44" creationId="{C42A241E-F9AE-AEC4-0FE3-39DCF3C52702}"/>
          </ac:spMkLst>
        </pc:spChg>
        <pc:spChg chg="mod">
          <ac:chgData name="Chittaranjan Hens" userId="6fc03958433e8a43" providerId="LiveId" clId="{309794F8-99CF-4983-9CCF-D5B7BCCE1DF4}" dt="2023-01-23T04:28:16.673" v="1460"/>
          <ac:spMkLst>
            <pc:docMk/>
            <pc:sldMk cId="1983802560" sldId="443"/>
            <ac:spMk id="45" creationId="{C9F4175E-C14C-88DD-707A-C2F552408D50}"/>
          </ac:spMkLst>
        </pc:spChg>
        <pc:spChg chg="add mod">
          <ac:chgData name="Chittaranjan Hens" userId="6fc03958433e8a43" providerId="LiveId" clId="{309794F8-99CF-4983-9CCF-D5B7BCCE1DF4}" dt="2023-01-23T04:28:54.907" v="1463" actId="1076"/>
          <ac:spMkLst>
            <pc:docMk/>
            <pc:sldMk cId="1983802560" sldId="443"/>
            <ac:spMk id="57" creationId="{1B44EDF4-FEB8-A908-B948-7DB8D9EA48EC}"/>
          </ac:spMkLst>
        </pc:spChg>
        <pc:spChg chg="mod">
          <ac:chgData name="Chittaranjan Hens" userId="6fc03958433e8a43" providerId="LiveId" clId="{309794F8-99CF-4983-9CCF-D5B7BCCE1DF4}" dt="2023-01-23T04:33:32.182" v="1464"/>
          <ac:spMkLst>
            <pc:docMk/>
            <pc:sldMk cId="1983802560" sldId="443"/>
            <ac:spMk id="59" creationId="{E0C9096B-BCAD-6B30-DEEE-A5AA147641C1}"/>
          </ac:spMkLst>
        </pc:spChg>
        <pc:spChg chg="mod">
          <ac:chgData name="Chittaranjan Hens" userId="6fc03958433e8a43" providerId="LiveId" clId="{309794F8-99CF-4983-9CCF-D5B7BCCE1DF4}" dt="2023-01-23T04:33:32.182" v="1464"/>
          <ac:spMkLst>
            <pc:docMk/>
            <pc:sldMk cId="1983802560" sldId="443"/>
            <ac:spMk id="68" creationId="{041C4ADB-CB57-6F70-63FB-DB6B467EAB51}"/>
          </ac:spMkLst>
        </pc:spChg>
        <pc:spChg chg="mod">
          <ac:chgData name="Chittaranjan Hens" userId="6fc03958433e8a43" providerId="LiveId" clId="{309794F8-99CF-4983-9CCF-D5B7BCCE1DF4}" dt="2023-01-23T04:33:32.182" v="1464"/>
          <ac:spMkLst>
            <pc:docMk/>
            <pc:sldMk cId="1983802560" sldId="443"/>
            <ac:spMk id="69" creationId="{64DABF76-4F6B-0653-9E0A-78AEAD1CC401}"/>
          </ac:spMkLst>
        </pc:spChg>
        <pc:spChg chg="mod">
          <ac:chgData name="Chittaranjan Hens" userId="6fc03958433e8a43" providerId="LiveId" clId="{309794F8-99CF-4983-9CCF-D5B7BCCE1DF4}" dt="2023-01-23T04:33:32.182" v="1464"/>
          <ac:spMkLst>
            <pc:docMk/>
            <pc:sldMk cId="1983802560" sldId="443"/>
            <ac:spMk id="72" creationId="{FCEB2D39-7ABB-BBDA-CCD3-CCB6CD64254A}"/>
          </ac:spMkLst>
        </pc:spChg>
        <pc:spChg chg="mod">
          <ac:chgData name="Chittaranjan Hens" userId="6fc03958433e8a43" providerId="LiveId" clId="{309794F8-99CF-4983-9CCF-D5B7BCCE1DF4}" dt="2023-01-23T04:33:32.182" v="1464"/>
          <ac:spMkLst>
            <pc:docMk/>
            <pc:sldMk cId="1983802560" sldId="443"/>
            <ac:spMk id="75" creationId="{95C80BE2-8576-A227-C997-8D7B8E8D5E69}"/>
          </ac:spMkLst>
        </pc:spChg>
        <pc:spChg chg="mod">
          <ac:chgData name="Chittaranjan Hens" userId="6fc03958433e8a43" providerId="LiveId" clId="{309794F8-99CF-4983-9CCF-D5B7BCCE1DF4}" dt="2023-01-23T04:33:32.182" v="1464"/>
          <ac:spMkLst>
            <pc:docMk/>
            <pc:sldMk cId="1983802560" sldId="443"/>
            <ac:spMk id="77" creationId="{9AE28B15-8C9E-F291-0E78-1CD57D3913F4}"/>
          </ac:spMkLst>
        </pc:spChg>
        <pc:spChg chg="mod">
          <ac:chgData name="Chittaranjan Hens" userId="6fc03958433e8a43" providerId="LiveId" clId="{309794F8-99CF-4983-9CCF-D5B7BCCE1DF4}" dt="2023-01-23T04:33:32.182" v="1464"/>
          <ac:spMkLst>
            <pc:docMk/>
            <pc:sldMk cId="1983802560" sldId="443"/>
            <ac:spMk id="78" creationId="{838B5CCA-904B-456C-4C27-FF7B53CD8998}"/>
          </ac:spMkLst>
        </pc:spChg>
        <pc:spChg chg="mod">
          <ac:chgData name="Chittaranjan Hens" userId="6fc03958433e8a43" providerId="LiveId" clId="{309794F8-99CF-4983-9CCF-D5B7BCCE1DF4}" dt="2023-01-23T04:33:32.182" v="1464"/>
          <ac:spMkLst>
            <pc:docMk/>
            <pc:sldMk cId="1983802560" sldId="443"/>
            <ac:spMk id="80" creationId="{F6350E1E-6E57-209F-DE46-E443D1E35071}"/>
          </ac:spMkLst>
        </pc:spChg>
        <pc:spChg chg="del">
          <ac:chgData name="Chittaranjan Hens" userId="6fc03958433e8a43" providerId="LiveId" clId="{309794F8-99CF-4983-9CCF-D5B7BCCE1DF4}" dt="2023-01-23T04:23:04.608" v="1455" actId="478"/>
          <ac:spMkLst>
            <pc:docMk/>
            <pc:sldMk cId="1983802560" sldId="443"/>
            <ac:spMk id="170" creationId="{CC254ABE-6EB5-DF40-9DB1-848683F25D25}"/>
          </ac:spMkLst>
        </pc:spChg>
        <pc:spChg chg="del">
          <ac:chgData name="Chittaranjan Hens" userId="6fc03958433e8a43" providerId="LiveId" clId="{309794F8-99CF-4983-9CCF-D5B7BCCE1DF4}" dt="2023-01-23T04:23:04.608" v="1455" actId="478"/>
          <ac:spMkLst>
            <pc:docMk/>
            <pc:sldMk cId="1983802560" sldId="443"/>
            <ac:spMk id="210" creationId="{2BD7C186-D2D7-4A41-A18C-F665542D4C89}"/>
          </ac:spMkLst>
        </pc:spChg>
        <pc:grpChg chg="add mod">
          <ac:chgData name="Chittaranjan Hens" userId="6fc03958433e8a43" providerId="LiveId" clId="{309794F8-99CF-4983-9CCF-D5B7BCCE1DF4}" dt="2023-01-23T04:28:20.685" v="1461" actId="1076"/>
          <ac:grpSpMkLst>
            <pc:docMk/>
            <pc:sldMk cId="1983802560" sldId="443"/>
            <ac:grpSpMk id="5" creationId="{FAF61F3C-56EC-398E-9AE5-B9DBBCAF72E2}"/>
          </ac:grpSpMkLst>
        </pc:grpChg>
        <pc:grpChg chg="del">
          <ac:chgData name="Chittaranjan Hens" userId="6fc03958433e8a43" providerId="LiveId" clId="{309794F8-99CF-4983-9CCF-D5B7BCCE1DF4}" dt="2023-01-23T04:23:04.608" v="1455" actId="478"/>
          <ac:grpSpMkLst>
            <pc:docMk/>
            <pc:sldMk cId="1983802560" sldId="443"/>
            <ac:grpSpMk id="9" creationId="{E18FC7CB-F27E-7B4B-853C-0988D90041D8}"/>
          </ac:grpSpMkLst>
        </pc:grpChg>
        <pc:grpChg chg="del">
          <ac:chgData name="Chittaranjan Hens" userId="6fc03958433e8a43" providerId="LiveId" clId="{309794F8-99CF-4983-9CCF-D5B7BCCE1DF4}" dt="2023-01-23T04:23:04.608" v="1455" actId="478"/>
          <ac:grpSpMkLst>
            <pc:docMk/>
            <pc:sldMk cId="1983802560" sldId="443"/>
            <ac:grpSpMk id="10" creationId="{1CA35E5F-8F49-8446-B551-1024D2A32E72}"/>
          </ac:grpSpMkLst>
        </pc:grpChg>
        <pc:grpChg chg="mod">
          <ac:chgData name="Chittaranjan Hens" userId="6fc03958433e8a43" providerId="LiveId" clId="{309794F8-99CF-4983-9CCF-D5B7BCCE1DF4}" dt="2023-01-23T04:28:16.673" v="1460"/>
          <ac:grpSpMkLst>
            <pc:docMk/>
            <pc:sldMk cId="1983802560" sldId="443"/>
            <ac:grpSpMk id="14" creationId="{7A1C6B60-AD60-C4FB-0D41-735EDCA7519A}"/>
          </ac:grpSpMkLst>
        </pc:grpChg>
        <pc:grpChg chg="del">
          <ac:chgData name="Chittaranjan Hens" userId="6fc03958433e8a43" providerId="LiveId" clId="{309794F8-99CF-4983-9CCF-D5B7BCCE1DF4}" dt="2023-01-23T04:23:04.608" v="1455" actId="478"/>
          <ac:grpSpMkLst>
            <pc:docMk/>
            <pc:sldMk cId="1983802560" sldId="443"/>
            <ac:grpSpMk id="19" creationId="{D95D60F6-83F6-4E46-9A56-954AF34E6E4F}"/>
          </ac:grpSpMkLst>
        </pc:grpChg>
        <pc:grpChg chg="del">
          <ac:chgData name="Chittaranjan Hens" userId="6fc03958433e8a43" providerId="LiveId" clId="{309794F8-99CF-4983-9CCF-D5B7BCCE1DF4}" dt="2023-01-23T04:23:04.608" v="1455" actId="478"/>
          <ac:grpSpMkLst>
            <pc:docMk/>
            <pc:sldMk cId="1983802560" sldId="443"/>
            <ac:grpSpMk id="23" creationId="{7BBC1820-3FD6-4942-8A9F-9D0F42FB53D9}"/>
          </ac:grpSpMkLst>
        </pc:grpChg>
        <pc:grpChg chg="del">
          <ac:chgData name="Chittaranjan Hens" userId="6fc03958433e8a43" providerId="LiveId" clId="{309794F8-99CF-4983-9CCF-D5B7BCCE1DF4}" dt="2023-01-23T04:23:04.608" v="1455" actId="478"/>
          <ac:grpSpMkLst>
            <pc:docMk/>
            <pc:sldMk cId="1983802560" sldId="443"/>
            <ac:grpSpMk id="24" creationId="{432822F8-DF06-034D-8825-3AA99FD8F6F2}"/>
          </ac:grpSpMkLst>
        </pc:grpChg>
        <pc:grpChg chg="del">
          <ac:chgData name="Chittaranjan Hens" userId="6fc03958433e8a43" providerId="LiveId" clId="{309794F8-99CF-4983-9CCF-D5B7BCCE1DF4}" dt="2023-01-23T04:23:04.608" v="1455" actId="478"/>
          <ac:grpSpMkLst>
            <pc:docMk/>
            <pc:sldMk cId="1983802560" sldId="443"/>
            <ac:grpSpMk id="25" creationId="{FA36BDEF-02C9-8B4A-A4AA-55C77B6C1070}"/>
          </ac:grpSpMkLst>
        </pc:grpChg>
        <pc:grpChg chg="del">
          <ac:chgData name="Chittaranjan Hens" userId="6fc03958433e8a43" providerId="LiveId" clId="{309794F8-99CF-4983-9CCF-D5B7BCCE1DF4}" dt="2023-01-23T04:23:04.608" v="1455" actId="478"/>
          <ac:grpSpMkLst>
            <pc:docMk/>
            <pc:sldMk cId="1983802560" sldId="443"/>
            <ac:grpSpMk id="31" creationId="{AB961EC0-9A7F-CD43-9812-17435496F34E}"/>
          </ac:grpSpMkLst>
        </pc:grpChg>
        <pc:grpChg chg="del">
          <ac:chgData name="Chittaranjan Hens" userId="6fc03958433e8a43" providerId="LiveId" clId="{309794F8-99CF-4983-9CCF-D5B7BCCE1DF4}" dt="2023-01-23T04:23:04.608" v="1455" actId="478"/>
          <ac:grpSpMkLst>
            <pc:docMk/>
            <pc:sldMk cId="1983802560" sldId="443"/>
            <ac:grpSpMk id="32" creationId="{3F6143C7-BF76-C147-99B9-7E2251BD1E4A}"/>
          </ac:grpSpMkLst>
        </pc:grpChg>
        <pc:grpChg chg="del">
          <ac:chgData name="Chittaranjan Hens" userId="6fc03958433e8a43" providerId="LiveId" clId="{309794F8-99CF-4983-9CCF-D5B7BCCE1DF4}" dt="2023-01-23T04:23:04.608" v="1455" actId="478"/>
          <ac:grpSpMkLst>
            <pc:docMk/>
            <pc:sldMk cId="1983802560" sldId="443"/>
            <ac:grpSpMk id="33" creationId="{8A618ABF-C352-144D-BB1C-DEDE7A66951F}"/>
          </ac:grpSpMkLst>
        </pc:grpChg>
        <pc:grpChg chg="del">
          <ac:chgData name="Chittaranjan Hens" userId="6fc03958433e8a43" providerId="LiveId" clId="{309794F8-99CF-4983-9CCF-D5B7BCCE1DF4}" dt="2023-01-23T04:23:04.608" v="1455" actId="478"/>
          <ac:grpSpMkLst>
            <pc:docMk/>
            <pc:sldMk cId="1983802560" sldId="443"/>
            <ac:grpSpMk id="34" creationId="{5EC1D50E-1A45-954B-B9A9-B58C60D02D27}"/>
          </ac:grpSpMkLst>
        </pc:grpChg>
        <pc:grpChg chg="del">
          <ac:chgData name="Chittaranjan Hens" userId="6fc03958433e8a43" providerId="LiveId" clId="{309794F8-99CF-4983-9CCF-D5B7BCCE1DF4}" dt="2023-01-23T04:23:04.608" v="1455" actId="478"/>
          <ac:grpSpMkLst>
            <pc:docMk/>
            <pc:sldMk cId="1983802560" sldId="443"/>
            <ac:grpSpMk id="35" creationId="{026E84CC-BC83-DB41-A6EE-95CADF46B7A8}"/>
          </ac:grpSpMkLst>
        </pc:grpChg>
        <pc:grpChg chg="del">
          <ac:chgData name="Chittaranjan Hens" userId="6fc03958433e8a43" providerId="LiveId" clId="{309794F8-99CF-4983-9CCF-D5B7BCCE1DF4}" dt="2023-01-23T04:23:04.608" v="1455" actId="478"/>
          <ac:grpSpMkLst>
            <pc:docMk/>
            <pc:sldMk cId="1983802560" sldId="443"/>
            <ac:grpSpMk id="36" creationId="{76F7FF59-3F43-D346-A416-335207C0313B}"/>
          </ac:grpSpMkLst>
        </pc:grpChg>
        <pc:grpChg chg="add mod">
          <ac:chgData name="Chittaranjan Hens" userId="6fc03958433e8a43" providerId="LiveId" clId="{309794F8-99CF-4983-9CCF-D5B7BCCE1DF4}" dt="2023-01-23T04:35:21.192" v="1475" actId="1076"/>
          <ac:grpSpMkLst>
            <pc:docMk/>
            <pc:sldMk cId="1983802560" sldId="443"/>
            <ac:grpSpMk id="58" creationId="{0FE5022B-A9DB-9D3C-8BE3-2C43D3A372E9}"/>
          </ac:grpSpMkLst>
        </pc:grpChg>
        <pc:grpChg chg="mod">
          <ac:chgData name="Chittaranjan Hens" userId="6fc03958433e8a43" providerId="LiveId" clId="{309794F8-99CF-4983-9CCF-D5B7BCCE1DF4}" dt="2023-01-23T04:33:32.182" v="1464"/>
          <ac:grpSpMkLst>
            <pc:docMk/>
            <pc:sldMk cId="1983802560" sldId="443"/>
            <ac:grpSpMk id="61" creationId="{0F89C009-EBA3-92DD-BAEE-922A79E3E8D6}"/>
          </ac:grpSpMkLst>
        </pc:grpChg>
        <pc:grpChg chg="mod">
          <ac:chgData name="Chittaranjan Hens" userId="6fc03958433e8a43" providerId="LiveId" clId="{309794F8-99CF-4983-9CCF-D5B7BCCE1DF4}" dt="2023-01-23T04:33:32.182" v="1464"/>
          <ac:grpSpMkLst>
            <pc:docMk/>
            <pc:sldMk cId="1983802560" sldId="443"/>
            <ac:grpSpMk id="62" creationId="{C610AFFD-2802-EA84-76EC-831B387979EA}"/>
          </ac:grpSpMkLst>
        </pc:grpChg>
        <pc:picChg chg="add mod ord">
          <ac:chgData name="Chittaranjan Hens" userId="6fc03958433e8a43" providerId="LiveId" clId="{309794F8-99CF-4983-9CCF-D5B7BCCE1DF4}" dt="2023-01-23T05:04:03.941" v="1740"/>
          <ac:picMkLst>
            <pc:docMk/>
            <pc:sldMk cId="1983802560" sldId="443"/>
            <ac:picMk id="3" creationId="{C2BBFD4E-1DE1-9983-DF09-A4A1EE6B1133}"/>
          </ac:picMkLst>
        </pc:picChg>
        <pc:picChg chg="del">
          <ac:chgData name="Chittaranjan Hens" userId="6fc03958433e8a43" providerId="LiveId" clId="{309794F8-99CF-4983-9CCF-D5B7BCCE1DF4}" dt="2023-01-23T04:23:04.608" v="1455" actId="478"/>
          <ac:picMkLst>
            <pc:docMk/>
            <pc:sldMk cId="1983802560" sldId="443"/>
            <ac:picMk id="3" creationId="{D4C8FB53-24D5-6129-80B2-D1221E121F0B}"/>
          </ac:picMkLst>
        </pc:picChg>
        <pc:picChg chg="add mod">
          <ac:chgData name="Chittaranjan Hens" userId="6fc03958433e8a43" providerId="LiveId" clId="{309794F8-99CF-4983-9CCF-D5B7BCCE1DF4}" dt="2023-01-23T04:41:23.676" v="1568" actId="1076"/>
          <ac:picMkLst>
            <pc:docMk/>
            <pc:sldMk cId="1983802560" sldId="443"/>
            <ac:picMk id="86" creationId="{7F6C75DD-F3D9-E882-6EA2-C7A7C21ECE27}"/>
          </ac:picMkLst>
        </pc:picChg>
        <pc:picChg chg="add mod">
          <ac:chgData name="Chittaranjan Hens" userId="6fc03958433e8a43" providerId="LiveId" clId="{309794F8-99CF-4983-9CCF-D5B7BCCE1DF4}" dt="2023-01-23T04:35:13.857" v="1474" actId="1076"/>
          <ac:picMkLst>
            <pc:docMk/>
            <pc:sldMk cId="1983802560" sldId="443"/>
            <ac:picMk id="87" creationId="{BF7D977D-150D-3896-B590-2B07868CBCCB}"/>
          </ac:picMkLst>
        </pc:picChg>
        <pc:cxnChg chg="mod">
          <ac:chgData name="Chittaranjan Hens" userId="6fc03958433e8a43" providerId="LiveId" clId="{309794F8-99CF-4983-9CCF-D5B7BCCE1DF4}" dt="2023-01-23T04:28:16.673" v="1460"/>
          <ac:cxnSpMkLst>
            <pc:docMk/>
            <pc:sldMk cId="1983802560" sldId="443"/>
            <ac:cxnSpMk id="52" creationId="{8AE8E7BD-9117-1B7F-144D-FDEE91CEF412}"/>
          </ac:cxnSpMkLst>
        </pc:cxnChg>
        <pc:cxnChg chg="mod">
          <ac:chgData name="Chittaranjan Hens" userId="6fc03958433e8a43" providerId="LiveId" clId="{309794F8-99CF-4983-9CCF-D5B7BCCE1DF4}" dt="2023-01-23T04:28:16.673" v="1460"/>
          <ac:cxnSpMkLst>
            <pc:docMk/>
            <pc:sldMk cId="1983802560" sldId="443"/>
            <ac:cxnSpMk id="54" creationId="{1F538A59-07C2-7098-8DE0-26CBC838BCE3}"/>
          </ac:cxnSpMkLst>
        </pc:cxnChg>
        <pc:cxnChg chg="mod">
          <ac:chgData name="Chittaranjan Hens" userId="6fc03958433e8a43" providerId="LiveId" clId="{309794F8-99CF-4983-9CCF-D5B7BCCE1DF4}" dt="2023-01-23T04:33:32.182" v="1464"/>
          <ac:cxnSpMkLst>
            <pc:docMk/>
            <pc:sldMk cId="1983802560" sldId="443"/>
            <ac:cxnSpMk id="84" creationId="{925702B4-7841-4736-DA8B-09EA572E6D99}"/>
          </ac:cxnSpMkLst>
        </pc:cxnChg>
        <pc:cxnChg chg="mod">
          <ac:chgData name="Chittaranjan Hens" userId="6fc03958433e8a43" providerId="LiveId" clId="{309794F8-99CF-4983-9CCF-D5B7BCCE1DF4}" dt="2023-01-23T04:33:32.182" v="1464"/>
          <ac:cxnSpMkLst>
            <pc:docMk/>
            <pc:sldMk cId="1983802560" sldId="443"/>
            <ac:cxnSpMk id="85" creationId="{02B3E315-2B1A-8507-87C4-7FE658EFCC1C}"/>
          </ac:cxnSpMkLst>
        </pc:cxnChg>
      </pc:sldChg>
      <pc:sldChg chg="add del">
        <pc:chgData name="Chittaranjan Hens" userId="6fc03958433e8a43" providerId="LiveId" clId="{309794F8-99CF-4983-9CCF-D5B7BCCE1DF4}" dt="2023-01-23T04:22:23.095" v="1453"/>
        <pc:sldMkLst>
          <pc:docMk/>
          <pc:sldMk cId="4183231372" sldId="443"/>
        </pc:sldMkLst>
      </pc:sldChg>
      <pc:sldChg chg="addSp delSp modSp add mod delAnim modAnim">
        <pc:chgData name="Chittaranjan Hens" userId="6fc03958433e8a43" providerId="LiveId" clId="{309794F8-99CF-4983-9CCF-D5B7BCCE1DF4}" dt="2023-01-23T04:46:39.356" v="1714"/>
        <pc:sldMkLst>
          <pc:docMk/>
          <pc:sldMk cId="874924738" sldId="444"/>
        </pc:sldMkLst>
        <pc:spChg chg="add del mod">
          <ac:chgData name="Chittaranjan Hens" userId="6fc03958433e8a43" providerId="LiveId" clId="{309794F8-99CF-4983-9CCF-D5B7BCCE1DF4}" dt="2023-01-23T04:40:34.965" v="1560" actId="478"/>
          <ac:spMkLst>
            <pc:docMk/>
            <pc:sldMk cId="874924738" sldId="444"/>
            <ac:spMk id="3" creationId="{CE0AA893-7795-7F4A-EE17-FDE3AD493239}"/>
          </ac:spMkLst>
        </pc:spChg>
        <pc:spChg chg="add mod">
          <ac:chgData name="Chittaranjan Hens" userId="6fc03958433e8a43" providerId="LiveId" clId="{309794F8-99CF-4983-9CCF-D5B7BCCE1DF4}" dt="2023-01-23T04:42:54.881" v="1586" actId="1076"/>
          <ac:spMkLst>
            <pc:docMk/>
            <pc:sldMk cId="874924738" sldId="444"/>
            <ac:spMk id="7" creationId="{C21E9CD6-40A4-146C-3336-46229C0AD5A5}"/>
          </ac:spMkLst>
        </pc:spChg>
        <pc:spChg chg="add mod">
          <ac:chgData name="Chittaranjan Hens" userId="6fc03958433e8a43" providerId="LiveId" clId="{309794F8-99CF-4983-9CCF-D5B7BCCE1DF4}" dt="2023-01-23T04:45:12.113" v="1706" actId="20577"/>
          <ac:spMkLst>
            <pc:docMk/>
            <pc:sldMk cId="874924738" sldId="444"/>
            <ac:spMk id="8" creationId="{905565E5-E59E-0683-0384-459060E645F1}"/>
          </ac:spMkLst>
        </pc:spChg>
        <pc:spChg chg="del">
          <ac:chgData name="Chittaranjan Hens" userId="6fc03958433e8a43" providerId="LiveId" clId="{309794F8-99CF-4983-9CCF-D5B7BCCE1DF4}" dt="2023-01-23T04:36:53.769" v="1485" actId="478"/>
          <ac:spMkLst>
            <pc:docMk/>
            <pc:sldMk cId="874924738" sldId="444"/>
            <ac:spMk id="57" creationId="{1B44EDF4-FEB8-A908-B948-7DB8D9EA48EC}"/>
          </ac:spMkLst>
        </pc:spChg>
        <pc:grpChg chg="del">
          <ac:chgData name="Chittaranjan Hens" userId="6fc03958433e8a43" providerId="LiveId" clId="{309794F8-99CF-4983-9CCF-D5B7BCCE1DF4}" dt="2023-01-23T04:36:53.769" v="1485" actId="478"/>
          <ac:grpSpMkLst>
            <pc:docMk/>
            <pc:sldMk cId="874924738" sldId="444"/>
            <ac:grpSpMk id="5" creationId="{FAF61F3C-56EC-398E-9AE5-B9DBBCAF72E2}"/>
          </ac:grpSpMkLst>
        </pc:grpChg>
        <pc:grpChg chg="mod">
          <ac:chgData name="Chittaranjan Hens" userId="6fc03958433e8a43" providerId="LiveId" clId="{309794F8-99CF-4983-9CCF-D5B7BCCE1DF4}" dt="2023-01-23T04:37:01.014" v="1534" actId="1035"/>
          <ac:grpSpMkLst>
            <pc:docMk/>
            <pc:sldMk cId="874924738" sldId="444"/>
            <ac:grpSpMk id="58" creationId="{0FE5022B-A9DB-9D3C-8BE3-2C43D3A372E9}"/>
          </ac:grpSpMkLst>
        </pc:grpChg>
        <pc:picChg chg="add mod">
          <ac:chgData name="Chittaranjan Hens" userId="6fc03958433e8a43" providerId="LiveId" clId="{309794F8-99CF-4983-9CCF-D5B7BCCE1DF4}" dt="2023-01-23T04:42:26.703" v="1571" actId="1076"/>
          <ac:picMkLst>
            <pc:docMk/>
            <pc:sldMk cId="874924738" sldId="444"/>
            <ac:picMk id="4" creationId="{E00D0EF4-3338-B72D-42C7-993223F17562}"/>
          </ac:picMkLst>
        </pc:picChg>
        <pc:picChg chg="add mod">
          <ac:chgData name="Chittaranjan Hens" userId="6fc03958433e8a43" providerId="LiveId" clId="{309794F8-99CF-4983-9CCF-D5B7BCCE1DF4}" dt="2023-01-23T04:46:34.283" v="1713" actId="1076"/>
          <ac:picMkLst>
            <pc:docMk/>
            <pc:sldMk cId="874924738" sldId="444"/>
            <ac:picMk id="10" creationId="{D5DD6D78-C30A-2E96-4689-6B0542CFFBBD}"/>
          </ac:picMkLst>
        </pc:picChg>
        <pc:picChg chg="mod">
          <ac:chgData name="Chittaranjan Hens" userId="6fc03958433e8a43" providerId="LiveId" clId="{309794F8-99CF-4983-9CCF-D5B7BCCE1DF4}" dt="2023-01-23T04:37:01.014" v="1534" actId="1035"/>
          <ac:picMkLst>
            <pc:docMk/>
            <pc:sldMk cId="874924738" sldId="444"/>
            <ac:picMk id="86" creationId="{7F6C75DD-F3D9-E882-6EA2-C7A7C21ECE27}"/>
          </ac:picMkLst>
        </pc:picChg>
        <pc:picChg chg="mod">
          <ac:chgData name="Chittaranjan Hens" userId="6fc03958433e8a43" providerId="LiveId" clId="{309794F8-99CF-4983-9CCF-D5B7BCCE1DF4}" dt="2023-01-23T04:37:01.014" v="1534" actId="1035"/>
          <ac:picMkLst>
            <pc:docMk/>
            <pc:sldMk cId="874924738" sldId="444"/>
            <ac:picMk id="87" creationId="{BF7D977D-150D-3896-B590-2B07868CBCCB}"/>
          </ac:picMkLst>
        </pc:picChg>
      </pc:sldChg>
      <pc:sldChg chg="addSp delSp modSp add del mod delAnim modAnim">
        <pc:chgData name="Chittaranjan Hens" userId="6fc03958433e8a43" providerId="LiveId" clId="{309794F8-99CF-4983-9CCF-D5B7BCCE1DF4}" dt="2023-01-23T04:36:45.891" v="1483" actId="47"/>
        <pc:sldMkLst>
          <pc:docMk/>
          <pc:sldMk cId="2440559549" sldId="444"/>
        </pc:sldMkLst>
        <pc:spChg chg="del">
          <ac:chgData name="Chittaranjan Hens" userId="6fc03958433e8a43" providerId="LiveId" clId="{309794F8-99CF-4983-9CCF-D5B7BCCE1DF4}" dt="2023-01-23T04:36:18.469" v="1478" actId="478"/>
          <ac:spMkLst>
            <pc:docMk/>
            <pc:sldMk cId="2440559549" sldId="444"/>
            <ac:spMk id="57" creationId="{1B44EDF4-FEB8-A908-B948-7DB8D9EA48EC}"/>
          </ac:spMkLst>
        </pc:spChg>
        <pc:grpChg chg="del">
          <ac:chgData name="Chittaranjan Hens" userId="6fc03958433e8a43" providerId="LiveId" clId="{309794F8-99CF-4983-9CCF-D5B7BCCE1DF4}" dt="2023-01-23T04:36:18.469" v="1478" actId="478"/>
          <ac:grpSpMkLst>
            <pc:docMk/>
            <pc:sldMk cId="2440559549" sldId="444"/>
            <ac:grpSpMk id="5" creationId="{FAF61F3C-56EC-398E-9AE5-B9DBBCAF72E2}"/>
          </ac:grpSpMkLst>
        </pc:grpChg>
        <pc:grpChg chg="mod">
          <ac:chgData name="Chittaranjan Hens" userId="6fc03958433e8a43" providerId="LiveId" clId="{309794F8-99CF-4983-9CCF-D5B7BCCE1DF4}" dt="2023-01-23T04:36:23.578" v="1479" actId="1076"/>
          <ac:grpSpMkLst>
            <pc:docMk/>
            <pc:sldMk cId="2440559549" sldId="444"/>
            <ac:grpSpMk id="58" creationId="{0FE5022B-A9DB-9D3C-8BE3-2C43D3A372E9}"/>
          </ac:grpSpMkLst>
        </pc:grpChg>
        <pc:picChg chg="add mod">
          <ac:chgData name="Chittaranjan Hens" userId="6fc03958433e8a43" providerId="LiveId" clId="{309794F8-99CF-4983-9CCF-D5B7BCCE1DF4}" dt="2023-01-23T04:36:27.402" v="1482" actId="1076"/>
          <ac:picMkLst>
            <pc:docMk/>
            <pc:sldMk cId="2440559549" sldId="444"/>
            <ac:picMk id="2" creationId="{AAD87971-9F8D-D34C-CCE4-B0BF33A7B777}"/>
          </ac:picMkLst>
        </pc:picChg>
        <pc:picChg chg="mod">
          <ac:chgData name="Chittaranjan Hens" userId="6fc03958433e8a43" providerId="LiveId" clId="{309794F8-99CF-4983-9CCF-D5B7BCCE1DF4}" dt="2023-01-23T04:36:23.578" v="1479" actId="1076"/>
          <ac:picMkLst>
            <pc:docMk/>
            <pc:sldMk cId="2440559549" sldId="444"/>
            <ac:picMk id="86" creationId="{7F6C75DD-F3D9-E882-6EA2-C7A7C21ECE27}"/>
          </ac:picMkLst>
        </pc:picChg>
        <pc:picChg chg="mod">
          <ac:chgData name="Chittaranjan Hens" userId="6fc03958433e8a43" providerId="LiveId" clId="{309794F8-99CF-4983-9CCF-D5B7BCCE1DF4}" dt="2023-01-23T04:36:23.578" v="1479" actId="1076"/>
          <ac:picMkLst>
            <pc:docMk/>
            <pc:sldMk cId="2440559549" sldId="444"/>
            <ac:picMk id="87" creationId="{BF7D977D-150D-3896-B590-2B07868CBCCB}"/>
          </ac:picMkLst>
        </pc:picChg>
      </pc:sldChg>
      <pc:sldChg chg="addSp delSp modSp add mod modAnim">
        <pc:chgData name="Chittaranjan Hens" userId="6fc03958433e8a43" providerId="LiveId" clId="{309794F8-99CF-4983-9CCF-D5B7BCCE1DF4}" dt="2023-01-23T05:04:34.811" v="1745" actId="14100"/>
        <pc:sldMkLst>
          <pc:docMk/>
          <pc:sldMk cId="194738743" sldId="445"/>
        </pc:sldMkLst>
        <pc:picChg chg="add del mod">
          <ac:chgData name="Chittaranjan Hens" userId="6fc03958433e8a43" providerId="LiveId" clId="{309794F8-99CF-4983-9CCF-D5B7BCCE1DF4}" dt="2023-01-23T04:58:51.344" v="1723" actId="478"/>
          <ac:picMkLst>
            <pc:docMk/>
            <pc:sldMk cId="194738743" sldId="445"/>
            <ac:picMk id="3" creationId="{1FF0CBC8-F601-4927-8A11-185DC9524F23}"/>
          </ac:picMkLst>
        </pc:picChg>
        <pc:picChg chg="mod">
          <ac:chgData name="Chittaranjan Hens" userId="6fc03958433e8a43" providerId="LiveId" clId="{309794F8-99CF-4983-9CCF-D5B7BCCE1DF4}" dt="2023-01-23T04:57:00.679" v="1719" actId="1076"/>
          <ac:picMkLst>
            <pc:docMk/>
            <pc:sldMk cId="194738743" sldId="445"/>
            <ac:picMk id="4" creationId="{E00D0EF4-3338-B72D-42C7-993223F17562}"/>
          </ac:picMkLst>
        </pc:picChg>
        <pc:picChg chg="add mod">
          <ac:chgData name="Chittaranjan Hens" userId="6fc03958433e8a43" providerId="LiveId" clId="{309794F8-99CF-4983-9CCF-D5B7BCCE1DF4}" dt="2023-01-23T05:04:34.811" v="1745" actId="14100"/>
          <ac:picMkLst>
            <pc:docMk/>
            <pc:sldMk cId="194738743" sldId="445"/>
            <ac:picMk id="6" creationId="{65B2BEC3-64D8-DE3E-939E-9297346DDFE6}"/>
          </ac:picMkLst>
        </pc:picChg>
        <pc:picChg chg="add mod">
          <ac:chgData name="Chittaranjan Hens" userId="6fc03958433e8a43" providerId="LiveId" clId="{309794F8-99CF-4983-9CCF-D5B7BCCE1DF4}" dt="2023-01-23T05:04:29.716" v="1743" actId="14100"/>
          <ac:picMkLst>
            <pc:docMk/>
            <pc:sldMk cId="194738743" sldId="445"/>
            <ac:picMk id="11" creationId="{01765F75-1074-9A5C-6EF1-2BFC20E13BD1}"/>
          </ac:picMkLst>
        </pc:picChg>
      </pc:sldChg>
      <pc:sldChg chg="addSp delSp modSp add mod delAnim modAnim">
        <pc:chgData name="Chittaranjan Hens" userId="6fc03958433e8a43" providerId="LiveId" clId="{309794F8-99CF-4983-9CCF-D5B7BCCE1DF4}" dt="2023-01-23T18:30:14.162" v="1935" actId="27636"/>
        <pc:sldMkLst>
          <pc:docMk/>
          <pc:sldMk cId="3706076406" sldId="446"/>
        </pc:sldMkLst>
        <pc:spChg chg="del">
          <ac:chgData name="Chittaranjan Hens" userId="6fc03958433e8a43" providerId="LiveId" clId="{309794F8-99CF-4983-9CCF-D5B7BCCE1DF4}" dt="2023-01-23T18:28:37.956" v="1836" actId="478"/>
          <ac:spMkLst>
            <pc:docMk/>
            <pc:sldMk cId="3706076406" sldId="446"/>
            <ac:spMk id="4" creationId="{509EDF53-2A6F-370D-4177-252FA47156D5}"/>
          </ac:spMkLst>
        </pc:spChg>
        <pc:spChg chg="del">
          <ac:chgData name="Chittaranjan Hens" userId="6fc03958433e8a43" providerId="LiveId" clId="{309794F8-99CF-4983-9CCF-D5B7BCCE1DF4}" dt="2023-01-23T18:28:41.290" v="1837" actId="478"/>
          <ac:spMkLst>
            <pc:docMk/>
            <pc:sldMk cId="3706076406" sldId="446"/>
            <ac:spMk id="5" creationId="{70F93DD1-73CB-13C5-795B-91ED80C25BC1}"/>
          </ac:spMkLst>
        </pc:spChg>
        <pc:spChg chg="add del mod">
          <ac:chgData name="Chittaranjan Hens" userId="6fc03958433e8a43" providerId="LiveId" clId="{309794F8-99CF-4983-9CCF-D5B7BCCE1DF4}" dt="2023-01-23T18:28:25.024" v="1832" actId="478"/>
          <ac:spMkLst>
            <pc:docMk/>
            <pc:sldMk cId="3706076406" sldId="446"/>
            <ac:spMk id="6" creationId="{E5FAD1DB-0555-B443-A553-B80A62933DE2}"/>
          </ac:spMkLst>
        </pc:spChg>
        <pc:spChg chg="mod">
          <ac:chgData name="Chittaranjan Hens" userId="6fc03958433e8a43" providerId="LiveId" clId="{309794F8-99CF-4983-9CCF-D5B7BCCE1DF4}" dt="2023-01-23T18:30:14.162" v="1935" actId="27636"/>
          <ac:spMkLst>
            <pc:docMk/>
            <pc:sldMk cId="3706076406" sldId="446"/>
            <ac:spMk id="1029" creationId="{A67599F7-9947-F9D4-F831-F9EB1C23D5E7}"/>
          </ac:spMkLst>
        </pc:spChg>
        <pc:spChg chg="del">
          <ac:chgData name="Chittaranjan Hens" userId="6fc03958433e8a43" providerId="LiveId" clId="{309794F8-99CF-4983-9CCF-D5B7BCCE1DF4}" dt="2023-01-23T18:28:20.602" v="1831" actId="478"/>
          <ac:spMkLst>
            <pc:docMk/>
            <pc:sldMk cId="3706076406" sldId="446"/>
            <ac:spMk id="1030" creationId="{8AE9DB68-BDD4-AB03-6C46-1CCD2A5C1B3B}"/>
          </ac:spMkLst>
        </pc:spChg>
        <pc:graphicFrameChg chg="del">
          <ac:chgData name="Chittaranjan Hens" userId="6fc03958433e8a43" providerId="LiveId" clId="{309794F8-99CF-4983-9CCF-D5B7BCCE1DF4}" dt="2023-01-23T18:28:28.812" v="1833" actId="478"/>
          <ac:graphicFrameMkLst>
            <pc:docMk/>
            <pc:sldMk cId="3706076406" sldId="446"/>
            <ac:graphicFrameMk id="1026" creationId="{5418349B-6CCD-27A2-7132-83A9C88B04A6}"/>
          </ac:graphicFrameMkLst>
        </pc:graphicFrameChg>
        <pc:graphicFrameChg chg="del">
          <ac:chgData name="Chittaranjan Hens" userId="6fc03958433e8a43" providerId="LiveId" clId="{309794F8-99CF-4983-9CCF-D5B7BCCE1DF4}" dt="2023-01-23T18:28:28.812" v="1833" actId="478"/>
          <ac:graphicFrameMkLst>
            <pc:docMk/>
            <pc:sldMk cId="3706076406" sldId="446"/>
            <ac:graphicFrameMk id="1027" creationId="{6A7098A6-7D30-FD95-E02B-CD1703C8C8D4}"/>
          </ac:graphicFrameMkLst>
        </pc:graphicFrameChg>
        <pc:picChg chg="del">
          <ac:chgData name="Chittaranjan Hens" userId="6fc03958433e8a43" providerId="LiveId" clId="{309794F8-99CF-4983-9CCF-D5B7BCCE1DF4}" dt="2023-01-23T18:28:28.812" v="1833" actId="478"/>
          <ac:picMkLst>
            <pc:docMk/>
            <pc:sldMk cId="3706076406" sldId="446"/>
            <ac:picMk id="1031" creationId="{382499D9-1593-A322-4081-FA147775E1AB}"/>
          </ac:picMkLst>
        </pc:picChg>
      </pc:sldChg>
      <pc:sldChg chg="addSp delSp modSp add mod">
        <pc:chgData name="Chittaranjan Hens" userId="6fc03958433e8a43" providerId="LiveId" clId="{309794F8-99CF-4983-9CCF-D5B7BCCE1DF4}" dt="2023-01-25T08:49:25.018" v="2943" actId="27636"/>
        <pc:sldMkLst>
          <pc:docMk/>
          <pc:sldMk cId="281728120" sldId="447"/>
        </pc:sldMkLst>
        <pc:spChg chg="add mod">
          <ac:chgData name="Chittaranjan Hens" userId="6fc03958433e8a43" providerId="LiveId" clId="{309794F8-99CF-4983-9CCF-D5B7BCCE1DF4}" dt="2023-01-25T08:49:25.001" v="2942" actId="27636"/>
          <ac:spMkLst>
            <pc:docMk/>
            <pc:sldMk cId="281728120" sldId="447"/>
            <ac:spMk id="2050" creationId="{96ADE85E-0748-1816-5CF7-4F7843F31518}"/>
          </ac:spMkLst>
        </pc:spChg>
        <pc:spChg chg="add mod">
          <ac:chgData name="Chittaranjan Hens" userId="6fc03958433e8a43" providerId="LiveId" clId="{309794F8-99CF-4983-9CCF-D5B7BCCE1DF4}" dt="2023-01-25T08:49:25.018" v="2943" actId="27636"/>
          <ac:spMkLst>
            <pc:docMk/>
            <pc:sldMk cId="281728120" sldId="447"/>
            <ac:spMk id="2051" creationId="{5FF9E483-8207-0E2C-95EA-7565DADFD9CC}"/>
          </ac:spMkLst>
        </pc:spChg>
        <pc:spChg chg="add mod">
          <ac:chgData name="Chittaranjan Hens" userId="6fc03958433e8a43" providerId="LiveId" clId="{309794F8-99CF-4983-9CCF-D5B7BCCE1DF4}" dt="2023-01-25T08:49:24.844" v="2941" actId="27636"/>
          <ac:spMkLst>
            <pc:docMk/>
            <pc:sldMk cId="281728120" sldId="447"/>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281728120" sldId="447"/>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281728120" sldId="447"/>
            <ac:graphicFrameMk id="9" creationId="{23C1834E-DA7D-32BE-1701-7642BD9025F6}"/>
          </ac:graphicFrameMkLst>
        </pc:graphicFrameChg>
      </pc:sldChg>
      <pc:sldChg chg="addSp delSp modSp add mod">
        <pc:chgData name="Chittaranjan Hens" userId="6fc03958433e8a43" providerId="LiveId" clId="{309794F8-99CF-4983-9CCF-D5B7BCCE1DF4}" dt="2023-01-25T08:49:25.367" v="2946" actId="27636"/>
        <pc:sldMkLst>
          <pc:docMk/>
          <pc:sldMk cId="1301453285" sldId="448"/>
        </pc:sldMkLst>
        <pc:spChg chg="add mod">
          <ac:chgData name="Chittaranjan Hens" userId="6fc03958433e8a43" providerId="LiveId" clId="{309794F8-99CF-4983-9CCF-D5B7BCCE1DF4}" dt="2023-01-25T08:49:25.197" v="2944" actId="27636"/>
          <ac:spMkLst>
            <pc:docMk/>
            <pc:sldMk cId="1301453285" sldId="448"/>
            <ac:spMk id="2050" creationId="{96ADE85E-0748-1816-5CF7-4F7843F31518}"/>
          </ac:spMkLst>
        </pc:spChg>
        <pc:spChg chg="add mod">
          <ac:chgData name="Chittaranjan Hens" userId="6fc03958433e8a43" providerId="LiveId" clId="{309794F8-99CF-4983-9CCF-D5B7BCCE1DF4}" dt="2023-01-25T08:49:25.216" v="2945" actId="27636"/>
          <ac:spMkLst>
            <pc:docMk/>
            <pc:sldMk cId="1301453285" sldId="448"/>
            <ac:spMk id="2051" creationId="{5FF9E483-8207-0E2C-95EA-7565DADFD9CC}"/>
          </ac:spMkLst>
        </pc:spChg>
        <pc:spChg chg="add mod">
          <ac:chgData name="Chittaranjan Hens" userId="6fc03958433e8a43" providerId="LiveId" clId="{309794F8-99CF-4983-9CCF-D5B7BCCE1DF4}" dt="2023-01-25T08:49:25.367" v="2946" actId="27636"/>
          <ac:spMkLst>
            <pc:docMk/>
            <pc:sldMk cId="1301453285" sldId="448"/>
            <ac:spMk id="2052" creationId="{23C1834E-DA7D-32BE-1701-7642BD9025F6}"/>
          </ac:spMkLst>
        </pc:spChg>
        <pc:graphicFrameChg chg="del mod replId">
          <ac:chgData name="Chittaranjan Hens" userId="6fc03958433e8a43" providerId="LiveId" clId="{309794F8-99CF-4983-9CCF-D5B7BCCE1DF4}" dt="2023-01-25T08:49:24.253" v="2938"/>
          <ac:graphicFrameMkLst>
            <pc:docMk/>
            <pc:sldMk cId="1301453285" sldId="448"/>
            <ac:graphicFrameMk id="3"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7"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301453285" sldId="448"/>
            <ac:graphicFrameMk id="9" creationId="{23C1834E-DA7D-32BE-1701-7642BD9025F6}"/>
          </ac:graphicFrameMkLst>
        </pc:graphicFrameChg>
      </pc:sldChg>
      <pc:sldChg chg="addSp delSp modSp add mod">
        <pc:chgData name="Chittaranjan Hens" userId="6fc03958433e8a43" providerId="LiveId" clId="{309794F8-99CF-4983-9CCF-D5B7BCCE1DF4}" dt="2023-01-25T08:49:25.903" v="2951" actId="27636"/>
        <pc:sldMkLst>
          <pc:docMk/>
          <pc:sldMk cId="1466892033" sldId="449"/>
        </pc:sldMkLst>
        <pc:spChg chg="add mod">
          <ac:chgData name="Chittaranjan Hens" userId="6fc03958433e8a43" providerId="LiveId" clId="{309794F8-99CF-4983-9CCF-D5B7BCCE1DF4}" dt="2023-01-25T08:49:25.903" v="2951" actId="27636"/>
          <ac:spMkLst>
            <pc:docMk/>
            <pc:sldMk cId="1466892033" sldId="449"/>
            <ac:spMk id="6" creationId="{91388E02-63D6-7B84-8208-8074F629F4D5}"/>
          </ac:spMkLst>
        </pc:spChg>
        <pc:spChg chg="add mod">
          <ac:chgData name="Chittaranjan Hens" userId="6fc03958433e8a43" providerId="LiveId" clId="{309794F8-99CF-4983-9CCF-D5B7BCCE1DF4}" dt="2023-01-25T08:49:25.883" v="2950" actId="27636"/>
          <ac:spMkLst>
            <pc:docMk/>
            <pc:sldMk cId="1466892033" sldId="449"/>
            <ac:spMk id="2050" creationId="{96ADE85E-0748-1816-5CF7-4F7843F31518}"/>
          </ac:spMkLst>
        </pc:spChg>
        <pc:spChg chg="add mod">
          <ac:chgData name="Chittaranjan Hens" userId="6fc03958433e8a43" providerId="LiveId" clId="{309794F8-99CF-4983-9CCF-D5B7BCCE1DF4}" dt="2023-01-25T08:49:25.407" v="2947" actId="27636"/>
          <ac:spMkLst>
            <pc:docMk/>
            <pc:sldMk cId="1466892033" sldId="449"/>
            <ac:spMk id="2051" creationId="{5FF9E483-8207-0E2C-95EA-7565DADFD9CC}"/>
          </ac:spMkLst>
        </pc:spChg>
        <pc:spChg chg="add mod">
          <ac:chgData name="Chittaranjan Hens" userId="6fc03958433e8a43" providerId="LiveId" clId="{309794F8-99CF-4983-9CCF-D5B7BCCE1DF4}" dt="2023-01-25T08:49:25.737" v="2949" actId="27636"/>
          <ac:spMkLst>
            <pc:docMk/>
            <pc:sldMk cId="1466892033" sldId="449"/>
            <ac:spMk id="2052" creationId="{23C1834E-DA7D-32BE-1701-7642BD9025F6}"/>
          </ac:spMkLst>
        </pc:spChg>
        <pc:spChg chg="add mod">
          <ac:chgData name="Chittaranjan Hens" userId="6fc03958433e8a43" providerId="LiveId" clId="{309794F8-99CF-4983-9CCF-D5B7BCCE1DF4}" dt="2023-01-25T08:49:25.589" v="2948" actId="27636"/>
          <ac:spMkLst>
            <pc:docMk/>
            <pc:sldMk cId="1466892033" sldId="449"/>
            <ac:spMk id="2054" creationId="{E0478526-C213-C130-851D-DBC6BCF86A93}"/>
          </ac:spMkLst>
        </pc:spChg>
        <pc:graphicFrameChg chg="del mod replId">
          <ac:chgData name="Chittaranjan Hens" userId="6fc03958433e8a43" providerId="LiveId" clId="{309794F8-99CF-4983-9CCF-D5B7BCCE1DF4}" dt="2023-01-25T08:49:24.253" v="2938"/>
          <ac:graphicFrameMkLst>
            <pc:docMk/>
            <pc:sldMk cId="1466892033" sldId="449"/>
            <ac:graphicFrameMk id="4" creationId="{96ADE85E-0748-1816-5CF7-4F7843F31518}"/>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8" creationId="{5FF9E483-8207-0E2C-95EA-7565DADFD9CC}"/>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0" creationId="{23C1834E-DA7D-32BE-1701-7642BD9025F6}"/>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2" creationId="{E0478526-C213-C130-851D-DBC6BCF86A93}"/>
          </ac:graphicFrameMkLst>
        </pc:graphicFrameChg>
        <pc:graphicFrameChg chg="del mod replId">
          <ac:chgData name="Chittaranjan Hens" userId="6fc03958433e8a43" providerId="LiveId" clId="{309794F8-99CF-4983-9CCF-D5B7BCCE1DF4}" dt="2023-01-25T08:49:24.253" v="2938"/>
          <ac:graphicFrameMkLst>
            <pc:docMk/>
            <pc:sldMk cId="1466892033" sldId="449"/>
            <ac:graphicFrameMk id="14" creationId="{91388E02-63D6-7B84-8208-8074F629F4D5}"/>
          </ac:graphicFrameMkLst>
        </pc:graphicFrameChg>
      </pc:sldChg>
      <pc:sldChg chg="add">
        <pc:chgData name="Chittaranjan Hens" userId="6fc03958433e8a43" providerId="LiveId" clId="{309794F8-99CF-4983-9CCF-D5B7BCCE1DF4}" dt="2023-01-23T05:29:28.921" v="1746"/>
        <pc:sldMkLst>
          <pc:docMk/>
          <pc:sldMk cId="662479611" sldId="450"/>
        </pc:sldMkLst>
      </pc:sldChg>
      <pc:sldChg chg="addSp delSp modSp add mod">
        <pc:chgData name="Chittaranjan Hens" userId="6fc03958433e8a43" providerId="LiveId" clId="{309794F8-99CF-4983-9CCF-D5B7BCCE1DF4}" dt="2023-01-25T08:49:26.031" v="2954" actId="27636"/>
        <pc:sldMkLst>
          <pc:docMk/>
          <pc:sldMk cId="3631773866" sldId="451"/>
        </pc:sldMkLst>
        <pc:spChg chg="add mod">
          <ac:chgData name="Chittaranjan Hens" userId="6fc03958433e8a43" providerId="LiveId" clId="{309794F8-99CF-4983-9CCF-D5B7BCCE1DF4}" dt="2023-01-25T08:49:26.031" v="2954" actId="27636"/>
          <ac:spMkLst>
            <pc:docMk/>
            <pc:sldMk cId="3631773866" sldId="451"/>
            <ac:spMk id="3074" creationId="{A7669175-8EC2-3A8D-35B3-533DDCAC65B5}"/>
          </ac:spMkLst>
        </pc:spChg>
        <pc:spChg chg="add mod">
          <ac:chgData name="Chittaranjan Hens" userId="6fc03958433e8a43" providerId="LiveId" clId="{309794F8-99CF-4983-9CCF-D5B7BCCE1DF4}" dt="2023-01-25T08:49:26.014" v="2953" actId="27636"/>
          <ac:spMkLst>
            <pc:docMk/>
            <pc:sldMk cId="3631773866" sldId="451"/>
            <ac:spMk id="3075" creationId="{8AF2FD4F-87E4-180A-928C-B7C314EC769C}"/>
          </ac:spMkLst>
        </pc:spChg>
        <pc:spChg chg="add mod">
          <ac:chgData name="Chittaranjan Hens" userId="6fc03958433e8a43" providerId="LiveId" clId="{309794F8-99CF-4983-9CCF-D5B7BCCE1DF4}" dt="2023-01-25T08:49:25.973" v="2952" actId="27636"/>
          <ac:spMkLst>
            <pc:docMk/>
            <pc:sldMk cId="3631773866" sldId="451"/>
            <ac:spMk id="3076" creationId="{06C0BC18-B09F-29DE-0611-E3FA07C0D6BC}"/>
          </ac:spMkLst>
        </pc:spChg>
        <pc:graphicFrameChg chg="del mod replId">
          <ac:chgData name="Chittaranjan Hens" userId="6fc03958433e8a43" providerId="LiveId" clId="{309794F8-99CF-4983-9CCF-D5B7BCCE1DF4}" dt="2023-01-25T08:49:24.253" v="2938"/>
          <ac:graphicFrameMkLst>
            <pc:docMk/>
            <pc:sldMk cId="3631773866" sldId="451"/>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3631773866" sldId="451"/>
            <ac:graphicFrameMk id="8" creationId="{06C0BC18-B09F-29DE-0611-E3FA07C0D6BC}"/>
          </ac:graphicFrameMkLst>
        </pc:graphicFrameChg>
      </pc:sldChg>
      <pc:sldChg chg="addSp delSp modSp add mod">
        <pc:chgData name="Chittaranjan Hens" userId="6fc03958433e8a43" providerId="LiveId" clId="{309794F8-99CF-4983-9CCF-D5B7BCCE1DF4}" dt="2023-01-25T08:49:26.153" v="2958" actId="27636"/>
        <pc:sldMkLst>
          <pc:docMk/>
          <pc:sldMk cId="1198420360" sldId="452"/>
        </pc:sldMkLst>
        <pc:spChg chg="add mod">
          <ac:chgData name="Chittaranjan Hens" userId="6fc03958433e8a43" providerId="LiveId" clId="{309794F8-99CF-4983-9CCF-D5B7BCCE1DF4}" dt="2023-01-25T08:49:26.153" v="2958" actId="27636"/>
          <ac:spMkLst>
            <pc:docMk/>
            <pc:sldMk cId="1198420360" sldId="452"/>
            <ac:spMk id="3074" creationId="{A7669175-8EC2-3A8D-35B3-533DDCAC65B5}"/>
          </ac:spMkLst>
        </pc:spChg>
        <pc:spChg chg="add mod">
          <ac:chgData name="Chittaranjan Hens" userId="6fc03958433e8a43" providerId="LiveId" clId="{309794F8-99CF-4983-9CCF-D5B7BCCE1DF4}" dt="2023-01-25T08:49:26.088" v="2955" actId="27636"/>
          <ac:spMkLst>
            <pc:docMk/>
            <pc:sldMk cId="1198420360" sldId="452"/>
            <ac:spMk id="3075" creationId="{8AF2FD4F-87E4-180A-928C-B7C314EC769C}"/>
          </ac:spMkLst>
        </pc:spChg>
        <pc:spChg chg="add mod">
          <ac:chgData name="Chittaranjan Hens" userId="6fc03958433e8a43" providerId="LiveId" clId="{309794F8-99CF-4983-9CCF-D5B7BCCE1DF4}" dt="2023-01-25T08:49:26.136" v="2957" actId="27636"/>
          <ac:spMkLst>
            <pc:docMk/>
            <pc:sldMk cId="1198420360" sldId="452"/>
            <ac:spMk id="3076" creationId="{06C0BC18-B09F-29DE-0611-E3FA07C0D6BC}"/>
          </ac:spMkLst>
        </pc:spChg>
        <pc:spChg chg="add mod">
          <ac:chgData name="Chittaranjan Hens" userId="6fc03958433e8a43" providerId="LiveId" clId="{309794F8-99CF-4983-9CCF-D5B7BCCE1DF4}" dt="2023-01-25T08:49:26.117" v="2956" actId="27636"/>
          <ac:spMkLst>
            <pc:docMk/>
            <pc:sldMk cId="1198420360" sldId="452"/>
            <ac:spMk id="3077" creationId="{F45F5AB0-C5F6-E407-76A6-F61995337068}"/>
          </ac:spMkLst>
        </pc:spChg>
        <pc:graphicFrameChg chg="del mod replId">
          <ac:chgData name="Chittaranjan Hens" userId="6fc03958433e8a43" providerId="LiveId" clId="{309794F8-99CF-4983-9CCF-D5B7BCCE1DF4}" dt="2023-01-25T08:49:24.253" v="2938"/>
          <ac:graphicFrameMkLst>
            <pc:docMk/>
            <pc:sldMk cId="1198420360" sldId="452"/>
            <ac:graphicFrameMk id="2" creationId="{A7669175-8EC2-3A8D-35B3-533DDCAC65B5}"/>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6" creationId="{8AF2FD4F-87E4-180A-928C-B7C314EC769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8" creationId="{06C0BC18-B09F-29DE-0611-E3FA07C0D6BC}"/>
          </ac:graphicFrameMkLst>
        </pc:graphicFrameChg>
        <pc:graphicFrameChg chg="del mod replId">
          <ac:chgData name="Chittaranjan Hens" userId="6fc03958433e8a43" providerId="LiveId" clId="{309794F8-99CF-4983-9CCF-D5B7BCCE1DF4}" dt="2023-01-25T08:49:24.253" v="2938"/>
          <ac:graphicFrameMkLst>
            <pc:docMk/>
            <pc:sldMk cId="1198420360" sldId="452"/>
            <ac:graphicFrameMk id="10" creationId="{F45F5AB0-C5F6-E407-76A6-F61995337068}"/>
          </ac:graphicFrameMkLst>
        </pc:graphicFrameChg>
      </pc:sldChg>
      <pc:sldChg chg="addSp delSp modSp add del mod setBg">
        <pc:chgData name="Chittaranjan Hens" userId="6fc03958433e8a43" providerId="LiveId" clId="{309794F8-99CF-4983-9CCF-D5B7BCCE1DF4}" dt="2023-01-24T19:48:18.757" v="2185" actId="2696"/>
        <pc:sldMkLst>
          <pc:docMk/>
          <pc:sldMk cId="1390366278" sldId="453"/>
        </pc:sldMkLst>
        <pc:spChg chg="add mod ord">
          <ac:chgData name="Chittaranjan Hens" userId="6fc03958433e8a43" providerId="LiveId" clId="{309794F8-99CF-4983-9CCF-D5B7BCCE1DF4}" dt="2023-01-23T18:25:35.781" v="1810" actId="20577"/>
          <ac:spMkLst>
            <pc:docMk/>
            <pc:sldMk cId="1390366278" sldId="453"/>
            <ac:spMk id="3" creationId="{B1B63EEA-3814-D2E4-8D74-017D82834591}"/>
          </ac:spMkLst>
        </pc:spChg>
        <pc:spChg chg="add del">
          <ac:chgData name="Chittaranjan Hens" userId="6fc03958433e8a43" providerId="LiveId" clId="{309794F8-99CF-4983-9CCF-D5B7BCCE1DF4}" dt="2023-01-23T18:24:04.616" v="1778" actId="26606"/>
          <ac:spMkLst>
            <pc:docMk/>
            <pc:sldMk cId="1390366278" sldId="453"/>
            <ac:spMk id="10" creationId="{23D09407-53BC-485E-B4CE-BC5E4FC4B25B}"/>
          </ac:spMkLst>
        </pc:spChg>
        <pc:spChg chg="add del">
          <ac:chgData name="Chittaranjan Hens" userId="6fc03958433e8a43" providerId="LiveId" clId="{309794F8-99CF-4983-9CCF-D5B7BCCE1DF4}" dt="2023-01-23T18:24:04.616" v="1778" actId="26606"/>
          <ac:spMkLst>
            <pc:docMk/>
            <pc:sldMk cId="1390366278" sldId="453"/>
            <ac:spMk id="12" creationId="{921DB988-49FC-4608-B0A2-E2F3A4019041}"/>
          </ac:spMkLst>
        </pc:spChg>
        <pc:spChg chg="add del">
          <ac:chgData name="Chittaranjan Hens" userId="6fc03958433e8a43" providerId="LiveId" clId="{309794F8-99CF-4983-9CCF-D5B7BCCE1DF4}" dt="2023-01-23T18:24:52.561" v="1795" actId="26606"/>
          <ac:spMkLst>
            <pc:docMk/>
            <pc:sldMk cId="1390366278" sldId="453"/>
            <ac:spMk id="16" creationId="{A7009A0A-BEF5-4EAC-AF15-E4F9F002E239}"/>
          </ac:spMkLst>
        </pc:spChg>
        <pc:spChg chg="add del">
          <ac:chgData name="Chittaranjan Hens" userId="6fc03958433e8a43" providerId="LiveId" clId="{309794F8-99CF-4983-9CCF-D5B7BCCE1DF4}" dt="2023-01-23T18:24:11.465" v="1780" actId="26606"/>
          <ac:spMkLst>
            <pc:docMk/>
            <pc:sldMk cId="1390366278" sldId="453"/>
            <ac:spMk id="26" creationId="{A4AC5506-6312-4701-8D3C-40187889A947}"/>
          </ac:spMkLst>
        </pc:spChg>
        <pc:spChg chg="add del">
          <ac:chgData name="Chittaranjan Hens" userId="6fc03958433e8a43" providerId="LiveId" clId="{309794F8-99CF-4983-9CCF-D5B7BCCE1DF4}" dt="2023-01-23T18:24:17.639" v="1782" actId="26606"/>
          <ac:spMkLst>
            <pc:docMk/>
            <pc:sldMk cId="1390366278" sldId="453"/>
            <ac:spMk id="28" creationId="{BCED4D40-4B67-4331-AC48-79B82B4A47D8}"/>
          </ac:spMkLst>
        </pc:spChg>
        <pc:spChg chg="add del">
          <ac:chgData name="Chittaranjan Hens" userId="6fc03958433e8a43" providerId="LiveId" clId="{309794F8-99CF-4983-9CCF-D5B7BCCE1DF4}" dt="2023-01-23T18:24:17.639" v="1782" actId="26606"/>
          <ac:spMkLst>
            <pc:docMk/>
            <pc:sldMk cId="1390366278" sldId="453"/>
            <ac:spMk id="29" creationId="{670CEDEF-4F34-412E-84EE-329C1E936AF5}"/>
          </ac:spMkLst>
        </pc:spChg>
        <pc:spChg chg="add del">
          <ac:chgData name="Chittaranjan Hens" userId="6fc03958433e8a43" providerId="LiveId" clId="{309794F8-99CF-4983-9CCF-D5B7BCCE1DF4}" dt="2023-01-23T18:24:20.249" v="1784" actId="26606"/>
          <ac:spMkLst>
            <pc:docMk/>
            <pc:sldMk cId="1390366278" sldId="453"/>
            <ac:spMk id="31" creationId="{EB270761-CC40-4F3F-A916-7E3BC3989348}"/>
          </ac:spMkLst>
        </pc:spChg>
        <pc:spChg chg="add del">
          <ac:chgData name="Chittaranjan Hens" userId="6fc03958433e8a43" providerId="LiveId" clId="{309794F8-99CF-4983-9CCF-D5B7BCCE1DF4}" dt="2023-01-23T18:24:20.249" v="1784" actId="26606"/>
          <ac:spMkLst>
            <pc:docMk/>
            <pc:sldMk cId="1390366278" sldId="453"/>
            <ac:spMk id="32" creationId="{A2555B16-BE1D-4C33-A27C-FF0671B6C94C}"/>
          </ac:spMkLst>
        </pc:spChg>
        <pc:spChg chg="add del">
          <ac:chgData name="Chittaranjan Hens" userId="6fc03958433e8a43" providerId="LiveId" clId="{309794F8-99CF-4983-9CCF-D5B7BCCE1DF4}" dt="2023-01-23T18:24:21.415" v="1786" actId="26606"/>
          <ac:spMkLst>
            <pc:docMk/>
            <pc:sldMk cId="1390366278" sldId="453"/>
            <ac:spMk id="34" creationId="{19D32F93-50AC-4C46-A5DB-291C60DDB7BD}"/>
          </ac:spMkLst>
        </pc:spChg>
        <pc:spChg chg="add del">
          <ac:chgData name="Chittaranjan Hens" userId="6fc03958433e8a43" providerId="LiveId" clId="{309794F8-99CF-4983-9CCF-D5B7BCCE1DF4}" dt="2023-01-23T18:24:21.415" v="1786" actId="26606"/>
          <ac:spMkLst>
            <pc:docMk/>
            <pc:sldMk cId="1390366278" sldId="453"/>
            <ac:spMk id="35" creationId="{827DC2C4-B485-428A-BF4A-472D2967F47F}"/>
          </ac:spMkLst>
        </pc:spChg>
        <pc:spChg chg="add del">
          <ac:chgData name="Chittaranjan Hens" userId="6fc03958433e8a43" providerId="LiveId" clId="{309794F8-99CF-4983-9CCF-D5B7BCCE1DF4}" dt="2023-01-23T18:24:21.415" v="1786" actId="26606"/>
          <ac:spMkLst>
            <pc:docMk/>
            <pc:sldMk cId="1390366278" sldId="453"/>
            <ac:spMk id="36" creationId="{EE04B5EB-F158-4507-90DD-BD23620C7CC9}"/>
          </ac:spMkLst>
        </pc:spChg>
        <pc:spChg chg="add del">
          <ac:chgData name="Chittaranjan Hens" userId="6fc03958433e8a43" providerId="LiveId" clId="{309794F8-99CF-4983-9CCF-D5B7BCCE1DF4}" dt="2023-01-23T18:24:22.425" v="1788" actId="26606"/>
          <ac:spMkLst>
            <pc:docMk/>
            <pc:sldMk cId="1390366278" sldId="453"/>
            <ac:spMk id="38" creationId="{53F29798-D584-4792-9B62-3F5F5C36D619}"/>
          </ac:spMkLst>
        </pc:spChg>
        <pc:spChg chg="add del">
          <ac:chgData name="Chittaranjan Hens" userId="6fc03958433e8a43" providerId="LiveId" clId="{309794F8-99CF-4983-9CCF-D5B7BCCE1DF4}" dt="2023-01-23T18:24:32.233" v="1790" actId="26606"/>
          <ac:spMkLst>
            <pc:docMk/>
            <pc:sldMk cId="1390366278" sldId="453"/>
            <ac:spMk id="40" creationId="{BCED4D40-4B67-4331-AC48-79B82B4A47D8}"/>
          </ac:spMkLst>
        </pc:spChg>
        <pc:spChg chg="add del">
          <ac:chgData name="Chittaranjan Hens" userId="6fc03958433e8a43" providerId="LiveId" clId="{309794F8-99CF-4983-9CCF-D5B7BCCE1DF4}" dt="2023-01-23T18:24:32.233" v="1790" actId="26606"/>
          <ac:spMkLst>
            <pc:docMk/>
            <pc:sldMk cId="1390366278" sldId="453"/>
            <ac:spMk id="41" creationId="{670CEDEF-4F34-412E-84EE-329C1E936AF5}"/>
          </ac:spMkLst>
        </pc:spChg>
        <pc:spChg chg="add del">
          <ac:chgData name="Chittaranjan Hens" userId="6fc03958433e8a43" providerId="LiveId" clId="{309794F8-99CF-4983-9CCF-D5B7BCCE1DF4}" dt="2023-01-23T18:24:52.561" v="1795" actId="26606"/>
          <ac:spMkLst>
            <pc:docMk/>
            <pc:sldMk cId="1390366278" sldId="453"/>
            <ac:spMk id="43" creationId="{A8384FB5-9ADC-4DDC-881B-597D56F5B15D}"/>
          </ac:spMkLst>
        </pc:spChg>
        <pc:spChg chg="add del">
          <ac:chgData name="Chittaranjan Hens" userId="6fc03958433e8a43" providerId="LiveId" clId="{309794F8-99CF-4983-9CCF-D5B7BCCE1DF4}" dt="2023-01-23T18:24:52.561" v="1795" actId="26606"/>
          <ac:spMkLst>
            <pc:docMk/>
            <pc:sldMk cId="1390366278" sldId="453"/>
            <ac:spMk id="44" creationId="{1199E1B1-A8C0-4FE8-A5A8-1CB41D69F857}"/>
          </ac:spMkLst>
        </pc:spChg>
        <pc:spChg chg="add del">
          <ac:chgData name="Chittaranjan Hens" userId="6fc03958433e8a43" providerId="LiveId" clId="{309794F8-99CF-4983-9CCF-D5B7BCCE1DF4}" dt="2023-01-23T18:24:52.561" v="1795" actId="26606"/>
          <ac:spMkLst>
            <pc:docMk/>
            <pc:sldMk cId="1390366278" sldId="453"/>
            <ac:spMk id="45" creationId="{84A8DE83-DE75-4B41-9DB4-A7EC0B0DEC0B}"/>
          </ac:spMkLst>
        </pc:spChg>
        <pc:spChg chg="add del">
          <ac:chgData name="Chittaranjan Hens" userId="6fc03958433e8a43" providerId="LiveId" clId="{309794F8-99CF-4983-9CCF-D5B7BCCE1DF4}" dt="2023-01-23T18:24:52.558" v="1794" actId="26606"/>
          <ac:spMkLst>
            <pc:docMk/>
            <pc:sldMk cId="1390366278" sldId="453"/>
            <ac:spMk id="52" creationId="{7F57BEA8-497D-4AA8-8A18-BDCD696B25FE}"/>
          </ac:spMkLst>
        </pc:spChg>
        <pc:spChg chg="add">
          <ac:chgData name="Chittaranjan Hens" userId="6fc03958433e8a43" providerId="LiveId" clId="{309794F8-99CF-4983-9CCF-D5B7BCCE1DF4}" dt="2023-01-23T18:24:52.561" v="1795" actId="26606"/>
          <ac:spMkLst>
            <pc:docMk/>
            <pc:sldMk cId="1390366278" sldId="453"/>
            <ac:spMk id="58" creationId="{C59AB4C8-9178-4F7A-8404-6890510B5917}"/>
          </ac:spMkLst>
        </pc:spChg>
        <pc:spChg chg="add">
          <ac:chgData name="Chittaranjan Hens" userId="6fc03958433e8a43" providerId="LiveId" clId="{309794F8-99CF-4983-9CCF-D5B7BCCE1DF4}" dt="2023-01-23T18:24:52.561" v="1795" actId="26606"/>
          <ac:spMkLst>
            <pc:docMk/>
            <pc:sldMk cId="1390366278" sldId="453"/>
            <ac:spMk id="59" creationId="{4CFDFB37-4BC7-42C6-915D-A6609139BFE7}"/>
          </ac:spMkLst>
        </pc:spChg>
        <pc:grpChg chg="add del">
          <ac:chgData name="Chittaranjan Hens" userId="6fc03958433e8a43" providerId="LiveId" clId="{309794F8-99CF-4983-9CCF-D5B7BCCE1DF4}" dt="2023-01-23T18:24:04.616" v="1778" actId="26606"/>
          <ac:grpSpMkLst>
            <pc:docMk/>
            <pc:sldMk cId="1390366278" sldId="453"/>
            <ac:grpSpMk id="14" creationId="{E9B930FD-8671-4C4C-ADCF-73AC1D0CD417}"/>
          </ac:grpSpMkLst>
        </pc:grpChg>
        <pc:grpChg chg="add del">
          <ac:chgData name="Chittaranjan Hens" userId="6fc03958433e8a43" providerId="LiveId" clId="{309794F8-99CF-4983-9CCF-D5B7BCCE1DF4}" dt="2023-01-23T18:24:04.616" v="1778" actId="26606"/>
          <ac:grpSpMkLst>
            <pc:docMk/>
            <pc:sldMk cId="1390366278" sldId="453"/>
            <ac:grpSpMk id="20" creationId="{383C2651-AE0C-4AE4-8725-E2F9414FE219}"/>
          </ac:grpSpMkLst>
        </pc:grpChg>
        <pc:picChg chg="del">
          <ac:chgData name="Chittaranjan Hens" userId="6fc03958433e8a43" providerId="LiveId" clId="{309794F8-99CF-4983-9CCF-D5B7BCCE1DF4}" dt="2023-01-23T18:21:47.328" v="1752" actId="478"/>
          <ac:picMkLst>
            <pc:docMk/>
            <pc:sldMk cId="1390366278" sldId="453"/>
            <ac:picMk id="2" creationId="{38CD2287-8C54-F57C-3418-8C6DE339C9CC}"/>
          </ac:picMkLst>
        </pc:picChg>
        <pc:picChg chg="add mod">
          <ac:chgData name="Chittaranjan Hens" userId="6fc03958433e8a43" providerId="LiveId" clId="{309794F8-99CF-4983-9CCF-D5B7BCCE1DF4}" dt="2023-01-23T18:24:52.561" v="1795" actId="26606"/>
          <ac:picMkLst>
            <pc:docMk/>
            <pc:sldMk cId="1390366278" sldId="453"/>
            <ac:picMk id="5" creationId="{14D6F7EF-A5BA-F16D-8468-0A2EEB908589}"/>
          </ac:picMkLst>
        </pc:picChg>
        <pc:cxnChg chg="add del">
          <ac:chgData name="Chittaranjan Hens" userId="6fc03958433e8a43" providerId="LiveId" clId="{309794F8-99CF-4983-9CCF-D5B7BCCE1DF4}" dt="2023-01-23T18:24:52.558" v="1794" actId="26606"/>
          <ac:cxnSpMkLst>
            <pc:docMk/>
            <pc:sldMk cId="1390366278" sldId="453"/>
            <ac:cxnSpMk id="50" creationId="{D2E961F1-4A28-4A5F-BBD4-6E400E5E6C75}"/>
          </ac:cxnSpMkLst>
        </pc:cxnChg>
        <pc:cxnChg chg="add del">
          <ac:chgData name="Chittaranjan Hens" userId="6fc03958433e8a43" providerId="LiveId" clId="{309794F8-99CF-4983-9CCF-D5B7BCCE1DF4}" dt="2023-01-23T18:24:52.558" v="1794" actId="26606"/>
          <ac:cxnSpMkLst>
            <pc:docMk/>
            <pc:sldMk cId="1390366278" sldId="453"/>
            <ac:cxnSpMk id="54" creationId="{A82415D3-DDE5-4D63-8CB3-23A5EC581B27}"/>
          </ac:cxnSpMkLst>
        </pc:cxnChg>
        <pc:cxnChg chg="add del">
          <ac:chgData name="Chittaranjan Hens" userId="6fc03958433e8a43" providerId="LiveId" clId="{309794F8-99CF-4983-9CCF-D5B7BCCE1DF4}" dt="2023-01-23T18:24:52.558" v="1794" actId="26606"/>
          <ac:cxnSpMkLst>
            <pc:docMk/>
            <pc:sldMk cId="1390366278" sldId="453"/>
            <ac:cxnSpMk id="56" creationId="{AD7193FB-6AE6-4B3B-8F89-56B55DD63B4D}"/>
          </ac:cxnSpMkLst>
        </pc:cxnChg>
      </pc:sldChg>
      <pc:sldChg chg="addSp delSp modSp add mod setBg delDesignElem">
        <pc:chgData name="Chittaranjan Hens" userId="6fc03958433e8a43" providerId="LiveId" clId="{309794F8-99CF-4983-9CCF-D5B7BCCE1DF4}" dt="2023-01-24T19:56:17.886" v="2350" actId="207"/>
        <pc:sldMkLst>
          <pc:docMk/>
          <pc:sldMk cId="3928615934" sldId="453"/>
        </pc:sldMkLst>
        <pc:spChg chg="mod">
          <ac:chgData name="Chittaranjan Hens" userId="6fc03958433e8a43" providerId="LiveId" clId="{309794F8-99CF-4983-9CCF-D5B7BCCE1DF4}" dt="2023-01-24T19:56:17.886" v="2350" actId="207"/>
          <ac:spMkLst>
            <pc:docMk/>
            <pc:sldMk cId="3928615934" sldId="453"/>
            <ac:spMk id="3" creationId="{B1B63EEA-3814-D2E4-8D74-017D82834591}"/>
          </ac:spMkLst>
        </pc:spChg>
        <pc:spChg chg="add del">
          <ac:chgData name="Chittaranjan Hens" userId="6fc03958433e8a43" providerId="LiveId" clId="{309794F8-99CF-4983-9CCF-D5B7BCCE1DF4}" dt="2023-01-24T19:50:02.799" v="2203" actId="26606"/>
          <ac:spMkLst>
            <pc:docMk/>
            <pc:sldMk cId="3928615934" sldId="453"/>
            <ac:spMk id="10" creationId="{7316481C-0A49-4796-812B-0D64F063B720}"/>
          </ac:spMkLst>
        </pc:spChg>
        <pc:spChg chg="add del">
          <ac:chgData name="Chittaranjan Hens" userId="6fc03958433e8a43" providerId="LiveId" clId="{309794F8-99CF-4983-9CCF-D5B7BCCE1DF4}" dt="2023-01-24T19:50:02.799" v="2203" actId="26606"/>
          <ac:spMkLst>
            <pc:docMk/>
            <pc:sldMk cId="3928615934" sldId="453"/>
            <ac:spMk id="12" creationId="{A5271697-90F1-4A23-8EF2-0179F2EAFACB}"/>
          </ac:spMkLst>
        </pc:spChg>
        <pc:spChg chg="add del">
          <ac:chgData name="Chittaranjan Hens" userId="6fc03958433e8a43" providerId="LiveId" clId="{309794F8-99CF-4983-9CCF-D5B7BCCE1DF4}" dt="2023-01-24T19:50:02.799" v="2203" actId="26606"/>
          <ac:spMkLst>
            <pc:docMk/>
            <pc:sldMk cId="3928615934" sldId="453"/>
            <ac:spMk id="36" creationId="{D9F5512A-48E1-4C07-B75E-3CCC517B6804}"/>
          </ac:spMkLst>
        </pc:spChg>
        <pc:spChg chg="del">
          <ac:chgData name="Chittaranjan Hens" userId="6fc03958433e8a43" providerId="LiveId" clId="{309794F8-99CF-4983-9CCF-D5B7BCCE1DF4}" dt="2023-01-24T19:48:24.918" v="2188"/>
          <ac:spMkLst>
            <pc:docMk/>
            <pc:sldMk cId="3928615934" sldId="453"/>
            <ac:spMk id="58" creationId="{C59AB4C8-9178-4F7A-8404-6890510B5917}"/>
          </ac:spMkLst>
        </pc:spChg>
        <pc:spChg chg="del">
          <ac:chgData name="Chittaranjan Hens" userId="6fc03958433e8a43" providerId="LiveId" clId="{309794F8-99CF-4983-9CCF-D5B7BCCE1DF4}" dt="2023-01-24T19:48:24.918" v="2188"/>
          <ac:spMkLst>
            <pc:docMk/>
            <pc:sldMk cId="3928615934" sldId="453"/>
            <ac:spMk id="59" creationId="{4CFDFB37-4BC7-42C6-915D-A6609139BFE7}"/>
          </ac:spMkLst>
        </pc:spChg>
        <pc:grpChg chg="add del">
          <ac:chgData name="Chittaranjan Hens" userId="6fc03958433e8a43" providerId="LiveId" clId="{309794F8-99CF-4983-9CCF-D5B7BCCE1DF4}" dt="2023-01-24T19:50:02.799" v="2203" actId="26606"/>
          <ac:grpSpMkLst>
            <pc:docMk/>
            <pc:sldMk cId="3928615934" sldId="453"/>
            <ac:grpSpMk id="14" creationId="{0924561D-756D-410B-973A-E68C2552C20C}"/>
          </ac:grpSpMkLst>
        </pc:grpChg>
        <pc:picChg chg="add mod ord">
          <ac:chgData name="Chittaranjan Hens" userId="6fc03958433e8a43" providerId="LiveId" clId="{309794F8-99CF-4983-9CCF-D5B7BCCE1DF4}" dt="2023-01-24T19:50:02.799" v="2203" actId="26606"/>
          <ac:picMkLst>
            <pc:docMk/>
            <pc:sldMk cId="3928615934" sldId="453"/>
            <ac:picMk id="2" creationId="{D149741A-07C9-0E99-C343-6EF1E464B59A}"/>
          </ac:picMkLst>
        </pc:picChg>
        <pc:picChg chg="mod">
          <ac:chgData name="Chittaranjan Hens" userId="6fc03958433e8a43" providerId="LiveId" clId="{309794F8-99CF-4983-9CCF-D5B7BCCE1DF4}" dt="2023-01-24T19:50:02.799" v="2203" actId="26606"/>
          <ac:picMkLst>
            <pc:docMk/>
            <pc:sldMk cId="3928615934" sldId="453"/>
            <ac:picMk id="5" creationId="{14D6F7EF-A5BA-F16D-8468-0A2EEB908589}"/>
          </ac:picMkLst>
        </pc:picChg>
      </pc:sldChg>
      <pc:sldChg chg="addSp delSp modSp add del mod setBg delDesignElem">
        <pc:chgData name="Chittaranjan Hens" userId="6fc03958433e8a43" providerId="LiveId" clId="{309794F8-99CF-4983-9CCF-D5B7BCCE1DF4}" dt="2023-01-24T19:48:18.757" v="2185" actId="2696"/>
        <pc:sldMkLst>
          <pc:docMk/>
          <pc:sldMk cId="2096295326" sldId="454"/>
        </pc:sldMkLst>
        <pc:spChg chg="mod">
          <ac:chgData name="Chittaranjan Hens" userId="6fc03958433e8a43" providerId="LiveId" clId="{309794F8-99CF-4983-9CCF-D5B7BCCE1DF4}" dt="2023-01-23T18:43:05.076" v="1958" actId="404"/>
          <ac:spMkLst>
            <pc:docMk/>
            <pc:sldMk cId="2096295326" sldId="454"/>
            <ac:spMk id="3" creationId="{B1B63EEA-3814-D2E4-8D74-017D82834591}"/>
          </ac:spMkLst>
        </pc:spChg>
        <pc:spChg chg="add del">
          <ac:chgData name="Chittaranjan Hens" userId="6fc03958433e8a43" providerId="LiveId" clId="{309794F8-99CF-4983-9CCF-D5B7BCCE1DF4}" dt="2023-01-23T18:30:44.594" v="1938" actId="26606"/>
          <ac:spMkLst>
            <pc:docMk/>
            <pc:sldMk cId="2096295326" sldId="454"/>
            <ac:spMk id="8" creationId="{C59AB4C8-9178-4F7A-8404-6890510B5917}"/>
          </ac:spMkLst>
        </pc:spChg>
        <pc:spChg chg="add del">
          <ac:chgData name="Chittaranjan Hens" userId="6fc03958433e8a43" providerId="LiveId" clId="{309794F8-99CF-4983-9CCF-D5B7BCCE1DF4}" dt="2023-01-23T18:30:44.594" v="1938" actId="26606"/>
          <ac:spMkLst>
            <pc:docMk/>
            <pc:sldMk cId="2096295326" sldId="454"/>
            <ac:spMk id="10" creationId="{4CFDFB37-4BC7-42C6-915D-A6609139BFE7}"/>
          </ac:spMkLst>
        </pc:spChg>
        <pc:spChg chg="add del">
          <ac:chgData name="Chittaranjan Hens" userId="6fc03958433e8a43" providerId="LiveId" clId="{309794F8-99CF-4983-9CCF-D5B7BCCE1DF4}" dt="2023-01-23T18:32:00.085" v="1952" actId="26606"/>
          <ac:spMkLst>
            <pc:docMk/>
            <pc:sldMk cId="2096295326" sldId="454"/>
            <ac:spMk id="12" creationId="{BCED4D40-4B67-4331-AC48-79B82B4A47D8}"/>
          </ac:spMkLst>
        </pc:spChg>
        <pc:spChg chg="add del">
          <ac:chgData name="Chittaranjan Hens" userId="6fc03958433e8a43" providerId="LiveId" clId="{309794F8-99CF-4983-9CCF-D5B7BCCE1DF4}" dt="2023-01-23T18:32:00.085" v="1952" actId="26606"/>
          <ac:spMkLst>
            <pc:docMk/>
            <pc:sldMk cId="2096295326" sldId="454"/>
            <ac:spMk id="13" creationId="{670CEDEF-4F34-412E-84EE-329C1E936AF5}"/>
          </ac:spMkLst>
        </pc:spChg>
        <pc:spChg chg="add del">
          <ac:chgData name="Chittaranjan Hens" userId="6fc03958433e8a43" providerId="LiveId" clId="{309794F8-99CF-4983-9CCF-D5B7BCCE1DF4}" dt="2023-01-23T18:31:52.697" v="1944" actId="26606"/>
          <ac:spMkLst>
            <pc:docMk/>
            <pc:sldMk cId="2096295326" sldId="454"/>
            <ac:spMk id="18" creationId="{70BDD0CE-06A4-404B-8A13-580229C1C923}"/>
          </ac:spMkLst>
        </pc:spChg>
        <pc:spChg chg="add del">
          <ac:chgData name="Chittaranjan Hens" userId="6fc03958433e8a43" providerId="LiveId" clId="{309794F8-99CF-4983-9CCF-D5B7BCCE1DF4}" dt="2023-01-23T18:31:52.697" v="1944" actId="26606"/>
          <ac:spMkLst>
            <pc:docMk/>
            <pc:sldMk cId="2096295326" sldId="454"/>
            <ac:spMk id="20" creationId="{EE9899FA-8881-472C-AA59-D08A89CA8AEF}"/>
          </ac:spMkLst>
        </pc:spChg>
        <pc:spChg chg="add del">
          <ac:chgData name="Chittaranjan Hens" userId="6fc03958433e8a43" providerId="LiveId" clId="{309794F8-99CF-4983-9CCF-D5B7BCCE1DF4}" dt="2023-01-23T18:31:52.697" v="1944" actId="26606"/>
          <ac:spMkLst>
            <pc:docMk/>
            <pc:sldMk cId="2096295326" sldId="454"/>
            <ac:spMk id="22" creationId="{080B7D90-3DF1-4514-B26D-616BE35553C9}"/>
          </ac:spMkLst>
        </pc:spChg>
        <pc:spChg chg="add del">
          <ac:chgData name="Chittaranjan Hens" userId="6fc03958433e8a43" providerId="LiveId" clId="{309794F8-99CF-4983-9CCF-D5B7BCCE1DF4}" dt="2023-01-23T18:31:54.483" v="1946" actId="26606"/>
          <ac:spMkLst>
            <pc:docMk/>
            <pc:sldMk cId="2096295326" sldId="454"/>
            <ac:spMk id="24" creationId="{99ED5833-B85B-4103-8A3B-CAB0308E6C15}"/>
          </ac:spMkLst>
        </pc:spChg>
        <pc:spChg chg="add del">
          <ac:chgData name="Chittaranjan Hens" userId="6fc03958433e8a43" providerId="LiveId" clId="{309794F8-99CF-4983-9CCF-D5B7BCCE1DF4}" dt="2023-01-23T18:31:55.600" v="1948" actId="26606"/>
          <ac:spMkLst>
            <pc:docMk/>
            <pc:sldMk cId="2096295326" sldId="454"/>
            <ac:spMk id="26" creationId="{C4879EFC-8E62-4E00-973C-C45EE9EC676D}"/>
          </ac:spMkLst>
        </pc:spChg>
        <pc:spChg chg="add del">
          <ac:chgData name="Chittaranjan Hens" userId="6fc03958433e8a43" providerId="LiveId" clId="{309794F8-99CF-4983-9CCF-D5B7BCCE1DF4}" dt="2023-01-23T18:31:55.600" v="1948" actId="26606"/>
          <ac:spMkLst>
            <pc:docMk/>
            <pc:sldMk cId="2096295326" sldId="454"/>
            <ac:spMk id="27" creationId="{D6A9C53F-5F90-40A5-8C85-5412D39C8C68}"/>
          </ac:spMkLst>
        </pc:spChg>
        <pc:spChg chg="add del">
          <ac:chgData name="Chittaranjan Hens" userId="6fc03958433e8a43" providerId="LiveId" clId="{309794F8-99CF-4983-9CCF-D5B7BCCE1DF4}" dt="2023-01-23T18:31:57.438" v="1950" actId="26606"/>
          <ac:spMkLst>
            <pc:docMk/>
            <pc:sldMk cId="2096295326" sldId="454"/>
            <ac:spMk id="29" creationId="{99ED5833-B85B-4103-8A3B-CAB0308E6C15}"/>
          </ac:spMkLst>
        </pc:spChg>
        <pc:spChg chg="add del">
          <ac:chgData name="Chittaranjan Hens" userId="6fc03958433e8a43" providerId="LiveId" clId="{309794F8-99CF-4983-9CCF-D5B7BCCE1DF4}" dt="2023-01-23T18:32:00.085" v="1952" actId="26606"/>
          <ac:spMkLst>
            <pc:docMk/>
            <pc:sldMk cId="2096295326" sldId="454"/>
            <ac:spMk id="31" creationId="{A87EA4E9-DFD6-45D4-965D-8A79984EF440}"/>
          </ac:spMkLst>
        </pc:spChg>
        <pc:spChg chg="del">
          <ac:chgData name="Chittaranjan Hens" userId="6fc03958433e8a43" providerId="LiveId" clId="{309794F8-99CF-4983-9CCF-D5B7BCCE1DF4}" dt="2023-01-23T18:25:07.631" v="1797"/>
          <ac:spMkLst>
            <pc:docMk/>
            <pc:sldMk cId="2096295326" sldId="454"/>
            <ac:spMk id="58" creationId="{C59AB4C8-9178-4F7A-8404-6890510B5917}"/>
          </ac:spMkLst>
        </pc:spChg>
        <pc:spChg chg="del">
          <ac:chgData name="Chittaranjan Hens" userId="6fc03958433e8a43" providerId="LiveId" clId="{309794F8-99CF-4983-9CCF-D5B7BCCE1DF4}" dt="2023-01-23T18:25:07.631" v="1797"/>
          <ac:spMkLst>
            <pc:docMk/>
            <pc:sldMk cId="2096295326" sldId="454"/>
            <ac:spMk id="59" creationId="{4CFDFB37-4BC7-42C6-915D-A6609139BFE7}"/>
          </ac:spMkLst>
        </pc:spChg>
        <pc:picChg chg="add mod">
          <ac:chgData name="Chittaranjan Hens" userId="6fc03958433e8a43" providerId="LiveId" clId="{309794F8-99CF-4983-9CCF-D5B7BCCE1DF4}" dt="2023-01-23T18:32:00.085" v="1952" actId="26606"/>
          <ac:picMkLst>
            <pc:docMk/>
            <pc:sldMk cId="2096295326" sldId="454"/>
            <ac:picMk id="2" creationId="{671399D3-C83F-C356-7983-E48AE0DEFEB3}"/>
          </ac:picMkLst>
        </pc:picChg>
        <pc:picChg chg="del">
          <ac:chgData name="Chittaranjan Hens" userId="6fc03958433e8a43" providerId="LiveId" clId="{309794F8-99CF-4983-9CCF-D5B7BCCE1DF4}" dt="2023-01-23T18:25:12.477" v="1798" actId="478"/>
          <ac:picMkLst>
            <pc:docMk/>
            <pc:sldMk cId="2096295326" sldId="454"/>
            <ac:picMk id="5" creationId="{14D6F7EF-A5BA-F16D-8468-0A2EEB908589}"/>
          </ac:picMkLst>
        </pc:picChg>
        <pc:picChg chg="add mod">
          <ac:chgData name="Chittaranjan Hens" userId="6fc03958433e8a43" providerId="LiveId" clId="{309794F8-99CF-4983-9CCF-D5B7BCCE1DF4}" dt="2023-01-23T18:32:19.058" v="1955" actId="1076"/>
          <ac:picMkLst>
            <pc:docMk/>
            <pc:sldMk cId="2096295326" sldId="454"/>
            <ac:picMk id="6" creationId="{88D30C67-4EDA-4A5F-6BB4-D7990BA2B7BA}"/>
          </ac:picMkLst>
        </pc:picChg>
      </pc:sldChg>
      <pc:sldChg chg="addSp delSp modSp add mod setBg delDesignElem">
        <pc:chgData name="Chittaranjan Hens" userId="6fc03958433e8a43" providerId="LiveId" clId="{309794F8-99CF-4983-9CCF-D5B7BCCE1DF4}" dt="2023-01-24T19:56:23.207" v="2351" actId="207"/>
        <pc:sldMkLst>
          <pc:docMk/>
          <pc:sldMk cId="3898846860" sldId="454"/>
        </pc:sldMkLst>
        <pc:spChg chg="del">
          <ac:chgData name="Chittaranjan Hens" userId="6fc03958433e8a43" providerId="LiveId" clId="{309794F8-99CF-4983-9CCF-D5B7BCCE1DF4}" dt="2023-01-24T19:51:07.707" v="2219" actId="478"/>
          <ac:spMkLst>
            <pc:docMk/>
            <pc:sldMk cId="3898846860" sldId="454"/>
            <ac:spMk id="3" creationId="{B1B63EEA-3814-D2E4-8D74-017D82834591}"/>
          </ac:spMkLst>
        </pc:spChg>
        <pc:spChg chg="add mod">
          <ac:chgData name="Chittaranjan Hens" userId="6fc03958433e8a43" providerId="LiveId" clId="{309794F8-99CF-4983-9CCF-D5B7BCCE1DF4}" dt="2023-01-24T19:56:23.207" v="2351" actId="207"/>
          <ac:spMkLst>
            <pc:docMk/>
            <pc:sldMk cId="3898846860" sldId="454"/>
            <ac:spMk id="4" creationId="{0CF332D4-7EB5-470D-A0D9-1311272CA63C}"/>
          </ac:spMkLst>
        </pc:spChg>
        <pc:spChg chg="del">
          <ac:chgData name="Chittaranjan Hens" userId="6fc03958433e8a43" providerId="LiveId" clId="{309794F8-99CF-4983-9CCF-D5B7BCCE1DF4}" dt="2023-01-24T19:48:24.918" v="2188"/>
          <ac:spMkLst>
            <pc:docMk/>
            <pc:sldMk cId="3898846860" sldId="454"/>
            <ac:spMk id="12" creationId="{BCED4D40-4B67-4331-AC48-79B82B4A47D8}"/>
          </ac:spMkLst>
        </pc:spChg>
        <pc:spChg chg="del">
          <ac:chgData name="Chittaranjan Hens" userId="6fc03958433e8a43" providerId="LiveId" clId="{309794F8-99CF-4983-9CCF-D5B7BCCE1DF4}" dt="2023-01-24T19:48:24.918" v="2188"/>
          <ac:spMkLst>
            <pc:docMk/>
            <pc:sldMk cId="3898846860" sldId="454"/>
            <ac:spMk id="13" creationId="{670CEDEF-4F34-412E-84EE-329C1E936AF5}"/>
          </ac:spMkLst>
        </pc:spChg>
        <pc:picChg chg="add mod ord">
          <ac:chgData name="Chittaranjan Hens" userId="6fc03958433e8a43" providerId="LiveId" clId="{309794F8-99CF-4983-9CCF-D5B7BCCE1DF4}" dt="2023-01-24T19:51:18.998" v="2222" actId="167"/>
          <ac:picMkLst>
            <pc:docMk/>
            <pc:sldMk cId="3898846860" sldId="454"/>
            <ac:picMk id="5" creationId="{A0620560-6422-52F4-211B-8A7DE3778153}"/>
          </ac:picMkLst>
        </pc:picChg>
      </pc:sldChg>
      <pc:sldChg chg="addSp delSp modSp add mod delAnim modAnim">
        <pc:chgData name="Chittaranjan Hens" userId="6fc03958433e8a43" providerId="LiveId" clId="{309794F8-99CF-4983-9CCF-D5B7BCCE1DF4}" dt="2023-01-25T08:49:24.633" v="2940" actId="27636"/>
        <pc:sldMkLst>
          <pc:docMk/>
          <pc:sldMk cId="1993423980" sldId="455"/>
        </pc:sldMkLst>
        <pc:spChg chg="add mod">
          <ac:chgData name="Chittaranjan Hens" userId="6fc03958433e8a43" providerId="LiveId" clId="{309794F8-99CF-4983-9CCF-D5B7BCCE1DF4}" dt="2023-01-25T08:49:24.559" v="2939" actId="27636"/>
          <ac:spMkLst>
            <pc:docMk/>
            <pc:sldMk cId="1993423980" sldId="455"/>
            <ac:spMk id="1026" creationId="{5418349B-6CCD-27A2-7132-83A9C88B04A6}"/>
          </ac:spMkLst>
        </pc:spChg>
        <pc:spChg chg="add mod">
          <ac:chgData name="Chittaranjan Hens" userId="6fc03958433e8a43" providerId="LiveId" clId="{309794F8-99CF-4983-9CCF-D5B7BCCE1DF4}" dt="2023-01-25T08:49:24.633" v="2940" actId="27636"/>
          <ac:spMkLst>
            <pc:docMk/>
            <pc:sldMk cId="1993423980" sldId="455"/>
            <ac:spMk id="1027" creationId="{6A7098A6-7D30-FD95-E02B-CD1703C8C8D4}"/>
          </ac:spMkLst>
        </pc:spChg>
        <pc:graphicFrameChg chg="del mod replId">
          <ac:chgData name="Chittaranjan Hens" userId="6fc03958433e8a43" providerId="LiveId" clId="{309794F8-99CF-4983-9CCF-D5B7BCCE1DF4}" dt="2023-01-25T08:49:24.253" v="2938"/>
          <ac:graphicFrameMkLst>
            <pc:docMk/>
            <pc:sldMk cId="1993423980" sldId="455"/>
            <ac:graphicFrameMk id="3" creationId="{5418349B-6CCD-27A2-7132-83A9C88B04A6}"/>
          </ac:graphicFrameMkLst>
        </pc:graphicFrameChg>
        <pc:graphicFrameChg chg="del mod replId">
          <ac:chgData name="Chittaranjan Hens" userId="6fc03958433e8a43" providerId="LiveId" clId="{309794F8-99CF-4983-9CCF-D5B7BCCE1DF4}" dt="2023-01-25T08:49:24.253" v="2938"/>
          <ac:graphicFrameMkLst>
            <pc:docMk/>
            <pc:sldMk cId="1993423980" sldId="455"/>
            <ac:graphicFrameMk id="7" creationId="{6A7098A6-7D30-FD95-E02B-CD1703C8C8D4}"/>
          </ac:graphicFrameMkLst>
        </pc:graphicFrameChg>
      </pc:sldChg>
      <pc:sldChg chg="addSp delSp modSp add mod delAnim modAnim">
        <pc:chgData name="Chittaranjan Hens" userId="6fc03958433e8a43" providerId="LiveId" clId="{309794F8-99CF-4983-9CCF-D5B7BCCE1DF4}" dt="2023-01-24T10:01:51.368" v="2125"/>
        <pc:sldMkLst>
          <pc:docMk/>
          <pc:sldMk cId="1476625480" sldId="456"/>
        </pc:sldMkLst>
        <pc:spChg chg="add del mod">
          <ac:chgData name="Chittaranjan Hens" userId="6fc03958433e8a43" providerId="LiveId" clId="{309794F8-99CF-4983-9CCF-D5B7BCCE1DF4}" dt="2023-01-24T09:53:34.213" v="2005" actId="478"/>
          <ac:spMkLst>
            <pc:docMk/>
            <pc:sldMk cId="1476625480" sldId="456"/>
            <ac:spMk id="3" creationId="{12499455-0625-C0FE-66F0-68298105282F}"/>
          </ac:spMkLst>
        </pc:spChg>
        <pc:spChg chg="add mod">
          <ac:chgData name="Chittaranjan Hens" userId="6fc03958433e8a43" providerId="LiveId" clId="{309794F8-99CF-4983-9CCF-D5B7BCCE1DF4}" dt="2023-01-24T09:59:18.433" v="2099" actId="2711"/>
          <ac:spMkLst>
            <pc:docMk/>
            <pc:sldMk cId="1476625480" sldId="456"/>
            <ac:spMk id="7" creationId="{55B8DA59-3337-404E-DA2F-B1D28B8AFE7A}"/>
          </ac:spMkLst>
        </pc:spChg>
        <pc:spChg chg="add mod">
          <ac:chgData name="Chittaranjan Hens" userId="6fc03958433e8a43" providerId="LiveId" clId="{309794F8-99CF-4983-9CCF-D5B7BCCE1DF4}" dt="2023-01-24T10:00:50.091" v="2119" actId="1076"/>
          <ac:spMkLst>
            <pc:docMk/>
            <pc:sldMk cId="1476625480" sldId="456"/>
            <ac:spMk id="10" creationId="{3B7B14BB-B9A4-652C-CD75-E94E0ACFE27D}"/>
          </ac:spMkLst>
        </pc:spChg>
        <pc:spChg chg="add del mod">
          <ac:chgData name="Chittaranjan Hens" userId="6fc03958433e8a43" providerId="LiveId" clId="{309794F8-99CF-4983-9CCF-D5B7BCCE1DF4}" dt="2023-01-24T09:55:16.885" v="2032" actId="478"/>
          <ac:spMkLst>
            <pc:docMk/>
            <pc:sldMk cId="1476625480" sldId="456"/>
            <ac:spMk id="15364" creationId="{5E4F72E5-FA0E-E845-58B8-5FC7663CD135}"/>
          </ac:spMkLst>
        </pc:spChg>
        <pc:picChg chg="del">
          <ac:chgData name="Chittaranjan Hens" userId="6fc03958433e8a43" providerId="LiveId" clId="{309794F8-99CF-4983-9CCF-D5B7BCCE1DF4}" dt="2023-01-24T09:53:25.300" v="2003" actId="478"/>
          <ac:picMkLst>
            <pc:docMk/>
            <pc:sldMk cId="1476625480" sldId="456"/>
            <ac:picMk id="4" creationId="{91828DB6-C0C5-38B4-46CE-8406575E5BEC}"/>
          </ac:picMkLst>
        </pc:picChg>
        <pc:picChg chg="add del mod">
          <ac:chgData name="Chittaranjan Hens" userId="6fc03958433e8a43" providerId="LiveId" clId="{309794F8-99CF-4983-9CCF-D5B7BCCE1DF4}" dt="2023-01-24T09:59:52.959" v="2103" actId="478"/>
          <ac:picMkLst>
            <pc:docMk/>
            <pc:sldMk cId="1476625480" sldId="456"/>
            <ac:picMk id="8" creationId="{BE1CE5CF-988F-F194-76FD-F27CB9C83D25}"/>
          </ac:picMkLst>
        </pc:picChg>
        <pc:picChg chg="add del">
          <ac:chgData name="Chittaranjan Hens" userId="6fc03958433e8a43" providerId="LiveId" clId="{309794F8-99CF-4983-9CCF-D5B7BCCE1DF4}" dt="2023-01-24T09:53:37.800" v="2006" actId="478"/>
          <ac:picMkLst>
            <pc:docMk/>
            <pc:sldMk cId="1476625480" sldId="456"/>
            <ac:picMk id="15365" creationId="{BB70CC81-CDEC-6468-70F6-B5A468C674BE}"/>
          </ac:picMkLst>
        </pc:picChg>
        <pc:picChg chg="add del">
          <ac:chgData name="Chittaranjan Hens" userId="6fc03958433e8a43" providerId="LiveId" clId="{309794F8-99CF-4983-9CCF-D5B7BCCE1DF4}" dt="2023-01-24T09:53:42.209" v="2007" actId="478"/>
          <ac:picMkLst>
            <pc:docMk/>
            <pc:sldMk cId="1476625480" sldId="456"/>
            <ac:picMk id="15366" creationId="{6359C088-DE50-7859-4D60-3CCAA704999F}"/>
          </ac:picMkLst>
        </pc:picChg>
      </pc:sldChg>
      <pc:sldChg chg="add del">
        <pc:chgData name="Chittaranjan Hens" userId="6fc03958433e8a43" providerId="LiveId" clId="{309794F8-99CF-4983-9CCF-D5B7BCCE1DF4}" dt="2023-01-23T18:28:30.838" v="1835"/>
        <pc:sldMkLst>
          <pc:docMk/>
          <pc:sldMk cId="2001045121" sldId="456"/>
        </pc:sldMkLst>
      </pc:sldChg>
      <pc:sldChg chg="delSp add del mod delAnim">
        <pc:chgData name="Chittaranjan Hens" userId="6fc03958433e8a43" providerId="LiveId" clId="{309794F8-99CF-4983-9CCF-D5B7BCCE1DF4}" dt="2023-01-24T10:03:31.927" v="2136" actId="47"/>
        <pc:sldMkLst>
          <pc:docMk/>
          <pc:sldMk cId="4171159373" sldId="457"/>
        </pc:sldMkLst>
        <pc:picChg chg="del">
          <ac:chgData name="Chittaranjan Hens" userId="6fc03958433e8a43" providerId="LiveId" clId="{309794F8-99CF-4983-9CCF-D5B7BCCE1DF4}" dt="2023-01-24T10:02:18.651" v="2127" actId="21"/>
          <ac:picMkLst>
            <pc:docMk/>
            <pc:sldMk cId="4171159373" sldId="457"/>
            <ac:picMk id="8" creationId="{BE1CE5CF-988F-F194-76FD-F27CB9C83D25}"/>
          </ac:picMkLst>
        </pc:picChg>
      </pc:sldChg>
      <pc:sldChg chg="addSp modSp add modAnim">
        <pc:chgData name="Chittaranjan Hens" userId="6fc03958433e8a43" providerId="LiveId" clId="{309794F8-99CF-4983-9CCF-D5B7BCCE1DF4}" dt="2023-01-24T10:02:31.411" v="2130"/>
        <pc:sldMkLst>
          <pc:docMk/>
          <pc:sldMk cId="2108324488" sldId="458"/>
        </pc:sldMkLst>
        <pc:picChg chg="add mod">
          <ac:chgData name="Chittaranjan Hens" userId="6fc03958433e8a43" providerId="LiveId" clId="{309794F8-99CF-4983-9CCF-D5B7BCCE1DF4}" dt="2023-01-24T10:02:24.301" v="2128"/>
          <ac:picMkLst>
            <pc:docMk/>
            <pc:sldMk cId="2108324488" sldId="458"/>
            <ac:picMk id="3" creationId="{01755713-4295-C11D-1D52-1786951E815E}"/>
          </ac:picMkLst>
        </pc:picChg>
      </pc:sldChg>
      <pc:sldChg chg="addSp delSp modSp add del mod">
        <pc:chgData name="Chittaranjan Hens" userId="6fc03958433e8a43" providerId="LiveId" clId="{309794F8-99CF-4983-9CCF-D5B7BCCE1DF4}" dt="2023-01-24T10:06:24.727" v="2164" actId="47"/>
        <pc:sldMkLst>
          <pc:docMk/>
          <pc:sldMk cId="792408679" sldId="459"/>
        </pc:sldMkLst>
        <pc:spChg chg="add del mod">
          <ac:chgData name="Chittaranjan Hens" userId="6fc03958433e8a43" providerId="LiveId" clId="{309794F8-99CF-4983-9CCF-D5B7BCCE1DF4}" dt="2023-01-24T10:05:14.345" v="2150" actId="478"/>
          <ac:spMkLst>
            <pc:docMk/>
            <pc:sldMk cId="792408679" sldId="459"/>
            <ac:spMk id="4" creationId="{EADAA6FC-1CC8-8CA7-15F2-2EC722F55066}"/>
          </ac:spMkLst>
        </pc:spChg>
        <pc:spChg chg="del">
          <ac:chgData name="Chittaranjan Hens" userId="6fc03958433e8a43" providerId="LiveId" clId="{309794F8-99CF-4983-9CCF-D5B7BCCE1DF4}" dt="2023-01-24T10:05:09.960" v="2149" actId="478"/>
          <ac:spMkLst>
            <pc:docMk/>
            <pc:sldMk cId="792408679" sldId="459"/>
            <ac:spMk id="7174" creationId="{59DF6C80-8439-BAB9-2BE8-D3F89DFDBF86}"/>
          </ac:spMkLst>
        </pc:spChg>
        <pc:graphicFrameChg chg="del">
          <ac:chgData name="Chittaranjan Hens" userId="6fc03958433e8a43" providerId="LiveId" clId="{309794F8-99CF-4983-9CCF-D5B7BCCE1DF4}" dt="2023-01-24T10:05:16.439" v="2151" actId="478"/>
          <ac:graphicFrameMkLst>
            <pc:docMk/>
            <pc:sldMk cId="792408679" sldId="459"/>
            <ac:graphicFrameMk id="7170" creationId="{49BB6D19-C2B4-E573-97DB-2847AF60103B}"/>
          </ac:graphicFrameMkLst>
        </pc:graphicFrameChg>
      </pc:sldChg>
      <pc:sldChg chg="addSp delSp modSp add del mod delAnim modAnim">
        <pc:chgData name="Chittaranjan Hens" userId="6fc03958433e8a43" providerId="LiveId" clId="{309794F8-99CF-4983-9CCF-D5B7BCCE1DF4}" dt="2023-01-24T10:04:52.987" v="2147" actId="47"/>
        <pc:sldMkLst>
          <pc:docMk/>
          <pc:sldMk cId="2723378154" sldId="459"/>
        </pc:sldMkLst>
        <pc:spChg chg="add mod">
          <ac:chgData name="Chittaranjan Hens" userId="6fc03958433e8a43" providerId="LiveId" clId="{309794F8-99CF-4983-9CCF-D5B7BCCE1DF4}" dt="2023-01-24T10:04:25.576" v="2146"/>
          <ac:spMkLst>
            <pc:docMk/>
            <pc:sldMk cId="2723378154" sldId="459"/>
            <ac:spMk id="2" creationId="{7BDB5EE1-968A-96E2-71D1-7434B62A6DC2}"/>
          </ac:spMkLst>
        </pc:spChg>
        <pc:spChg chg="del mod">
          <ac:chgData name="Chittaranjan Hens" userId="6fc03958433e8a43" providerId="LiveId" clId="{309794F8-99CF-4983-9CCF-D5B7BCCE1DF4}" dt="2023-01-24T10:03:46.398" v="2137"/>
          <ac:spMkLst>
            <pc:docMk/>
            <pc:sldMk cId="2723378154" sldId="459"/>
            <ac:spMk id="16388" creationId="{5B81B28D-BB63-5C7F-D14A-92F0B7F80F97}"/>
          </ac:spMkLst>
        </pc:spChg>
        <pc:picChg chg="del">
          <ac:chgData name="Chittaranjan Hens" userId="6fc03958433e8a43" providerId="LiveId" clId="{309794F8-99CF-4983-9CCF-D5B7BCCE1DF4}" dt="2023-01-24T10:03:01.554" v="2132" actId="478"/>
          <ac:picMkLst>
            <pc:docMk/>
            <pc:sldMk cId="2723378154" sldId="459"/>
            <ac:picMk id="3" creationId="{D866B1AD-A0BA-4447-4035-784B4AFF2E08}"/>
          </ac:picMkLst>
        </pc:picChg>
        <pc:picChg chg="del">
          <ac:chgData name="Chittaranjan Hens" userId="6fc03958433e8a43" providerId="LiveId" clId="{309794F8-99CF-4983-9CCF-D5B7BCCE1DF4}" dt="2023-01-24T10:03:04.884" v="2133" actId="478"/>
          <ac:picMkLst>
            <pc:docMk/>
            <pc:sldMk cId="2723378154" sldId="459"/>
            <ac:picMk id="16389" creationId="{85398DBF-CD2B-6ED7-6C89-EE31027BC42A}"/>
          </ac:picMkLst>
        </pc:picChg>
        <pc:picChg chg="del">
          <ac:chgData name="Chittaranjan Hens" userId="6fc03958433e8a43" providerId="LiveId" clId="{309794F8-99CF-4983-9CCF-D5B7BCCE1DF4}" dt="2023-01-24T10:03:04.884" v="2133" actId="478"/>
          <ac:picMkLst>
            <pc:docMk/>
            <pc:sldMk cId="2723378154" sldId="459"/>
            <ac:picMk id="16390" creationId="{A43CE7D8-7769-F657-0E31-055C2E52BA90}"/>
          </ac:picMkLst>
        </pc:picChg>
      </pc:sldChg>
      <pc:sldChg chg="modSp add mod ord modAnim">
        <pc:chgData name="Chittaranjan Hens" userId="6fc03958433e8a43" providerId="LiveId" clId="{309794F8-99CF-4983-9CCF-D5B7BCCE1DF4}" dt="2023-01-24T18:55:57.355" v="2184" actId="1076"/>
        <pc:sldMkLst>
          <pc:docMk/>
          <pc:sldMk cId="2453110422" sldId="460"/>
        </pc:sldMkLst>
        <pc:spChg chg="mod">
          <ac:chgData name="Chittaranjan Hens" userId="6fc03958433e8a43" providerId="LiveId" clId="{309794F8-99CF-4983-9CCF-D5B7BCCE1DF4}" dt="2023-01-24T10:05:23.732" v="2159" actId="20577"/>
          <ac:spMkLst>
            <pc:docMk/>
            <pc:sldMk cId="2453110422" sldId="460"/>
            <ac:spMk id="5" creationId="{42979068-EB7A-B16F-3F48-8770E9CDE772}"/>
          </ac:spMkLst>
        </pc:spChg>
        <pc:spChg chg="mod">
          <ac:chgData name="Chittaranjan Hens" userId="6fc03958433e8a43" providerId="LiveId" clId="{309794F8-99CF-4983-9CCF-D5B7BCCE1DF4}" dt="2023-01-24T18:55:57.355" v="2184" actId="1076"/>
          <ac:spMkLst>
            <pc:docMk/>
            <pc:sldMk cId="2453110422" sldId="460"/>
            <ac:spMk id="7" creationId="{55B8DA59-3337-404E-DA2F-B1D28B8AFE7A}"/>
          </ac:spMkLst>
        </pc:spChg>
      </pc:sldChg>
      <pc:sldChg chg="addSp delSp modSp add mod">
        <pc:chgData name="Chittaranjan Hens" userId="6fc03958433e8a43" providerId="LiveId" clId="{309794F8-99CF-4983-9CCF-D5B7BCCE1DF4}" dt="2023-01-25T08:49:30.382" v="3012" actId="27636"/>
        <pc:sldMkLst>
          <pc:docMk/>
          <pc:sldMk cId="2606878452" sldId="461"/>
        </pc:sldMkLst>
        <pc:spChg chg="add mod">
          <ac:chgData name="Chittaranjan Hens" userId="6fc03958433e8a43" providerId="LiveId" clId="{309794F8-99CF-4983-9CCF-D5B7BCCE1DF4}" dt="2023-01-25T08:49:30.352" v="3011" actId="27636"/>
          <ac:spMkLst>
            <pc:docMk/>
            <pc:sldMk cId="2606878452" sldId="461"/>
            <ac:spMk id="7170" creationId="{49BB6D19-C2B4-E573-97DB-2847AF60103B}"/>
          </ac:spMkLst>
        </pc:spChg>
        <pc:spChg chg="add mod">
          <ac:chgData name="Chittaranjan Hens" userId="6fc03958433e8a43" providerId="LiveId" clId="{309794F8-99CF-4983-9CCF-D5B7BCCE1DF4}" dt="2023-01-25T08:49:30.382" v="3012" actId="27636"/>
          <ac:spMkLst>
            <pc:docMk/>
            <pc:sldMk cId="2606878452" sldId="461"/>
            <ac:spMk id="7171" creationId="{B3C0C4C9-C99C-D3BC-4D50-BEA80BF6AD93}"/>
          </ac:spMkLst>
        </pc:spChg>
        <pc:graphicFrameChg chg="del mod replId">
          <ac:chgData name="Chittaranjan Hens" userId="6fc03958433e8a43" providerId="LiveId" clId="{309794F8-99CF-4983-9CCF-D5B7BCCE1DF4}" dt="2023-01-25T08:49:24.253" v="2938"/>
          <ac:graphicFrameMkLst>
            <pc:docMk/>
            <pc:sldMk cId="2606878452" sldId="461"/>
            <ac:graphicFrameMk id="3" creationId="{49BB6D19-C2B4-E573-97DB-2847AF60103B}"/>
          </ac:graphicFrameMkLst>
        </pc:graphicFrameChg>
        <pc:graphicFrameChg chg="del mod replId">
          <ac:chgData name="Chittaranjan Hens" userId="6fc03958433e8a43" providerId="LiveId" clId="{309794F8-99CF-4983-9CCF-D5B7BCCE1DF4}" dt="2023-01-25T08:49:24.253" v="2938"/>
          <ac:graphicFrameMkLst>
            <pc:docMk/>
            <pc:sldMk cId="2606878452" sldId="461"/>
            <ac:graphicFrameMk id="5" creationId="{B3C0C4C9-C99C-D3BC-4D50-BEA80BF6AD93}"/>
          </ac:graphicFrameMkLst>
        </pc:graphicFrameChg>
        <pc:picChg chg="mod">
          <ac:chgData name="Chittaranjan Hens" userId="6fc03958433e8a43" providerId="LiveId" clId="{309794F8-99CF-4983-9CCF-D5B7BCCE1DF4}" dt="2023-01-24T19:49:41.229" v="2199" actId="1076"/>
          <ac:picMkLst>
            <pc:docMk/>
            <pc:sldMk cId="2606878452" sldId="461"/>
            <ac:picMk id="2" creationId="{35BDBCD2-432B-1444-3675-C8C7B0FD529E}"/>
          </ac:picMkLst>
        </pc:picChg>
      </pc:sldChg>
      <pc:sldChg chg="addSp delSp modSp add mod setBg">
        <pc:chgData name="Chittaranjan Hens" userId="6fc03958433e8a43" providerId="LiveId" clId="{309794F8-99CF-4983-9CCF-D5B7BCCE1DF4}" dt="2023-01-24T20:19:07.726" v="2518" actId="1076"/>
        <pc:sldMkLst>
          <pc:docMk/>
          <pc:sldMk cId="1063074342" sldId="462"/>
        </pc:sldMkLst>
        <pc:spChg chg="mod">
          <ac:chgData name="Chittaranjan Hens" userId="6fc03958433e8a43" providerId="LiveId" clId="{309794F8-99CF-4983-9CCF-D5B7BCCE1DF4}" dt="2023-01-24T19:57:48.302" v="2365" actId="255"/>
          <ac:spMkLst>
            <pc:docMk/>
            <pc:sldMk cId="1063074342" sldId="462"/>
            <ac:spMk id="3" creationId="{B1B63EEA-3814-D2E4-8D74-017D82834591}"/>
          </ac:spMkLst>
        </pc:spChg>
        <pc:spChg chg="add mod">
          <ac:chgData name="Chittaranjan Hens" userId="6fc03958433e8a43" providerId="LiveId" clId="{309794F8-99CF-4983-9CCF-D5B7BCCE1DF4}" dt="2023-01-24T20:18:49.686" v="2514" actId="20577"/>
          <ac:spMkLst>
            <pc:docMk/>
            <pc:sldMk cId="1063074342" sldId="462"/>
            <ac:spMk id="7" creationId="{C388C20A-08FE-A6A7-9C25-A12FC4EAB3BF}"/>
          </ac:spMkLst>
        </pc:spChg>
        <pc:spChg chg="add del">
          <ac:chgData name="Chittaranjan Hens" userId="6fc03958433e8a43" providerId="LiveId" clId="{309794F8-99CF-4983-9CCF-D5B7BCCE1DF4}" dt="2023-01-24T19:51:38.331" v="2224" actId="26606"/>
          <ac:spMkLst>
            <pc:docMk/>
            <pc:sldMk cId="1063074342" sldId="462"/>
            <ac:spMk id="9" creationId="{C1DD1A8A-57D5-4A81-AD04-532B043C5611}"/>
          </ac:spMkLst>
        </pc:spChg>
        <pc:spChg chg="add del">
          <ac:chgData name="Chittaranjan Hens" userId="6fc03958433e8a43" providerId="LiveId" clId="{309794F8-99CF-4983-9CCF-D5B7BCCE1DF4}" dt="2023-01-24T19:51:38.331" v="2224" actId="26606"/>
          <ac:spMkLst>
            <pc:docMk/>
            <pc:sldMk cId="1063074342" sldId="462"/>
            <ac:spMk id="11" creationId="{007891EC-4501-44ED-A8C8-B11B6DB767AB}"/>
          </ac:spMkLst>
        </pc:spChg>
        <pc:picChg chg="del">
          <ac:chgData name="Chittaranjan Hens" userId="6fc03958433e8a43" providerId="LiveId" clId="{309794F8-99CF-4983-9CCF-D5B7BCCE1DF4}" dt="2023-01-24T19:48:31.773" v="2190" actId="478"/>
          <ac:picMkLst>
            <pc:docMk/>
            <pc:sldMk cId="1063074342" sldId="462"/>
            <ac:picMk id="2" creationId="{671399D3-C83F-C356-7983-E48AE0DEFEB3}"/>
          </ac:picMkLst>
        </pc:picChg>
        <pc:picChg chg="add mod ord">
          <ac:chgData name="Chittaranjan Hens" userId="6fc03958433e8a43" providerId="LiveId" clId="{309794F8-99CF-4983-9CCF-D5B7BCCE1DF4}" dt="2023-01-24T19:51:46.582" v="2226" actId="167"/>
          <ac:picMkLst>
            <pc:docMk/>
            <pc:sldMk cId="1063074342" sldId="462"/>
            <ac:picMk id="4" creationId="{BAC19C6E-1362-8D93-CD6A-1AD50E72579F}"/>
          </ac:picMkLst>
        </pc:picChg>
        <pc:picChg chg="add del">
          <ac:chgData name="Chittaranjan Hens" userId="6fc03958433e8a43" providerId="LiveId" clId="{309794F8-99CF-4983-9CCF-D5B7BCCE1DF4}" dt="2023-01-24T19:51:38.331" v="2224" actId="26606"/>
          <ac:picMkLst>
            <pc:docMk/>
            <pc:sldMk cId="1063074342" sldId="462"/>
            <ac:picMk id="5" creationId="{3F11B0C7-FFA4-AFE3-279F-A52F3B7A7C7B}"/>
          </ac:picMkLst>
        </pc:picChg>
        <pc:picChg chg="add del mod">
          <ac:chgData name="Chittaranjan Hens" userId="6fc03958433e8a43" providerId="LiveId" clId="{309794F8-99CF-4983-9CCF-D5B7BCCE1DF4}" dt="2023-01-24T20:19:05" v="2517" actId="478"/>
          <ac:picMkLst>
            <pc:docMk/>
            <pc:sldMk cId="1063074342" sldId="462"/>
            <ac:picMk id="5" creationId="{E8AAD99E-41C3-5184-26C0-9CAB83C5D3F2}"/>
          </ac:picMkLst>
        </pc:picChg>
        <pc:picChg chg="del mod">
          <ac:chgData name="Chittaranjan Hens" userId="6fc03958433e8a43" providerId="LiveId" clId="{309794F8-99CF-4983-9CCF-D5B7BCCE1DF4}" dt="2023-01-24T19:48:33.707" v="2192" actId="478"/>
          <ac:picMkLst>
            <pc:docMk/>
            <pc:sldMk cId="1063074342" sldId="462"/>
            <ac:picMk id="6" creationId="{88D30C67-4EDA-4A5F-6BB4-D7990BA2B7BA}"/>
          </ac:picMkLst>
        </pc:picChg>
        <pc:picChg chg="add mod">
          <ac:chgData name="Chittaranjan Hens" userId="6fc03958433e8a43" providerId="LiveId" clId="{309794F8-99CF-4983-9CCF-D5B7BCCE1DF4}" dt="2023-01-24T20:19:07.726" v="2518" actId="1076"/>
          <ac:picMkLst>
            <pc:docMk/>
            <pc:sldMk cId="1063074342" sldId="462"/>
            <ac:picMk id="10" creationId="{076E8FB1-1528-B2DB-2C44-5D019842FF7F}"/>
          </ac:picMkLst>
        </pc:picChg>
      </pc:sldChg>
      <pc:sldChg chg="add del">
        <pc:chgData name="Chittaranjan Hens" userId="6fc03958433e8a43" providerId="LiveId" clId="{309794F8-99CF-4983-9CCF-D5B7BCCE1DF4}" dt="2023-01-24T20:18:12.947" v="2463" actId="47"/>
        <pc:sldMkLst>
          <pc:docMk/>
          <pc:sldMk cId="3108516506" sldId="463"/>
        </pc:sldMkLst>
      </pc:sldChg>
      <pc:sldChg chg="addSp delSp modSp add mod modAnim">
        <pc:chgData name="Chittaranjan Hens" userId="6fc03958433e8a43" providerId="LiveId" clId="{309794F8-99CF-4983-9CCF-D5B7BCCE1DF4}" dt="2023-01-24T20:25:10.873" v="2621" actId="20577"/>
        <pc:sldMkLst>
          <pc:docMk/>
          <pc:sldMk cId="4024557567" sldId="464"/>
        </pc:sldMkLst>
        <pc:spChg chg="mod">
          <ac:chgData name="Chittaranjan Hens" userId="6fc03958433e8a43" providerId="LiveId" clId="{309794F8-99CF-4983-9CCF-D5B7BCCE1DF4}" dt="2023-01-24T20:23:41.642" v="2576" actId="14100"/>
          <ac:spMkLst>
            <pc:docMk/>
            <pc:sldMk cId="4024557567" sldId="464"/>
            <ac:spMk id="3" creationId="{B1B63EEA-3814-D2E4-8D74-017D82834591}"/>
          </ac:spMkLst>
        </pc:spChg>
        <pc:spChg chg="add del">
          <ac:chgData name="Chittaranjan Hens" userId="6fc03958433e8a43" providerId="LiveId" clId="{309794F8-99CF-4983-9CCF-D5B7BCCE1DF4}" dt="2023-01-24T20:15:46.238" v="2426" actId="22"/>
          <ac:spMkLst>
            <pc:docMk/>
            <pc:sldMk cId="4024557567" sldId="464"/>
            <ac:spMk id="5" creationId="{4332CA83-75DD-FB16-6B71-723FA69941FF}"/>
          </ac:spMkLst>
        </pc:spChg>
        <pc:spChg chg="del">
          <ac:chgData name="Chittaranjan Hens" userId="6fc03958433e8a43" providerId="LiveId" clId="{309794F8-99CF-4983-9CCF-D5B7BCCE1DF4}" dt="2023-01-24T20:15:20.918" v="2421" actId="478"/>
          <ac:spMkLst>
            <pc:docMk/>
            <pc:sldMk cId="4024557567" sldId="464"/>
            <ac:spMk id="7" creationId="{C388C20A-08FE-A6A7-9C25-A12FC4EAB3BF}"/>
          </ac:spMkLst>
        </pc:spChg>
        <pc:spChg chg="add mod">
          <ac:chgData name="Chittaranjan Hens" userId="6fc03958433e8a43" providerId="LiveId" clId="{309794F8-99CF-4983-9CCF-D5B7BCCE1DF4}" dt="2023-01-24T20:25:10.873" v="2621" actId="20577"/>
          <ac:spMkLst>
            <pc:docMk/>
            <pc:sldMk cId="4024557567" sldId="464"/>
            <ac:spMk id="8" creationId="{4AD801FA-1237-1486-4D38-6F3EAE5EE2D5}"/>
          </ac:spMkLst>
        </pc:spChg>
        <pc:spChg chg="add del mod">
          <ac:chgData name="Chittaranjan Hens" userId="6fc03958433e8a43" providerId="LiveId" clId="{309794F8-99CF-4983-9CCF-D5B7BCCE1DF4}" dt="2023-01-24T20:23:37.306" v="2575" actId="478"/>
          <ac:spMkLst>
            <pc:docMk/>
            <pc:sldMk cId="4024557567" sldId="464"/>
            <ac:spMk id="9" creationId="{8CB86C75-C537-5672-90C6-81A8C2069170}"/>
          </ac:spMkLst>
        </pc:spChg>
        <pc:picChg chg="del">
          <ac:chgData name="Chittaranjan Hens" userId="6fc03958433e8a43" providerId="LiveId" clId="{309794F8-99CF-4983-9CCF-D5B7BCCE1DF4}" dt="2023-01-24T20:15:22.600" v="2422" actId="478"/>
          <ac:picMkLst>
            <pc:docMk/>
            <pc:sldMk cId="4024557567" sldId="464"/>
            <ac:picMk id="10" creationId="{076E8FB1-1528-B2DB-2C44-5D019842FF7F}"/>
          </ac:picMkLst>
        </pc:picChg>
      </pc:sldChg>
      <pc:sldChg chg="modSp add mod">
        <pc:chgData name="Chittaranjan Hens" userId="6fc03958433e8a43" providerId="LiveId" clId="{309794F8-99CF-4983-9CCF-D5B7BCCE1DF4}" dt="2023-01-24T20:18:59.144" v="2516" actId="1076"/>
        <pc:sldMkLst>
          <pc:docMk/>
          <pc:sldMk cId="2325569822" sldId="465"/>
        </pc:sldMkLst>
        <pc:picChg chg="mod">
          <ac:chgData name="Chittaranjan Hens" userId="6fc03958433e8a43" providerId="LiveId" clId="{309794F8-99CF-4983-9CCF-D5B7BCCE1DF4}" dt="2023-01-24T20:18:59.144" v="2516" actId="1076"/>
          <ac:picMkLst>
            <pc:docMk/>
            <pc:sldMk cId="2325569822" sldId="465"/>
            <ac:picMk id="10" creationId="{076E8FB1-1528-B2DB-2C44-5D019842FF7F}"/>
          </ac:picMkLst>
        </pc:picChg>
      </pc:sldChg>
      <pc:sldChg chg="addSp delSp modSp add mod delAnim">
        <pc:chgData name="Chittaranjan Hens" userId="6fc03958433e8a43" providerId="LiveId" clId="{309794F8-99CF-4983-9CCF-D5B7BCCE1DF4}" dt="2023-01-24T20:27:26.916" v="2628" actId="313"/>
        <pc:sldMkLst>
          <pc:docMk/>
          <pc:sldMk cId="452374109" sldId="466"/>
        </pc:sldMkLst>
        <pc:spChg chg="add mod">
          <ac:chgData name="Chittaranjan Hens" userId="6fc03958433e8a43" providerId="LiveId" clId="{309794F8-99CF-4983-9CCF-D5B7BCCE1DF4}" dt="2023-01-24T20:27:26.916" v="2628" actId="313"/>
          <ac:spMkLst>
            <pc:docMk/>
            <pc:sldMk cId="452374109" sldId="466"/>
            <ac:spMk id="2" creationId="{8EFBF971-A446-CBB4-16FA-5E2E2C5903F0}"/>
          </ac:spMkLst>
        </pc:spChg>
        <pc:spChg chg="del">
          <ac:chgData name="Chittaranjan Hens" userId="6fc03958433e8a43" providerId="LiveId" clId="{309794F8-99CF-4983-9CCF-D5B7BCCE1DF4}" dt="2023-01-24T20:23:56.947" v="2578" actId="478"/>
          <ac:spMkLst>
            <pc:docMk/>
            <pc:sldMk cId="452374109" sldId="466"/>
            <ac:spMk id="3" creationId="{B1B63EEA-3814-D2E4-8D74-017D82834591}"/>
          </ac:spMkLst>
        </pc:spChg>
        <pc:spChg chg="del mod">
          <ac:chgData name="Chittaranjan Hens" userId="6fc03958433e8a43" providerId="LiveId" clId="{309794F8-99CF-4983-9CCF-D5B7BCCE1DF4}" dt="2023-01-24T20:26:07.721" v="2622" actId="478"/>
          <ac:spMkLst>
            <pc:docMk/>
            <pc:sldMk cId="452374109" sldId="466"/>
            <ac:spMk id="8" creationId="{4AD801FA-1237-1486-4D38-6F3EAE5EE2D5}"/>
          </ac:spMkLst>
        </pc:spChg>
        <pc:picChg chg="mod">
          <ac:chgData name="Chittaranjan Hens" userId="6fc03958433e8a43" providerId="LiveId" clId="{309794F8-99CF-4983-9CCF-D5B7BCCE1DF4}" dt="2023-01-24T20:24:01.434" v="2580" actId="1076"/>
          <ac:picMkLst>
            <pc:docMk/>
            <pc:sldMk cId="452374109" sldId="466"/>
            <ac:picMk id="4" creationId="{BAC19C6E-1362-8D93-CD6A-1AD50E72579F}"/>
          </ac:picMkLst>
        </pc:picChg>
        <pc:picChg chg="add mod">
          <ac:chgData name="Chittaranjan Hens" userId="6fc03958433e8a43" providerId="LiveId" clId="{309794F8-99CF-4983-9CCF-D5B7BCCE1DF4}" dt="2023-01-24T20:26:11.141" v="2624" actId="1076"/>
          <ac:picMkLst>
            <pc:docMk/>
            <pc:sldMk cId="452374109" sldId="466"/>
            <ac:picMk id="6" creationId="{A6F95F7C-59CF-6E25-83CE-D6AA0DC5829B}"/>
          </ac:picMkLst>
        </pc:picChg>
        <pc:picChg chg="add mod">
          <ac:chgData name="Chittaranjan Hens" userId="6fc03958433e8a43" providerId="LiveId" clId="{309794F8-99CF-4983-9CCF-D5B7BCCE1DF4}" dt="2023-01-24T20:26:48.945" v="2626" actId="1076"/>
          <ac:picMkLst>
            <pc:docMk/>
            <pc:sldMk cId="452374109" sldId="466"/>
            <ac:picMk id="9" creationId="{EE5F6FE1-0549-EBF2-2413-DB26F61B8D29}"/>
          </ac:picMkLst>
        </pc:picChg>
      </pc:sldChg>
      <pc:sldChg chg="addSp modSp add mod">
        <pc:chgData name="Chittaranjan Hens" userId="6fc03958433e8a43" providerId="LiveId" clId="{309794F8-99CF-4983-9CCF-D5B7BCCE1DF4}" dt="2023-01-24T20:28:01.393" v="2636" actId="14100"/>
        <pc:sldMkLst>
          <pc:docMk/>
          <pc:sldMk cId="1160093022" sldId="467"/>
        </pc:sldMkLst>
        <pc:spChg chg="mod">
          <ac:chgData name="Chittaranjan Hens" userId="6fc03958433e8a43" providerId="LiveId" clId="{309794F8-99CF-4983-9CCF-D5B7BCCE1DF4}" dt="2023-01-24T20:27:36.418" v="2629" actId="313"/>
          <ac:spMkLst>
            <pc:docMk/>
            <pc:sldMk cId="1160093022" sldId="467"/>
            <ac:spMk id="2" creationId="{8EFBF971-A446-CBB4-16FA-5E2E2C5903F0}"/>
          </ac:spMkLst>
        </pc:spChg>
        <pc:picChg chg="add mod">
          <ac:chgData name="Chittaranjan Hens" userId="6fc03958433e8a43" providerId="LiveId" clId="{309794F8-99CF-4983-9CCF-D5B7BCCE1DF4}" dt="2023-01-24T20:28:01.393" v="2636" actId="14100"/>
          <ac:picMkLst>
            <pc:docMk/>
            <pc:sldMk cId="1160093022" sldId="467"/>
            <ac:picMk id="5" creationId="{6E0431AD-3FE6-FA3F-23D2-05223327FC74}"/>
          </ac:picMkLst>
        </pc:picChg>
        <pc:picChg chg="mod">
          <ac:chgData name="Chittaranjan Hens" userId="6fc03958433e8a43" providerId="LiveId" clId="{309794F8-99CF-4983-9CCF-D5B7BCCE1DF4}" dt="2023-01-24T20:27:44.806" v="2631" actId="14100"/>
          <ac:picMkLst>
            <pc:docMk/>
            <pc:sldMk cId="1160093022" sldId="467"/>
            <ac:picMk id="9" creationId="{EE5F6FE1-0549-EBF2-2413-DB26F61B8D29}"/>
          </ac:picMkLst>
        </pc:picChg>
      </pc:sldChg>
      <pc:sldChg chg="addSp delSp modSp add mod">
        <pc:chgData name="Chittaranjan Hens" userId="6fc03958433e8a43" providerId="LiveId" clId="{309794F8-99CF-4983-9CCF-D5B7BCCE1DF4}" dt="2023-01-24T20:31:02.667" v="2663" actId="478"/>
        <pc:sldMkLst>
          <pc:docMk/>
          <pc:sldMk cId="1498014708" sldId="468"/>
        </pc:sldMkLst>
        <pc:spChg chg="mod">
          <ac:chgData name="Chittaranjan Hens" userId="6fc03958433e8a43" providerId="LiveId" clId="{309794F8-99CF-4983-9CCF-D5B7BCCE1DF4}" dt="2023-01-24T20:28:30.634" v="2648" actId="20577"/>
          <ac:spMkLst>
            <pc:docMk/>
            <pc:sldMk cId="1498014708" sldId="468"/>
            <ac:spMk id="2" creationId="{8EFBF971-A446-CBB4-16FA-5E2E2C5903F0}"/>
          </ac:spMkLst>
        </pc:spChg>
        <pc:picChg chg="del">
          <ac:chgData name="Chittaranjan Hens" userId="6fc03958433e8a43" providerId="LiveId" clId="{309794F8-99CF-4983-9CCF-D5B7BCCE1DF4}" dt="2023-01-24T20:28:12.707" v="2638" actId="478"/>
          <ac:picMkLst>
            <pc:docMk/>
            <pc:sldMk cId="1498014708" sldId="468"/>
            <ac:picMk id="5" creationId="{6E0431AD-3FE6-FA3F-23D2-05223327FC74}"/>
          </ac:picMkLst>
        </pc:picChg>
        <pc:picChg chg="del">
          <ac:chgData name="Chittaranjan Hens" userId="6fc03958433e8a43" providerId="LiveId" clId="{309794F8-99CF-4983-9CCF-D5B7BCCE1DF4}" dt="2023-01-24T20:28:12.707" v="2638" actId="478"/>
          <ac:picMkLst>
            <pc:docMk/>
            <pc:sldMk cId="1498014708" sldId="468"/>
            <ac:picMk id="6" creationId="{A6F95F7C-59CF-6E25-83CE-D6AA0DC5829B}"/>
          </ac:picMkLst>
        </pc:picChg>
        <pc:picChg chg="add mod">
          <ac:chgData name="Chittaranjan Hens" userId="6fc03958433e8a43" providerId="LiveId" clId="{309794F8-99CF-4983-9CCF-D5B7BCCE1DF4}" dt="2023-01-24T20:28:59.138" v="2652" actId="14100"/>
          <ac:picMkLst>
            <pc:docMk/>
            <pc:sldMk cId="1498014708" sldId="468"/>
            <ac:picMk id="7" creationId="{0BD61938-BC3E-5AFD-C1B0-63E0FE446E5A}"/>
          </ac:picMkLst>
        </pc:picChg>
        <pc:picChg chg="del">
          <ac:chgData name="Chittaranjan Hens" userId="6fc03958433e8a43" providerId="LiveId" clId="{309794F8-99CF-4983-9CCF-D5B7BCCE1DF4}" dt="2023-01-24T20:28:12.707" v="2638" actId="478"/>
          <ac:picMkLst>
            <pc:docMk/>
            <pc:sldMk cId="1498014708" sldId="468"/>
            <ac:picMk id="9" creationId="{EE5F6FE1-0549-EBF2-2413-DB26F61B8D29}"/>
          </ac:picMkLst>
        </pc:picChg>
        <pc:picChg chg="add del mod">
          <ac:chgData name="Chittaranjan Hens" userId="6fc03958433e8a43" providerId="LiveId" clId="{309794F8-99CF-4983-9CCF-D5B7BCCE1DF4}" dt="2023-01-24T20:31:02.667" v="2663" actId="478"/>
          <ac:picMkLst>
            <pc:docMk/>
            <pc:sldMk cId="1498014708" sldId="468"/>
            <ac:picMk id="10" creationId="{C3354012-69D7-CE57-9528-EEEAF5E35D4D}"/>
          </ac:picMkLst>
        </pc:picChg>
        <pc:picChg chg="add del mod">
          <ac:chgData name="Chittaranjan Hens" userId="6fc03958433e8a43" providerId="LiveId" clId="{309794F8-99CF-4983-9CCF-D5B7BCCE1DF4}" dt="2023-01-24T20:31:02.667" v="2663" actId="478"/>
          <ac:picMkLst>
            <pc:docMk/>
            <pc:sldMk cId="1498014708" sldId="468"/>
            <ac:picMk id="12" creationId="{C2C534FE-5A28-B011-E912-C7B20398AD4B}"/>
          </ac:picMkLst>
        </pc:picChg>
      </pc:sldChg>
      <pc:sldChg chg="add del">
        <pc:chgData name="Chittaranjan Hens" userId="6fc03958433e8a43" providerId="LiveId" clId="{309794F8-99CF-4983-9CCF-D5B7BCCE1DF4}" dt="2023-01-24T20:27:48.052" v="2633"/>
        <pc:sldMkLst>
          <pc:docMk/>
          <pc:sldMk cId="4263020196" sldId="468"/>
        </pc:sldMkLst>
      </pc:sldChg>
      <pc:sldChg chg="delSp add mod">
        <pc:chgData name="Chittaranjan Hens" userId="6fc03958433e8a43" providerId="LiveId" clId="{309794F8-99CF-4983-9CCF-D5B7BCCE1DF4}" dt="2023-01-24T20:31:13.855" v="2665" actId="478"/>
        <pc:sldMkLst>
          <pc:docMk/>
          <pc:sldMk cId="2423768226" sldId="469"/>
        </pc:sldMkLst>
        <pc:picChg chg="del">
          <ac:chgData name="Chittaranjan Hens" userId="6fc03958433e8a43" providerId="LiveId" clId="{309794F8-99CF-4983-9CCF-D5B7BCCE1DF4}" dt="2023-01-24T20:31:13.855" v="2665" actId="478"/>
          <ac:picMkLst>
            <pc:docMk/>
            <pc:sldMk cId="2423768226" sldId="469"/>
            <ac:picMk id="12" creationId="{C2C534FE-5A28-B011-E912-C7B20398AD4B}"/>
          </ac:picMkLst>
        </pc:picChg>
      </pc:sldChg>
      <pc:sldChg chg="addSp modSp add mod modAnim">
        <pc:chgData name="Chittaranjan Hens" userId="6fc03958433e8a43" providerId="LiveId" clId="{309794F8-99CF-4983-9CCF-D5B7BCCE1DF4}" dt="2023-01-24T20:32:35.790" v="2677" actId="1076"/>
        <pc:sldMkLst>
          <pc:docMk/>
          <pc:sldMk cId="1626102158" sldId="470"/>
        </pc:sldMkLst>
        <pc:picChg chg="add mod">
          <ac:chgData name="Chittaranjan Hens" userId="6fc03958433e8a43" providerId="LiveId" clId="{309794F8-99CF-4983-9CCF-D5B7BCCE1DF4}" dt="2023-01-24T20:32:35.790" v="2677" actId="1076"/>
          <ac:picMkLst>
            <pc:docMk/>
            <pc:sldMk cId="1626102158" sldId="470"/>
            <ac:picMk id="5" creationId="{63F953E1-C1E0-E71C-D6AC-A83AD09062FF}"/>
          </ac:picMkLst>
        </pc:picChg>
        <pc:picChg chg="mod">
          <ac:chgData name="Chittaranjan Hens" userId="6fc03958433e8a43" providerId="LiveId" clId="{309794F8-99CF-4983-9CCF-D5B7BCCE1DF4}" dt="2023-01-24T20:31:53.440" v="2672" actId="1035"/>
          <ac:picMkLst>
            <pc:docMk/>
            <pc:sldMk cId="1626102158" sldId="470"/>
            <ac:picMk id="10" creationId="{C3354012-69D7-CE57-9528-EEEAF5E35D4D}"/>
          </ac:picMkLst>
        </pc:picChg>
        <pc:picChg chg="mod">
          <ac:chgData name="Chittaranjan Hens" userId="6fc03958433e8a43" providerId="LiveId" clId="{309794F8-99CF-4983-9CCF-D5B7BCCE1DF4}" dt="2023-01-24T20:31:49.760" v="2668" actId="14100"/>
          <ac:picMkLst>
            <pc:docMk/>
            <pc:sldMk cId="1626102158" sldId="470"/>
            <ac:picMk id="12" creationId="{C2C534FE-5A28-B011-E912-C7B20398AD4B}"/>
          </ac:picMkLst>
        </pc:picChg>
      </pc:sldChg>
      <pc:sldChg chg="addSp delSp modSp add mod delAnim">
        <pc:chgData name="Chittaranjan Hens" userId="6fc03958433e8a43" providerId="LiveId" clId="{309794F8-99CF-4983-9CCF-D5B7BCCE1DF4}" dt="2023-01-24T20:34:27.940" v="2687" actId="22"/>
        <pc:sldMkLst>
          <pc:docMk/>
          <pc:sldMk cId="2207851321" sldId="471"/>
        </pc:sldMkLst>
        <pc:spChg chg="mod">
          <ac:chgData name="Chittaranjan Hens" userId="6fc03958433e8a43" providerId="LiveId" clId="{309794F8-99CF-4983-9CCF-D5B7BCCE1DF4}" dt="2023-01-24T20:34:16.742" v="2684" actId="1076"/>
          <ac:spMkLst>
            <pc:docMk/>
            <pc:sldMk cId="2207851321" sldId="471"/>
            <ac:spMk id="2" creationId="{8EFBF971-A446-CBB4-16FA-5E2E2C5903F0}"/>
          </ac:spMkLst>
        </pc:spChg>
        <pc:picChg chg="del">
          <ac:chgData name="Chittaranjan Hens" userId="6fc03958433e8a43" providerId="LiveId" clId="{309794F8-99CF-4983-9CCF-D5B7BCCE1DF4}" dt="2023-01-24T20:34:01.705" v="2679" actId="478"/>
          <ac:picMkLst>
            <pc:docMk/>
            <pc:sldMk cId="2207851321" sldId="471"/>
            <ac:picMk id="5" creationId="{63F953E1-C1E0-E71C-D6AC-A83AD09062FF}"/>
          </ac:picMkLst>
        </pc:picChg>
        <pc:picChg chg="add">
          <ac:chgData name="Chittaranjan Hens" userId="6fc03958433e8a43" providerId="LiveId" clId="{309794F8-99CF-4983-9CCF-D5B7BCCE1DF4}" dt="2023-01-24T20:34:27.940" v="2687" actId="22"/>
          <ac:picMkLst>
            <pc:docMk/>
            <pc:sldMk cId="2207851321" sldId="471"/>
            <ac:picMk id="6" creationId="{79F2D4A3-3352-716C-85E0-09B2FDEC28AB}"/>
          </ac:picMkLst>
        </pc:picChg>
        <pc:picChg chg="del">
          <ac:chgData name="Chittaranjan Hens" userId="6fc03958433e8a43" providerId="LiveId" clId="{309794F8-99CF-4983-9CCF-D5B7BCCE1DF4}" dt="2023-01-24T20:34:01.705" v="2679" actId="478"/>
          <ac:picMkLst>
            <pc:docMk/>
            <pc:sldMk cId="2207851321" sldId="471"/>
            <ac:picMk id="7" creationId="{0BD61938-BC3E-5AFD-C1B0-63E0FE446E5A}"/>
          </ac:picMkLst>
        </pc:picChg>
        <pc:picChg chg="del">
          <ac:chgData name="Chittaranjan Hens" userId="6fc03958433e8a43" providerId="LiveId" clId="{309794F8-99CF-4983-9CCF-D5B7BCCE1DF4}" dt="2023-01-24T20:34:01.705" v="2679" actId="478"/>
          <ac:picMkLst>
            <pc:docMk/>
            <pc:sldMk cId="2207851321" sldId="471"/>
            <ac:picMk id="10" creationId="{C3354012-69D7-CE57-9528-EEEAF5E35D4D}"/>
          </ac:picMkLst>
        </pc:picChg>
        <pc:picChg chg="del">
          <ac:chgData name="Chittaranjan Hens" userId="6fc03958433e8a43" providerId="LiveId" clId="{309794F8-99CF-4983-9CCF-D5B7BCCE1DF4}" dt="2023-01-24T20:34:01.705" v="2679" actId="478"/>
          <ac:picMkLst>
            <pc:docMk/>
            <pc:sldMk cId="2207851321" sldId="471"/>
            <ac:picMk id="12" creationId="{C2C534FE-5A28-B011-E912-C7B20398AD4B}"/>
          </ac:picMkLst>
        </pc:picChg>
      </pc:sldChg>
      <pc:sldChg chg="addSp delSp modSp add mod">
        <pc:chgData name="Chittaranjan Hens" userId="6fc03958433e8a43" providerId="LiveId" clId="{309794F8-99CF-4983-9CCF-D5B7BCCE1DF4}" dt="2023-01-24T20:36:23" v="2698" actId="14100"/>
        <pc:sldMkLst>
          <pc:docMk/>
          <pc:sldMk cId="111647214" sldId="472"/>
        </pc:sldMkLst>
        <pc:picChg chg="add del mod">
          <ac:chgData name="Chittaranjan Hens" userId="6fc03958433e8a43" providerId="LiveId" clId="{309794F8-99CF-4983-9CCF-D5B7BCCE1DF4}" dt="2023-01-24T20:36:10.031" v="2694" actId="478"/>
          <ac:picMkLst>
            <pc:docMk/>
            <pc:sldMk cId="111647214" sldId="472"/>
            <ac:picMk id="5" creationId="{E0B41970-379F-73B2-29E5-A8136C606894}"/>
          </ac:picMkLst>
        </pc:picChg>
        <pc:picChg chg="del">
          <ac:chgData name="Chittaranjan Hens" userId="6fc03958433e8a43" providerId="LiveId" clId="{309794F8-99CF-4983-9CCF-D5B7BCCE1DF4}" dt="2023-01-24T20:35:33.239" v="2689" actId="478"/>
          <ac:picMkLst>
            <pc:docMk/>
            <pc:sldMk cId="111647214" sldId="472"/>
            <ac:picMk id="6" creationId="{79F2D4A3-3352-716C-85E0-09B2FDEC28AB}"/>
          </ac:picMkLst>
        </pc:picChg>
        <pc:picChg chg="add mod">
          <ac:chgData name="Chittaranjan Hens" userId="6fc03958433e8a43" providerId="LiveId" clId="{309794F8-99CF-4983-9CCF-D5B7BCCE1DF4}" dt="2023-01-24T20:36:23" v="2698" actId="14100"/>
          <ac:picMkLst>
            <pc:docMk/>
            <pc:sldMk cId="111647214" sldId="472"/>
            <ac:picMk id="8" creationId="{A72860A6-FBFC-60A9-3A00-CCE003BED06E}"/>
          </ac:picMkLst>
        </pc:picChg>
      </pc:sldChg>
      <pc:sldChg chg="add del">
        <pc:chgData name="Chittaranjan Hens" userId="6fc03958433e8a43" providerId="LiveId" clId="{309794F8-99CF-4983-9CCF-D5B7BCCE1DF4}" dt="2023-01-24T20:34:20.985" v="2686"/>
        <pc:sldMkLst>
          <pc:docMk/>
          <pc:sldMk cId="1570235764" sldId="472"/>
        </pc:sldMkLst>
      </pc:sldChg>
      <pc:sldChg chg="delSp modSp add mod">
        <pc:chgData name="Chittaranjan Hens" userId="6fc03958433e8a43" providerId="LiveId" clId="{309794F8-99CF-4983-9CCF-D5B7BCCE1DF4}" dt="2023-01-24T20:36:42.565" v="2700" actId="478"/>
        <pc:sldMkLst>
          <pc:docMk/>
          <pc:sldMk cId="828867410" sldId="473"/>
        </pc:sldMkLst>
        <pc:picChg chg="del mod">
          <ac:chgData name="Chittaranjan Hens" userId="6fc03958433e8a43" providerId="LiveId" clId="{309794F8-99CF-4983-9CCF-D5B7BCCE1DF4}" dt="2023-01-24T20:36:42.565" v="2700" actId="478"/>
          <ac:picMkLst>
            <pc:docMk/>
            <pc:sldMk cId="828867410" sldId="473"/>
            <ac:picMk id="8" creationId="{A72860A6-FBFC-60A9-3A00-CCE003BED06E}"/>
          </ac:picMkLst>
        </pc:picChg>
      </pc:sldChg>
      <pc:sldChg chg="addSp delSp modSp add mod">
        <pc:chgData name="Chittaranjan Hens" userId="6fc03958433e8a43" providerId="LiveId" clId="{309794F8-99CF-4983-9CCF-D5B7BCCE1DF4}" dt="2023-01-24T20:38:05.393" v="2705" actId="732"/>
        <pc:sldMkLst>
          <pc:docMk/>
          <pc:sldMk cId="1387844827" sldId="474"/>
        </pc:sldMkLst>
        <pc:picChg chg="del">
          <ac:chgData name="Chittaranjan Hens" userId="6fc03958433e8a43" providerId="LiveId" clId="{309794F8-99CF-4983-9CCF-D5B7BCCE1DF4}" dt="2023-01-24T20:37:54.279" v="2702" actId="478"/>
          <ac:picMkLst>
            <pc:docMk/>
            <pc:sldMk cId="1387844827" sldId="474"/>
            <ac:picMk id="5" creationId="{E0B41970-379F-73B2-29E5-A8136C606894}"/>
          </ac:picMkLst>
        </pc:picChg>
        <pc:picChg chg="add mod modCrop">
          <ac:chgData name="Chittaranjan Hens" userId="6fc03958433e8a43" providerId="LiveId" clId="{309794F8-99CF-4983-9CCF-D5B7BCCE1DF4}" dt="2023-01-24T20:38:05.393" v="2705" actId="732"/>
          <ac:picMkLst>
            <pc:docMk/>
            <pc:sldMk cId="1387844827" sldId="474"/>
            <ac:picMk id="6" creationId="{57942462-6F5C-7B9E-F6D3-59F5F3C7B2E5}"/>
          </ac:picMkLst>
        </pc:picChg>
      </pc:sldChg>
      <pc:sldChg chg="delSp modSp add mod">
        <pc:chgData name="Chittaranjan Hens" userId="6fc03958433e8a43" providerId="LiveId" clId="{309794F8-99CF-4983-9CCF-D5B7BCCE1DF4}" dt="2023-01-24T20:39:00.025" v="2729" actId="20577"/>
        <pc:sldMkLst>
          <pc:docMk/>
          <pc:sldMk cId="3455243882" sldId="475"/>
        </pc:sldMkLst>
        <pc:spChg chg="mod">
          <ac:chgData name="Chittaranjan Hens" userId="6fc03958433e8a43" providerId="LiveId" clId="{309794F8-99CF-4983-9CCF-D5B7BCCE1DF4}" dt="2023-01-24T20:39:00.025" v="2729" actId="20577"/>
          <ac:spMkLst>
            <pc:docMk/>
            <pc:sldMk cId="3455243882" sldId="475"/>
            <ac:spMk id="2" creationId="{8EFBF971-A446-CBB4-16FA-5E2E2C5903F0}"/>
          </ac:spMkLst>
        </pc:spChg>
        <pc:picChg chg="del">
          <ac:chgData name="Chittaranjan Hens" userId="6fc03958433e8a43" providerId="LiveId" clId="{309794F8-99CF-4983-9CCF-D5B7BCCE1DF4}" dt="2023-01-24T20:38:43.107" v="2707" actId="478"/>
          <ac:picMkLst>
            <pc:docMk/>
            <pc:sldMk cId="3455243882" sldId="475"/>
            <ac:picMk id="6" creationId="{57942462-6F5C-7B9E-F6D3-59F5F3C7B2E5}"/>
          </ac:picMkLst>
        </pc:picChg>
      </pc:sldChg>
      <pc:sldChg chg="addSp delSp modSp add mod">
        <pc:chgData name="Chittaranjan Hens" userId="6fc03958433e8a43" providerId="LiveId" clId="{309794F8-99CF-4983-9CCF-D5B7BCCE1DF4}" dt="2023-01-24T20:40:11.202" v="2733" actId="1076"/>
        <pc:sldMkLst>
          <pc:docMk/>
          <pc:sldMk cId="969092816" sldId="476"/>
        </pc:sldMkLst>
        <pc:picChg chg="add mod">
          <ac:chgData name="Chittaranjan Hens" userId="6fc03958433e8a43" providerId="LiveId" clId="{309794F8-99CF-4983-9CCF-D5B7BCCE1DF4}" dt="2023-01-24T20:40:11.202" v="2733" actId="1076"/>
          <ac:picMkLst>
            <pc:docMk/>
            <pc:sldMk cId="969092816" sldId="476"/>
            <ac:picMk id="5" creationId="{CDDB2DBC-A861-F4C1-282C-0D2197A8DEC9}"/>
          </ac:picMkLst>
        </pc:picChg>
        <pc:picChg chg="del">
          <ac:chgData name="Chittaranjan Hens" userId="6fc03958433e8a43" providerId="LiveId" clId="{309794F8-99CF-4983-9CCF-D5B7BCCE1DF4}" dt="2023-01-24T20:39:06.394" v="2731" actId="478"/>
          <ac:picMkLst>
            <pc:docMk/>
            <pc:sldMk cId="969092816" sldId="476"/>
            <ac:picMk id="6" creationId="{57942462-6F5C-7B9E-F6D3-59F5F3C7B2E5}"/>
          </ac:picMkLst>
        </pc:picChg>
      </pc:sldChg>
      <pc:sldChg chg="addSp delSp modSp add mod">
        <pc:chgData name="Chittaranjan Hens" userId="6fc03958433e8a43" providerId="LiveId" clId="{309794F8-99CF-4983-9CCF-D5B7BCCE1DF4}" dt="2023-01-24T20:43:05.661" v="2768" actId="27309"/>
        <pc:sldMkLst>
          <pc:docMk/>
          <pc:sldMk cId="2060000503" sldId="477"/>
        </pc:sldMkLst>
        <pc:spChg chg="mod">
          <ac:chgData name="Chittaranjan Hens" userId="6fc03958433e8a43" providerId="LiveId" clId="{309794F8-99CF-4983-9CCF-D5B7BCCE1DF4}" dt="2023-01-24T20:42:59.695" v="2766" actId="20577"/>
          <ac:spMkLst>
            <pc:docMk/>
            <pc:sldMk cId="2060000503" sldId="477"/>
            <ac:spMk id="2" creationId="{8EFBF971-A446-CBB4-16FA-5E2E2C5903F0}"/>
          </ac:spMkLst>
        </pc:spChg>
        <pc:graphicFrameChg chg="add del modGraphic">
          <ac:chgData name="Chittaranjan Hens" userId="6fc03958433e8a43" providerId="LiveId" clId="{309794F8-99CF-4983-9CCF-D5B7BCCE1DF4}" dt="2023-01-24T20:43:05.661" v="2768" actId="27309"/>
          <ac:graphicFrameMkLst>
            <pc:docMk/>
            <pc:sldMk cId="2060000503" sldId="477"/>
            <ac:graphicFrameMk id="5" creationId="{3061D65C-3DA1-B678-4DC1-AA0008A7DE33}"/>
          </ac:graphicFrameMkLst>
        </pc:graphicFrameChg>
      </pc:sldChg>
      <pc:sldChg chg="add del">
        <pc:chgData name="Chittaranjan Hens" userId="6fc03958433e8a43" providerId="LiveId" clId="{309794F8-99CF-4983-9CCF-D5B7BCCE1DF4}" dt="2023-01-24T20:43:10.805" v="2770"/>
        <pc:sldMkLst>
          <pc:docMk/>
          <pc:sldMk cId="764630082" sldId="478"/>
        </pc:sldMkLst>
      </pc:sldChg>
      <pc:sldChg chg="addSp delSp modSp add mod modAnim">
        <pc:chgData name="Chittaranjan Hens" userId="6fc03958433e8a43" providerId="LiveId" clId="{309794F8-99CF-4983-9CCF-D5B7BCCE1DF4}" dt="2023-01-26T04:06:35.940" v="3628" actId="114"/>
        <pc:sldMkLst>
          <pc:docMk/>
          <pc:sldMk cId="3726892099" sldId="478"/>
        </pc:sldMkLst>
        <pc:spChg chg="add del mod">
          <ac:chgData name="Chittaranjan Hens" userId="6fc03958433e8a43" providerId="LiveId" clId="{309794F8-99CF-4983-9CCF-D5B7BCCE1DF4}" dt="2023-01-25T08:56:38.062" v="3103" actId="478"/>
          <ac:spMkLst>
            <pc:docMk/>
            <pc:sldMk cId="3726892099" sldId="478"/>
            <ac:spMk id="3" creationId="{D1CA89BA-66E4-4912-E17F-3FE581ECCA1A}"/>
          </ac:spMkLst>
        </pc:spChg>
        <pc:spChg chg="add mod topLvl">
          <ac:chgData name="Chittaranjan Hens" userId="6fc03958433e8a43" providerId="LiveId" clId="{309794F8-99CF-4983-9CCF-D5B7BCCE1DF4}" dt="2023-01-25T09:42:17.865" v="3418" actId="164"/>
          <ac:spMkLst>
            <pc:docMk/>
            <pc:sldMk cId="3726892099" sldId="478"/>
            <ac:spMk id="4" creationId="{27D9B91E-3238-1D64-FAF9-9285DBE31D3D}"/>
          </ac:spMkLst>
        </pc:spChg>
        <pc:spChg chg="add mod">
          <ac:chgData name="Chittaranjan Hens" userId="6fc03958433e8a43" providerId="LiveId" clId="{309794F8-99CF-4983-9CCF-D5B7BCCE1DF4}" dt="2023-01-26T04:06:35.940" v="3628" actId="114"/>
          <ac:spMkLst>
            <pc:docMk/>
            <pc:sldMk cId="3726892099" sldId="478"/>
            <ac:spMk id="5" creationId="{8F3F52BC-B8A0-6C01-7DE5-B23DD05D80AF}"/>
          </ac:spMkLst>
        </pc:spChg>
        <pc:spChg chg="add mod">
          <ac:chgData name="Chittaranjan Hens" userId="6fc03958433e8a43" providerId="LiveId" clId="{309794F8-99CF-4983-9CCF-D5B7BCCE1DF4}" dt="2023-01-26T04:06:28.839" v="3626" actId="1076"/>
          <ac:spMkLst>
            <pc:docMk/>
            <pc:sldMk cId="3726892099" sldId="478"/>
            <ac:spMk id="6" creationId="{B4E7B471-60ED-5B6A-A18D-43A580C1F8C4}"/>
          </ac:spMkLst>
        </pc:spChg>
        <pc:spChg chg="mod">
          <ac:chgData name="Chittaranjan Hens" userId="6fc03958433e8a43" providerId="LiveId" clId="{309794F8-99CF-4983-9CCF-D5B7BCCE1DF4}" dt="2023-01-25T09:45:00.481" v="3586" actId="20577"/>
          <ac:spMkLst>
            <pc:docMk/>
            <pc:sldMk cId="3726892099" sldId="478"/>
            <ac:spMk id="7"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15" creationId="{8FC64A96-9A36-8A77-F22B-BECB5FE9AB5D}"/>
          </ac:spMkLst>
        </pc:spChg>
        <pc:spChg chg="add mod topLvl">
          <ac:chgData name="Chittaranjan Hens" userId="6fc03958433e8a43" providerId="LiveId" clId="{309794F8-99CF-4983-9CCF-D5B7BCCE1DF4}" dt="2023-01-25T09:42:17.865" v="3418" actId="164"/>
          <ac:spMkLst>
            <pc:docMk/>
            <pc:sldMk cId="3726892099" sldId="478"/>
            <ac:spMk id="16" creationId="{36E890BC-16B5-0E90-C3AF-738DF7F52F93}"/>
          </ac:spMkLst>
        </pc:spChg>
        <pc:spChg chg="add mod topLvl">
          <ac:chgData name="Chittaranjan Hens" userId="6fc03958433e8a43" providerId="LiveId" clId="{309794F8-99CF-4983-9CCF-D5B7BCCE1DF4}" dt="2023-01-25T09:42:17.865" v="3418" actId="164"/>
          <ac:spMkLst>
            <pc:docMk/>
            <pc:sldMk cId="3726892099" sldId="478"/>
            <ac:spMk id="17" creationId="{CE0AE110-DFF9-61DB-4A91-B3E6B8A2AF4A}"/>
          </ac:spMkLst>
        </pc:spChg>
        <pc:spChg chg="add mod topLvl">
          <ac:chgData name="Chittaranjan Hens" userId="6fc03958433e8a43" providerId="LiveId" clId="{309794F8-99CF-4983-9CCF-D5B7BCCE1DF4}" dt="2023-01-25T09:42:17.865" v="3418" actId="164"/>
          <ac:spMkLst>
            <pc:docMk/>
            <pc:sldMk cId="3726892099" sldId="478"/>
            <ac:spMk id="18" creationId="{EE727EC8-4E68-7A27-9A7E-A3CA908DC144}"/>
          </ac:spMkLst>
        </pc:spChg>
        <pc:spChg chg="mod">
          <ac:chgData name="Chittaranjan Hens" userId="6fc03958433e8a43" providerId="LiveId" clId="{309794F8-99CF-4983-9CCF-D5B7BCCE1DF4}" dt="2023-01-25T04:56:50.063" v="2794" actId="403"/>
          <ac:spMkLst>
            <pc:docMk/>
            <pc:sldMk cId="3726892099" sldId="478"/>
            <ac:spMk id="20" creationId="{00000000-0000-0000-0000-000000000000}"/>
          </ac:spMkLst>
        </pc:spChg>
        <pc:spChg chg="add mod topLvl">
          <ac:chgData name="Chittaranjan Hens" userId="6fc03958433e8a43" providerId="LiveId" clId="{309794F8-99CF-4983-9CCF-D5B7BCCE1DF4}" dt="2023-01-25T09:42:17.865" v="3418" actId="164"/>
          <ac:spMkLst>
            <pc:docMk/>
            <pc:sldMk cId="3726892099" sldId="478"/>
            <ac:spMk id="26" creationId="{88416811-7E2F-7B6B-46A7-9B42B149B2BB}"/>
          </ac:spMkLst>
        </pc:spChg>
        <pc:grpChg chg="add mod">
          <ac:chgData name="Chittaranjan Hens" userId="6fc03958433e8a43" providerId="LiveId" clId="{309794F8-99CF-4983-9CCF-D5B7BCCE1DF4}" dt="2023-01-25T09:41:07.261" v="3406" actId="164"/>
          <ac:grpSpMkLst>
            <pc:docMk/>
            <pc:sldMk cId="3726892099" sldId="478"/>
            <ac:grpSpMk id="27" creationId="{5E1B388E-56BC-4A8C-B87D-4D05E5E26B44}"/>
          </ac:grpSpMkLst>
        </pc:grpChg>
        <pc:grpChg chg="add mod">
          <ac:chgData name="Chittaranjan Hens" userId="6fc03958433e8a43" providerId="LiveId" clId="{309794F8-99CF-4983-9CCF-D5B7BCCE1DF4}" dt="2023-01-25T09:41:12.628" v="3408" actId="164"/>
          <ac:grpSpMkLst>
            <pc:docMk/>
            <pc:sldMk cId="3726892099" sldId="478"/>
            <ac:grpSpMk id="28" creationId="{AB94963C-6464-4A82-7216-80A3EF5C61C6}"/>
          </ac:grpSpMkLst>
        </pc:grpChg>
        <pc:grpChg chg="add del mod">
          <ac:chgData name="Chittaranjan Hens" userId="6fc03958433e8a43" providerId="LiveId" clId="{309794F8-99CF-4983-9CCF-D5B7BCCE1DF4}" dt="2023-01-25T09:41:37.288" v="3411" actId="165"/>
          <ac:grpSpMkLst>
            <pc:docMk/>
            <pc:sldMk cId="3726892099" sldId="478"/>
            <ac:grpSpMk id="29" creationId="{8A50F7A4-725B-3BE1-01B2-5E938DD5EAAA}"/>
          </ac:grpSpMkLst>
        </pc:grpChg>
        <pc:grpChg chg="add mod">
          <ac:chgData name="Chittaranjan Hens" userId="6fc03958433e8a43" providerId="LiveId" clId="{309794F8-99CF-4983-9CCF-D5B7BCCE1DF4}" dt="2023-01-25T09:41:55.873" v="3415" actId="1076"/>
          <ac:grpSpMkLst>
            <pc:docMk/>
            <pc:sldMk cId="3726892099" sldId="478"/>
            <ac:grpSpMk id="30" creationId="{F7FA09E4-035B-538C-9E3A-6E04CF9F7A5B}"/>
          </ac:grpSpMkLst>
        </pc:grpChg>
        <pc:grpChg chg="add mod">
          <ac:chgData name="Chittaranjan Hens" userId="6fc03958433e8a43" providerId="LiveId" clId="{309794F8-99CF-4983-9CCF-D5B7BCCE1DF4}" dt="2023-01-25T09:42:17.865" v="3418" actId="164"/>
          <ac:grpSpMkLst>
            <pc:docMk/>
            <pc:sldMk cId="3726892099" sldId="478"/>
            <ac:grpSpMk id="31" creationId="{84AA065C-4647-508C-EB41-9EC8945D71C2}"/>
          </ac:grpSpMkLst>
        </pc:grpChg>
        <pc:picChg chg="add mod ord">
          <ac:chgData name="Chittaranjan Hens" userId="6fc03958433e8a43" providerId="LiveId" clId="{309794F8-99CF-4983-9CCF-D5B7BCCE1DF4}" dt="2023-01-25T09:41:12.628" v="3408" actId="164"/>
          <ac:picMkLst>
            <pc:docMk/>
            <pc:sldMk cId="3726892099" sldId="478"/>
            <ac:picMk id="2" creationId="{D46632B5-BEDB-5424-58D9-B31AA1BB1767}"/>
          </ac:picMkLst>
        </pc:picChg>
        <pc:picChg chg="add mod">
          <ac:chgData name="Chittaranjan Hens" userId="6fc03958433e8a43" providerId="LiveId" clId="{309794F8-99CF-4983-9CCF-D5B7BCCE1DF4}" dt="2023-01-25T09:41:48.202" v="3413" actId="164"/>
          <ac:picMkLst>
            <pc:docMk/>
            <pc:sldMk cId="3726892099" sldId="478"/>
            <ac:picMk id="8" creationId="{407B18B2-A242-6D79-65B6-4E379FDFB831}"/>
          </ac:picMkLst>
        </pc:picChg>
        <pc:picChg chg="add mod ord topLvl">
          <ac:chgData name="Chittaranjan Hens" userId="6fc03958433e8a43" providerId="LiveId" clId="{309794F8-99CF-4983-9CCF-D5B7BCCE1DF4}" dt="2023-01-25T09:42:17.865" v="3418" actId="164"/>
          <ac:picMkLst>
            <pc:docMk/>
            <pc:sldMk cId="3726892099" sldId="478"/>
            <ac:picMk id="14" creationId="{8C010BA9-A519-3AC3-E53D-C52723A3A17A}"/>
          </ac:picMkLst>
        </pc:picChg>
        <pc:picChg chg="del mod">
          <ac:chgData name="Chittaranjan Hens" userId="6fc03958433e8a43" providerId="LiveId" clId="{309794F8-99CF-4983-9CCF-D5B7BCCE1DF4}" dt="2023-01-25T08:55:15.482" v="3100" actId="478"/>
          <ac:picMkLst>
            <pc:docMk/>
            <pc:sldMk cId="3726892099" sldId="478"/>
            <ac:picMk id="6146" creationId="{00000000-0000-0000-0000-000000000000}"/>
          </ac:picMkLst>
        </pc:picChg>
        <pc:picChg chg="del">
          <ac:chgData name="Chittaranjan Hens" userId="6fc03958433e8a43" providerId="LiveId" clId="{309794F8-99CF-4983-9CCF-D5B7BCCE1DF4}" dt="2023-01-25T08:57:49.176" v="3140" actId="478"/>
          <ac:picMkLst>
            <pc:docMk/>
            <pc:sldMk cId="3726892099" sldId="478"/>
            <ac:picMk id="6147" creationId="{00000000-0000-0000-0000-000000000000}"/>
          </ac:picMkLst>
        </pc:picChg>
        <pc:picChg chg="del mod">
          <ac:chgData name="Chittaranjan Hens" userId="6fc03958433e8a43" providerId="LiveId" clId="{309794F8-99CF-4983-9CCF-D5B7BCCE1DF4}" dt="2023-01-25T09:40:45.488" v="3401" actId="478"/>
          <ac:picMkLst>
            <pc:docMk/>
            <pc:sldMk cId="3726892099" sldId="478"/>
            <ac:picMk id="6148" creationId="{00000000-0000-0000-0000-000000000000}"/>
          </ac:picMkLst>
        </pc:picChg>
        <pc:picChg chg="del mod">
          <ac:chgData name="Chittaranjan Hens" userId="6fc03958433e8a43" providerId="LiveId" clId="{309794F8-99CF-4983-9CCF-D5B7BCCE1DF4}" dt="2023-01-25T09:40:47.168" v="3403" actId="478"/>
          <ac:picMkLst>
            <pc:docMk/>
            <pc:sldMk cId="3726892099" sldId="478"/>
            <ac:picMk id="6149" creationId="{00000000-0000-0000-0000-000000000000}"/>
          </ac:picMkLst>
        </pc:picChg>
        <pc:picChg chg="del mod">
          <ac:chgData name="Chittaranjan Hens" userId="6fc03958433e8a43" providerId="LiveId" clId="{309794F8-99CF-4983-9CCF-D5B7BCCE1DF4}" dt="2023-01-25T09:40:46.563" v="3402" actId="478"/>
          <ac:picMkLst>
            <pc:docMk/>
            <pc:sldMk cId="3726892099" sldId="478"/>
            <ac:picMk id="6150" creationId="{00000000-0000-0000-0000-000000000000}"/>
          </ac:picMkLst>
        </pc:picChg>
        <pc:picChg chg="del mod">
          <ac:chgData name="Chittaranjan Hens" userId="6fc03958433e8a43" providerId="LiveId" clId="{309794F8-99CF-4983-9CCF-D5B7BCCE1DF4}" dt="2023-01-25T09:27:43.587" v="3324" actId="478"/>
          <ac:picMkLst>
            <pc:docMk/>
            <pc:sldMk cId="3726892099" sldId="478"/>
            <ac:picMk id="6151" creationId="{00000000-0000-0000-0000-000000000000}"/>
          </ac:picMkLst>
        </pc:picChg>
        <pc:cxnChg chg="mod ord topLvl">
          <ac:chgData name="Chittaranjan Hens" userId="6fc03958433e8a43" providerId="LiveId" clId="{309794F8-99CF-4983-9CCF-D5B7BCCE1DF4}" dt="2023-01-25T09:42:17.865" v="3418" actId="164"/>
          <ac:cxnSpMkLst>
            <pc:docMk/>
            <pc:sldMk cId="3726892099" sldId="478"/>
            <ac:cxnSpMk id="10" creationId="{00000000-0000-0000-0000-000000000000}"/>
          </ac:cxnSpMkLst>
        </pc:cxnChg>
        <pc:cxnChg chg="add mod topLvl">
          <ac:chgData name="Chittaranjan Hens" userId="6fc03958433e8a43" providerId="LiveId" clId="{309794F8-99CF-4983-9CCF-D5B7BCCE1DF4}" dt="2023-01-25T09:42:03.838" v="3417" actId="1076"/>
          <ac:cxnSpMkLst>
            <pc:docMk/>
            <pc:sldMk cId="3726892099" sldId="478"/>
            <ac:cxnSpMk id="11" creationId="{77D058D1-F5E3-51B5-84A4-5380F56C8C3B}"/>
          </ac:cxnSpMkLst>
        </pc:cxnChg>
        <pc:cxnChg chg="add mod topLvl">
          <ac:chgData name="Chittaranjan Hens" userId="6fc03958433e8a43" providerId="LiveId" clId="{309794F8-99CF-4983-9CCF-D5B7BCCE1DF4}" dt="2023-01-25T09:42:17.865" v="3418" actId="164"/>
          <ac:cxnSpMkLst>
            <pc:docMk/>
            <pc:sldMk cId="3726892099" sldId="478"/>
            <ac:cxnSpMk id="19" creationId="{6043BF0B-02B5-853D-BAED-1B895BF30E23}"/>
          </ac:cxnSpMkLst>
        </pc:cxnChg>
        <pc:cxnChg chg="add mod topLvl">
          <ac:chgData name="Chittaranjan Hens" userId="6fc03958433e8a43" providerId="LiveId" clId="{309794F8-99CF-4983-9CCF-D5B7BCCE1DF4}" dt="2023-01-25T09:42:17.865" v="3418" actId="164"/>
          <ac:cxnSpMkLst>
            <pc:docMk/>
            <pc:sldMk cId="3726892099" sldId="478"/>
            <ac:cxnSpMk id="24" creationId="{FA2EEA0A-290E-A34C-A5C1-7DF690BAB3D1}"/>
          </ac:cxnSpMkLst>
        </pc:cxnChg>
      </pc:sldChg>
      <pc:sldChg chg="addSp delSp modSp add mod">
        <pc:chgData name="Chittaranjan Hens" userId="6fc03958433e8a43" providerId="LiveId" clId="{309794F8-99CF-4983-9CCF-D5B7BCCE1DF4}" dt="2023-01-25T08:37:52.868" v="2834" actId="27636"/>
        <pc:sldMkLst>
          <pc:docMk/>
          <pc:sldMk cId="1252726851" sldId="479"/>
        </pc:sldMkLst>
        <pc:spChg chg="add del mod">
          <ac:chgData name="Chittaranjan Hens" userId="6fc03958433e8a43" providerId="LiveId" clId="{309794F8-99CF-4983-9CCF-D5B7BCCE1DF4}" dt="2023-01-25T08:37:22.876" v="2800" actId="478"/>
          <ac:spMkLst>
            <pc:docMk/>
            <pc:sldMk cId="1252726851" sldId="479"/>
            <ac:spMk id="4" creationId="{570B7BAA-DA37-FA77-AA2B-D215A040C9E6}"/>
          </ac:spMkLst>
        </pc:spChg>
        <pc:spChg chg="add mod">
          <ac:chgData name="Chittaranjan Hens" userId="6fc03958433e8a43" providerId="LiveId" clId="{309794F8-99CF-4983-9CCF-D5B7BCCE1DF4}" dt="2023-01-25T08:37:31.487" v="2807" actId="478"/>
          <ac:spMkLst>
            <pc:docMk/>
            <pc:sldMk cId="1252726851" sldId="479"/>
            <ac:spMk id="6" creationId="{AB164218-6490-A10E-C6F6-99D3329D871D}"/>
          </ac:spMkLst>
        </pc:spChg>
        <pc:spChg chg="add mod">
          <ac:chgData name="Chittaranjan Hens" userId="6fc03958433e8a43" providerId="LiveId" clId="{309794F8-99CF-4983-9CCF-D5B7BCCE1DF4}" dt="2023-01-25T08:37:52.868" v="2834" actId="27636"/>
          <ac:spMkLst>
            <pc:docMk/>
            <pc:sldMk cId="1252726851" sldId="479"/>
            <ac:spMk id="7" creationId="{D418901D-8DB0-8BF0-E834-38C4F9EF0087}"/>
          </ac:spMkLst>
        </pc:spChg>
        <pc:spChg chg="del">
          <ac:chgData name="Chittaranjan Hens" userId="6fc03958433e8a43" providerId="LiveId" clId="{309794F8-99CF-4983-9CCF-D5B7BCCE1DF4}" dt="2023-01-25T08:37:31.487" v="2807" actId="478"/>
          <ac:spMkLst>
            <pc:docMk/>
            <pc:sldMk cId="1252726851" sldId="479"/>
            <ac:spMk id="7173" creationId="{55BE0E55-05D9-10B3-54A1-27B0B2AC6CE8}"/>
          </ac:spMkLst>
        </pc:spChg>
        <pc:spChg chg="del">
          <ac:chgData name="Chittaranjan Hens" userId="6fc03958433e8a43" providerId="LiveId" clId="{309794F8-99CF-4983-9CCF-D5B7BCCE1DF4}" dt="2023-01-25T08:37:12.376" v="2798" actId="478"/>
          <ac:spMkLst>
            <pc:docMk/>
            <pc:sldMk cId="1252726851" sldId="479"/>
            <ac:spMk id="7174" creationId="{59DF6C80-8439-BAB9-2BE8-D3F89DFDBF86}"/>
          </ac:spMkLst>
        </pc:spChg>
        <pc:spChg chg="del mod">
          <ac:chgData name="Chittaranjan Hens" userId="6fc03958433e8a43" providerId="LiveId" clId="{309794F8-99CF-4983-9CCF-D5B7BCCE1DF4}" dt="2023-01-25T08:37:29.190" v="2806" actId="478"/>
          <ac:spMkLst>
            <pc:docMk/>
            <pc:sldMk cId="1252726851" sldId="479"/>
            <ac:spMk id="7176" creationId="{F9B30A02-0A90-C477-63B3-E86AA5D198A8}"/>
          </ac:spMkLst>
        </pc:spChg>
        <pc:spChg chg="del">
          <ac:chgData name="Chittaranjan Hens" userId="6fc03958433e8a43" providerId="LiveId" clId="{309794F8-99CF-4983-9CCF-D5B7BCCE1DF4}" dt="2023-01-25T08:37:27.363" v="2805" actId="478"/>
          <ac:spMkLst>
            <pc:docMk/>
            <pc:sldMk cId="1252726851" sldId="479"/>
            <ac:spMk id="7177" creationId="{AF7709C0-768A-BAD2-B4BB-AE4535B6B56F}"/>
          </ac:spMkLst>
        </pc:spChg>
        <pc:graphicFrameChg chg="del">
          <ac:chgData name="Chittaranjan Hens" userId="6fc03958433e8a43" providerId="LiveId" clId="{309794F8-99CF-4983-9CCF-D5B7BCCE1DF4}" dt="2023-01-25T08:37:23.875" v="2801" actId="478"/>
          <ac:graphicFrameMkLst>
            <pc:docMk/>
            <pc:sldMk cId="1252726851" sldId="479"/>
            <ac:graphicFrameMk id="7170" creationId="{49BB6D19-C2B4-E573-97DB-2847AF60103B}"/>
          </ac:graphicFrameMkLst>
        </pc:graphicFrameChg>
        <pc:graphicFrameChg chg="del">
          <ac:chgData name="Chittaranjan Hens" userId="6fc03958433e8a43" providerId="LiveId" clId="{309794F8-99CF-4983-9CCF-D5B7BCCE1DF4}" dt="2023-01-25T08:37:24.824" v="2802" actId="478"/>
          <ac:graphicFrameMkLst>
            <pc:docMk/>
            <pc:sldMk cId="1252726851" sldId="479"/>
            <ac:graphicFrameMk id="7171" creationId="{B3C0C4C9-C99C-D3BC-4D50-BEA80BF6AD93}"/>
          </ac:graphicFrameMkLst>
        </pc:graphicFrameChg>
        <pc:picChg chg="del">
          <ac:chgData name="Chittaranjan Hens" userId="6fc03958433e8a43" providerId="LiveId" clId="{309794F8-99CF-4983-9CCF-D5B7BCCE1DF4}" dt="2023-01-25T08:37:21.451" v="2799" actId="478"/>
          <ac:picMkLst>
            <pc:docMk/>
            <pc:sldMk cId="1252726851" sldId="479"/>
            <ac:picMk id="2" creationId="{35BDBCD2-432B-1444-3675-C8C7B0FD529E}"/>
          </ac:picMkLst>
        </pc:picChg>
        <pc:picChg chg="del">
          <ac:chgData name="Chittaranjan Hens" userId="6fc03958433e8a43" providerId="LiveId" clId="{309794F8-99CF-4983-9CCF-D5B7BCCE1DF4}" dt="2023-01-25T08:37:25.462" v="2803" actId="478"/>
          <ac:picMkLst>
            <pc:docMk/>
            <pc:sldMk cId="1252726851" sldId="479"/>
            <ac:picMk id="7175" creationId="{7E543329-4252-9001-E550-CF1D7A556424}"/>
          </ac:picMkLst>
        </pc:picChg>
      </pc:sldChg>
      <pc:sldChg chg="addSp delSp modSp add mod ord addAnim delAnim modAnim">
        <pc:chgData name="Chittaranjan Hens" userId="6fc03958433e8a43" providerId="LiveId" clId="{309794F8-99CF-4983-9CCF-D5B7BCCE1DF4}" dt="2023-01-26T03:58:28.201" v="3611"/>
        <pc:sldMkLst>
          <pc:docMk/>
          <pc:sldMk cId="903028763" sldId="480"/>
        </pc:sldMkLst>
        <pc:spChg chg="add del mod">
          <ac:chgData name="Chittaranjan Hens" userId="6fc03958433e8a43" providerId="LiveId" clId="{309794F8-99CF-4983-9CCF-D5B7BCCE1DF4}" dt="2023-01-25T08:48:11.397" v="2845" actId="478"/>
          <ac:spMkLst>
            <pc:docMk/>
            <pc:sldMk cId="903028763" sldId="480"/>
            <ac:spMk id="3" creationId="{28E69658-A672-1AC6-A3B3-62AD936487E2}"/>
          </ac:spMkLst>
        </pc:spChg>
        <pc:spChg chg="add mod">
          <ac:chgData name="Chittaranjan Hens" userId="6fc03958433e8a43" providerId="LiveId" clId="{309794F8-99CF-4983-9CCF-D5B7BCCE1DF4}" dt="2023-01-25T08:51:34.271" v="3041" actId="1076"/>
          <ac:spMkLst>
            <pc:docMk/>
            <pc:sldMk cId="903028763" sldId="480"/>
            <ac:spMk id="4" creationId="{BF0A5A60-2D94-0F8B-3F19-C1E7531D5474}"/>
          </ac:spMkLst>
        </pc:spChg>
        <pc:spChg chg="add del mod">
          <ac:chgData name="Chittaranjan Hens" userId="6fc03958433e8a43" providerId="LiveId" clId="{309794F8-99CF-4983-9CCF-D5B7BCCE1DF4}" dt="2023-01-25T08:51:52.919" v="3046" actId="478"/>
          <ac:spMkLst>
            <pc:docMk/>
            <pc:sldMk cId="903028763" sldId="480"/>
            <ac:spMk id="5" creationId="{4E156AFB-29C0-3EE5-0542-02E4D4230EC9}"/>
          </ac:spMkLst>
        </pc:spChg>
        <pc:spChg chg="add del mod">
          <ac:chgData name="Chittaranjan Hens" userId="6fc03958433e8a43" providerId="LiveId" clId="{309794F8-99CF-4983-9CCF-D5B7BCCE1DF4}" dt="2023-01-25T09:03:30.438" v="3221" actId="478"/>
          <ac:spMkLst>
            <pc:docMk/>
            <pc:sldMk cId="903028763" sldId="480"/>
            <ac:spMk id="6" creationId="{E9DAE0C5-EA0B-B4A5-FBF4-FD348A5940CF}"/>
          </ac:spMkLst>
        </pc:spChg>
        <pc:spChg chg="del">
          <ac:chgData name="Chittaranjan Hens" userId="6fc03958433e8a43" providerId="LiveId" clId="{309794F8-99CF-4983-9CCF-D5B7BCCE1DF4}" dt="2023-01-25T08:48:07.275" v="2844" actId="478"/>
          <ac:spMkLst>
            <pc:docMk/>
            <pc:sldMk cId="903028763" sldId="480"/>
            <ac:spMk id="7" creationId="{00000000-0000-0000-0000-000000000000}"/>
          </ac:spMkLst>
        </pc:spChg>
        <pc:spChg chg="mod">
          <ac:chgData name="Chittaranjan Hens" userId="6fc03958433e8a43" providerId="LiveId" clId="{309794F8-99CF-4983-9CCF-D5B7BCCE1DF4}" dt="2023-01-25T08:50:12.589" v="3022" actId="1076"/>
          <ac:spMkLst>
            <pc:docMk/>
            <pc:sldMk cId="903028763" sldId="480"/>
            <ac:spMk id="9" creationId="{92C19891-4719-971D-6703-01BB35FEF824}"/>
          </ac:spMkLst>
        </pc:spChg>
        <pc:spChg chg="mod">
          <ac:chgData name="Chittaranjan Hens" userId="6fc03958433e8a43" providerId="LiveId" clId="{309794F8-99CF-4983-9CCF-D5B7BCCE1DF4}" dt="2023-01-25T08:50:12.589" v="3022" actId="1076"/>
          <ac:spMkLst>
            <pc:docMk/>
            <pc:sldMk cId="903028763" sldId="480"/>
            <ac:spMk id="12" creationId="{EC545804-20A2-4EAB-AAF1-E22EAB9E76F6}"/>
          </ac:spMkLst>
        </pc:spChg>
        <pc:spChg chg="mod">
          <ac:chgData name="Chittaranjan Hens" userId="6fc03958433e8a43" providerId="LiveId" clId="{309794F8-99CF-4983-9CCF-D5B7BCCE1DF4}" dt="2023-01-25T08:50:12.589" v="3022" actId="1076"/>
          <ac:spMkLst>
            <pc:docMk/>
            <pc:sldMk cId="903028763" sldId="480"/>
            <ac:spMk id="14" creationId="{12F1A5CB-F6EC-53D6-2CDA-0901CF8E6391}"/>
          </ac:spMkLst>
        </pc:spChg>
        <pc:spChg chg="mod">
          <ac:chgData name="Chittaranjan Hens" userId="6fc03958433e8a43" providerId="LiveId" clId="{309794F8-99CF-4983-9CCF-D5B7BCCE1DF4}" dt="2023-01-25T08:50:12.589" v="3022" actId="1076"/>
          <ac:spMkLst>
            <pc:docMk/>
            <pc:sldMk cId="903028763" sldId="480"/>
            <ac:spMk id="15" creationId="{C91CFEDA-9ECF-4DF4-61A1-A1C471F1EB5A}"/>
          </ac:spMkLst>
        </pc:spChg>
        <pc:spChg chg="mod">
          <ac:chgData name="Chittaranjan Hens" userId="6fc03958433e8a43" providerId="LiveId" clId="{309794F8-99CF-4983-9CCF-D5B7BCCE1DF4}" dt="2023-01-25T08:50:12.589" v="3022" actId="1076"/>
          <ac:spMkLst>
            <pc:docMk/>
            <pc:sldMk cId="903028763" sldId="480"/>
            <ac:spMk id="16" creationId="{3A8ACABC-F932-9865-A913-E00ADA0BD0A1}"/>
          </ac:spMkLst>
        </pc:spChg>
        <pc:spChg chg="mod">
          <ac:chgData name="Chittaranjan Hens" userId="6fc03958433e8a43" providerId="LiveId" clId="{309794F8-99CF-4983-9CCF-D5B7BCCE1DF4}" dt="2023-01-25T08:50:12.589" v="3022" actId="1076"/>
          <ac:spMkLst>
            <pc:docMk/>
            <pc:sldMk cId="903028763" sldId="480"/>
            <ac:spMk id="19" creationId="{E4322AB9-B5B3-10F7-88E9-1182338D3889}"/>
          </ac:spMkLst>
        </pc:spChg>
        <pc:spChg chg="mod">
          <ac:chgData name="Chittaranjan Hens" userId="6fc03958433e8a43" providerId="LiveId" clId="{309794F8-99CF-4983-9CCF-D5B7BCCE1DF4}" dt="2023-01-25T08:50:12.589" v="3022" actId="1076"/>
          <ac:spMkLst>
            <pc:docMk/>
            <pc:sldMk cId="903028763" sldId="480"/>
            <ac:spMk id="21" creationId="{4B21A54D-A3AF-76E6-FF0E-76819964CD42}"/>
          </ac:spMkLst>
        </pc:spChg>
        <pc:spChg chg="mod">
          <ac:chgData name="Chittaranjan Hens" userId="6fc03958433e8a43" providerId="LiveId" clId="{309794F8-99CF-4983-9CCF-D5B7BCCE1DF4}" dt="2023-01-25T08:50:12.589" v="3022" actId="1076"/>
          <ac:spMkLst>
            <pc:docMk/>
            <pc:sldMk cId="903028763" sldId="480"/>
            <ac:spMk id="22" creationId="{9C66D821-1F7D-1350-0901-9F51E69AA738}"/>
          </ac:spMkLst>
        </pc:spChg>
        <pc:spChg chg="mod">
          <ac:chgData name="Chittaranjan Hens" userId="6fc03958433e8a43" providerId="LiveId" clId="{309794F8-99CF-4983-9CCF-D5B7BCCE1DF4}" dt="2023-01-25T08:50:12.589" v="3022" actId="1076"/>
          <ac:spMkLst>
            <pc:docMk/>
            <pc:sldMk cId="903028763" sldId="480"/>
            <ac:spMk id="23" creationId="{7139EA54-4309-A3D3-DBCD-0F828EEEC5B9}"/>
          </ac:spMkLst>
        </pc:spChg>
        <pc:spChg chg="mod">
          <ac:chgData name="Chittaranjan Hens" userId="6fc03958433e8a43" providerId="LiveId" clId="{309794F8-99CF-4983-9CCF-D5B7BCCE1DF4}" dt="2023-01-25T08:50:12.589" v="3022" actId="1076"/>
          <ac:spMkLst>
            <pc:docMk/>
            <pc:sldMk cId="903028763" sldId="480"/>
            <ac:spMk id="24" creationId="{4E7B7FAB-4DB6-22F4-DA51-2B5DB690B8FC}"/>
          </ac:spMkLst>
        </pc:spChg>
        <pc:spChg chg="mod">
          <ac:chgData name="Chittaranjan Hens" userId="6fc03958433e8a43" providerId="LiveId" clId="{309794F8-99CF-4983-9CCF-D5B7BCCE1DF4}" dt="2023-01-25T08:50:12.589" v="3022" actId="1076"/>
          <ac:spMkLst>
            <pc:docMk/>
            <pc:sldMk cId="903028763" sldId="480"/>
            <ac:spMk id="25" creationId="{48F4461D-F09A-30F3-0F50-E3A26B87097D}"/>
          </ac:spMkLst>
        </pc:spChg>
        <pc:spChg chg="mod">
          <ac:chgData name="Chittaranjan Hens" userId="6fc03958433e8a43" providerId="LiveId" clId="{309794F8-99CF-4983-9CCF-D5B7BCCE1DF4}" dt="2023-01-25T08:50:12.589" v="3022" actId="1076"/>
          <ac:spMkLst>
            <pc:docMk/>
            <pc:sldMk cId="903028763" sldId="480"/>
            <ac:spMk id="27" creationId="{0D360E65-3D00-4F6B-4E39-D934EFB317CF}"/>
          </ac:spMkLst>
        </pc:spChg>
        <pc:spChg chg="mod">
          <ac:chgData name="Chittaranjan Hens" userId="6fc03958433e8a43" providerId="LiveId" clId="{309794F8-99CF-4983-9CCF-D5B7BCCE1DF4}" dt="2023-01-25T08:50:12.589" v="3022" actId="1076"/>
          <ac:spMkLst>
            <pc:docMk/>
            <pc:sldMk cId="903028763" sldId="480"/>
            <ac:spMk id="28" creationId="{5E58329E-5F22-116E-8272-8AB7FEF17977}"/>
          </ac:spMkLst>
        </pc:spChg>
        <pc:spChg chg="mod">
          <ac:chgData name="Chittaranjan Hens" userId="6fc03958433e8a43" providerId="LiveId" clId="{309794F8-99CF-4983-9CCF-D5B7BCCE1DF4}" dt="2023-01-25T08:50:12.589" v="3022" actId="1076"/>
          <ac:spMkLst>
            <pc:docMk/>
            <pc:sldMk cId="903028763" sldId="480"/>
            <ac:spMk id="29" creationId="{FD9AB830-E171-316C-700C-5600C9457121}"/>
          </ac:spMkLst>
        </pc:spChg>
        <pc:spChg chg="mod">
          <ac:chgData name="Chittaranjan Hens" userId="6fc03958433e8a43" providerId="LiveId" clId="{309794F8-99CF-4983-9CCF-D5B7BCCE1DF4}" dt="2023-01-25T08:50:12.589" v="3022" actId="1076"/>
          <ac:spMkLst>
            <pc:docMk/>
            <pc:sldMk cId="903028763" sldId="480"/>
            <ac:spMk id="30" creationId="{2EA5DEEF-0FBE-07C3-F4C4-740CA6461A13}"/>
          </ac:spMkLst>
        </pc:spChg>
        <pc:spChg chg="mod">
          <ac:chgData name="Chittaranjan Hens" userId="6fc03958433e8a43" providerId="LiveId" clId="{309794F8-99CF-4983-9CCF-D5B7BCCE1DF4}" dt="2023-01-25T08:50:12.589" v="3022" actId="1076"/>
          <ac:spMkLst>
            <pc:docMk/>
            <pc:sldMk cId="903028763" sldId="480"/>
            <ac:spMk id="31" creationId="{7B4E4B8F-DFC1-2187-2E51-67BDD092D480}"/>
          </ac:spMkLst>
        </pc:spChg>
        <pc:spChg chg="mod">
          <ac:chgData name="Chittaranjan Hens" userId="6fc03958433e8a43" providerId="LiveId" clId="{309794F8-99CF-4983-9CCF-D5B7BCCE1DF4}" dt="2023-01-25T08:50:12.589" v="3022" actId="1076"/>
          <ac:spMkLst>
            <pc:docMk/>
            <pc:sldMk cId="903028763" sldId="480"/>
            <ac:spMk id="32" creationId="{36CF6594-62B3-4955-822E-1193D702076F}"/>
          </ac:spMkLst>
        </pc:spChg>
        <pc:spChg chg="mod">
          <ac:chgData name="Chittaranjan Hens" userId="6fc03958433e8a43" providerId="LiveId" clId="{309794F8-99CF-4983-9CCF-D5B7BCCE1DF4}" dt="2023-01-25T08:50:12.589" v="3022" actId="1076"/>
          <ac:spMkLst>
            <pc:docMk/>
            <pc:sldMk cId="903028763" sldId="480"/>
            <ac:spMk id="33" creationId="{F05B7D76-A092-072D-C47D-C7D0262660E2}"/>
          </ac:spMkLst>
        </pc:spChg>
        <pc:spChg chg="mod">
          <ac:chgData name="Chittaranjan Hens" userId="6fc03958433e8a43" providerId="LiveId" clId="{309794F8-99CF-4983-9CCF-D5B7BCCE1DF4}" dt="2023-01-25T08:50:12.589" v="3022" actId="1076"/>
          <ac:spMkLst>
            <pc:docMk/>
            <pc:sldMk cId="903028763" sldId="480"/>
            <ac:spMk id="34" creationId="{79BA5C50-EFFF-8645-CD88-8E9063D3E696}"/>
          </ac:spMkLst>
        </pc:spChg>
        <pc:spChg chg="add mod">
          <ac:chgData name="Chittaranjan Hens" userId="6fc03958433e8a43" providerId="LiveId" clId="{309794F8-99CF-4983-9CCF-D5B7BCCE1DF4}" dt="2023-01-25T08:50:12.589" v="3022" actId="1076"/>
          <ac:spMkLst>
            <pc:docMk/>
            <pc:sldMk cId="903028763" sldId="480"/>
            <ac:spMk id="35" creationId="{59BD8F87-4EC1-4A3A-FA9B-17C99F376E18}"/>
          </ac:spMkLst>
        </pc:spChg>
        <pc:spChg chg="mod">
          <ac:chgData name="Chittaranjan Hens" userId="6fc03958433e8a43" providerId="LiveId" clId="{309794F8-99CF-4983-9CCF-D5B7BCCE1DF4}" dt="2023-01-25T08:50:12.589" v="3022" actId="1076"/>
          <ac:spMkLst>
            <pc:docMk/>
            <pc:sldMk cId="903028763" sldId="480"/>
            <ac:spMk id="36" creationId="{D29A250E-BA16-940E-DC4A-8BDF1240CD2B}"/>
          </ac:spMkLst>
        </pc:spChg>
        <pc:spChg chg="mod">
          <ac:chgData name="Chittaranjan Hens" userId="6fc03958433e8a43" providerId="LiveId" clId="{309794F8-99CF-4983-9CCF-D5B7BCCE1DF4}" dt="2023-01-25T08:50:12.589" v="3022" actId="1076"/>
          <ac:spMkLst>
            <pc:docMk/>
            <pc:sldMk cId="903028763" sldId="480"/>
            <ac:spMk id="37" creationId="{57A5847A-333A-DDCC-FE47-A7B6B25498D1}"/>
          </ac:spMkLst>
        </pc:spChg>
        <pc:spChg chg="mod">
          <ac:chgData name="Chittaranjan Hens" userId="6fc03958433e8a43" providerId="LiveId" clId="{309794F8-99CF-4983-9CCF-D5B7BCCE1DF4}" dt="2023-01-25T08:50:12.589" v="3022" actId="1076"/>
          <ac:spMkLst>
            <pc:docMk/>
            <pc:sldMk cId="903028763" sldId="480"/>
            <ac:spMk id="38" creationId="{E5AE6255-9A7D-6C26-403C-89165DF50796}"/>
          </ac:spMkLst>
        </pc:spChg>
        <pc:spChg chg="mod">
          <ac:chgData name="Chittaranjan Hens" userId="6fc03958433e8a43" providerId="LiveId" clId="{309794F8-99CF-4983-9CCF-D5B7BCCE1DF4}" dt="2023-01-25T08:50:12.589" v="3022" actId="1076"/>
          <ac:spMkLst>
            <pc:docMk/>
            <pc:sldMk cId="903028763" sldId="480"/>
            <ac:spMk id="39" creationId="{6D88681A-6BAF-35FA-085C-D520D649AE45}"/>
          </ac:spMkLst>
        </pc:spChg>
        <pc:spChg chg="mod">
          <ac:chgData name="Chittaranjan Hens" userId="6fc03958433e8a43" providerId="LiveId" clId="{309794F8-99CF-4983-9CCF-D5B7BCCE1DF4}" dt="2023-01-25T08:50:12.589" v="3022" actId="1076"/>
          <ac:spMkLst>
            <pc:docMk/>
            <pc:sldMk cId="903028763" sldId="480"/>
            <ac:spMk id="40" creationId="{60193F2B-9965-1A6E-28C4-6AD256D6ED87}"/>
          </ac:spMkLst>
        </pc:spChg>
        <pc:spChg chg="mod">
          <ac:chgData name="Chittaranjan Hens" userId="6fc03958433e8a43" providerId="LiveId" clId="{309794F8-99CF-4983-9CCF-D5B7BCCE1DF4}" dt="2023-01-25T08:50:12.589" v="3022" actId="1076"/>
          <ac:spMkLst>
            <pc:docMk/>
            <pc:sldMk cId="903028763" sldId="480"/>
            <ac:spMk id="41" creationId="{0872692F-DE1E-8BB2-366F-5A1D8E7E4825}"/>
          </ac:spMkLst>
        </pc:spChg>
        <pc:spChg chg="mod">
          <ac:chgData name="Chittaranjan Hens" userId="6fc03958433e8a43" providerId="LiveId" clId="{309794F8-99CF-4983-9CCF-D5B7BCCE1DF4}" dt="2023-01-25T08:50:12.589" v="3022" actId="1076"/>
          <ac:spMkLst>
            <pc:docMk/>
            <pc:sldMk cId="903028763" sldId="480"/>
            <ac:spMk id="42" creationId="{1A319F4A-793C-F8B1-7B52-82B3109ED9F9}"/>
          </ac:spMkLst>
        </pc:spChg>
        <pc:spChg chg="mod">
          <ac:chgData name="Chittaranjan Hens" userId="6fc03958433e8a43" providerId="LiveId" clId="{309794F8-99CF-4983-9CCF-D5B7BCCE1DF4}" dt="2023-01-25T08:50:12.589" v="3022" actId="1076"/>
          <ac:spMkLst>
            <pc:docMk/>
            <pc:sldMk cId="903028763" sldId="480"/>
            <ac:spMk id="43" creationId="{EF9D5311-81D9-E41A-F6AA-AAA15E781EE0}"/>
          </ac:spMkLst>
        </pc:spChg>
        <pc:spChg chg="mod">
          <ac:chgData name="Chittaranjan Hens" userId="6fc03958433e8a43" providerId="LiveId" clId="{309794F8-99CF-4983-9CCF-D5B7BCCE1DF4}" dt="2023-01-25T08:50:12.589" v="3022" actId="1076"/>
          <ac:spMkLst>
            <pc:docMk/>
            <pc:sldMk cId="903028763" sldId="480"/>
            <ac:spMk id="44" creationId="{CDBBE5D7-E1B7-D2A8-93DC-1B0C8D39CF75}"/>
          </ac:spMkLst>
        </pc:spChg>
        <pc:spChg chg="mod">
          <ac:chgData name="Chittaranjan Hens" userId="6fc03958433e8a43" providerId="LiveId" clId="{309794F8-99CF-4983-9CCF-D5B7BCCE1DF4}" dt="2023-01-25T08:50:12.589" v="3022" actId="1076"/>
          <ac:spMkLst>
            <pc:docMk/>
            <pc:sldMk cId="903028763" sldId="480"/>
            <ac:spMk id="45" creationId="{D1F8EDD0-2AB0-9EC5-1A1A-E8287A8654F9}"/>
          </ac:spMkLst>
        </pc:spChg>
        <pc:spChg chg="mod">
          <ac:chgData name="Chittaranjan Hens" userId="6fc03958433e8a43" providerId="LiveId" clId="{309794F8-99CF-4983-9CCF-D5B7BCCE1DF4}" dt="2023-01-25T08:50:12.589" v="3022" actId="1076"/>
          <ac:spMkLst>
            <pc:docMk/>
            <pc:sldMk cId="903028763" sldId="480"/>
            <ac:spMk id="46" creationId="{DBA8BE01-4E00-2546-7E20-E9E51DB0CDCB}"/>
          </ac:spMkLst>
        </pc:spChg>
        <pc:spChg chg="mod">
          <ac:chgData name="Chittaranjan Hens" userId="6fc03958433e8a43" providerId="LiveId" clId="{309794F8-99CF-4983-9CCF-D5B7BCCE1DF4}" dt="2023-01-25T08:50:12.589" v="3022" actId="1076"/>
          <ac:spMkLst>
            <pc:docMk/>
            <pc:sldMk cId="903028763" sldId="480"/>
            <ac:spMk id="47" creationId="{2D35B041-D429-A60C-9A42-751CF0B3F439}"/>
          </ac:spMkLst>
        </pc:spChg>
        <pc:spChg chg="mod">
          <ac:chgData name="Chittaranjan Hens" userId="6fc03958433e8a43" providerId="LiveId" clId="{309794F8-99CF-4983-9CCF-D5B7BCCE1DF4}" dt="2023-01-25T08:50:12.589" v="3022" actId="1076"/>
          <ac:spMkLst>
            <pc:docMk/>
            <pc:sldMk cId="903028763" sldId="480"/>
            <ac:spMk id="48" creationId="{89F0BC13-A676-CEDE-5495-91AEF04001CF}"/>
          </ac:spMkLst>
        </pc:spChg>
        <pc:spChg chg="mod">
          <ac:chgData name="Chittaranjan Hens" userId="6fc03958433e8a43" providerId="LiveId" clId="{309794F8-99CF-4983-9CCF-D5B7BCCE1DF4}" dt="2023-01-25T08:50:12.589" v="3022" actId="1076"/>
          <ac:spMkLst>
            <pc:docMk/>
            <pc:sldMk cId="903028763" sldId="480"/>
            <ac:spMk id="55" creationId="{B215F2EE-C338-BAC1-E3FD-0B7615CBCD66}"/>
          </ac:spMkLst>
        </pc:spChg>
        <pc:spChg chg="mod">
          <ac:chgData name="Chittaranjan Hens" userId="6fc03958433e8a43" providerId="LiveId" clId="{309794F8-99CF-4983-9CCF-D5B7BCCE1DF4}" dt="2023-01-25T08:50:12.589" v="3022" actId="1076"/>
          <ac:spMkLst>
            <pc:docMk/>
            <pc:sldMk cId="903028763" sldId="480"/>
            <ac:spMk id="56" creationId="{144B122F-A9A1-BDD7-6121-F1F8F0AF0EBE}"/>
          </ac:spMkLst>
        </pc:spChg>
        <pc:spChg chg="mod">
          <ac:chgData name="Chittaranjan Hens" userId="6fc03958433e8a43" providerId="LiveId" clId="{309794F8-99CF-4983-9CCF-D5B7BCCE1DF4}" dt="2023-01-25T08:50:12.589" v="3022" actId="1076"/>
          <ac:spMkLst>
            <pc:docMk/>
            <pc:sldMk cId="903028763" sldId="480"/>
            <ac:spMk id="57" creationId="{35ABBE14-BE55-C3C0-012B-FAC379E824B8}"/>
          </ac:spMkLst>
        </pc:spChg>
        <pc:spChg chg="mod">
          <ac:chgData name="Chittaranjan Hens" userId="6fc03958433e8a43" providerId="LiveId" clId="{309794F8-99CF-4983-9CCF-D5B7BCCE1DF4}" dt="2023-01-25T08:50:12.589" v="3022" actId="1076"/>
          <ac:spMkLst>
            <pc:docMk/>
            <pc:sldMk cId="903028763" sldId="480"/>
            <ac:spMk id="58" creationId="{9843846B-1506-2EF0-2ED4-172DEEA3309B}"/>
          </ac:spMkLst>
        </pc:spChg>
        <pc:spChg chg="mod">
          <ac:chgData name="Chittaranjan Hens" userId="6fc03958433e8a43" providerId="LiveId" clId="{309794F8-99CF-4983-9CCF-D5B7BCCE1DF4}" dt="2023-01-25T08:50:12.589" v="3022" actId="1076"/>
          <ac:spMkLst>
            <pc:docMk/>
            <pc:sldMk cId="903028763" sldId="480"/>
            <ac:spMk id="59" creationId="{D40F1ECD-C1F6-2D94-5024-099D915491C1}"/>
          </ac:spMkLst>
        </pc:spChg>
        <pc:spChg chg="mod">
          <ac:chgData name="Chittaranjan Hens" userId="6fc03958433e8a43" providerId="LiveId" clId="{309794F8-99CF-4983-9CCF-D5B7BCCE1DF4}" dt="2023-01-25T08:50:12.589" v="3022" actId="1076"/>
          <ac:spMkLst>
            <pc:docMk/>
            <pc:sldMk cId="903028763" sldId="480"/>
            <ac:spMk id="60" creationId="{5EF0D377-2255-8EBA-0EA8-103FB96BB00F}"/>
          </ac:spMkLst>
        </pc:spChg>
        <pc:spChg chg="mod">
          <ac:chgData name="Chittaranjan Hens" userId="6fc03958433e8a43" providerId="LiveId" clId="{309794F8-99CF-4983-9CCF-D5B7BCCE1DF4}" dt="2023-01-25T08:50:12.589" v="3022" actId="1076"/>
          <ac:spMkLst>
            <pc:docMk/>
            <pc:sldMk cId="903028763" sldId="480"/>
            <ac:spMk id="61" creationId="{DA0E0C6B-2109-750C-3F19-4F22C7E632F4}"/>
          </ac:spMkLst>
        </pc:spChg>
        <pc:spChg chg="mod">
          <ac:chgData name="Chittaranjan Hens" userId="6fc03958433e8a43" providerId="LiveId" clId="{309794F8-99CF-4983-9CCF-D5B7BCCE1DF4}" dt="2023-01-25T08:50:12.589" v="3022" actId="1076"/>
          <ac:spMkLst>
            <pc:docMk/>
            <pc:sldMk cId="903028763" sldId="480"/>
            <ac:spMk id="62" creationId="{7E157421-D6D5-8532-8622-08BA71582E91}"/>
          </ac:spMkLst>
        </pc:spChg>
        <pc:spChg chg="mod">
          <ac:chgData name="Chittaranjan Hens" userId="6fc03958433e8a43" providerId="LiveId" clId="{309794F8-99CF-4983-9CCF-D5B7BCCE1DF4}" dt="2023-01-25T08:50:12.589" v="3022" actId="1076"/>
          <ac:spMkLst>
            <pc:docMk/>
            <pc:sldMk cId="903028763" sldId="480"/>
            <ac:spMk id="63" creationId="{0CDDF990-F13E-C83F-1368-D39E83759E9E}"/>
          </ac:spMkLst>
        </pc:spChg>
        <pc:spChg chg="mod">
          <ac:chgData name="Chittaranjan Hens" userId="6fc03958433e8a43" providerId="LiveId" clId="{309794F8-99CF-4983-9CCF-D5B7BCCE1DF4}" dt="2023-01-25T08:50:12.589" v="3022" actId="1076"/>
          <ac:spMkLst>
            <pc:docMk/>
            <pc:sldMk cId="903028763" sldId="480"/>
            <ac:spMk id="6144" creationId="{FE09D0D0-C94B-514F-9603-51EC76A9F52C}"/>
          </ac:spMkLst>
        </pc:spChg>
        <pc:spChg chg="mod">
          <ac:chgData name="Chittaranjan Hens" userId="6fc03958433e8a43" providerId="LiveId" clId="{309794F8-99CF-4983-9CCF-D5B7BCCE1DF4}" dt="2023-01-25T08:50:12.589" v="3022" actId="1076"/>
          <ac:spMkLst>
            <pc:docMk/>
            <pc:sldMk cId="903028763" sldId="480"/>
            <ac:spMk id="6145" creationId="{0F649FE9-E8E7-9FB9-D8E7-94A4531B41CE}"/>
          </ac:spMkLst>
        </pc:spChg>
        <pc:spChg chg="mod">
          <ac:chgData name="Chittaranjan Hens" userId="6fc03958433e8a43" providerId="LiveId" clId="{309794F8-99CF-4983-9CCF-D5B7BCCE1DF4}" dt="2023-01-25T08:50:12.589" v="3022" actId="1076"/>
          <ac:spMkLst>
            <pc:docMk/>
            <pc:sldMk cId="903028763" sldId="480"/>
            <ac:spMk id="6152" creationId="{A0B3720C-5BAA-F7E4-2E10-9069852C2AA0}"/>
          </ac:spMkLst>
        </pc:spChg>
        <pc:spChg chg="mod">
          <ac:chgData name="Chittaranjan Hens" userId="6fc03958433e8a43" providerId="LiveId" clId="{309794F8-99CF-4983-9CCF-D5B7BCCE1DF4}" dt="2023-01-25T08:50:12.589" v="3022" actId="1076"/>
          <ac:spMkLst>
            <pc:docMk/>
            <pc:sldMk cId="903028763" sldId="480"/>
            <ac:spMk id="6153" creationId="{04D594E9-70A9-6394-696A-0965CC69BE17}"/>
          </ac:spMkLst>
        </pc:spChg>
        <pc:spChg chg="mod">
          <ac:chgData name="Chittaranjan Hens" userId="6fc03958433e8a43" providerId="LiveId" clId="{309794F8-99CF-4983-9CCF-D5B7BCCE1DF4}" dt="2023-01-25T08:50:12.589" v="3022" actId="1076"/>
          <ac:spMkLst>
            <pc:docMk/>
            <pc:sldMk cId="903028763" sldId="480"/>
            <ac:spMk id="6154" creationId="{7D84CED6-DEA4-F8B3-8B82-6B146175F4C1}"/>
          </ac:spMkLst>
        </pc:spChg>
        <pc:spChg chg="add del mod">
          <ac:chgData name="Chittaranjan Hens" userId="6fc03958433e8a43" providerId="LiveId" clId="{309794F8-99CF-4983-9CCF-D5B7BCCE1DF4}" dt="2023-01-25T09:03:36.452" v="3222" actId="478"/>
          <ac:spMkLst>
            <pc:docMk/>
            <pc:sldMk cId="903028763" sldId="480"/>
            <ac:spMk id="6155" creationId="{BB4A131F-18D1-2407-EECB-95F365B5F7DA}"/>
          </ac:spMkLst>
        </pc:spChg>
        <pc:spChg chg="add del mod">
          <ac:chgData name="Chittaranjan Hens" userId="6fc03958433e8a43" providerId="LiveId" clId="{309794F8-99CF-4983-9CCF-D5B7BCCE1DF4}" dt="2023-01-26T03:58:02.623" v="3608" actId="478"/>
          <ac:spMkLst>
            <pc:docMk/>
            <pc:sldMk cId="903028763" sldId="480"/>
            <ac:spMk id="6156" creationId="{CD5541B4-54A8-B9F7-5D91-7FC48738A5E7}"/>
          </ac:spMkLst>
        </pc:spChg>
        <pc:spChg chg="add del mod">
          <ac:chgData name="Chittaranjan Hens" userId="6fc03958433e8a43" providerId="LiveId" clId="{309794F8-99CF-4983-9CCF-D5B7BCCE1DF4}" dt="2023-01-26T03:58:09.373" v="3610" actId="478"/>
          <ac:spMkLst>
            <pc:docMk/>
            <pc:sldMk cId="903028763" sldId="480"/>
            <ac:spMk id="6157" creationId="{3EA4BE20-D3BB-A775-BAD5-25485D484F4B}"/>
          </ac:spMkLst>
        </pc:spChg>
        <pc:spChg chg="add del mod">
          <ac:chgData name="Chittaranjan Hens" userId="6fc03958433e8a43" providerId="LiveId" clId="{309794F8-99CF-4983-9CCF-D5B7BCCE1DF4}" dt="2023-01-26T03:58:06.604" v="3609" actId="478"/>
          <ac:spMkLst>
            <pc:docMk/>
            <pc:sldMk cId="903028763" sldId="480"/>
            <ac:spMk id="6158" creationId="{795C5B30-BE7C-B433-56A7-5AC0B564C28D}"/>
          </ac:spMkLst>
        </pc:spChg>
        <pc:spChg chg="add del mod">
          <ac:chgData name="Chittaranjan Hens" userId="6fc03958433e8a43" providerId="LiveId" clId="{309794F8-99CF-4983-9CCF-D5B7BCCE1DF4}" dt="2023-01-25T08:51:52.001" v="3045" actId="478"/>
          <ac:spMkLst>
            <pc:docMk/>
            <pc:sldMk cId="903028763" sldId="480"/>
            <ac:spMk id="6159" creationId="{97B8DEAD-099F-D729-45C6-971584F81837}"/>
          </ac:spMkLst>
        </pc:spChg>
        <pc:spChg chg="add mod">
          <ac:chgData name="Chittaranjan Hens" userId="6fc03958433e8a43" providerId="LiveId" clId="{309794F8-99CF-4983-9CCF-D5B7BCCE1DF4}" dt="2023-01-25T09:04:47.407" v="3249"/>
          <ac:spMkLst>
            <pc:docMk/>
            <pc:sldMk cId="903028763" sldId="480"/>
            <ac:spMk id="6173" creationId="{8BDE13F3-F813-EE54-7809-DE62A61ACE64}"/>
          </ac:spMkLst>
        </pc:spChg>
        <pc:spChg chg="add mod">
          <ac:chgData name="Chittaranjan Hens" userId="6fc03958433e8a43" providerId="LiveId" clId="{309794F8-99CF-4983-9CCF-D5B7BCCE1DF4}" dt="2023-01-25T09:06:27.897" v="3263" actId="113"/>
          <ac:spMkLst>
            <pc:docMk/>
            <pc:sldMk cId="903028763" sldId="480"/>
            <ac:spMk id="6174" creationId="{E47F359B-6927-EFF0-CE58-3CF2D820D65A}"/>
          </ac:spMkLst>
        </pc:spChg>
        <pc:spChg chg="add del mod">
          <ac:chgData name="Chittaranjan Hens" userId="6fc03958433e8a43" providerId="LiveId" clId="{309794F8-99CF-4983-9CCF-D5B7BCCE1DF4}" dt="2023-01-25T09:05:07.762" v="3251" actId="478"/>
          <ac:spMkLst>
            <pc:docMk/>
            <pc:sldMk cId="903028763" sldId="480"/>
            <ac:spMk id="6175" creationId="{DA5CD701-72E7-221B-90D3-D4E96E6787EB}"/>
          </ac:spMkLst>
        </pc:spChg>
        <pc:spChg chg="mod">
          <ac:chgData name="Chittaranjan Hens" userId="6fc03958433e8a43" providerId="LiveId" clId="{309794F8-99CF-4983-9CCF-D5B7BCCE1DF4}" dt="2023-01-25T09:04:47.407" v="3249"/>
          <ac:spMkLst>
            <pc:docMk/>
            <pc:sldMk cId="903028763" sldId="480"/>
            <ac:spMk id="6178" creationId="{B8B0A766-EB1F-E39E-2EE9-D9DD11428050}"/>
          </ac:spMkLst>
        </pc:spChg>
        <pc:grpChg chg="add del mod">
          <ac:chgData name="Chittaranjan Hens" userId="6fc03958433e8a43" providerId="LiveId" clId="{309794F8-99CF-4983-9CCF-D5B7BCCE1DF4}" dt="2023-01-25T08:50:32.457" v="3024" actId="478"/>
          <ac:grpSpMkLst>
            <pc:docMk/>
            <pc:sldMk cId="903028763" sldId="480"/>
            <ac:grpSpMk id="8" creationId="{E392DF33-C328-21B0-5EDE-53CF7992913A}"/>
          </ac:grpSpMkLst>
        </pc:grpChg>
        <pc:grpChg chg="mod">
          <ac:chgData name="Chittaranjan Hens" userId="6fc03958433e8a43" providerId="LiveId" clId="{309794F8-99CF-4983-9CCF-D5B7BCCE1DF4}" dt="2023-01-25T08:50:12.589" v="3022" actId="1076"/>
          <ac:grpSpMkLst>
            <pc:docMk/>
            <pc:sldMk cId="903028763" sldId="480"/>
            <ac:grpSpMk id="11" creationId="{B03257B2-E5E8-4983-9883-5C1C95677417}"/>
          </ac:grpSpMkLst>
        </pc:grpChg>
        <pc:grpChg chg="mod">
          <ac:chgData name="Chittaranjan Hens" userId="6fc03958433e8a43" providerId="LiveId" clId="{309794F8-99CF-4983-9CCF-D5B7BCCE1DF4}" dt="2023-01-25T08:50:12.589" v="3022" actId="1076"/>
          <ac:grpSpMkLst>
            <pc:docMk/>
            <pc:sldMk cId="903028763" sldId="480"/>
            <ac:grpSpMk id="13" creationId="{F0E80398-8913-A724-41A4-3B2895FDF680}"/>
          </ac:grpSpMkLst>
        </pc:grpChg>
        <pc:grpChg chg="mod">
          <ac:chgData name="Chittaranjan Hens" userId="6fc03958433e8a43" providerId="LiveId" clId="{309794F8-99CF-4983-9CCF-D5B7BCCE1DF4}" dt="2023-01-25T08:50:12.589" v="3022" actId="1076"/>
          <ac:grpSpMkLst>
            <pc:docMk/>
            <pc:sldMk cId="903028763" sldId="480"/>
            <ac:grpSpMk id="17" creationId="{CF9DF651-4DAF-07A9-ED07-F20C0722934D}"/>
          </ac:grpSpMkLst>
        </pc:grpChg>
        <pc:grpChg chg="mod">
          <ac:chgData name="Chittaranjan Hens" userId="6fc03958433e8a43" providerId="LiveId" clId="{309794F8-99CF-4983-9CCF-D5B7BCCE1DF4}" dt="2023-01-25T08:50:12.589" v="3022" actId="1076"/>
          <ac:grpSpMkLst>
            <pc:docMk/>
            <pc:sldMk cId="903028763" sldId="480"/>
            <ac:grpSpMk id="18" creationId="{4364C4FE-C2AC-5C3A-C9EA-0C8E7181AD78}"/>
          </ac:grpSpMkLst>
        </pc:grpChg>
        <pc:grpChg chg="mod">
          <ac:chgData name="Chittaranjan Hens" userId="6fc03958433e8a43" providerId="LiveId" clId="{309794F8-99CF-4983-9CCF-D5B7BCCE1DF4}" dt="2023-01-25T08:50:12.589" v="3022" actId="1076"/>
          <ac:grpSpMkLst>
            <pc:docMk/>
            <pc:sldMk cId="903028763" sldId="480"/>
            <ac:grpSpMk id="26" creationId="{A5144374-81F5-1D2B-2100-EA36CF131071}"/>
          </ac:grpSpMkLst>
        </pc:grpChg>
        <pc:grpChg chg="mod">
          <ac:chgData name="Chittaranjan Hens" userId="6fc03958433e8a43" providerId="LiveId" clId="{309794F8-99CF-4983-9CCF-D5B7BCCE1DF4}" dt="2023-01-25T08:50:12.589" v="3022" actId="1076"/>
          <ac:grpSpMkLst>
            <pc:docMk/>
            <pc:sldMk cId="903028763" sldId="480"/>
            <ac:grpSpMk id="49" creationId="{3C6A10B5-20C4-8CAA-D1E8-AC8214DA51A4}"/>
          </ac:grpSpMkLst>
        </pc:grpChg>
        <pc:grpChg chg="mod">
          <ac:chgData name="Chittaranjan Hens" userId="6fc03958433e8a43" providerId="LiveId" clId="{309794F8-99CF-4983-9CCF-D5B7BCCE1DF4}" dt="2023-01-25T08:50:12.589" v="3022" actId="1076"/>
          <ac:grpSpMkLst>
            <pc:docMk/>
            <pc:sldMk cId="903028763" sldId="480"/>
            <ac:grpSpMk id="50" creationId="{1BEBF231-E434-446C-40A5-1C9D7C8D3F98}"/>
          </ac:grpSpMkLst>
        </pc:grpChg>
        <pc:grpChg chg="mod">
          <ac:chgData name="Chittaranjan Hens" userId="6fc03958433e8a43" providerId="LiveId" clId="{309794F8-99CF-4983-9CCF-D5B7BCCE1DF4}" dt="2023-01-25T08:50:12.589" v="3022" actId="1076"/>
          <ac:grpSpMkLst>
            <pc:docMk/>
            <pc:sldMk cId="903028763" sldId="480"/>
            <ac:grpSpMk id="51" creationId="{1EA974D3-250A-8CF1-7BB4-C7B3349E8782}"/>
          </ac:grpSpMkLst>
        </pc:grpChg>
        <pc:grpChg chg="mod">
          <ac:chgData name="Chittaranjan Hens" userId="6fc03958433e8a43" providerId="LiveId" clId="{309794F8-99CF-4983-9CCF-D5B7BCCE1DF4}" dt="2023-01-25T08:50:12.589" v="3022" actId="1076"/>
          <ac:grpSpMkLst>
            <pc:docMk/>
            <pc:sldMk cId="903028763" sldId="480"/>
            <ac:grpSpMk id="52" creationId="{DEB1D1A9-BAC3-000B-9541-B70EA101E29E}"/>
          </ac:grpSpMkLst>
        </pc:grpChg>
        <pc:grpChg chg="mod">
          <ac:chgData name="Chittaranjan Hens" userId="6fc03958433e8a43" providerId="LiveId" clId="{309794F8-99CF-4983-9CCF-D5B7BCCE1DF4}" dt="2023-01-25T08:50:12.589" v="3022" actId="1076"/>
          <ac:grpSpMkLst>
            <pc:docMk/>
            <pc:sldMk cId="903028763" sldId="480"/>
            <ac:grpSpMk id="53" creationId="{DE10B68F-D17E-7A2D-D0CE-88A99F1C1C36}"/>
          </ac:grpSpMkLst>
        </pc:grpChg>
        <pc:grpChg chg="mod">
          <ac:chgData name="Chittaranjan Hens" userId="6fc03958433e8a43" providerId="LiveId" clId="{309794F8-99CF-4983-9CCF-D5B7BCCE1DF4}" dt="2023-01-25T08:50:12.589" v="3022" actId="1076"/>
          <ac:grpSpMkLst>
            <pc:docMk/>
            <pc:sldMk cId="903028763" sldId="480"/>
            <ac:grpSpMk id="54" creationId="{8728D006-A188-7D11-FB8F-66B057DBDEFA}"/>
          </ac:grpSpMkLst>
        </pc:grpChg>
        <pc:grpChg chg="add mod">
          <ac:chgData name="Chittaranjan Hens" userId="6fc03958433e8a43" providerId="LiveId" clId="{309794F8-99CF-4983-9CCF-D5B7BCCE1DF4}" dt="2023-01-25T09:04:47.407" v="3249"/>
          <ac:grpSpMkLst>
            <pc:docMk/>
            <pc:sldMk cId="903028763" sldId="480"/>
            <ac:grpSpMk id="6176" creationId="{156DD987-0D3E-F38A-19E4-F52D5582C23E}"/>
          </ac:grpSpMkLst>
        </pc:grpChg>
        <pc:graphicFrameChg chg="add del mod replId">
          <ac:chgData name="Chittaranjan Hens" userId="6fc03958433e8a43" providerId="LiveId" clId="{309794F8-99CF-4983-9CCF-D5B7BCCE1DF4}" dt="2023-01-25T08:49:24.253" v="2938"/>
          <ac:graphicFrameMkLst>
            <pc:docMk/>
            <pc:sldMk cId="903028763" sldId="480"/>
            <ac:graphicFrameMk id="6160" creationId="{E9DAE0C5-EA0B-B4A5-FBF4-FD348A5940CF}"/>
          </ac:graphicFrameMkLst>
        </pc:graphicFrameChg>
        <pc:graphicFrameChg chg="del mod replId">
          <ac:chgData name="Chittaranjan Hens" userId="6fc03958433e8a43" providerId="LiveId" clId="{309794F8-99CF-4983-9CCF-D5B7BCCE1DF4}" dt="2023-01-25T08:49:24.253" v="2938"/>
          <ac:graphicFrameMkLst>
            <pc:docMk/>
            <pc:sldMk cId="903028763" sldId="480"/>
            <ac:graphicFrameMk id="6162" creationId="{59BD8F87-4EC1-4A3A-FA9B-17C99F376E18}"/>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4" creationId="{BB4A131F-18D1-2407-EECB-95F365B5F7DA}"/>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6" creationId="{CD5541B4-54A8-B9F7-5D91-7FC48738A5E7}"/>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68" creationId="{3EA4BE20-D3BB-A775-BAD5-25485D484F4B}"/>
          </ac:graphicFrameMkLst>
        </pc:graphicFrameChg>
        <pc:graphicFrameChg chg="add del mod replId">
          <ac:chgData name="Chittaranjan Hens" userId="6fc03958433e8a43" providerId="LiveId" clId="{309794F8-99CF-4983-9CCF-D5B7BCCE1DF4}" dt="2023-01-25T08:49:24.253" v="2938"/>
          <ac:graphicFrameMkLst>
            <pc:docMk/>
            <pc:sldMk cId="903028763" sldId="480"/>
            <ac:graphicFrameMk id="6170" creationId="{795C5B30-BE7C-B433-56A7-5AC0B564C28D}"/>
          </ac:graphicFrameMkLst>
        </pc:graphicFrameChg>
        <pc:picChg chg="del">
          <ac:chgData name="Chittaranjan Hens" userId="6fc03958433e8a43" providerId="LiveId" clId="{309794F8-99CF-4983-9CCF-D5B7BCCE1DF4}" dt="2023-01-25T08:48:07.275" v="2844" actId="478"/>
          <ac:picMkLst>
            <pc:docMk/>
            <pc:sldMk cId="903028763" sldId="480"/>
            <ac:picMk id="6146"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7"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48" creationId="{00000000-0000-0000-0000-000000000000}"/>
          </ac:picMkLst>
        </pc:picChg>
        <pc:picChg chg="del">
          <ac:chgData name="Chittaranjan Hens" userId="6fc03958433e8a43" providerId="LiveId" clId="{309794F8-99CF-4983-9CCF-D5B7BCCE1DF4}" dt="2023-01-25T08:48:14.537" v="2847" actId="478"/>
          <ac:picMkLst>
            <pc:docMk/>
            <pc:sldMk cId="903028763" sldId="480"/>
            <ac:picMk id="6149" creationId="{00000000-0000-0000-0000-000000000000}"/>
          </ac:picMkLst>
        </pc:picChg>
        <pc:picChg chg="del">
          <ac:chgData name="Chittaranjan Hens" userId="6fc03958433e8a43" providerId="LiveId" clId="{309794F8-99CF-4983-9CCF-D5B7BCCE1DF4}" dt="2023-01-25T08:48:13.788" v="2846" actId="478"/>
          <ac:picMkLst>
            <pc:docMk/>
            <pc:sldMk cId="903028763" sldId="480"/>
            <ac:picMk id="6150" creationId="{00000000-0000-0000-0000-000000000000}"/>
          </ac:picMkLst>
        </pc:picChg>
        <pc:picChg chg="del">
          <ac:chgData name="Chittaranjan Hens" userId="6fc03958433e8a43" providerId="LiveId" clId="{309794F8-99CF-4983-9CCF-D5B7BCCE1DF4}" dt="2023-01-25T08:48:07.275" v="2844" actId="478"/>
          <ac:picMkLst>
            <pc:docMk/>
            <pc:sldMk cId="903028763" sldId="480"/>
            <ac:picMk id="6151" creationId="{00000000-0000-0000-0000-000000000000}"/>
          </ac:picMkLst>
        </pc:picChg>
        <pc:picChg chg="add del mod">
          <ac:chgData name="Chittaranjan Hens" userId="6fc03958433e8a43" providerId="LiveId" clId="{309794F8-99CF-4983-9CCF-D5B7BCCE1DF4}" dt="2023-01-25T09:03:27.911" v="3220" actId="478"/>
          <ac:picMkLst>
            <pc:docMk/>
            <pc:sldMk cId="903028763" sldId="480"/>
            <ac:picMk id="6172" creationId="{D1443A5C-1C86-FF45-BE23-103214CC36D8}"/>
          </ac:picMkLst>
        </pc:picChg>
        <pc:picChg chg="mod">
          <ac:chgData name="Chittaranjan Hens" userId="6fc03958433e8a43" providerId="LiveId" clId="{309794F8-99CF-4983-9CCF-D5B7BCCE1DF4}" dt="2023-01-25T09:04:47.407" v="3249"/>
          <ac:picMkLst>
            <pc:docMk/>
            <pc:sldMk cId="903028763" sldId="480"/>
            <ac:picMk id="6177" creationId="{BC379EC0-D5AF-C0E7-1C81-08C74D03FAE6}"/>
          </ac:picMkLst>
        </pc:picChg>
        <pc:cxnChg chg="del">
          <ac:chgData name="Chittaranjan Hens" userId="6fc03958433e8a43" providerId="LiveId" clId="{309794F8-99CF-4983-9CCF-D5B7BCCE1DF4}" dt="2023-01-25T08:48:15.297" v="2848" actId="478"/>
          <ac:cxnSpMkLst>
            <pc:docMk/>
            <pc:sldMk cId="903028763" sldId="480"/>
            <ac:cxnSpMk id="10" creationId="{00000000-0000-0000-0000-000000000000}"/>
          </ac:cxnSpMkLst>
        </pc:cxnChg>
      </pc:sldChg>
      <pc:sldChg chg="addSp delSp modSp add mod delAnim modAnim">
        <pc:chgData name="Chittaranjan Hens" userId="6fc03958433e8a43" providerId="LiveId" clId="{309794F8-99CF-4983-9CCF-D5B7BCCE1DF4}" dt="2023-01-26T03:57:31.996" v="3606" actId="14100"/>
        <pc:sldMkLst>
          <pc:docMk/>
          <pc:sldMk cId="1804185450" sldId="481"/>
        </pc:sldMkLst>
        <pc:spChg chg="add del mod">
          <ac:chgData name="Chittaranjan Hens" userId="6fc03958433e8a43" providerId="LiveId" clId="{309794F8-99CF-4983-9CCF-D5B7BCCE1DF4}" dt="2023-01-25T08:53:48.730" v="3075" actId="478"/>
          <ac:spMkLst>
            <pc:docMk/>
            <pc:sldMk cId="1804185450" sldId="481"/>
            <ac:spMk id="3" creationId="{A5372ECC-145D-7E2E-CB70-9D260931FFD3}"/>
          </ac:spMkLst>
        </pc:spChg>
        <pc:spChg chg="add del mod">
          <ac:chgData name="Chittaranjan Hens" userId="6fc03958433e8a43" providerId="LiveId" clId="{309794F8-99CF-4983-9CCF-D5B7BCCE1DF4}" dt="2023-01-25T08:54:51.467" v="3090" actId="478"/>
          <ac:spMkLst>
            <pc:docMk/>
            <pc:sldMk cId="1804185450" sldId="481"/>
            <ac:spMk id="5" creationId="{F0BD3F36-D993-A8D6-E829-E02320E23709}"/>
          </ac:spMkLst>
        </pc:spChg>
        <pc:spChg chg="mod">
          <ac:chgData name="Chittaranjan Hens" userId="6fc03958433e8a43" providerId="LiveId" clId="{309794F8-99CF-4983-9CCF-D5B7BCCE1DF4}" dt="2023-01-25T09:00:04.699" v="3199" actId="20577"/>
          <ac:spMkLst>
            <pc:docMk/>
            <pc:sldMk cId="1804185450" sldId="481"/>
            <ac:spMk id="6" creationId="{E9DAE0C5-EA0B-B4A5-FBF4-FD348A5940CF}"/>
          </ac:spMkLst>
        </pc:spChg>
        <pc:spChg chg="add del mod">
          <ac:chgData name="Chittaranjan Hens" userId="6fc03958433e8a43" providerId="LiveId" clId="{309794F8-99CF-4983-9CCF-D5B7BCCE1DF4}" dt="2023-01-25T08:54:47.682" v="3089" actId="478"/>
          <ac:spMkLst>
            <pc:docMk/>
            <pc:sldMk cId="1804185450" sldId="481"/>
            <ac:spMk id="7" creationId="{229EE98D-194B-30DA-3D43-6C4A94D36F4F}"/>
          </ac:spMkLst>
        </pc:spChg>
        <pc:spChg chg="add mod">
          <ac:chgData name="Chittaranjan Hens" userId="6fc03958433e8a43" providerId="LiveId" clId="{309794F8-99CF-4983-9CCF-D5B7BCCE1DF4}" dt="2023-01-25T09:13:54.526" v="3321" actId="113"/>
          <ac:spMkLst>
            <pc:docMk/>
            <pc:sldMk cId="1804185450" sldId="481"/>
            <ac:spMk id="8" creationId="{28A7BC29-A3B2-5F1D-6D59-1F5186D255BF}"/>
          </ac:spMkLst>
        </pc:spChg>
        <pc:spChg chg="add mod">
          <ac:chgData name="Chittaranjan Hens" userId="6fc03958433e8a43" providerId="LiveId" clId="{309794F8-99CF-4983-9CCF-D5B7BCCE1DF4}" dt="2023-01-25T09:14:00.243" v="3323" actId="113"/>
          <ac:spMkLst>
            <pc:docMk/>
            <pc:sldMk cId="1804185450" sldId="481"/>
            <ac:spMk id="9" creationId="{CCC3805E-DA3E-5141-B167-52CB9D9C212B}"/>
          </ac:spMkLst>
        </pc:spChg>
        <pc:spChg chg="add mod">
          <ac:chgData name="Chittaranjan Hens" userId="6fc03958433e8a43" providerId="LiveId" clId="{309794F8-99CF-4983-9CCF-D5B7BCCE1DF4}" dt="2023-01-25T09:06:35.824" v="3266" actId="1076"/>
          <ac:spMkLst>
            <pc:docMk/>
            <pc:sldMk cId="1804185450" sldId="481"/>
            <ac:spMk id="10" creationId="{F1AA2F35-9B5D-BDBC-126D-250A82ED05BB}"/>
          </ac:spMkLst>
        </pc:spChg>
        <pc:spChg chg="add mod">
          <ac:chgData name="Chittaranjan Hens" userId="6fc03958433e8a43" providerId="LiveId" clId="{309794F8-99CF-4983-9CCF-D5B7BCCE1DF4}" dt="2023-01-25T09:02:19.689" v="3216" actId="164"/>
          <ac:spMkLst>
            <pc:docMk/>
            <pc:sldMk cId="1804185450" sldId="481"/>
            <ac:spMk id="25" creationId="{9039844D-6D4F-DD1B-D06A-9C8E241E5A6C}"/>
          </ac:spMkLst>
        </pc:spChg>
        <pc:spChg chg="add mod">
          <ac:chgData name="Chittaranjan Hens" userId="6fc03958433e8a43" providerId="LiveId" clId="{309794F8-99CF-4983-9CCF-D5B7BCCE1DF4}" dt="2023-01-25T09:08:29.987" v="3292" actId="20577"/>
          <ac:spMkLst>
            <pc:docMk/>
            <pc:sldMk cId="1804185450" sldId="481"/>
            <ac:spMk id="27" creationId="{2493E728-2AAB-8928-942F-8486C64027A7}"/>
          </ac:spMkLst>
        </pc:spChg>
        <pc:spChg chg="add mod">
          <ac:chgData name="Chittaranjan Hens" userId="6fc03958433e8a43" providerId="LiveId" clId="{309794F8-99CF-4983-9CCF-D5B7BCCE1DF4}" dt="2023-01-26T03:57:31.996" v="3606" actId="14100"/>
          <ac:spMkLst>
            <pc:docMk/>
            <pc:sldMk cId="1804185450" sldId="481"/>
            <ac:spMk id="28" creationId="{8A3F56A6-52A4-AC98-50C8-EDC0BB0639E7}"/>
          </ac:spMkLst>
        </pc:spChg>
        <pc:spChg chg="add mod">
          <ac:chgData name="Chittaranjan Hens" userId="6fc03958433e8a43" providerId="LiveId" clId="{309794F8-99CF-4983-9CCF-D5B7BCCE1DF4}" dt="2023-01-25T09:09:27.592" v="3303" actId="20577"/>
          <ac:spMkLst>
            <pc:docMk/>
            <pc:sldMk cId="1804185450" sldId="481"/>
            <ac:spMk id="29" creationId="{C71664A5-E108-AC53-3F6C-E85B45739EFE}"/>
          </ac:spMkLst>
        </pc:spChg>
        <pc:spChg chg="mod">
          <ac:chgData name="Chittaranjan Hens" userId="6fc03958433e8a43" providerId="LiveId" clId="{309794F8-99CF-4983-9CCF-D5B7BCCE1DF4}" dt="2023-01-25T09:13:45.184" v="3318" actId="1076"/>
          <ac:spMkLst>
            <pc:docMk/>
            <pc:sldMk cId="1804185450" sldId="481"/>
            <ac:spMk id="6155" creationId="{BB4A131F-18D1-2407-EECB-95F365B5F7DA}"/>
          </ac:spMkLst>
        </pc:spChg>
        <pc:spChg chg="del">
          <ac:chgData name="Chittaranjan Hens" userId="6fc03958433e8a43" providerId="LiveId" clId="{309794F8-99CF-4983-9CCF-D5B7BCCE1DF4}" dt="2023-01-25T08:53:00.470" v="3063" actId="478"/>
          <ac:spMkLst>
            <pc:docMk/>
            <pc:sldMk cId="1804185450" sldId="481"/>
            <ac:spMk id="6156" creationId="{CD5541B4-54A8-B9F7-5D91-7FC48738A5E7}"/>
          </ac:spMkLst>
        </pc:spChg>
        <pc:spChg chg="del">
          <ac:chgData name="Chittaranjan Hens" userId="6fc03958433e8a43" providerId="LiveId" clId="{309794F8-99CF-4983-9CCF-D5B7BCCE1DF4}" dt="2023-01-25T08:53:00.470" v="3063" actId="478"/>
          <ac:spMkLst>
            <pc:docMk/>
            <pc:sldMk cId="1804185450" sldId="481"/>
            <ac:spMk id="6157" creationId="{3EA4BE20-D3BB-A775-BAD5-25485D484F4B}"/>
          </ac:spMkLst>
        </pc:spChg>
        <pc:spChg chg="mod">
          <ac:chgData name="Chittaranjan Hens" userId="6fc03958433e8a43" providerId="LiveId" clId="{309794F8-99CF-4983-9CCF-D5B7BCCE1DF4}" dt="2023-01-25T09:13:51.664" v="3320" actId="113"/>
          <ac:spMkLst>
            <pc:docMk/>
            <pc:sldMk cId="1804185450" sldId="481"/>
            <ac:spMk id="6158" creationId="{795C5B30-BE7C-B433-56A7-5AC0B564C28D}"/>
          </ac:spMkLst>
        </pc:spChg>
        <pc:grpChg chg="add mod">
          <ac:chgData name="Chittaranjan Hens" userId="6fc03958433e8a43" providerId="LiveId" clId="{309794F8-99CF-4983-9CCF-D5B7BCCE1DF4}" dt="2023-01-25T09:04:32.275" v="3248" actId="1076"/>
          <ac:grpSpMkLst>
            <pc:docMk/>
            <pc:sldMk cId="1804185450" sldId="481"/>
            <ac:grpSpMk id="26" creationId="{0C914B07-F592-174E-0A74-1E4E5456F6C5}"/>
          </ac:grpSpMkLst>
        </pc:grpChg>
        <pc:graphicFrameChg chg="add del mod replId">
          <ac:chgData name="Chittaranjan Hens" userId="6fc03958433e8a43" providerId="LiveId" clId="{309794F8-99CF-4983-9CCF-D5B7BCCE1DF4}" dt="2023-01-25T08:53:39.674" v="3073"/>
          <ac:graphicFrameMkLst>
            <pc:docMk/>
            <pc:sldMk cId="1804185450" sldId="481"/>
            <ac:graphicFrameMk id="11" creationId="{A5372ECC-145D-7E2E-CB70-9D260931FFD3}"/>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3" creationId="{F0BD3F36-D993-A8D6-E829-E02320E23709}"/>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5" creationId="{229EE98D-194B-30DA-3D43-6C4A94D36F4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7" creationId="{28A7BC29-A3B2-5F1D-6D59-1F5186D255BF}"/>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19" creationId="{CCC3805E-DA3E-5141-B167-52CB9D9C212B}"/>
          </ac:graphicFrameMkLst>
        </pc:graphicFrameChg>
        <pc:graphicFrameChg chg="add del mod replId">
          <ac:chgData name="Chittaranjan Hens" userId="6fc03958433e8a43" providerId="LiveId" clId="{309794F8-99CF-4983-9CCF-D5B7BCCE1DF4}" dt="2023-01-25T08:53:39.674" v="3073"/>
          <ac:graphicFrameMkLst>
            <pc:docMk/>
            <pc:sldMk cId="1804185450" sldId="481"/>
            <ac:graphicFrameMk id="22" creationId="{F1AA2F35-9B5D-BDBC-126D-250A82ED05BB}"/>
          </ac:graphicFrameMkLst>
        </pc:graphicFrameChg>
        <pc:picChg chg="mod">
          <ac:chgData name="Chittaranjan Hens" userId="6fc03958433e8a43" providerId="LiveId" clId="{309794F8-99CF-4983-9CCF-D5B7BCCE1DF4}" dt="2023-01-25T09:07:43.557" v="3278" actId="1076"/>
          <ac:picMkLst>
            <pc:docMk/>
            <pc:sldMk cId="1804185450" sldId="481"/>
            <ac:picMk id="2" creationId="{D46632B5-BEDB-5424-58D9-B31AA1BB1767}"/>
          </ac:picMkLst>
        </pc:picChg>
        <pc:picChg chg="mod">
          <ac:chgData name="Chittaranjan Hens" userId="6fc03958433e8a43" providerId="LiveId" clId="{309794F8-99CF-4983-9CCF-D5B7BCCE1DF4}" dt="2023-01-25T09:02:19.689" v="3216" actId="164"/>
          <ac:picMkLst>
            <pc:docMk/>
            <pc:sldMk cId="1804185450" sldId="481"/>
            <ac:picMk id="6172" creationId="{D1443A5C-1C86-FF45-BE23-103214CC36D8}"/>
          </ac:picMkLst>
        </pc:picChg>
      </pc:sldChg>
      <pc:sldChg chg="add del">
        <pc:chgData name="Chittaranjan Hens" userId="6fc03958433e8a43" providerId="LiveId" clId="{309794F8-99CF-4983-9CCF-D5B7BCCE1DF4}" dt="2023-01-25T08:48:50.710" v="2852"/>
        <pc:sldMkLst>
          <pc:docMk/>
          <pc:sldMk cId="3360002119" sldId="481"/>
        </pc:sldMkLst>
      </pc:sldChg>
      <pc:sldChg chg="add">
        <pc:chgData name="Chittaranjan Hens" userId="6fc03958433e8a43" providerId="LiveId" clId="{309794F8-99CF-4983-9CCF-D5B7BCCE1DF4}" dt="2023-01-26T03:57:46.912" v="3607"/>
        <pc:sldMkLst>
          <pc:docMk/>
          <pc:sldMk cId="275163279" sldId="482"/>
        </pc:sldMkLst>
      </pc:sldChg>
      <pc:sldChg chg="add del">
        <pc:chgData name="Chittaranjan Hens" userId="6fc03958433e8a43" providerId="LiveId" clId="{309794F8-99CF-4983-9CCF-D5B7BCCE1DF4}" dt="2023-01-25T08:47:56.746" v="2842"/>
        <pc:sldMkLst>
          <pc:docMk/>
          <pc:sldMk cId="0" sldId="636"/>
        </pc:sldMkLst>
      </pc:sldChg>
      <pc:sldChg chg="add del">
        <pc:chgData name="Chittaranjan Hens" userId="6fc03958433e8a43" providerId="LiveId" clId="{309794F8-99CF-4983-9CCF-D5B7BCCE1DF4}" dt="2023-01-25T08:47:56.746" v="2842"/>
        <pc:sldMkLst>
          <pc:docMk/>
          <pc:sldMk cId="0" sldId="637"/>
        </pc:sldMkLst>
      </pc:sldChg>
      <pc:sldChg chg="add del">
        <pc:chgData name="Chittaranjan Hens" userId="6fc03958433e8a43" providerId="LiveId" clId="{309794F8-99CF-4983-9CCF-D5B7BCCE1DF4}" dt="2023-01-25T08:47:56.746" v="2842"/>
        <pc:sldMkLst>
          <pc:docMk/>
          <pc:sldMk cId="0" sldId="638"/>
        </pc:sldMkLst>
      </pc:sldChg>
      <pc:sldChg chg="add del">
        <pc:chgData name="Chittaranjan Hens" userId="6fc03958433e8a43" providerId="LiveId" clId="{309794F8-99CF-4983-9CCF-D5B7BCCE1DF4}" dt="2023-01-25T08:47:56.746" v="2842"/>
        <pc:sldMkLst>
          <pc:docMk/>
          <pc:sldMk cId="0" sldId="639"/>
        </pc:sldMkLst>
      </pc:sldChg>
      <pc:sldChg chg="add del">
        <pc:chgData name="Chittaranjan Hens" userId="6fc03958433e8a43" providerId="LiveId" clId="{309794F8-99CF-4983-9CCF-D5B7BCCE1DF4}" dt="2023-01-25T08:47:56.746" v="2842"/>
        <pc:sldMkLst>
          <pc:docMk/>
          <pc:sldMk cId="0" sldId="640"/>
        </pc:sldMkLst>
      </pc:sldChg>
      <pc:sldChg chg="add del">
        <pc:chgData name="Chittaranjan Hens" userId="6fc03958433e8a43" providerId="LiveId" clId="{309794F8-99CF-4983-9CCF-D5B7BCCE1DF4}" dt="2023-01-25T08:47:56.746" v="2842"/>
        <pc:sldMkLst>
          <pc:docMk/>
          <pc:sldMk cId="0" sldId="641"/>
        </pc:sldMkLst>
      </pc:sldChg>
    </pc:docChg>
  </pc:docChgLst>
  <pc:docChgLst>
    <pc:chgData name="Chittaranjan Hens" userId="6fc03958433e8a43" providerId="LiveId" clId="{AE445185-F013-4E27-B402-5F71FF9385C1}"/>
    <pc:docChg chg="undo custSel addSld delSld modSld sldOrd">
      <pc:chgData name="Chittaranjan Hens" userId="6fc03958433e8a43" providerId="LiveId" clId="{AE445185-F013-4E27-B402-5F71FF9385C1}" dt="2023-01-04T04:54:16.229" v="1661" actId="20577"/>
      <pc:docMkLst>
        <pc:docMk/>
      </pc:docMkLst>
      <pc:sldChg chg="addSp delSp modSp mod">
        <pc:chgData name="Chittaranjan Hens" userId="6fc03958433e8a43" providerId="LiveId" clId="{AE445185-F013-4E27-B402-5F71FF9385C1}" dt="2023-01-03T06:41:34.968" v="11" actId="478"/>
        <pc:sldMkLst>
          <pc:docMk/>
          <pc:sldMk cId="1314684922" sldId="265"/>
        </pc:sldMkLst>
        <pc:spChg chg="del">
          <ac:chgData name="Chittaranjan Hens" userId="6fc03958433e8a43" providerId="LiveId" clId="{AE445185-F013-4E27-B402-5F71FF9385C1}" dt="2023-01-03T06:41:34.968" v="11" actId="478"/>
          <ac:spMkLst>
            <pc:docMk/>
            <pc:sldMk cId="1314684922" sldId="265"/>
            <ac:spMk id="10" creationId="{1C15AE70-CE66-C80A-3774-62D466699564}"/>
          </ac:spMkLst>
        </pc:spChg>
        <pc:spChg chg="add del mod">
          <ac:chgData name="Chittaranjan Hens" userId="6fc03958433e8a43" providerId="LiveId" clId="{AE445185-F013-4E27-B402-5F71FF9385C1}" dt="2023-01-03T06:41:34.968" v="11" actId="478"/>
          <ac:spMkLst>
            <pc:docMk/>
            <pc:sldMk cId="1314684922" sldId="265"/>
            <ac:spMk id="11" creationId="{1FF2F98F-485E-1D68-FF73-11DB93DEC4A1}"/>
          </ac:spMkLst>
        </pc:spChg>
      </pc:sldChg>
      <pc:sldChg chg="add ord">
        <pc:chgData name="Chittaranjan Hens" userId="6fc03958433e8a43" providerId="LiveId" clId="{AE445185-F013-4E27-B402-5F71FF9385C1}" dt="2023-01-03T15:25:11.307" v="692"/>
        <pc:sldMkLst>
          <pc:docMk/>
          <pc:sldMk cId="3796521375" sldId="266"/>
        </pc:sldMkLst>
      </pc:sldChg>
      <pc:sldChg chg="addSp delSp modSp del mod">
        <pc:chgData name="Chittaranjan Hens" userId="6fc03958433e8a43" providerId="LiveId" clId="{AE445185-F013-4E27-B402-5F71FF9385C1}" dt="2023-01-03T15:24:55.888" v="689" actId="2696"/>
        <pc:sldMkLst>
          <pc:docMk/>
          <pc:sldMk cId="4274601899" sldId="266"/>
        </pc:sldMkLst>
        <pc:spChg chg="del mod">
          <ac:chgData name="Chittaranjan Hens" userId="6fc03958433e8a43" providerId="LiveId" clId="{AE445185-F013-4E27-B402-5F71FF9385C1}" dt="2023-01-03T06:42:06.344" v="16" actId="21"/>
          <ac:spMkLst>
            <pc:docMk/>
            <pc:sldMk cId="4274601899" sldId="266"/>
            <ac:spMk id="3" creationId="{59453772-5ED0-36E9-D627-C209C17A9569}"/>
          </ac:spMkLst>
        </pc:spChg>
        <pc:spChg chg="del mod ord">
          <ac:chgData name="Chittaranjan Hens" userId="6fc03958433e8a43" providerId="LiveId" clId="{AE445185-F013-4E27-B402-5F71FF9385C1}" dt="2023-01-03T06:44:36.339" v="51" actId="478"/>
          <ac:spMkLst>
            <pc:docMk/>
            <pc:sldMk cId="4274601899" sldId="266"/>
            <ac:spMk id="7" creationId="{21117221-805A-A307-A95D-5DE83F3C60CF}"/>
          </ac:spMkLst>
        </pc:spChg>
        <pc:spChg chg="del">
          <ac:chgData name="Chittaranjan Hens" userId="6fc03958433e8a43" providerId="LiveId" clId="{AE445185-F013-4E27-B402-5F71FF9385C1}" dt="2023-01-03T06:41:47.840" v="12" actId="478"/>
          <ac:spMkLst>
            <pc:docMk/>
            <pc:sldMk cId="4274601899" sldId="266"/>
            <ac:spMk id="8" creationId="{25DB9404-1245-DBD1-0A6B-C45569333CB3}"/>
          </ac:spMkLst>
        </pc:spChg>
        <pc:spChg chg="del mod ord">
          <ac:chgData name="Chittaranjan Hens" userId="6fc03958433e8a43" providerId="LiveId" clId="{AE445185-F013-4E27-B402-5F71FF9385C1}" dt="2023-01-03T06:44:36.339" v="51" actId="478"/>
          <ac:spMkLst>
            <pc:docMk/>
            <pc:sldMk cId="4274601899" sldId="266"/>
            <ac:spMk id="10" creationId="{766FA964-726A-3589-C687-AAAD5C196735}"/>
          </ac:spMkLst>
        </pc:spChg>
        <pc:spChg chg="del">
          <ac:chgData name="Chittaranjan Hens" userId="6fc03958433e8a43" providerId="LiveId" clId="{AE445185-F013-4E27-B402-5F71FF9385C1}" dt="2023-01-03T06:45:32.552" v="67" actId="21"/>
          <ac:spMkLst>
            <pc:docMk/>
            <pc:sldMk cId="4274601899" sldId="266"/>
            <ac:spMk id="11" creationId="{978A99B9-EEDA-CD51-30CA-B2D8090E258D}"/>
          </ac:spMkLst>
        </pc:spChg>
        <pc:spChg chg="mod ord">
          <ac:chgData name="Chittaranjan Hens" userId="6fc03958433e8a43" providerId="LiveId" clId="{AE445185-F013-4E27-B402-5F71FF9385C1}" dt="2023-01-03T06:45:06.255" v="60" actId="164"/>
          <ac:spMkLst>
            <pc:docMk/>
            <pc:sldMk cId="4274601899" sldId="266"/>
            <ac:spMk id="12" creationId="{91DB39D1-498E-B306-B9F3-0694A13EF8C2}"/>
          </ac:spMkLst>
        </pc:spChg>
        <pc:spChg chg="mod ord">
          <ac:chgData name="Chittaranjan Hens" userId="6fc03958433e8a43" providerId="LiveId" clId="{AE445185-F013-4E27-B402-5F71FF9385C1}" dt="2023-01-03T06:45:06.255" v="60" actId="164"/>
          <ac:spMkLst>
            <pc:docMk/>
            <pc:sldMk cId="4274601899" sldId="266"/>
            <ac:spMk id="13" creationId="{F0ADBD19-E508-4250-4278-575CC9BED2B4}"/>
          </ac:spMkLst>
        </pc:spChg>
        <pc:spChg chg="mod ord">
          <ac:chgData name="Chittaranjan Hens" userId="6fc03958433e8a43" providerId="LiveId" clId="{AE445185-F013-4E27-B402-5F71FF9385C1}" dt="2023-01-03T06:45:06.255" v="60" actId="164"/>
          <ac:spMkLst>
            <pc:docMk/>
            <pc:sldMk cId="4274601899" sldId="266"/>
            <ac:spMk id="14" creationId="{8C2EB2F2-7470-CC07-0F64-3FB8D76B09A0}"/>
          </ac:spMkLst>
        </pc:spChg>
        <pc:spChg chg="mod ord">
          <ac:chgData name="Chittaranjan Hens" userId="6fc03958433e8a43" providerId="LiveId" clId="{AE445185-F013-4E27-B402-5F71FF9385C1}" dt="2023-01-03T06:45:06.255" v="60" actId="164"/>
          <ac:spMkLst>
            <pc:docMk/>
            <pc:sldMk cId="4274601899" sldId="266"/>
            <ac:spMk id="15" creationId="{6A610DD8-6ABF-7D1F-4A23-25E0E99E5295}"/>
          </ac:spMkLst>
        </pc:spChg>
        <pc:spChg chg="mod ord">
          <ac:chgData name="Chittaranjan Hens" userId="6fc03958433e8a43" providerId="LiveId" clId="{AE445185-F013-4E27-B402-5F71FF9385C1}" dt="2023-01-03T06:45:06.255" v="60" actId="164"/>
          <ac:spMkLst>
            <pc:docMk/>
            <pc:sldMk cId="4274601899" sldId="266"/>
            <ac:spMk id="16" creationId="{CF3FE3C4-B51C-B428-FFF8-CD492169AF83}"/>
          </ac:spMkLst>
        </pc:spChg>
        <pc:spChg chg="add mod">
          <ac:chgData name="Chittaranjan Hens" userId="6fc03958433e8a43" providerId="LiveId" clId="{AE445185-F013-4E27-B402-5F71FF9385C1}" dt="2023-01-03T13:23:25.895" v="221" actId="14100"/>
          <ac:spMkLst>
            <pc:docMk/>
            <pc:sldMk cId="4274601899" sldId="266"/>
            <ac:spMk id="17" creationId="{F85CD333-F927-35AD-9B26-D704E9D39C34}"/>
          </ac:spMkLst>
        </pc:spChg>
        <pc:spChg chg="add del">
          <ac:chgData name="Chittaranjan Hens" userId="6fc03958433e8a43" providerId="LiveId" clId="{AE445185-F013-4E27-B402-5F71FF9385C1}" dt="2023-01-03T06:43:52.593" v="37" actId="22"/>
          <ac:spMkLst>
            <pc:docMk/>
            <pc:sldMk cId="4274601899" sldId="266"/>
            <ac:spMk id="20" creationId="{021ED659-DC64-0E44-18A8-1931844FF528}"/>
          </ac:spMkLst>
        </pc:spChg>
        <pc:spChg chg="add mod">
          <ac:chgData name="Chittaranjan Hens" userId="6fc03958433e8a43" providerId="LiveId" clId="{AE445185-F013-4E27-B402-5F71FF9385C1}" dt="2023-01-03T08:15:42.321" v="154" actId="1035"/>
          <ac:spMkLst>
            <pc:docMk/>
            <pc:sldMk cId="4274601899" sldId="266"/>
            <ac:spMk id="24" creationId="{E306A1FA-A972-6880-8A1D-886D17FD3054}"/>
          </ac:spMkLst>
        </pc:spChg>
        <pc:grpChg chg="add mod">
          <ac:chgData name="Chittaranjan Hens" userId="6fc03958433e8a43" providerId="LiveId" clId="{AE445185-F013-4E27-B402-5F71FF9385C1}" dt="2023-01-03T06:44:02.730" v="42" actId="164"/>
          <ac:grpSpMkLst>
            <pc:docMk/>
            <pc:sldMk cId="4274601899" sldId="266"/>
            <ac:grpSpMk id="18" creationId="{25BF2DC3-10D6-FC72-3104-D5F24AB381BD}"/>
          </ac:grpSpMkLst>
        </pc:grpChg>
        <pc:grpChg chg="add del mod">
          <ac:chgData name="Chittaranjan Hens" userId="6fc03958433e8a43" providerId="LiveId" clId="{AE445185-F013-4E27-B402-5F71FF9385C1}" dt="2023-01-03T06:45:08.930" v="61" actId="21"/>
          <ac:grpSpMkLst>
            <pc:docMk/>
            <pc:sldMk cId="4274601899" sldId="266"/>
            <ac:grpSpMk id="21" creationId="{A2257C63-0EBF-CE02-386E-1093E3FF90CE}"/>
          </ac:grpSpMkLst>
        </pc:grpChg>
        <pc:picChg chg="mod">
          <ac:chgData name="Chittaranjan Hens" userId="6fc03958433e8a43" providerId="LiveId" clId="{AE445185-F013-4E27-B402-5F71FF9385C1}" dt="2023-01-03T06:44:57.166" v="59" actId="1076"/>
          <ac:picMkLst>
            <pc:docMk/>
            <pc:sldMk cId="4274601899" sldId="266"/>
            <ac:picMk id="4" creationId="{A77CDD2A-AFD3-0864-6D67-957A858D6745}"/>
          </ac:picMkLst>
        </pc:picChg>
        <pc:picChg chg="add mod">
          <ac:chgData name="Chittaranjan Hens" userId="6fc03958433e8a43" providerId="LiveId" clId="{AE445185-F013-4E27-B402-5F71FF9385C1}" dt="2023-01-03T08:15:42.321" v="154" actId="1035"/>
          <ac:picMkLst>
            <pc:docMk/>
            <pc:sldMk cId="4274601899" sldId="266"/>
            <ac:picMk id="23" creationId="{58A8FC9A-94B9-BF69-48DB-4E451979AE26}"/>
          </ac:picMkLst>
        </pc:picChg>
      </pc:sldChg>
      <pc:sldChg chg="modSp add mod">
        <pc:chgData name="Chittaranjan Hens" userId="6fc03958433e8a43" providerId="LiveId" clId="{AE445185-F013-4E27-B402-5F71FF9385C1}" dt="2023-01-03T06:42:32.750" v="26" actId="6549"/>
        <pc:sldMkLst>
          <pc:docMk/>
          <pc:sldMk cId="2025591606" sldId="267"/>
        </pc:sldMkLst>
        <pc:spChg chg="mod">
          <ac:chgData name="Chittaranjan Hens" userId="6fc03958433e8a43" providerId="LiveId" clId="{AE445185-F013-4E27-B402-5F71FF9385C1}" dt="2023-01-03T06:42:22.654" v="19" actId="1076"/>
          <ac:spMkLst>
            <pc:docMk/>
            <pc:sldMk cId="2025591606" sldId="267"/>
            <ac:spMk id="10" creationId="{1C15AE70-CE66-C80A-3774-62D466699564}"/>
          </ac:spMkLst>
        </pc:spChg>
        <pc:spChg chg="mod">
          <ac:chgData name="Chittaranjan Hens" userId="6fc03958433e8a43" providerId="LiveId" clId="{AE445185-F013-4E27-B402-5F71FF9385C1}" dt="2023-01-03T06:42:32.750" v="26" actId="6549"/>
          <ac:spMkLst>
            <pc:docMk/>
            <pc:sldMk cId="2025591606" sldId="267"/>
            <ac:spMk id="11" creationId="{1FF2F98F-485E-1D68-FF73-11DB93DEC4A1}"/>
          </ac:spMkLst>
        </pc:spChg>
        <pc:picChg chg="mod">
          <ac:chgData name="Chittaranjan Hens" userId="6fc03958433e8a43" providerId="LiveId" clId="{AE445185-F013-4E27-B402-5F71FF9385C1}" dt="2023-01-03T06:42:13.152" v="18" actId="1076"/>
          <ac:picMkLst>
            <pc:docMk/>
            <pc:sldMk cId="2025591606" sldId="267"/>
            <ac:picMk id="4" creationId="{A77CDD2A-AFD3-0864-6D67-957A858D6745}"/>
          </ac:picMkLst>
        </pc:picChg>
      </pc:sldChg>
      <pc:sldChg chg="add del">
        <pc:chgData name="Chittaranjan Hens" userId="6fc03958433e8a43" providerId="LiveId" clId="{AE445185-F013-4E27-B402-5F71FF9385C1}" dt="2023-01-03T06:42:45.345" v="28" actId="47"/>
        <pc:sldMkLst>
          <pc:docMk/>
          <pc:sldMk cId="4111817403" sldId="268"/>
        </pc:sldMkLst>
      </pc:sldChg>
      <pc:sldChg chg="addSp modSp add mod">
        <pc:chgData name="Chittaranjan Hens" userId="6fc03958433e8a43" providerId="LiveId" clId="{AE445185-F013-4E27-B402-5F71FF9385C1}" dt="2023-01-03T15:05:11.725" v="546" actId="113"/>
        <pc:sldMkLst>
          <pc:docMk/>
          <pc:sldMk cId="2621272481" sldId="269"/>
        </pc:sldMkLst>
        <pc:spChg chg="mod">
          <ac:chgData name="Chittaranjan Hens" userId="6fc03958433e8a43" providerId="LiveId" clId="{AE445185-F013-4E27-B402-5F71FF9385C1}" dt="2023-01-03T06:45:16.510" v="64" actId="1076"/>
          <ac:spMkLst>
            <pc:docMk/>
            <pc:sldMk cId="2621272481" sldId="269"/>
            <ac:spMk id="3" creationId="{365E675B-5074-D82A-47BF-9B36FD17E4CF}"/>
          </ac:spMkLst>
        </pc:spChg>
        <pc:spChg chg="mod">
          <ac:chgData name="Chittaranjan Hens" userId="6fc03958433e8a43" providerId="LiveId" clId="{AE445185-F013-4E27-B402-5F71FF9385C1}" dt="2023-01-03T06:45:12.263" v="62"/>
          <ac:spMkLst>
            <pc:docMk/>
            <pc:sldMk cId="2621272481" sldId="269"/>
            <ac:spMk id="5" creationId="{03484F5C-9F9F-6358-B2D8-ACFEEBDC61A2}"/>
          </ac:spMkLst>
        </pc:spChg>
        <pc:spChg chg="mod">
          <ac:chgData name="Chittaranjan Hens" userId="6fc03958433e8a43" providerId="LiveId" clId="{AE445185-F013-4E27-B402-5F71FF9385C1}" dt="2023-01-03T06:45:12.263" v="62"/>
          <ac:spMkLst>
            <pc:docMk/>
            <pc:sldMk cId="2621272481" sldId="269"/>
            <ac:spMk id="7" creationId="{2FFE1248-5E14-4FCA-9BE5-BF8A2E2195C2}"/>
          </ac:spMkLst>
        </pc:spChg>
        <pc:spChg chg="mod">
          <ac:chgData name="Chittaranjan Hens" userId="6fc03958433e8a43" providerId="LiveId" clId="{AE445185-F013-4E27-B402-5F71FF9385C1}" dt="2023-01-03T06:45:12.263" v="62"/>
          <ac:spMkLst>
            <pc:docMk/>
            <pc:sldMk cId="2621272481" sldId="269"/>
            <ac:spMk id="12" creationId="{5E7BE5E2-7709-8580-24E7-8FBBE2239440}"/>
          </ac:spMkLst>
        </pc:spChg>
        <pc:spChg chg="mod">
          <ac:chgData name="Chittaranjan Hens" userId="6fc03958433e8a43" providerId="LiveId" clId="{AE445185-F013-4E27-B402-5F71FF9385C1}" dt="2023-01-03T06:45:12.263" v="62"/>
          <ac:spMkLst>
            <pc:docMk/>
            <pc:sldMk cId="2621272481" sldId="269"/>
            <ac:spMk id="13" creationId="{74CFC921-1B67-D006-53A5-62B1551A0568}"/>
          </ac:spMkLst>
        </pc:spChg>
        <pc:spChg chg="add mod">
          <ac:chgData name="Chittaranjan Hens" userId="6fc03958433e8a43" providerId="LiveId" clId="{AE445185-F013-4E27-B402-5F71FF9385C1}" dt="2023-01-03T15:05:11.725" v="546" actId="113"/>
          <ac:spMkLst>
            <pc:docMk/>
            <pc:sldMk cId="2621272481" sldId="269"/>
            <ac:spMk id="15" creationId="{0336EEEC-5722-612C-758D-DBD3460019EA}"/>
          </ac:spMkLst>
        </pc:spChg>
        <pc:grpChg chg="add mod">
          <ac:chgData name="Chittaranjan Hens" userId="6fc03958433e8a43" providerId="LiveId" clId="{AE445185-F013-4E27-B402-5F71FF9385C1}" dt="2023-01-03T06:45:20.254" v="65" actId="1076"/>
          <ac:grpSpMkLst>
            <pc:docMk/>
            <pc:sldMk cId="2621272481" sldId="269"/>
            <ac:grpSpMk id="2" creationId="{B2539927-8DD6-3307-9D52-104519A3DCE6}"/>
          </ac:grpSpMkLst>
        </pc:grpChg>
      </pc:sldChg>
      <pc:sldChg chg="addSp modSp add mod">
        <pc:chgData name="Chittaranjan Hens" userId="6fc03958433e8a43" providerId="LiveId" clId="{AE445185-F013-4E27-B402-5F71FF9385C1}" dt="2023-01-03T08:09:42.151" v="123" actId="113"/>
        <pc:sldMkLst>
          <pc:docMk/>
          <pc:sldMk cId="2422123107" sldId="270"/>
        </pc:sldMkLst>
        <pc:spChg chg="add mod">
          <ac:chgData name="Chittaranjan Hens" userId="6fc03958433e8a43" providerId="LiveId" clId="{AE445185-F013-4E27-B402-5F71FF9385C1}" dt="2023-01-03T06:46:13.239" v="79" actId="207"/>
          <ac:spMkLst>
            <pc:docMk/>
            <pc:sldMk cId="2422123107" sldId="270"/>
            <ac:spMk id="14" creationId="{D04A4498-B839-C1B3-8849-6ACCE72D2207}"/>
          </ac:spMkLst>
        </pc:spChg>
        <pc:spChg chg="add mod">
          <ac:chgData name="Chittaranjan Hens" userId="6fc03958433e8a43" providerId="LiveId" clId="{AE445185-F013-4E27-B402-5F71FF9385C1}" dt="2023-01-03T08:09:42.151" v="123" actId="113"/>
          <ac:spMkLst>
            <pc:docMk/>
            <pc:sldMk cId="2422123107" sldId="270"/>
            <ac:spMk id="15" creationId="{551C4FA2-2871-0712-74EC-602E7543608F}"/>
          </ac:spMkLst>
        </pc:spChg>
      </pc:sldChg>
      <pc:sldChg chg="addSp delSp modSp add mod">
        <pc:chgData name="Chittaranjan Hens" userId="6fc03958433e8a43" providerId="LiveId" clId="{AE445185-F013-4E27-B402-5F71FF9385C1}" dt="2023-01-03T06:54:54.817" v="100" actId="1076"/>
        <pc:sldMkLst>
          <pc:docMk/>
          <pc:sldMk cId="1257611884" sldId="271"/>
        </pc:sldMkLst>
        <pc:spChg chg="del">
          <ac:chgData name="Chittaranjan Hens" userId="6fc03958433e8a43" providerId="LiveId" clId="{AE445185-F013-4E27-B402-5F71FF9385C1}" dt="2023-01-03T06:54:02.247" v="92" actId="478"/>
          <ac:spMkLst>
            <pc:docMk/>
            <pc:sldMk cId="1257611884" sldId="271"/>
            <ac:spMk id="14" creationId="{D04A4498-B839-C1B3-8849-6ACCE72D2207}"/>
          </ac:spMkLst>
        </pc:spChg>
        <pc:spChg chg="del">
          <ac:chgData name="Chittaranjan Hens" userId="6fc03958433e8a43" providerId="LiveId" clId="{AE445185-F013-4E27-B402-5F71FF9385C1}" dt="2023-01-03T06:54:02.247" v="92" actId="478"/>
          <ac:spMkLst>
            <pc:docMk/>
            <pc:sldMk cId="1257611884" sldId="271"/>
            <ac:spMk id="15" creationId="{551C4FA2-2871-0712-74EC-602E7543608F}"/>
          </ac:spMkLst>
        </pc:spChg>
        <pc:grpChg chg="del">
          <ac:chgData name="Chittaranjan Hens" userId="6fc03958433e8a43" providerId="LiveId" clId="{AE445185-F013-4E27-B402-5F71FF9385C1}" dt="2023-01-03T06:54:02.247" v="92" actId="478"/>
          <ac:grpSpMkLst>
            <pc:docMk/>
            <pc:sldMk cId="1257611884" sldId="271"/>
            <ac:grpSpMk id="2" creationId="{B2539927-8DD6-3307-9D52-104519A3DCE6}"/>
          </ac:grpSpMkLst>
        </pc:grpChg>
        <pc:picChg chg="add mod">
          <ac:chgData name="Chittaranjan Hens" userId="6fc03958433e8a43" providerId="LiveId" clId="{AE445185-F013-4E27-B402-5F71FF9385C1}" dt="2023-01-03T06:54:54.817" v="100" actId="1076"/>
          <ac:picMkLst>
            <pc:docMk/>
            <pc:sldMk cId="1257611884" sldId="271"/>
            <ac:picMk id="17" creationId="{B9679940-21A7-2F06-671B-47B41B7374D7}"/>
          </ac:picMkLst>
        </pc:picChg>
      </pc:sldChg>
      <pc:sldChg chg="add del ord">
        <pc:chgData name="Chittaranjan Hens" userId="6fc03958433e8a43" providerId="LiveId" clId="{AE445185-F013-4E27-B402-5F71FF9385C1}" dt="2023-01-03T06:53:49.042" v="90" actId="47"/>
        <pc:sldMkLst>
          <pc:docMk/>
          <pc:sldMk cId="1681500069" sldId="271"/>
        </pc:sldMkLst>
      </pc:sldChg>
      <pc:sldChg chg="add del">
        <pc:chgData name="Chittaranjan Hens" userId="6fc03958433e8a43" providerId="LiveId" clId="{AE445185-F013-4E27-B402-5F71FF9385C1}" dt="2023-01-03T08:15:45.427" v="155" actId="47"/>
        <pc:sldMkLst>
          <pc:docMk/>
          <pc:sldMk cId="1088507997" sldId="272"/>
        </pc:sldMkLst>
      </pc:sldChg>
      <pc:sldChg chg="add del">
        <pc:chgData name="Chittaranjan Hens" userId="6fc03958433e8a43" providerId="LiveId" clId="{AE445185-F013-4E27-B402-5F71FF9385C1}" dt="2023-01-03T15:24:23.102" v="685"/>
        <pc:sldMkLst>
          <pc:docMk/>
          <pc:sldMk cId="1930741784" sldId="272"/>
        </pc:sldMkLst>
      </pc:sldChg>
      <pc:sldChg chg="addSp delSp modSp add del mod">
        <pc:chgData name="Chittaranjan Hens" userId="6fc03958433e8a43" providerId="LiveId" clId="{AE445185-F013-4E27-B402-5F71FF9385C1}" dt="2023-01-03T15:24:28.299" v="687" actId="2696"/>
        <pc:sldMkLst>
          <pc:docMk/>
          <pc:sldMk cId="2240524231" sldId="272"/>
        </pc:sldMkLst>
        <pc:spChg chg="add mod">
          <ac:chgData name="Chittaranjan Hens" userId="6fc03958433e8a43" providerId="LiveId" clId="{AE445185-F013-4E27-B402-5F71FF9385C1}" dt="2023-01-03T13:23:52.037" v="225"/>
          <ac:spMkLst>
            <pc:docMk/>
            <pc:sldMk cId="2240524231" sldId="272"/>
            <ac:spMk id="2" creationId="{D10C4AF8-10EE-D278-86D8-4CBE903EE6E1}"/>
          </ac:spMkLst>
        </pc:spChg>
        <pc:spChg chg="add mod">
          <ac:chgData name="Chittaranjan Hens" userId="6fc03958433e8a43" providerId="LiveId" clId="{AE445185-F013-4E27-B402-5F71FF9385C1}" dt="2023-01-03T08:16:18.264" v="174" actId="20577"/>
          <ac:spMkLst>
            <pc:docMk/>
            <pc:sldMk cId="2240524231" sldId="272"/>
            <ac:spMk id="5" creationId="{CA17A4C0-B3F2-8142-5BF9-FDE836BBF1FD}"/>
          </ac:spMkLst>
        </pc:spChg>
        <pc:spChg chg="add mod">
          <ac:chgData name="Chittaranjan Hens" userId="6fc03958433e8a43" providerId="LiveId" clId="{AE445185-F013-4E27-B402-5F71FF9385C1}" dt="2023-01-03T14:52:01.093" v="363"/>
          <ac:spMkLst>
            <pc:docMk/>
            <pc:sldMk cId="2240524231" sldId="272"/>
            <ac:spMk id="6" creationId="{B238F82E-8E39-643D-247C-6367AEA05B3C}"/>
          </ac:spMkLst>
        </pc:spChg>
        <pc:spChg chg="del">
          <ac:chgData name="Chittaranjan Hens" userId="6fc03958433e8a43" providerId="LiveId" clId="{AE445185-F013-4E27-B402-5F71FF9385C1}" dt="2023-01-03T13:23:51.189" v="224" actId="478"/>
          <ac:spMkLst>
            <pc:docMk/>
            <pc:sldMk cId="2240524231" sldId="272"/>
            <ac:spMk id="17" creationId="{F85CD333-F927-35AD-9B26-D704E9D39C34}"/>
          </ac:spMkLst>
        </pc:spChg>
        <pc:picChg chg="add mod">
          <ac:chgData name="Chittaranjan Hens" userId="6fc03958433e8a43" providerId="LiveId" clId="{AE445185-F013-4E27-B402-5F71FF9385C1}" dt="2023-01-03T08:16:06.777" v="158" actId="1076"/>
          <ac:picMkLst>
            <pc:docMk/>
            <pc:sldMk cId="2240524231" sldId="272"/>
            <ac:picMk id="3" creationId="{76786AB1-9ABD-BA47-1911-364617170580}"/>
          </ac:picMkLst>
        </pc:picChg>
        <pc:picChg chg="add mod">
          <ac:chgData name="Chittaranjan Hens" userId="6fc03958433e8a43" providerId="LiveId" clId="{AE445185-F013-4E27-B402-5F71FF9385C1}" dt="2023-01-03T08:17:11.004" v="183" actId="14100"/>
          <ac:picMkLst>
            <pc:docMk/>
            <pc:sldMk cId="2240524231" sldId="272"/>
            <ac:picMk id="7" creationId="{A079B9F1-28F1-38F5-3ADB-7B6DAA1B4435}"/>
          </ac:picMkLst>
        </pc:picChg>
        <pc:picChg chg="add mod">
          <ac:chgData name="Chittaranjan Hens" userId="6fc03958433e8a43" providerId="LiveId" clId="{AE445185-F013-4E27-B402-5F71FF9385C1}" dt="2023-01-03T08:17:14.020" v="184" actId="1076"/>
          <ac:picMkLst>
            <pc:docMk/>
            <pc:sldMk cId="2240524231" sldId="272"/>
            <ac:picMk id="9" creationId="{2B22098B-DA49-43BE-A233-B2E8B83E86FA}"/>
          </ac:picMkLst>
        </pc:picChg>
      </pc:sldChg>
      <pc:sldChg chg="add">
        <pc:chgData name="Chittaranjan Hens" userId="6fc03958433e8a43" providerId="LiveId" clId="{AE445185-F013-4E27-B402-5F71FF9385C1}" dt="2023-01-03T15:24:33.302" v="688"/>
        <pc:sldMkLst>
          <pc:docMk/>
          <pc:sldMk cId="3538302570" sldId="272"/>
        </pc:sldMkLst>
      </pc:sldChg>
      <pc:sldChg chg="add del">
        <pc:chgData name="Chittaranjan Hens" userId="6fc03958433e8a43" providerId="LiveId" clId="{AE445185-F013-4E27-B402-5F71FF9385C1}" dt="2023-01-03T06:54:35.219" v="94" actId="47"/>
        <pc:sldMkLst>
          <pc:docMk/>
          <pc:sldMk cId="3650627411" sldId="272"/>
        </pc:sldMkLst>
      </pc:sldChg>
      <pc:sldChg chg="add">
        <pc:chgData name="Chittaranjan Hens" userId="6fc03958433e8a43" providerId="LiveId" clId="{AE445185-F013-4E27-B402-5F71FF9385C1}" dt="2023-01-03T15:24:33.302" v="688"/>
        <pc:sldMkLst>
          <pc:docMk/>
          <pc:sldMk cId="1697572089" sldId="273"/>
        </pc:sldMkLst>
      </pc:sldChg>
      <pc:sldChg chg="add del">
        <pc:chgData name="Chittaranjan Hens" userId="6fc03958433e8a43" providerId="LiveId" clId="{AE445185-F013-4E27-B402-5F71FF9385C1}" dt="2023-01-03T15:24:23.102" v="685"/>
        <pc:sldMkLst>
          <pc:docMk/>
          <pc:sldMk cId="2452456200" sldId="273"/>
        </pc:sldMkLst>
      </pc:sldChg>
      <pc:sldChg chg="addSp delSp modSp add del mod ord">
        <pc:chgData name="Chittaranjan Hens" userId="6fc03958433e8a43" providerId="LiveId" clId="{AE445185-F013-4E27-B402-5F71FF9385C1}" dt="2023-01-03T15:24:28.299" v="687" actId="2696"/>
        <pc:sldMkLst>
          <pc:docMk/>
          <pc:sldMk cId="3035910966" sldId="273"/>
        </pc:sldMkLst>
        <pc:spChg chg="add mod">
          <ac:chgData name="Chittaranjan Hens" userId="6fc03958433e8a43" providerId="LiveId" clId="{AE445185-F013-4E27-B402-5F71FF9385C1}" dt="2023-01-03T13:23:45.732" v="223"/>
          <ac:spMkLst>
            <pc:docMk/>
            <pc:sldMk cId="3035910966" sldId="273"/>
            <ac:spMk id="2" creationId="{F01E5419-B15D-3966-9A30-175255BF61D7}"/>
          </ac:spMkLst>
        </pc:spChg>
        <pc:spChg chg="del">
          <ac:chgData name="Chittaranjan Hens" userId="6fc03958433e8a43" providerId="LiveId" clId="{AE445185-F013-4E27-B402-5F71FF9385C1}" dt="2023-01-03T13:23:44.964" v="222" actId="478"/>
          <ac:spMkLst>
            <pc:docMk/>
            <pc:sldMk cId="3035910966" sldId="273"/>
            <ac:spMk id="17" creationId="{F85CD333-F927-35AD-9B26-D704E9D39C34}"/>
          </ac:spMkLst>
        </pc:spChg>
        <pc:picChg chg="del">
          <ac:chgData name="Chittaranjan Hens" userId="6fc03958433e8a43" providerId="LiveId" clId="{AE445185-F013-4E27-B402-5F71FF9385C1}" dt="2023-01-03T08:16:43.349" v="178" actId="478"/>
          <ac:picMkLst>
            <pc:docMk/>
            <pc:sldMk cId="3035910966" sldId="273"/>
            <ac:picMk id="7" creationId="{A079B9F1-28F1-38F5-3ADB-7B6DAA1B4435}"/>
          </ac:picMkLst>
        </pc:picChg>
      </pc:sldChg>
      <pc:sldChg chg="add del">
        <pc:chgData name="Chittaranjan Hens" userId="6fc03958433e8a43" providerId="LiveId" clId="{AE445185-F013-4E27-B402-5F71FF9385C1}" dt="2023-01-03T15:24:23.102" v="685"/>
        <pc:sldMkLst>
          <pc:docMk/>
          <pc:sldMk cId="43829636" sldId="274"/>
        </pc:sldMkLst>
      </pc:sldChg>
      <pc:sldChg chg="addSp delSp modSp add del mod">
        <pc:chgData name="Chittaranjan Hens" userId="6fc03958433e8a43" providerId="LiveId" clId="{AE445185-F013-4E27-B402-5F71FF9385C1}" dt="2023-01-03T15:24:28.299" v="687" actId="2696"/>
        <pc:sldMkLst>
          <pc:docMk/>
          <pc:sldMk cId="1845841884" sldId="274"/>
        </pc:sldMkLst>
        <pc:spChg chg="add mod">
          <ac:chgData name="Chittaranjan Hens" userId="6fc03958433e8a43" providerId="LiveId" clId="{AE445185-F013-4E27-B402-5F71FF9385C1}" dt="2023-01-03T13:24:05.030" v="228"/>
          <ac:spMkLst>
            <pc:docMk/>
            <pc:sldMk cId="1845841884" sldId="274"/>
            <ac:spMk id="2" creationId="{727C387C-E3B0-E9E9-EB02-3DA4FD098DCD}"/>
          </ac:spMkLst>
        </pc:spChg>
        <pc:spChg chg="add mod">
          <ac:chgData name="Chittaranjan Hens" userId="6fc03958433e8a43" providerId="LiveId" clId="{AE445185-F013-4E27-B402-5F71FF9385C1}" dt="2023-01-03T08:18:09.342" v="200" actId="20577"/>
          <ac:spMkLst>
            <pc:docMk/>
            <pc:sldMk cId="1845841884" sldId="274"/>
            <ac:spMk id="8" creationId="{B729AFE6-22D4-2F14-22CC-4B984B5292A5}"/>
          </ac:spMkLst>
        </pc:spChg>
        <pc:spChg chg="del mod">
          <ac:chgData name="Chittaranjan Hens" userId="6fc03958433e8a43" providerId="LiveId" clId="{AE445185-F013-4E27-B402-5F71FF9385C1}" dt="2023-01-03T13:24:04.543" v="227" actId="478"/>
          <ac:spMkLst>
            <pc:docMk/>
            <pc:sldMk cId="1845841884" sldId="274"/>
            <ac:spMk id="17" creationId="{F85CD333-F927-35AD-9B26-D704E9D39C34}"/>
          </ac:spMkLst>
        </pc:spChg>
        <pc:picChg chg="add mod">
          <ac:chgData name="Chittaranjan Hens" userId="6fc03958433e8a43" providerId="LiveId" clId="{AE445185-F013-4E27-B402-5F71FF9385C1}" dt="2023-01-03T08:17:56.394" v="188" actId="1076"/>
          <ac:picMkLst>
            <pc:docMk/>
            <pc:sldMk cId="1845841884" sldId="274"/>
            <ac:picMk id="6" creationId="{F6BBAF11-7DAD-2944-1E25-3DE056F6A674}"/>
          </ac:picMkLst>
        </pc:picChg>
      </pc:sldChg>
      <pc:sldChg chg="add">
        <pc:chgData name="Chittaranjan Hens" userId="6fc03958433e8a43" providerId="LiveId" clId="{AE445185-F013-4E27-B402-5F71FF9385C1}" dt="2023-01-03T15:24:33.302" v="688"/>
        <pc:sldMkLst>
          <pc:docMk/>
          <pc:sldMk cId="2777468674" sldId="274"/>
        </pc:sldMkLst>
      </pc:sldChg>
      <pc:sldChg chg="add del">
        <pc:chgData name="Chittaranjan Hens" userId="6fc03958433e8a43" providerId="LiveId" clId="{AE445185-F013-4E27-B402-5F71FF9385C1}" dt="2023-01-03T08:18:59.034" v="202" actId="47"/>
        <pc:sldMkLst>
          <pc:docMk/>
          <pc:sldMk cId="1309992249" sldId="275"/>
        </pc:sldMkLst>
      </pc:sldChg>
      <pc:sldChg chg="addSp delSp modSp add del mod ord">
        <pc:chgData name="Chittaranjan Hens" userId="6fc03958433e8a43" providerId="LiveId" clId="{AE445185-F013-4E27-B402-5F71FF9385C1}" dt="2023-01-03T14:55:48.579" v="416" actId="47"/>
        <pc:sldMkLst>
          <pc:docMk/>
          <pc:sldMk cId="1695690381" sldId="275"/>
        </pc:sldMkLst>
        <pc:spChg chg="add mod">
          <ac:chgData name="Chittaranjan Hens" userId="6fc03958433e8a43" providerId="LiveId" clId="{AE445185-F013-4E27-B402-5F71FF9385C1}" dt="2023-01-03T14:00:48.130" v="259" actId="20577"/>
          <ac:spMkLst>
            <pc:docMk/>
            <pc:sldMk cId="1695690381" sldId="275"/>
            <ac:spMk id="2" creationId="{1BB41B81-F349-E2F1-1D1D-52F0DFAD2D92}"/>
          </ac:spMkLst>
        </pc:spChg>
        <pc:spChg chg="add mod">
          <ac:chgData name="Chittaranjan Hens" userId="6fc03958433e8a43" providerId="LiveId" clId="{AE445185-F013-4E27-B402-5F71FF9385C1}" dt="2023-01-03T14:55:43.376" v="415" actId="1035"/>
          <ac:spMkLst>
            <pc:docMk/>
            <pc:sldMk cId="1695690381" sldId="275"/>
            <ac:spMk id="8" creationId="{B3031689-369D-8916-6267-CA57BCFD9A3D}"/>
          </ac:spMkLst>
        </pc:spChg>
        <pc:spChg chg="add mod">
          <ac:chgData name="Chittaranjan Hens" userId="6fc03958433e8a43" providerId="LiveId" clId="{AE445185-F013-4E27-B402-5F71FF9385C1}" dt="2023-01-03T14:50:10.460" v="354" actId="2711"/>
          <ac:spMkLst>
            <pc:docMk/>
            <pc:sldMk cId="1695690381" sldId="275"/>
            <ac:spMk id="10" creationId="{3451BD7C-1B54-6FF2-B76A-B7C7DD500A59}"/>
          </ac:spMkLst>
        </pc:spChg>
        <pc:spChg chg="add mod">
          <ac:chgData name="Chittaranjan Hens" userId="6fc03958433e8a43" providerId="LiveId" clId="{AE445185-F013-4E27-B402-5F71FF9385C1}" dt="2023-01-03T14:50:01.115" v="353" actId="20577"/>
          <ac:spMkLst>
            <pc:docMk/>
            <pc:sldMk cId="1695690381" sldId="275"/>
            <ac:spMk id="11" creationId="{DFAB6E7D-E103-3FB2-3529-E37ABE77EB96}"/>
          </ac:spMkLst>
        </pc:spChg>
        <pc:spChg chg="add mod">
          <ac:chgData name="Chittaranjan Hens" userId="6fc03958433e8a43" providerId="LiveId" clId="{AE445185-F013-4E27-B402-5F71FF9385C1}" dt="2023-01-03T14:51:29.426" v="362" actId="1076"/>
          <ac:spMkLst>
            <pc:docMk/>
            <pc:sldMk cId="1695690381" sldId="275"/>
            <ac:spMk id="13" creationId="{2DBF2367-129A-618D-C626-3CC27BC10894}"/>
          </ac:spMkLst>
        </pc:spChg>
        <pc:spChg chg="add mod">
          <ac:chgData name="Chittaranjan Hens" userId="6fc03958433e8a43" providerId="LiveId" clId="{AE445185-F013-4E27-B402-5F71FF9385C1}" dt="2023-01-03T14:52:34.965" v="373" actId="20577"/>
          <ac:spMkLst>
            <pc:docMk/>
            <pc:sldMk cId="1695690381" sldId="275"/>
            <ac:spMk id="14" creationId="{D9DDE725-6C80-2BC2-6596-60204E5D9760}"/>
          </ac:spMkLst>
        </pc:spChg>
        <pc:spChg chg="del">
          <ac:chgData name="Chittaranjan Hens" userId="6fc03958433e8a43" providerId="LiveId" clId="{AE445185-F013-4E27-B402-5F71FF9385C1}" dt="2023-01-03T08:19:13.004" v="212" actId="478"/>
          <ac:spMkLst>
            <pc:docMk/>
            <pc:sldMk cId="1695690381" sldId="275"/>
            <ac:spMk id="24" creationId="{E306A1FA-A972-6880-8A1D-886D17FD3054}"/>
          </ac:spMkLst>
        </pc:spChg>
        <pc:picChg chg="mod">
          <ac:chgData name="Chittaranjan Hens" userId="6fc03958433e8a43" providerId="LiveId" clId="{AE445185-F013-4E27-B402-5F71FF9385C1}" dt="2023-01-03T14:51:04.190" v="357" actId="207"/>
          <ac:picMkLst>
            <pc:docMk/>
            <pc:sldMk cId="1695690381" sldId="275"/>
            <ac:picMk id="4" creationId="{A77CDD2A-AFD3-0864-6D67-957A858D6745}"/>
          </ac:picMkLst>
        </pc:picChg>
        <pc:picChg chg="add mod">
          <ac:chgData name="Chittaranjan Hens" userId="6fc03958433e8a43" providerId="LiveId" clId="{AE445185-F013-4E27-B402-5F71FF9385C1}" dt="2023-01-03T14:01:14.435" v="261" actId="1076"/>
          <ac:picMkLst>
            <pc:docMk/>
            <pc:sldMk cId="1695690381" sldId="275"/>
            <ac:picMk id="5" creationId="{12665B23-A417-B4CA-5BC6-903B06269B0E}"/>
          </ac:picMkLst>
        </pc:picChg>
        <pc:picChg chg="add del mod">
          <ac:chgData name="Chittaranjan Hens" userId="6fc03958433e8a43" providerId="LiveId" clId="{AE445185-F013-4E27-B402-5F71FF9385C1}" dt="2023-01-03T14:02:43.621" v="322" actId="478"/>
          <ac:picMkLst>
            <pc:docMk/>
            <pc:sldMk cId="1695690381" sldId="275"/>
            <ac:picMk id="7" creationId="{B5AEA15A-7A4B-65A5-93B5-925752B86BCD}"/>
          </ac:picMkLst>
        </pc:picChg>
        <pc:picChg chg="del">
          <ac:chgData name="Chittaranjan Hens" userId="6fc03958433e8a43" providerId="LiveId" clId="{AE445185-F013-4E27-B402-5F71FF9385C1}" dt="2023-01-03T08:19:13.004" v="212" actId="478"/>
          <ac:picMkLst>
            <pc:docMk/>
            <pc:sldMk cId="1695690381" sldId="275"/>
            <ac:picMk id="23" creationId="{58A8FC9A-94B9-BF69-48DB-4E451979AE26}"/>
          </ac:picMkLst>
        </pc:picChg>
      </pc:sldChg>
      <pc:sldChg chg="addSp delSp modSp add mod">
        <pc:chgData name="Chittaranjan Hens" userId="6fc03958433e8a43" providerId="LiveId" clId="{AE445185-F013-4E27-B402-5F71FF9385C1}" dt="2023-01-03T14:56:00.478" v="418" actId="478"/>
        <pc:sldMkLst>
          <pc:docMk/>
          <pc:sldMk cId="2763457763" sldId="276"/>
        </pc:sldMkLst>
        <pc:spChg chg="add del mod">
          <ac:chgData name="Chittaranjan Hens" userId="6fc03958433e8a43" providerId="LiveId" clId="{AE445185-F013-4E27-B402-5F71FF9385C1}" dt="2023-01-03T14:56:00.478" v="418" actId="478"/>
          <ac:spMkLst>
            <pc:docMk/>
            <pc:sldMk cId="2763457763" sldId="276"/>
            <ac:spMk id="6" creationId="{1873A2B1-51B7-544E-864C-CB3B010C5ED1}"/>
          </ac:spMkLst>
        </pc:spChg>
        <pc:spChg chg="mod">
          <ac:chgData name="Chittaranjan Hens" userId="6fc03958433e8a43" providerId="LiveId" clId="{AE445185-F013-4E27-B402-5F71FF9385C1}" dt="2023-01-03T14:54:49.519" v="392" actId="1076"/>
          <ac:spMkLst>
            <pc:docMk/>
            <pc:sldMk cId="2763457763" sldId="276"/>
            <ac:spMk id="8" creationId="{B3031689-369D-8916-6267-CA57BCFD9A3D}"/>
          </ac:spMkLst>
        </pc:spChg>
        <pc:spChg chg="add del mod">
          <ac:chgData name="Chittaranjan Hens" userId="6fc03958433e8a43" providerId="LiveId" clId="{AE445185-F013-4E27-B402-5F71FF9385C1}" dt="2023-01-03T14:56:00.478" v="418" actId="478"/>
          <ac:spMkLst>
            <pc:docMk/>
            <pc:sldMk cId="2763457763" sldId="276"/>
            <ac:spMk id="9" creationId="{F4836751-FAB3-CC71-0429-0E7FF0967364}"/>
          </ac:spMkLst>
        </pc:spChg>
        <pc:spChg chg="mod">
          <ac:chgData name="Chittaranjan Hens" userId="6fc03958433e8a43" providerId="LiveId" clId="{AE445185-F013-4E27-B402-5F71FF9385C1}" dt="2023-01-03T14:54:59.862" v="396" actId="1076"/>
          <ac:spMkLst>
            <pc:docMk/>
            <pc:sldMk cId="2763457763" sldId="276"/>
            <ac:spMk id="10" creationId="{3451BD7C-1B54-6FF2-B76A-B7C7DD500A59}"/>
          </ac:spMkLst>
        </pc:spChg>
        <pc:spChg chg="mod">
          <ac:chgData name="Chittaranjan Hens" userId="6fc03958433e8a43" providerId="LiveId" clId="{AE445185-F013-4E27-B402-5F71FF9385C1}" dt="2023-01-03T14:55:31.452" v="405" actId="14100"/>
          <ac:spMkLst>
            <pc:docMk/>
            <pc:sldMk cId="2763457763" sldId="276"/>
            <ac:spMk id="11" creationId="{DFAB6E7D-E103-3FB2-3529-E37ABE77EB96}"/>
          </ac:spMkLst>
        </pc:spChg>
        <pc:spChg chg="del mod">
          <ac:chgData name="Chittaranjan Hens" userId="6fc03958433e8a43" providerId="LiveId" clId="{AE445185-F013-4E27-B402-5F71FF9385C1}" dt="2023-01-03T14:56:00.478" v="418" actId="478"/>
          <ac:spMkLst>
            <pc:docMk/>
            <pc:sldMk cId="2763457763" sldId="276"/>
            <ac:spMk id="13" creationId="{2DBF2367-129A-618D-C626-3CC27BC10894}"/>
          </ac:spMkLst>
        </pc:spChg>
        <pc:spChg chg="del mod">
          <ac:chgData name="Chittaranjan Hens" userId="6fc03958433e8a43" providerId="LiveId" clId="{AE445185-F013-4E27-B402-5F71FF9385C1}" dt="2023-01-03T14:56:00.478" v="418" actId="478"/>
          <ac:spMkLst>
            <pc:docMk/>
            <pc:sldMk cId="2763457763" sldId="276"/>
            <ac:spMk id="14" creationId="{D9DDE725-6C80-2BC2-6596-60204E5D9760}"/>
          </ac:spMkLst>
        </pc:spChg>
        <pc:picChg chg="mod">
          <ac:chgData name="Chittaranjan Hens" userId="6fc03958433e8a43" providerId="LiveId" clId="{AE445185-F013-4E27-B402-5F71FF9385C1}" dt="2023-01-03T14:55:05.599" v="399" actId="1076"/>
          <ac:picMkLst>
            <pc:docMk/>
            <pc:sldMk cId="2763457763" sldId="276"/>
            <ac:picMk id="4" creationId="{A77CDD2A-AFD3-0864-6D67-957A858D6745}"/>
          </ac:picMkLst>
        </pc:picChg>
      </pc:sldChg>
      <pc:sldChg chg="addSp delSp modSp add mod">
        <pc:chgData name="Chittaranjan Hens" userId="6fc03958433e8a43" providerId="LiveId" clId="{AE445185-F013-4E27-B402-5F71FF9385C1}" dt="2023-01-03T15:05:34.047" v="547" actId="20577"/>
        <pc:sldMkLst>
          <pc:docMk/>
          <pc:sldMk cId="2849777498" sldId="277"/>
        </pc:sldMkLst>
        <pc:spChg chg="mod">
          <ac:chgData name="Chittaranjan Hens" userId="6fc03958433e8a43" providerId="LiveId" clId="{AE445185-F013-4E27-B402-5F71FF9385C1}" dt="2023-01-03T15:05:34.047" v="547" actId="20577"/>
          <ac:spMkLst>
            <pc:docMk/>
            <pc:sldMk cId="2849777498" sldId="277"/>
            <ac:spMk id="2" creationId="{1BB41B81-F349-E2F1-1D1D-52F0DFAD2D92}"/>
          </ac:spMkLst>
        </pc:spChg>
        <pc:spChg chg="add del mod">
          <ac:chgData name="Chittaranjan Hens" userId="6fc03958433e8a43" providerId="LiveId" clId="{AE445185-F013-4E27-B402-5F71FF9385C1}" dt="2023-01-03T15:00:58.376" v="470" actId="478"/>
          <ac:spMkLst>
            <pc:docMk/>
            <pc:sldMk cId="2849777498" sldId="277"/>
            <ac:spMk id="3" creationId="{CC9EC617-432E-504C-AA5D-0F29146F071D}"/>
          </ac:spMkLst>
        </pc:spChg>
        <pc:spChg chg="add del mod">
          <ac:chgData name="Chittaranjan Hens" userId="6fc03958433e8a43" providerId="LiveId" clId="{AE445185-F013-4E27-B402-5F71FF9385C1}" dt="2023-01-03T15:00:58.376" v="470" actId="478"/>
          <ac:spMkLst>
            <pc:docMk/>
            <pc:sldMk cId="2849777498" sldId="277"/>
            <ac:spMk id="12" creationId="{F97BBD56-00FF-F8E0-EA61-B2CE20E326FB}"/>
          </ac:spMkLst>
        </pc:spChg>
        <pc:picChg chg="mod">
          <ac:chgData name="Chittaranjan Hens" userId="6fc03958433e8a43" providerId="LiveId" clId="{AE445185-F013-4E27-B402-5F71FF9385C1}" dt="2023-01-03T14:59:11.793" v="449" actId="1076"/>
          <ac:picMkLst>
            <pc:docMk/>
            <pc:sldMk cId="2849777498" sldId="277"/>
            <ac:picMk id="4" creationId="{A77CDD2A-AFD3-0864-6D67-957A858D6745}"/>
          </ac:picMkLst>
        </pc:picChg>
      </pc:sldChg>
      <pc:sldChg chg="addSp delSp modSp add mod">
        <pc:chgData name="Chittaranjan Hens" userId="6fc03958433e8a43" providerId="LiveId" clId="{AE445185-F013-4E27-B402-5F71FF9385C1}" dt="2023-01-03T17:02:30.411" v="827" actId="21"/>
        <pc:sldMkLst>
          <pc:docMk/>
          <pc:sldMk cId="912596222" sldId="278"/>
        </pc:sldMkLst>
        <pc:spChg chg="add mod">
          <ac:chgData name="Chittaranjan Hens" userId="6fc03958433e8a43" providerId="LiveId" clId="{AE445185-F013-4E27-B402-5F71FF9385C1}" dt="2023-01-03T15:01:19.772" v="494" actId="14100"/>
          <ac:spMkLst>
            <pc:docMk/>
            <pc:sldMk cId="912596222" sldId="278"/>
            <ac:spMk id="7" creationId="{4DDE2BAD-EE1C-E033-0A1E-C8C04BA16ECF}"/>
          </ac:spMkLst>
        </pc:spChg>
        <pc:spChg chg="add mod">
          <ac:chgData name="Chittaranjan Hens" userId="6fc03958433e8a43" providerId="LiveId" clId="{AE445185-F013-4E27-B402-5F71FF9385C1}" dt="2023-01-03T15:01:15.161" v="493" actId="14100"/>
          <ac:spMkLst>
            <pc:docMk/>
            <pc:sldMk cId="912596222" sldId="278"/>
            <ac:spMk id="15" creationId="{D523173F-DBE6-8A88-7892-8D5B099148AD}"/>
          </ac:spMkLst>
        </pc:spChg>
        <pc:spChg chg="add del mod">
          <ac:chgData name="Chittaranjan Hens" userId="6fc03958433e8a43" providerId="LiveId" clId="{AE445185-F013-4E27-B402-5F71FF9385C1}" dt="2023-01-03T17:02:30.411" v="827" actId="21"/>
          <ac:spMkLst>
            <pc:docMk/>
            <pc:sldMk cId="912596222" sldId="278"/>
            <ac:spMk id="16" creationId="{2BAD2CB3-A252-B831-7A8F-546AFE1EBB7A}"/>
          </ac:spMkLst>
        </pc:spChg>
        <pc:picChg chg="add del">
          <ac:chgData name="Chittaranjan Hens" userId="6fc03958433e8a43" providerId="LiveId" clId="{AE445185-F013-4E27-B402-5F71FF9385C1}" dt="2023-01-03T17:02:26.421" v="826" actId="21"/>
          <ac:picMkLst>
            <pc:docMk/>
            <pc:sldMk cId="912596222" sldId="278"/>
            <ac:picMk id="4" creationId="{A77CDD2A-AFD3-0864-6D67-957A858D6745}"/>
          </ac:picMkLst>
        </pc:picChg>
      </pc:sldChg>
      <pc:sldChg chg="addSp delSp modSp add mod ord">
        <pc:chgData name="Chittaranjan Hens" userId="6fc03958433e8a43" providerId="LiveId" clId="{AE445185-F013-4E27-B402-5F71FF9385C1}" dt="2023-01-03T15:27:02.753" v="694" actId="478"/>
        <pc:sldMkLst>
          <pc:docMk/>
          <pc:sldMk cId="599373940" sldId="279"/>
        </pc:sldMkLst>
        <pc:spChg chg="mod">
          <ac:chgData name="Chittaranjan Hens" userId="6fc03958433e8a43" providerId="LiveId" clId="{AE445185-F013-4E27-B402-5F71FF9385C1}" dt="2023-01-03T15:03:09.161" v="514" actId="14100"/>
          <ac:spMkLst>
            <pc:docMk/>
            <pc:sldMk cId="599373940" sldId="279"/>
            <ac:spMk id="2" creationId="{1BB41B81-F349-E2F1-1D1D-52F0DFAD2D92}"/>
          </ac:spMkLst>
        </pc:spChg>
        <pc:spChg chg="add mod">
          <ac:chgData name="Chittaranjan Hens" userId="6fc03958433e8a43" providerId="LiveId" clId="{AE445185-F013-4E27-B402-5F71FF9385C1}" dt="2023-01-03T15:04:50.671" v="543" actId="1076"/>
          <ac:spMkLst>
            <pc:docMk/>
            <pc:sldMk cId="599373940" sldId="279"/>
            <ac:spMk id="3" creationId="{31A54CBC-7A43-569A-88C4-49E119061B48}"/>
          </ac:spMkLst>
        </pc:spChg>
        <pc:spChg chg="add mod">
          <ac:chgData name="Chittaranjan Hens" userId="6fc03958433e8a43" providerId="LiveId" clId="{AE445185-F013-4E27-B402-5F71FF9385C1}" dt="2023-01-03T15:19:32.312" v="613" actId="1076"/>
          <ac:spMkLst>
            <pc:docMk/>
            <pc:sldMk cId="599373940" sldId="279"/>
            <ac:spMk id="6" creationId="{D4CE01B9-E10E-41E5-3874-C285BC1D0E85}"/>
          </ac:spMkLst>
        </pc:spChg>
        <pc:spChg chg="add mod">
          <ac:chgData name="Chittaranjan Hens" userId="6fc03958433e8a43" providerId="LiveId" clId="{AE445185-F013-4E27-B402-5F71FF9385C1}" dt="2023-01-03T15:08:11.905" v="566" actId="20577"/>
          <ac:spMkLst>
            <pc:docMk/>
            <pc:sldMk cId="599373940" sldId="279"/>
            <ac:spMk id="7" creationId="{02BF6975-327A-8892-56C9-3814B14DF324}"/>
          </ac:spMkLst>
        </pc:spChg>
        <pc:spChg chg="del">
          <ac:chgData name="Chittaranjan Hens" userId="6fc03958433e8a43" providerId="LiveId" clId="{AE445185-F013-4E27-B402-5F71FF9385C1}" dt="2023-01-03T15:02:51.536" v="502" actId="478"/>
          <ac:spMkLst>
            <pc:docMk/>
            <pc:sldMk cId="599373940" sldId="279"/>
            <ac:spMk id="8" creationId="{B3031689-369D-8916-6267-CA57BCFD9A3D}"/>
          </ac:spMkLst>
        </pc:spChg>
        <pc:spChg chg="add mod">
          <ac:chgData name="Chittaranjan Hens" userId="6fc03958433e8a43" providerId="LiveId" clId="{AE445185-F013-4E27-B402-5F71FF9385C1}" dt="2023-01-03T15:09:39.122" v="573" actId="2711"/>
          <ac:spMkLst>
            <pc:docMk/>
            <pc:sldMk cId="599373940" sldId="279"/>
            <ac:spMk id="9" creationId="{3A39CED6-7DB2-838A-2947-454D19C9E5A3}"/>
          </ac:spMkLst>
        </pc:spChg>
        <pc:spChg chg="del">
          <ac:chgData name="Chittaranjan Hens" userId="6fc03958433e8a43" providerId="LiveId" clId="{AE445185-F013-4E27-B402-5F71FF9385C1}" dt="2023-01-03T15:02:51.536" v="502" actId="478"/>
          <ac:spMkLst>
            <pc:docMk/>
            <pc:sldMk cId="599373940" sldId="279"/>
            <ac:spMk id="10" creationId="{3451BD7C-1B54-6FF2-B76A-B7C7DD500A59}"/>
          </ac:spMkLst>
        </pc:spChg>
        <pc:spChg chg="del">
          <ac:chgData name="Chittaranjan Hens" userId="6fc03958433e8a43" providerId="LiveId" clId="{AE445185-F013-4E27-B402-5F71FF9385C1}" dt="2023-01-03T15:02:51.536" v="502" actId="478"/>
          <ac:spMkLst>
            <pc:docMk/>
            <pc:sldMk cId="599373940" sldId="279"/>
            <ac:spMk id="11" creationId="{DFAB6E7D-E103-3FB2-3529-E37ABE77EB96}"/>
          </ac:spMkLst>
        </pc:spChg>
        <pc:spChg chg="add mod">
          <ac:chgData name="Chittaranjan Hens" userId="6fc03958433e8a43" providerId="LiveId" clId="{AE445185-F013-4E27-B402-5F71FF9385C1}" dt="2023-01-03T15:19:37.245" v="615" actId="1076"/>
          <ac:spMkLst>
            <pc:docMk/>
            <pc:sldMk cId="599373940" sldId="279"/>
            <ac:spMk id="13" creationId="{91766EB3-0E88-9ABF-7CA7-DACC0830EA06}"/>
          </ac:spMkLst>
        </pc:spChg>
        <pc:spChg chg="add mod">
          <ac:chgData name="Chittaranjan Hens" userId="6fc03958433e8a43" providerId="LiveId" clId="{AE445185-F013-4E27-B402-5F71FF9385C1}" dt="2023-01-03T15:19:40.185" v="616" actId="1076"/>
          <ac:spMkLst>
            <pc:docMk/>
            <pc:sldMk cId="599373940" sldId="279"/>
            <ac:spMk id="14" creationId="{88EE8D2E-CC84-08B1-B703-771E9F057F89}"/>
          </ac:spMkLst>
        </pc:spChg>
        <pc:spChg chg="add mod">
          <ac:chgData name="Chittaranjan Hens" userId="6fc03958433e8a43" providerId="LiveId" clId="{AE445185-F013-4E27-B402-5F71FF9385C1}" dt="2023-01-03T15:19:34.765" v="614" actId="1076"/>
          <ac:spMkLst>
            <pc:docMk/>
            <pc:sldMk cId="599373940" sldId="279"/>
            <ac:spMk id="15" creationId="{6662CC16-132A-B859-ABC2-69D948387E09}"/>
          </ac:spMkLst>
        </pc:spChg>
        <pc:spChg chg="add del mod">
          <ac:chgData name="Chittaranjan Hens" userId="6fc03958433e8a43" providerId="LiveId" clId="{AE445185-F013-4E27-B402-5F71FF9385C1}" dt="2023-01-03T15:27:02.753" v="694" actId="478"/>
          <ac:spMkLst>
            <pc:docMk/>
            <pc:sldMk cId="599373940" sldId="279"/>
            <ac:spMk id="16" creationId="{8D1BD15F-0D6D-3813-D76E-EE78E538DF73}"/>
          </ac:spMkLst>
        </pc:spChg>
        <pc:spChg chg="add del mod">
          <ac:chgData name="Chittaranjan Hens" userId="6fc03958433e8a43" providerId="LiveId" clId="{AE445185-F013-4E27-B402-5F71FF9385C1}" dt="2023-01-03T15:27:02.753" v="694" actId="478"/>
          <ac:spMkLst>
            <pc:docMk/>
            <pc:sldMk cId="599373940" sldId="279"/>
            <ac:spMk id="19" creationId="{2598E781-EF4F-B56B-07C0-93E9065FB17F}"/>
          </ac:spMkLst>
        </pc:spChg>
        <pc:picChg chg="mod">
          <ac:chgData name="Chittaranjan Hens" userId="6fc03958433e8a43" providerId="LiveId" clId="{AE445185-F013-4E27-B402-5F71FF9385C1}" dt="2023-01-03T15:04:47.626" v="542" actId="1076"/>
          <ac:picMkLst>
            <pc:docMk/>
            <pc:sldMk cId="599373940" sldId="279"/>
            <ac:picMk id="4" creationId="{A77CDD2A-AFD3-0864-6D67-957A858D6745}"/>
          </ac:picMkLst>
        </pc:picChg>
        <pc:picChg chg="del">
          <ac:chgData name="Chittaranjan Hens" userId="6fc03958433e8a43" providerId="LiveId" clId="{AE445185-F013-4E27-B402-5F71FF9385C1}" dt="2023-01-03T15:02:51.536" v="502" actId="478"/>
          <ac:picMkLst>
            <pc:docMk/>
            <pc:sldMk cId="599373940" sldId="279"/>
            <ac:picMk id="5" creationId="{12665B23-A417-B4CA-5BC6-903B06269B0E}"/>
          </ac:picMkLst>
        </pc:picChg>
      </pc:sldChg>
      <pc:sldChg chg="addSp delSp add del mod">
        <pc:chgData name="Chittaranjan Hens" userId="6fc03958433e8a43" providerId="LiveId" clId="{AE445185-F013-4E27-B402-5F71FF9385C1}" dt="2023-01-03T15:02:24.987" v="498" actId="47"/>
        <pc:sldMkLst>
          <pc:docMk/>
          <pc:sldMk cId="1897974961" sldId="279"/>
        </pc:sldMkLst>
        <pc:spChg chg="add del">
          <ac:chgData name="Chittaranjan Hens" userId="6fc03958433e8a43" providerId="LiveId" clId="{AE445185-F013-4E27-B402-5F71FF9385C1}" dt="2023-01-03T15:02:12.351" v="497" actId="478"/>
          <ac:spMkLst>
            <pc:docMk/>
            <pc:sldMk cId="1897974961" sldId="279"/>
            <ac:spMk id="2" creationId="{1BB41B81-F349-E2F1-1D1D-52F0DFAD2D92}"/>
          </ac:spMkLst>
        </pc:spChg>
        <pc:spChg chg="add del">
          <ac:chgData name="Chittaranjan Hens" userId="6fc03958433e8a43" providerId="LiveId" clId="{AE445185-F013-4E27-B402-5F71FF9385C1}" dt="2023-01-03T15:02:12.351" v="497" actId="478"/>
          <ac:spMkLst>
            <pc:docMk/>
            <pc:sldMk cId="1897974961" sldId="279"/>
            <ac:spMk id="3" creationId="{CC9EC617-432E-504C-AA5D-0F29146F071D}"/>
          </ac:spMkLst>
        </pc:spChg>
        <pc:spChg chg="add del">
          <ac:chgData name="Chittaranjan Hens" userId="6fc03958433e8a43" providerId="LiveId" clId="{AE445185-F013-4E27-B402-5F71FF9385C1}" dt="2023-01-03T15:02:12.351" v="497" actId="478"/>
          <ac:spMkLst>
            <pc:docMk/>
            <pc:sldMk cId="1897974961" sldId="279"/>
            <ac:spMk id="6" creationId="{1873A2B1-51B7-544E-864C-CB3B010C5ED1}"/>
          </ac:spMkLst>
        </pc:spChg>
        <pc:spChg chg="add del">
          <ac:chgData name="Chittaranjan Hens" userId="6fc03958433e8a43" providerId="LiveId" clId="{AE445185-F013-4E27-B402-5F71FF9385C1}" dt="2023-01-03T15:02:12.351" v="497" actId="478"/>
          <ac:spMkLst>
            <pc:docMk/>
            <pc:sldMk cId="1897974961" sldId="279"/>
            <ac:spMk id="7" creationId="{4DDE2BAD-EE1C-E033-0A1E-C8C04BA16ECF}"/>
          </ac:spMkLst>
        </pc:spChg>
        <pc:spChg chg="add del">
          <ac:chgData name="Chittaranjan Hens" userId="6fc03958433e8a43" providerId="LiveId" clId="{AE445185-F013-4E27-B402-5F71FF9385C1}" dt="2023-01-03T15:02:12.351" v="497" actId="478"/>
          <ac:spMkLst>
            <pc:docMk/>
            <pc:sldMk cId="1897974961" sldId="279"/>
            <ac:spMk id="8" creationId="{B3031689-369D-8916-6267-CA57BCFD9A3D}"/>
          </ac:spMkLst>
        </pc:spChg>
        <pc:spChg chg="add del">
          <ac:chgData name="Chittaranjan Hens" userId="6fc03958433e8a43" providerId="LiveId" clId="{AE445185-F013-4E27-B402-5F71FF9385C1}" dt="2023-01-03T15:02:12.351" v="497" actId="478"/>
          <ac:spMkLst>
            <pc:docMk/>
            <pc:sldMk cId="1897974961" sldId="279"/>
            <ac:spMk id="9" creationId="{F4836751-FAB3-CC71-0429-0E7FF0967364}"/>
          </ac:spMkLst>
        </pc:spChg>
        <pc:spChg chg="add del">
          <ac:chgData name="Chittaranjan Hens" userId="6fc03958433e8a43" providerId="LiveId" clId="{AE445185-F013-4E27-B402-5F71FF9385C1}" dt="2023-01-03T15:02:12.351" v="497" actId="478"/>
          <ac:spMkLst>
            <pc:docMk/>
            <pc:sldMk cId="1897974961" sldId="279"/>
            <ac:spMk id="10" creationId="{3451BD7C-1B54-6FF2-B76A-B7C7DD500A59}"/>
          </ac:spMkLst>
        </pc:spChg>
        <pc:spChg chg="add del">
          <ac:chgData name="Chittaranjan Hens" userId="6fc03958433e8a43" providerId="LiveId" clId="{AE445185-F013-4E27-B402-5F71FF9385C1}" dt="2023-01-03T15:02:12.351" v="497" actId="478"/>
          <ac:spMkLst>
            <pc:docMk/>
            <pc:sldMk cId="1897974961" sldId="279"/>
            <ac:spMk id="11" creationId="{DFAB6E7D-E103-3FB2-3529-E37ABE77EB96}"/>
          </ac:spMkLst>
        </pc:spChg>
        <pc:spChg chg="add del">
          <ac:chgData name="Chittaranjan Hens" userId="6fc03958433e8a43" providerId="LiveId" clId="{AE445185-F013-4E27-B402-5F71FF9385C1}" dt="2023-01-03T15:02:12.351" v="497" actId="478"/>
          <ac:spMkLst>
            <pc:docMk/>
            <pc:sldMk cId="1897974961" sldId="279"/>
            <ac:spMk id="12" creationId="{F97BBD56-00FF-F8E0-EA61-B2CE20E326FB}"/>
          </ac:spMkLst>
        </pc:spChg>
        <pc:spChg chg="add del">
          <ac:chgData name="Chittaranjan Hens" userId="6fc03958433e8a43" providerId="LiveId" clId="{AE445185-F013-4E27-B402-5F71FF9385C1}" dt="2023-01-03T15:02:12.351" v="497" actId="478"/>
          <ac:spMkLst>
            <pc:docMk/>
            <pc:sldMk cId="1897974961" sldId="279"/>
            <ac:spMk id="13" creationId="{2DBF2367-129A-618D-C626-3CC27BC10894}"/>
          </ac:spMkLst>
        </pc:spChg>
        <pc:spChg chg="add del">
          <ac:chgData name="Chittaranjan Hens" userId="6fc03958433e8a43" providerId="LiveId" clId="{AE445185-F013-4E27-B402-5F71FF9385C1}" dt="2023-01-03T15:02:12.351" v="497" actId="478"/>
          <ac:spMkLst>
            <pc:docMk/>
            <pc:sldMk cId="1897974961" sldId="279"/>
            <ac:spMk id="14" creationId="{D9DDE725-6C80-2BC2-6596-60204E5D9760}"/>
          </ac:spMkLst>
        </pc:spChg>
        <pc:spChg chg="add del">
          <ac:chgData name="Chittaranjan Hens" userId="6fc03958433e8a43" providerId="LiveId" clId="{AE445185-F013-4E27-B402-5F71FF9385C1}" dt="2023-01-03T15:02:12.351" v="497" actId="478"/>
          <ac:spMkLst>
            <pc:docMk/>
            <pc:sldMk cId="1897974961" sldId="279"/>
            <ac:spMk id="15" creationId="{D523173F-DBE6-8A88-7892-8D5B099148AD}"/>
          </ac:spMkLst>
        </pc:spChg>
        <pc:spChg chg="add del">
          <ac:chgData name="Chittaranjan Hens" userId="6fc03958433e8a43" providerId="LiveId" clId="{AE445185-F013-4E27-B402-5F71FF9385C1}" dt="2023-01-03T15:02:12.351" v="497" actId="478"/>
          <ac:spMkLst>
            <pc:docMk/>
            <pc:sldMk cId="1897974961" sldId="279"/>
            <ac:spMk id="17" creationId="{F85CD333-F927-35AD-9B26-D704E9D39C34}"/>
          </ac:spMkLst>
        </pc:spChg>
        <pc:picChg chg="add del">
          <ac:chgData name="Chittaranjan Hens" userId="6fc03958433e8a43" providerId="LiveId" clId="{AE445185-F013-4E27-B402-5F71FF9385C1}" dt="2023-01-03T15:02:12.351" v="497" actId="478"/>
          <ac:picMkLst>
            <pc:docMk/>
            <pc:sldMk cId="1897974961" sldId="279"/>
            <ac:picMk id="4" creationId="{A77CDD2A-AFD3-0864-6D67-957A858D6745}"/>
          </ac:picMkLst>
        </pc:picChg>
        <pc:picChg chg="add del">
          <ac:chgData name="Chittaranjan Hens" userId="6fc03958433e8a43" providerId="LiveId" clId="{AE445185-F013-4E27-B402-5F71FF9385C1}" dt="2023-01-03T15:02:12.351" v="497" actId="478"/>
          <ac:picMkLst>
            <pc:docMk/>
            <pc:sldMk cId="1897974961" sldId="279"/>
            <ac:picMk id="5" creationId="{12665B23-A417-B4CA-5BC6-903B06269B0E}"/>
          </ac:picMkLst>
        </pc:picChg>
      </pc:sldChg>
      <pc:sldChg chg="addSp modSp add mod">
        <pc:chgData name="Chittaranjan Hens" userId="6fc03958433e8a43" providerId="LiveId" clId="{AE445185-F013-4E27-B402-5F71FF9385C1}" dt="2023-01-03T15:23:49.981" v="682" actId="1076"/>
        <pc:sldMkLst>
          <pc:docMk/>
          <pc:sldMk cId="663381156" sldId="280"/>
        </pc:sldMkLst>
        <pc:spChg chg="add mod">
          <ac:chgData name="Chittaranjan Hens" userId="6fc03958433e8a43" providerId="LiveId" clId="{AE445185-F013-4E27-B402-5F71FF9385C1}" dt="2023-01-03T15:23:49.981" v="682" actId="1076"/>
          <ac:spMkLst>
            <pc:docMk/>
            <pc:sldMk cId="663381156" sldId="280"/>
            <ac:spMk id="5" creationId="{970A6DA3-CD3A-362A-5264-DDD5DDD96283}"/>
          </ac:spMkLst>
        </pc:spChg>
        <pc:spChg chg="add mod">
          <ac:chgData name="Chittaranjan Hens" userId="6fc03958433e8a43" providerId="LiveId" clId="{AE445185-F013-4E27-B402-5F71FF9385C1}" dt="2023-01-03T15:23:44.437" v="681" actId="14100"/>
          <ac:spMkLst>
            <pc:docMk/>
            <pc:sldMk cId="663381156" sldId="280"/>
            <ac:spMk id="10" creationId="{58D09B02-3E56-1F86-86CD-C52C90DCC292}"/>
          </ac:spMkLst>
        </pc:spChg>
        <pc:picChg chg="mod">
          <ac:chgData name="Chittaranjan Hens" userId="6fc03958433e8a43" providerId="LiveId" clId="{AE445185-F013-4E27-B402-5F71FF9385C1}" dt="2023-01-03T15:23:37.327" v="680" actId="1076"/>
          <ac:picMkLst>
            <pc:docMk/>
            <pc:sldMk cId="663381156" sldId="280"/>
            <ac:picMk id="4" creationId="{A77CDD2A-AFD3-0864-6D67-957A858D6745}"/>
          </ac:picMkLst>
        </pc:picChg>
      </pc:sldChg>
      <pc:sldChg chg="add del">
        <pc:chgData name="Chittaranjan Hens" userId="6fc03958433e8a43" providerId="LiveId" clId="{AE445185-F013-4E27-B402-5F71FF9385C1}" dt="2023-01-03T15:22:06.651" v="646"/>
        <pc:sldMkLst>
          <pc:docMk/>
          <pc:sldMk cId="1042927799" sldId="281"/>
        </pc:sldMkLst>
      </pc:sldChg>
      <pc:sldChg chg="addSp delSp modSp add mod">
        <pc:chgData name="Chittaranjan Hens" userId="6fc03958433e8a43" providerId="LiveId" clId="{AE445185-F013-4E27-B402-5F71FF9385C1}" dt="2023-01-03T15:28:29.157" v="705" actId="1076"/>
        <pc:sldMkLst>
          <pc:docMk/>
          <pc:sldMk cId="2761927713" sldId="281"/>
        </pc:sldMkLst>
        <pc:picChg chg="add mod">
          <ac:chgData name="Chittaranjan Hens" userId="6fc03958433e8a43" providerId="LiveId" clId="{AE445185-F013-4E27-B402-5F71FF9385C1}" dt="2023-01-03T15:28:29.157" v="705" actId="1076"/>
          <ac:picMkLst>
            <pc:docMk/>
            <pc:sldMk cId="2761927713" sldId="281"/>
            <ac:picMk id="11" creationId="{A0C8710E-C896-E74D-9482-4C88BC473CBB}"/>
          </ac:picMkLst>
        </pc:picChg>
        <pc:picChg chg="add del mod">
          <ac:chgData name="Chittaranjan Hens" userId="6fc03958433e8a43" providerId="LiveId" clId="{AE445185-F013-4E27-B402-5F71FF9385C1}" dt="2023-01-03T15:28:27.197" v="704" actId="478"/>
          <ac:picMkLst>
            <pc:docMk/>
            <pc:sldMk cId="2761927713" sldId="281"/>
            <ac:picMk id="18" creationId="{B99A380F-5A51-F5A2-7D9D-456A21A7F5B9}"/>
          </ac:picMkLst>
        </pc:picChg>
      </pc:sldChg>
      <pc:sldChg chg="add del">
        <pc:chgData name="Chittaranjan Hens" userId="6fc03958433e8a43" providerId="LiveId" clId="{AE445185-F013-4E27-B402-5F71FF9385C1}" dt="2023-01-03T15:22:02.086" v="644"/>
        <pc:sldMkLst>
          <pc:docMk/>
          <pc:sldMk cId="3739169544" sldId="281"/>
        </pc:sldMkLst>
      </pc:sldChg>
      <pc:sldChg chg="addSp modSp add mod modAnim">
        <pc:chgData name="Chittaranjan Hens" userId="6fc03958433e8a43" providerId="LiveId" clId="{AE445185-F013-4E27-B402-5F71FF9385C1}" dt="2023-01-03T17:03:51.717" v="851"/>
        <pc:sldMkLst>
          <pc:docMk/>
          <pc:sldMk cId="1568558789" sldId="282"/>
        </pc:sldMkLst>
        <pc:spChg chg="add mod">
          <ac:chgData name="Chittaranjan Hens" userId="6fc03958433e8a43" providerId="LiveId" clId="{AE445185-F013-4E27-B402-5F71FF9385C1}" dt="2023-01-03T17:03:44.892" v="850" actId="207"/>
          <ac:spMkLst>
            <pc:docMk/>
            <pc:sldMk cId="1568558789" sldId="282"/>
            <ac:spMk id="8" creationId="{8FEFE027-CC44-EA6C-B79E-3DBB4E0247AF}"/>
          </ac:spMkLst>
        </pc:spChg>
        <pc:picChg chg="mod">
          <ac:chgData name="Chittaranjan Hens" userId="6fc03958433e8a43" providerId="LiveId" clId="{AE445185-F013-4E27-B402-5F71FF9385C1}" dt="2023-01-03T17:03:05.275" v="833" actId="1076"/>
          <ac:picMkLst>
            <pc:docMk/>
            <pc:sldMk cId="1568558789" sldId="282"/>
            <ac:picMk id="4" creationId="{A77CDD2A-AFD3-0864-6D67-957A858D6745}"/>
          </ac:picMkLst>
        </pc:picChg>
      </pc:sldChg>
      <pc:sldChg chg="addSp delSp modSp add mod">
        <pc:chgData name="Chittaranjan Hens" userId="6fc03958433e8a43" providerId="LiveId" clId="{AE445185-F013-4E27-B402-5F71FF9385C1}" dt="2023-01-03T15:29:37.159" v="744" actId="1076"/>
        <pc:sldMkLst>
          <pc:docMk/>
          <pc:sldMk cId="496438074" sldId="283"/>
        </pc:sldMkLst>
        <pc:spChg chg="add mod">
          <ac:chgData name="Chittaranjan Hens" userId="6fc03958433e8a43" providerId="LiveId" clId="{AE445185-F013-4E27-B402-5F71FF9385C1}" dt="2023-01-03T15:29:33.517" v="743" actId="14100"/>
          <ac:spMkLst>
            <pc:docMk/>
            <pc:sldMk cId="496438074" sldId="283"/>
            <ac:spMk id="5" creationId="{59E96C41-EC46-C7C1-F699-BCFE703524C6}"/>
          </ac:spMkLst>
        </pc:spChg>
        <pc:spChg chg="del">
          <ac:chgData name="Chittaranjan Hens" userId="6fc03958433e8a43" providerId="LiveId" clId="{AE445185-F013-4E27-B402-5F71FF9385C1}" dt="2023-01-03T15:28:55.309" v="709" actId="478"/>
          <ac:spMkLst>
            <pc:docMk/>
            <pc:sldMk cId="496438074" sldId="283"/>
            <ac:spMk id="24" creationId="{E306A1FA-A972-6880-8A1D-886D17FD3054}"/>
          </ac:spMkLst>
        </pc:spChg>
        <pc:picChg chg="add mod">
          <ac:chgData name="Chittaranjan Hens" userId="6fc03958433e8a43" providerId="LiveId" clId="{AE445185-F013-4E27-B402-5F71FF9385C1}" dt="2023-01-03T15:29:37.159" v="744" actId="1076"/>
          <ac:picMkLst>
            <pc:docMk/>
            <pc:sldMk cId="496438074" sldId="283"/>
            <ac:picMk id="3" creationId="{20F06090-7992-39DE-87F5-B8D29C484EC3}"/>
          </ac:picMkLst>
        </pc:picChg>
        <pc:picChg chg="del mod">
          <ac:chgData name="Chittaranjan Hens" userId="6fc03958433e8a43" providerId="LiveId" clId="{AE445185-F013-4E27-B402-5F71FF9385C1}" dt="2023-01-03T15:28:53.117" v="708" actId="478"/>
          <ac:picMkLst>
            <pc:docMk/>
            <pc:sldMk cId="496438074" sldId="283"/>
            <ac:picMk id="23" creationId="{58A8FC9A-94B9-BF69-48DB-4E451979AE26}"/>
          </ac:picMkLst>
        </pc:picChg>
      </pc:sldChg>
      <pc:sldChg chg="addSp delSp modSp add mod">
        <pc:chgData name="Chittaranjan Hens" userId="6fc03958433e8a43" providerId="LiveId" clId="{AE445185-F013-4E27-B402-5F71FF9385C1}" dt="2023-01-03T15:31:04.273" v="778" actId="20577"/>
        <pc:sldMkLst>
          <pc:docMk/>
          <pc:sldMk cId="2135909111" sldId="284"/>
        </pc:sldMkLst>
        <pc:spChg chg="add mod">
          <ac:chgData name="Chittaranjan Hens" userId="6fc03958433e8a43" providerId="LiveId" clId="{AE445185-F013-4E27-B402-5F71FF9385C1}" dt="2023-01-03T15:30:28.202" v="766" actId="14100"/>
          <ac:spMkLst>
            <pc:docMk/>
            <pc:sldMk cId="2135909111" sldId="284"/>
            <ac:spMk id="8" creationId="{695C6EDE-3FE6-B4E2-F45A-A96D4393CCBC}"/>
          </ac:spMkLst>
        </pc:spChg>
        <pc:spChg chg="add mod">
          <ac:chgData name="Chittaranjan Hens" userId="6fc03958433e8a43" providerId="LiveId" clId="{AE445185-F013-4E27-B402-5F71FF9385C1}" dt="2023-01-03T15:31:04.273" v="778" actId="20577"/>
          <ac:spMkLst>
            <pc:docMk/>
            <pc:sldMk cId="2135909111" sldId="284"/>
            <ac:spMk id="11" creationId="{E8C714B6-94E1-2239-55D0-ABCC6DD96927}"/>
          </ac:spMkLst>
        </pc:spChg>
        <pc:picChg chg="add mod">
          <ac:chgData name="Chittaranjan Hens" userId="6fc03958433e8a43" providerId="LiveId" clId="{AE445185-F013-4E27-B402-5F71FF9385C1}" dt="2023-01-03T15:30:06.350" v="747" actId="1076"/>
          <ac:picMkLst>
            <pc:docMk/>
            <pc:sldMk cId="2135909111" sldId="284"/>
            <ac:picMk id="6" creationId="{3A765D4B-517C-0880-A3DA-44CE4E4EFF61}"/>
          </ac:picMkLst>
        </pc:picChg>
        <pc:picChg chg="add del mod">
          <ac:chgData name="Chittaranjan Hens" userId="6fc03958433e8a43" providerId="LiveId" clId="{AE445185-F013-4E27-B402-5F71FF9385C1}" dt="2023-01-03T15:30:11.715" v="749"/>
          <ac:picMkLst>
            <pc:docMk/>
            <pc:sldMk cId="2135909111" sldId="284"/>
            <ac:picMk id="7" creationId="{D8A034BA-AECD-35D4-8CF7-8E517E962F64}"/>
          </ac:picMkLst>
        </pc:picChg>
        <pc:picChg chg="add mod">
          <ac:chgData name="Chittaranjan Hens" userId="6fc03958433e8a43" providerId="LiveId" clId="{AE445185-F013-4E27-B402-5F71FF9385C1}" dt="2023-01-03T15:30:55.375" v="769" actId="1076"/>
          <ac:picMkLst>
            <pc:docMk/>
            <pc:sldMk cId="2135909111" sldId="284"/>
            <ac:picMk id="10" creationId="{7F631E6A-B1B8-AF4D-23F2-00872D0F9AB8}"/>
          </ac:picMkLst>
        </pc:picChg>
      </pc:sldChg>
      <pc:sldChg chg="addSp delSp modSp add mod">
        <pc:chgData name="Chittaranjan Hens" userId="6fc03958433e8a43" providerId="LiveId" clId="{AE445185-F013-4E27-B402-5F71FF9385C1}" dt="2023-01-04T02:21:13.297" v="900" actId="478"/>
        <pc:sldMkLst>
          <pc:docMk/>
          <pc:sldMk cId="3002433760" sldId="295"/>
        </pc:sldMkLst>
        <pc:spChg chg="del">
          <ac:chgData name="Chittaranjan Hens" userId="6fc03958433e8a43" providerId="LiveId" clId="{AE445185-F013-4E27-B402-5F71FF9385C1}" dt="2023-01-03T17:07:37.507" v="857" actId="478"/>
          <ac:spMkLst>
            <pc:docMk/>
            <pc:sldMk cId="3002433760" sldId="295"/>
            <ac:spMk id="2" creationId="{05FFAEAB-A839-A84A-9EB5-1DB16313F77C}"/>
          </ac:spMkLst>
        </pc:spChg>
        <pc:spChg chg="mod">
          <ac:chgData name="Chittaranjan Hens" userId="6fc03958433e8a43" providerId="LiveId" clId="{AE445185-F013-4E27-B402-5F71FF9385C1}" dt="2023-01-04T02:21:12.714" v="899" actId="14100"/>
          <ac:spMkLst>
            <pc:docMk/>
            <pc:sldMk cId="3002433760" sldId="295"/>
            <ac:spMk id="3" creationId="{6EBD50F0-E300-DE43-83D4-11EAFAA4C9E9}"/>
          </ac:spMkLst>
        </pc:spChg>
        <pc:spChg chg="mod">
          <ac:chgData name="Chittaranjan Hens" userId="6fc03958433e8a43" providerId="LiveId" clId="{AE445185-F013-4E27-B402-5F71FF9385C1}" dt="2023-01-04T02:21:12.714" v="899" actId="14100"/>
          <ac:spMkLst>
            <pc:docMk/>
            <pc:sldMk cId="3002433760" sldId="295"/>
            <ac:spMk id="4" creationId="{D2EF90D0-5306-254B-8563-3757FED0BCEA}"/>
          </ac:spMkLst>
        </pc:spChg>
        <pc:spChg chg="mod">
          <ac:chgData name="Chittaranjan Hens" userId="6fc03958433e8a43" providerId="LiveId" clId="{AE445185-F013-4E27-B402-5F71FF9385C1}" dt="2023-01-04T02:21:12.714" v="899" actId="14100"/>
          <ac:spMkLst>
            <pc:docMk/>
            <pc:sldMk cId="3002433760" sldId="295"/>
            <ac:spMk id="5" creationId="{43367801-E8E1-284C-A048-47FB221A799E}"/>
          </ac:spMkLst>
        </pc:spChg>
        <pc:spChg chg="mod">
          <ac:chgData name="Chittaranjan Hens" userId="6fc03958433e8a43" providerId="LiveId" clId="{AE445185-F013-4E27-B402-5F71FF9385C1}" dt="2023-01-04T02:21:12.714" v="899" actId="14100"/>
          <ac:spMkLst>
            <pc:docMk/>
            <pc:sldMk cId="3002433760" sldId="295"/>
            <ac:spMk id="6" creationId="{F2897EDA-33A4-60B5-E7B4-6C38ED95E5FE}"/>
          </ac:spMkLst>
        </pc:spChg>
        <pc:spChg chg="mod">
          <ac:chgData name="Chittaranjan Hens" userId="6fc03958433e8a43" providerId="LiveId" clId="{AE445185-F013-4E27-B402-5F71FF9385C1}" dt="2023-01-04T02:21:12.714" v="899" actId="14100"/>
          <ac:spMkLst>
            <pc:docMk/>
            <pc:sldMk cId="3002433760" sldId="295"/>
            <ac:spMk id="7" creationId="{EA28D0C2-63AC-2B49-85F8-8A2269FDCFFD}"/>
          </ac:spMkLst>
        </pc:spChg>
        <pc:spChg chg="mod">
          <ac:chgData name="Chittaranjan Hens" userId="6fc03958433e8a43" providerId="LiveId" clId="{AE445185-F013-4E27-B402-5F71FF9385C1}" dt="2023-01-04T02:21:12.714" v="899" actId="14100"/>
          <ac:spMkLst>
            <pc:docMk/>
            <pc:sldMk cId="3002433760" sldId="295"/>
            <ac:spMk id="8" creationId="{06B4E6E3-9C83-7834-438B-D0DD27F24D1A}"/>
          </ac:spMkLst>
        </pc:spChg>
        <pc:spChg chg="mod">
          <ac:chgData name="Chittaranjan Hens" userId="6fc03958433e8a43" providerId="LiveId" clId="{AE445185-F013-4E27-B402-5F71FF9385C1}" dt="2023-01-04T02:21:12.714" v="899" actId="14100"/>
          <ac:spMkLst>
            <pc:docMk/>
            <pc:sldMk cId="3002433760" sldId="295"/>
            <ac:spMk id="10" creationId="{CCCCFC4C-FAED-59B2-AA6E-C7C9BAB87CCF}"/>
          </ac:spMkLst>
        </pc:spChg>
        <pc:spChg chg="mod">
          <ac:chgData name="Chittaranjan Hens" userId="6fc03958433e8a43" providerId="LiveId" clId="{AE445185-F013-4E27-B402-5F71FF9385C1}" dt="2023-01-04T02:21:12.714" v="899" actId="14100"/>
          <ac:spMkLst>
            <pc:docMk/>
            <pc:sldMk cId="3002433760" sldId="295"/>
            <ac:spMk id="11" creationId="{4DFD1CA4-7699-C6B0-E1C3-5A38A7C74B30}"/>
          </ac:spMkLst>
        </pc:spChg>
        <pc:spChg chg="add del mod">
          <ac:chgData name="Chittaranjan Hens" userId="6fc03958433e8a43" providerId="LiveId" clId="{AE445185-F013-4E27-B402-5F71FF9385C1}" dt="2023-01-04T02:21:13.297" v="900" actId="478"/>
          <ac:spMkLst>
            <pc:docMk/>
            <pc:sldMk cId="3002433760" sldId="295"/>
            <ac:spMk id="13" creationId="{EB726291-B002-8EEF-8C0C-DA8A7CB4452D}"/>
          </ac:spMkLst>
        </pc:spChg>
        <pc:picChg chg="add mod ord">
          <ac:chgData name="Chittaranjan Hens" userId="6fc03958433e8a43" providerId="LiveId" clId="{AE445185-F013-4E27-B402-5F71FF9385C1}" dt="2023-01-04T02:21:12.714" v="899" actId="14100"/>
          <ac:picMkLst>
            <pc:docMk/>
            <pc:sldMk cId="3002433760" sldId="295"/>
            <ac:picMk id="9" creationId="{6F35B338-96BF-2C84-71AA-EC72DCA0AFAE}"/>
          </ac:picMkLst>
        </pc:picChg>
      </pc:sldChg>
      <pc:sldChg chg="addSp delSp modSp add mod">
        <pc:chgData name="Chittaranjan Hens" userId="6fc03958433e8a43" providerId="LiveId" clId="{AE445185-F013-4E27-B402-5F71FF9385C1}" dt="2023-01-03T17:10:40.283" v="883"/>
        <pc:sldMkLst>
          <pc:docMk/>
          <pc:sldMk cId="1974607926" sldId="296"/>
        </pc:sldMkLst>
        <pc:spChg chg="mod">
          <ac:chgData name="Chittaranjan Hens" userId="6fc03958433e8a43" providerId="LiveId" clId="{AE445185-F013-4E27-B402-5F71FF9385C1}" dt="2023-01-03T17:08:57.035" v="875" actId="207"/>
          <ac:spMkLst>
            <pc:docMk/>
            <pc:sldMk cId="1974607926" sldId="296"/>
            <ac:spMk id="2" creationId="{24CEB429-6976-7140-88E0-7DA9445DD71E}"/>
          </ac:spMkLst>
        </pc:spChg>
        <pc:spChg chg="mod">
          <ac:chgData name="Chittaranjan Hens" userId="6fc03958433e8a43" providerId="LiveId" clId="{AE445185-F013-4E27-B402-5F71FF9385C1}" dt="2023-01-03T17:08:57.035" v="875" actId="207"/>
          <ac:spMkLst>
            <pc:docMk/>
            <pc:sldMk cId="1974607926" sldId="296"/>
            <ac:spMk id="3" creationId="{F875EC1E-22C7-984D-B567-16E4BBDCB180}"/>
          </ac:spMkLst>
        </pc:spChg>
        <pc:spChg chg="mod">
          <ac:chgData name="Chittaranjan Hens" userId="6fc03958433e8a43" providerId="LiveId" clId="{AE445185-F013-4E27-B402-5F71FF9385C1}" dt="2023-01-03T17:08:57.035" v="875" actId="207"/>
          <ac:spMkLst>
            <pc:docMk/>
            <pc:sldMk cId="1974607926" sldId="296"/>
            <ac:spMk id="4" creationId="{A67BA4E5-D011-6743-AA54-69A804BDB2A0}"/>
          </ac:spMkLst>
        </pc:spChg>
        <pc:spChg chg="mod">
          <ac:chgData name="Chittaranjan Hens" userId="6fc03958433e8a43" providerId="LiveId" clId="{AE445185-F013-4E27-B402-5F71FF9385C1}" dt="2023-01-03T17:08:57.035" v="875" actId="207"/>
          <ac:spMkLst>
            <pc:docMk/>
            <pc:sldMk cId="1974607926" sldId="296"/>
            <ac:spMk id="5" creationId="{2ECA01EE-D9DC-2543-A679-004B4BA7DBE6}"/>
          </ac:spMkLst>
        </pc:spChg>
        <pc:spChg chg="mod">
          <ac:chgData name="Chittaranjan Hens" userId="6fc03958433e8a43" providerId="LiveId" clId="{AE445185-F013-4E27-B402-5F71FF9385C1}" dt="2023-01-03T17:08:57.035" v="875" actId="207"/>
          <ac:spMkLst>
            <pc:docMk/>
            <pc:sldMk cId="1974607926" sldId="296"/>
            <ac:spMk id="6" creationId="{0B1D48C7-DA43-5B4C-9609-5A41A013DEB2}"/>
          </ac:spMkLst>
        </pc:spChg>
        <pc:spChg chg="mod">
          <ac:chgData name="Chittaranjan Hens" userId="6fc03958433e8a43" providerId="LiveId" clId="{AE445185-F013-4E27-B402-5F71FF9385C1}" dt="2023-01-03T17:08:57.035" v="875" actId="207"/>
          <ac:spMkLst>
            <pc:docMk/>
            <pc:sldMk cId="1974607926" sldId="296"/>
            <ac:spMk id="8" creationId="{0C9ABE95-B48E-104B-BF5A-52425B4E7DAB}"/>
          </ac:spMkLst>
        </pc:spChg>
        <pc:spChg chg="mod">
          <ac:chgData name="Chittaranjan Hens" userId="6fc03958433e8a43" providerId="LiveId" clId="{AE445185-F013-4E27-B402-5F71FF9385C1}" dt="2023-01-03T17:08:57.035" v="875" actId="207"/>
          <ac:spMkLst>
            <pc:docMk/>
            <pc:sldMk cId="1974607926" sldId="296"/>
            <ac:spMk id="9" creationId="{174C7535-71EF-EF40-AF18-8E5DA11977F4}"/>
          </ac:spMkLst>
        </pc:spChg>
        <pc:spChg chg="mod">
          <ac:chgData name="Chittaranjan Hens" userId="6fc03958433e8a43" providerId="LiveId" clId="{AE445185-F013-4E27-B402-5F71FF9385C1}" dt="2023-01-03T17:08:57.035" v="875" actId="207"/>
          <ac:spMkLst>
            <pc:docMk/>
            <pc:sldMk cId="1974607926" sldId="296"/>
            <ac:spMk id="10" creationId="{73C90291-AA7A-E34C-BE39-464303B8ACAA}"/>
          </ac:spMkLst>
        </pc:spChg>
        <pc:spChg chg="mod">
          <ac:chgData name="Chittaranjan Hens" userId="6fc03958433e8a43" providerId="LiveId" clId="{AE445185-F013-4E27-B402-5F71FF9385C1}" dt="2023-01-03T17:08:57.035" v="875" actId="207"/>
          <ac:spMkLst>
            <pc:docMk/>
            <pc:sldMk cId="1974607926" sldId="296"/>
            <ac:spMk id="11" creationId="{FC76AD9C-F8EB-5842-A032-AC3F0BEED5A3}"/>
          </ac:spMkLst>
        </pc:spChg>
        <pc:spChg chg="mod">
          <ac:chgData name="Chittaranjan Hens" userId="6fc03958433e8a43" providerId="LiveId" clId="{AE445185-F013-4E27-B402-5F71FF9385C1}" dt="2023-01-03T17:08:57.035" v="875" actId="207"/>
          <ac:spMkLst>
            <pc:docMk/>
            <pc:sldMk cId="1974607926" sldId="296"/>
            <ac:spMk id="12" creationId="{E307B64B-EB9F-B848-B9EC-2595EF80D647}"/>
          </ac:spMkLst>
        </pc:spChg>
        <pc:spChg chg="mod">
          <ac:chgData name="Chittaranjan Hens" userId="6fc03958433e8a43" providerId="LiveId" clId="{AE445185-F013-4E27-B402-5F71FF9385C1}" dt="2023-01-03T17:08:57.035" v="875" actId="207"/>
          <ac:spMkLst>
            <pc:docMk/>
            <pc:sldMk cId="1974607926" sldId="296"/>
            <ac:spMk id="13" creationId="{0D278518-B513-004A-A8BB-784F67E3AAFB}"/>
          </ac:spMkLst>
        </pc:spChg>
        <pc:spChg chg="mod">
          <ac:chgData name="Chittaranjan Hens" userId="6fc03958433e8a43" providerId="LiveId" clId="{AE445185-F013-4E27-B402-5F71FF9385C1}" dt="2023-01-03T17:08:57.035" v="875" actId="207"/>
          <ac:spMkLst>
            <pc:docMk/>
            <pc:sldMk cId="1974607926" sldId="296"/>
            <ac:spMk id="14" creationId="{7A9431D4-BFB7-F541-8306-4E1958207094}"/>
          </ac:spMkLst>
        </pc:spChg>
        <pc:spChg chg="mod">
          <ac:chgData name="Chittaranjan Hens" userId="6fc03958433e8a43" providerId="LiveId" clId="{AE445185-F013-4E27-B402-5F71FF9385C1}" dt="2023-01-03T17:08:57.035" v="875" actId="207"/>
          <ac:spMkLst>
            <pc:docMk/>
            <pc:sldMk cId="1974607926" sldId="296"/>
            <ac:spMk id="16" creationId="{CA0C16FD-F26D-1B46-A728-A971CEA3910E}"/>
          </ac:spMkLst>
        </pc:spChg>
        <pc:spChg chg="mod">
          <ac:chgData name="Chittaranjan Hens" userId="6fc03958433e8a43" providerId="LiveId" clId="{AE445185-F013-4E27-B402-5F71FF9385C1}" dt="2023-01-03T17:08:57.035" v="875" actId="207"/>
          <ac:spMkLst>
            <pc:docMk/>
            <pc:sldMk cId="1974607926" sldId="296"/>
            <ac:spMk id="17" creationId="{33213E2F-0BE4-144D-8888-2E78895E71D2}"/>
          </ac:spMkLst>
        </pc:spChg>
        <pc:spChg chg="mod">
          <ac:chgData name="Chittaranjan Hens" userId="6fc03958433e8a43" providerId="LiveId" clId="{AE445185-F013-4E27-B402-5F71FF9385C1}" dt="2023-01-03T17:08:57.035" v="875" actId="207"/>
          <ac:spMkLst>
            <pc:docMk/>
            <pc:sldMk cId="1974607926" sldId="296"/>
            <ac:spMk id="19" creationId="{716F87E8-3D05-4443-9F9B-6C29E1731C54}"/>
          </ac:spMkLst>
        </pc:spChg>
        <pc:spChg chg="mod">
          <ac:chgData name="Chittaranjan Hens" userId="6fc03958433e8a43" providerId="LiveId" clId="{AE445185-F013-4E27-B402-5F71FF9385C1}" dt="2023-01-03T17:08:57.035" v="875" actId="207"/>
          <ac:spMkLst>
            <pc:docMk/>
            <pc:sldMk cId="1974607926" sldId="296"/>
            <ac:spMk id="20" creationId="{1B6A3E3F-7596-A740-8B1F-E3E788A8303F}"/>
          </ac:spMkLst>
        </pc:spChg>
        <pc:spChg chg="mod">
          <ac:chgData name="Chittaranjan Hens" userId="6fc03958433e8a43" providerId="LiveId" clId="{AE445185-F013-4E27-B402-5F71FF9385C1}" dt="2023-01-03T17:08:57.035" v="875" actId="207"/>
          <ac:spMkLst>
            <pc:docMk/>
            <pc:sldMk cId="1974607926" sldId="296"/>
            <ac:spMk id="22" creationId="{99BC90B4-8A11-F743-A7FA-ADCAA82EDBC2}"/>
          </ac:spMkLst>
        </pc:spChg>
        <pc:spChg chg="mod">
          <ac:chgData name="Chittaranjan Hens" userId="6fc03958433e8a43" providerId="LiveId" clId="{AE445185-F013-4E27-B402-5F71FF9385C1}" dt="2023-01-03T17:08:57.035" v="875" actId="207"/>
          <ac:spMkLst>
            <pc:docMk/>
            <pc:sldMk cId="1974607926" sldId="296"/>
            <ac:spMk id="23" creationId="{1A247624-EE29-8745-B53F-3ECCB7CEAF6E}"/>
          </ac:spMkLst>
        </pc:spChg>
        <pc:spChg chg="mod">
          <ac:chgData name="Chittaranjan Hens" userId="6fc03958433e8a43" providerId="LiveId" clId="{AE445185-F013-4E27-B402-5F71FF9385C1}" dt="2023-01-03T17:08:57.035" v="875" actId="207"/>
          <ac:spMkLst>
            <pc:docMk/>
            <pc:sldMk cId="1974607926" sldId="296"/>
            <ac:spMk id="24" creationId="{39CDE5AA-C9D1-A840-99F7-28555C81D274}"/>
          </ac:spMkLst>
        </pc:spChg>
        <pc:spChg chg="mod">
          <ac:chgData name="Chittaranjan Hens" userId="6fc03958433e8a43" providerId="LiveId" clId="{AE445185-F013-4E27-B402-5F71FF9385C1}" dt="2023-01-03T17:08:57.035" v="875" actId="207"/>
          <ac:spMkLst>
            <pc:docMk/>
            <pc:sldMk cId="1974607926" sldId="296"/>
            <ac:spMk id="25" creationId="{CC374B7D-8AEA-784B-96BC-FD53E9E1AE59}"/>
          </ac:spMkLst>
        </pc:spChg>
        <pc:spChg chg="mod">
          <ac:chgData name="Chittaranjan Hens" userId="6fc03958433e8a43" providerId="LiveId" clId="{AE445185-F013-4E27-B402-5F71FF9385C1}" dt="2023-01-03T17:08:57.035" v="875" actId="207"/>
          <ac:spMkLst>
            <pc:docMk/>
            <pc:sldMk cId="1974607926" sldId="296"/>
            <ac:spMk id="26" creationId="{B9F24583-CD6D-0041-B1DB-115A3808AFBB}"/>
          </ac:spMkLst>
        </pc:spChg>
        <pc:spChg chg="mod">
          <ac:chgData name="Chittaranjan Hens" userId="6fc03958433e8a43" providerId="LiveId" clId="{AE445185-F013-4E27-B402-5F71FF9385C1}" dt="2023-01-03T17:08:57.035" v="875" actId="207"/>
          <ac:spMkLst>
            <pc:docMk/>
            <pc:sldMk cId="1974607926" sldId="296"/>
            <ac:spMk id="27" creationId="{C0CC0AFA-4C09-C34F-939E-7E4B9932C4DE}"/>
          </ac:spMkLst>
        </pc:spChg>
        <pc:spChg chg="mod">
          <ac:chgData name="Chittaranjan Hens" userId="6fc03958433e8a43" providerId="LiveId" clId="{AE445185-F013-4E27-B402-5F71FF9385C1}" dt="2023-01-03T17:08:57.035" v="875" actId="207"/>
          <ac:spMkLst>
            <pc:docMk/>
            <pc:sldMk cId="1974607926" sldId="296"/>
            <ac:spMk id="28" creationId="{B5850011-5DFF-5941-B1A5-0F1DA8C61880}"/>
          </ac:spMkLst>
        </pc:spChg>
        <pc:spChg chg="mod">
          <ac:chgData name="Chittaranjan Hens" userId="6fc03958433e8a43" providerId="LiveId" clId="{AE445185-F013-4E27-B402-5F71FF9385C1}" dt="2023-01-03T17:08:57.035" v="875" actId="207"/>
          <ac:spMkLst>
            <pc:docMk/>
            <pc:sldMk cId="1974607926" sldId="296"/>
            <ac:spMk id="29" creationId="{75BF04AD-C9A7-AC4F-8B38-8DD1C558C37E}"/>
          </ac:spMkLst>
        </pc:spChg>
        <pc:spChg chg="mod">
          <ac:chgData name="Chittaranjan Hens" userId="6fc03958433e8a43" providerId="LiveId" clId="{AE445185-F013-4E27-B402-5F71FF9385C1}" dt="2023-01-03T17:08:57.035" v="875" actId="207"/>
          <ac:spMkLst>
            <pc:docMk/>
            <pc:sldMk cId="1974607926" sldId="296"/>
            <ac:spMk id="30" creationId="{DABBFEA3-43B1-3D48-8B82-50C15C60256C}"/>
          </ac:spMkLst>
        </pc:spChg>
        <pc:spChg chg="mod">
          <ac:chgData name="Chittaranjan Hens" userId="6fc03958433e8a43" providerId="LiveId" clId="{AE445185-F013-4E27-B402-5F71FF9385C1}" dt="2023-01-03T17:08:57.035" v="875" actId="207"/>
          <ac:spMkLst>
            <pc:docMk/>
            <pc:sldMk cId="1974607926" sldId="296"/>
            <ac:spMk id="56" creationId="{B3128DCC-196A-0546-8BB5-1BABDB11C500}"/>
          </ac:spMkLst>
        </pc:spChg>
        <pc:spChg chg="mod">
          <ac:chgData name="Chittaranjan Hens" userId="6fc03958433e8a43" providerId="LiveId" clId="{AE445185-F013-4E27-B402-5F71FF9385C1}" dt="2023-01-03T17:08:57.035" v="875" actId="207"/>
          <ac:spMkLst>
            <pc:docMk/>
            <pc:sldMk cId="1974607926" sldId="296"/>
            <ac:spMk id="57" creationId="{694313D9-35A8-8141-B8C7-668949D6A3A2}"/>
          </ac:spMkLst>
        </pc:spChg>
        <pc:spChg chg="mod">
          <ac:chgData name="Chittaranjan Hens" userId="6fc03958433e8a43" providerId="LiveId" clId="{AE445185-F013-4E27-B402-5F71FF9385C1}" dt="2023-01-03T17:08:57.035" v="875" actId="207"/>
          <ac:spMkLst>
            <pc:docMk/>
            <pc:sldMk cId="1974607926" sldId="296"/>
            <ac:spMk id="58" creationId="{E7C3A329-FB90-8B45-9615-2D471CA11855}"/>
          </ac:spMkLst>
        </pc:spChg>
        <pc:spChg chg="mod">
          <ac:chgData name="Chittaranjan Hens" userId="6fc03958433e8a43" providerId="LiveId" clId="{AE445185-F013-4E27-B402-5F71FF9385C1}" dt="2023-01-03T17:08:57.035" v="875" actId="207"/>
          <ac:spMkLst>
            <pc:docMk/>
            <pc:sldMk cId="1974607926" sldId="296"/>
            <ac:spMk id="60" creationId="{8EDE702A-ADEF-B84A-9F1A-95E869B2DDBC}"/>
          </ac:spMkLst>
        </pc:spChg>
        <pc:spChg chg="mod">
          <ac:chgData name="Chittaranjan Hens" userId="6fc03958433e8a43" providerId="LiveId" clId="{AE445185-F013-4E27-B402-5F71FF9385C1}" dt="2023-01-03T17:08:57.035" v="875" actId="207"/>
          <ac:spMkLst>
            <pc:docMk/>
            <pc:sldMk cId="1974607926" sldId="296"/>
            <ac:spMk id="61" creationId="{07A9DDCD-8577-594B-82ED-16DF385C2E3B}"/>
          </ac:spMkLst>
        </pc:spChg>
        <pc:spChg chg="mod">
          <ac:chgData name="Chittaranjan Hens" userId="6fc03958433e8a43" providerId="LiveId" clId="{AE445185-F013-4E27-B402-5F71FF9385C1}" dt="2023-01-03T17:08:57.035" v="875" actId="207"/>
          <ac:spMkLst>
            <pc:docMk/>
            <pc:sldMk cId="1974607926" sldId="296"/>
            <ac:spMk id="62" creationId="{427B16DB-7EE6-6245-89E7-24370C4E6D3C}"/>
          </ac:spMkLst>
        </pc:spChg>
        <pc:spChg chg="mod">
          <ac:chgData name="Chittaranjan Hens" userId="6fc03958433e8a43" providerId="LiveId" clId="{AE445185-F013-4E27-B402-5F71FF9385C1}" dt="2023-01-03T17:08:57.035" v="875" actId="207"/>
          <ac:spMkLst>
            <pc:docMk/>
            <pc:sldMk cId="1974607926" sldId="296"/>
            <ac:spMk id="64" creationId="{F98949CC-8437-A245-8F06-FD8FC3081FE4}"/>
          </ac:spMkLst>
        </pc:spChg>
        <pc:spChg chg="mod">
          <ac:chgData name="Chittaranjan Hens" userId="6fc03958433e8a43" providerId="LiveId" clId="{AE445185-F013-4E27-B402-5F71FF9385C1}" dt="2023-01-03T17:08:57.035" v="875" actId="207"/>
          <ac:spMkLst>
            <pc:docMk/>
            <pc:sldMk cId="1974607926" sldId="296"/>
            <ac:spMk id="65" creationId="{B13F3E21-C27B-E64E-B8DB-D6C5E86066B7}"/>
          </ac:spMkLst>
        </pc:spChg>
        <pc:spChg chg="mod">
          <ac:chgData name="Chittaranjan Hens" userId="6fc03958433e8a43" providerId="LiveId" clId="{AE445185-F013-4E27-B402-5F71FF9385C1}" dt="2023-01-03T17:08:57.035" v="875" actId="207"/>
          <ac:spMkLst>
            <pc:docMk/>
            <pc:sldMk cId="1974607926" sldId="296"/>
            <ac:spMk id="66" creationId="{2EFA7DD4-D3E8-B449-AC90-5B78C577E12D}"/>
          </ac:spMkLst>
        </pc:spChg>
        <pc:spChg chg="mod">
          <ac:chgData name="Chittaranjan Hens" userId="6fc03958433e8a43" providerId="LiveId" clId="{AE445185-F013-4E27-B402-5F71FF9385C1}" dt="2023-01-03T17:08:57.035" v="875" actId="207"/>
          <ac:spMkLst>
            <pc:docMk/>
            <pc:sldMk cId="1974607926" sldId="296"/>
            <ac:spMk id="68" creationId="{BF9A28E6-6087-014C-A0B1-1965F95D2E32}"/>
          </ac:spMkLst>
        </pc:spChg>
        <pc:spChg chg="mod">
          <ac:chgData name="Chittaranjan Hens" userId="6fc03958433e8a43" providerId="LiveId" clId="{AE445185-F013-4E27-B402-5F71FF9385C1}" dt="2023-01-03T17:08:57.035" v="875" actId="207"/>
          <ac:spMkLst>
            <pc:docMk/>
            <pc:sldMk cId="1974607926" sldId="296"/>
            <ac:spMk id="69" creationId="{971FB6A9-CE2D-9242-9FDE-B50D595E1A0F}"/>
          </ac:spMkLst>
        </pc:spChg>
        <pc:spChg chg="mod">
          <ac:chgData name="Chittaranjan Hens" userId="6fc03958433e8a43" providerId="LiveId" clId="{AE445185-F013-4E27-B402-5F71FF9385C1}" dt="2023-01-03T17:08:57.035" v="875" actId="207"/>
          <ac:spMkLst>
            <pc:docMk/>
            <pc:sldMk cId="1974607926" sldId="296"/>
            <ac:spMk id="70" creationId="{DC6A7B89-0BE5-1F41-A8BE-AE037FDC0828}"/>
          </ac:spMkLst>
        </pc:spChg>
        <pc:spChg chg="mod">
          <ac:chgData name="Chittaranjan Hens" userId="6fc03958433e8a43" providerId="LiveId" clId="{AE445185-F013-4E27-B402-5F71FF9385C1}" dt="2023-01-03T17:08:57.035" v="875" actId="207"/>
          <ac:spMkLst>
            <pc:docMk/>
            <pc:sldMk cId="1974607926" sldId="296"/>
            <ac:spMk id="71" creationId="{1AFDF438-7AB7-5049-9AC2-104AF2CADA8F}"/>
          </ac:spMkLst>
        </pc:spChg>
        <pc:spChg chg="mod">
          <ac:chgData name="Chittaranjan Hens" userId="6fc03958433e8a43" providerId="LiveId" clId="{AE445185-F013-4E27-B402-5F71FF9385C1}" dt="2023-01-03T17:08:57.035" v="875" actId="207"/>
          <ac:spMkLst>
            <pc:docMk/>
            <pc:sldMk cId="1974607926" sldId="296"/>
            <ac:spMk id="72" creationId="{C4838871-6A68-864C-A99F-F45562B31864}"/>
          </ac:spMkLst>
        </pc:spChg>
        <pc:spChg chg="mod">
          <ac:chgData name="Chittaranjan Hens" userId="6fc03958433e8a43" providerId="LiveId" clId="{AE445185-F013-4E27-B402-5F71FF9385C1}" dt="2023-01-03T17:08:57.035" v="875" actId="207"/>
          <ac:spMkLst>
            <pc:docMk/>
            <pc:sldMk cId="1974607926" sldId="296"/>
            <ac:spMk id="73" creationId="{514642C0-B07D-D340-9B7D-7523414A66A5}"/>
          </ac:spMkLst>
        </pc:spChg>
        <pc:spChg chg="mod">
          <ac:chgData name="Chittaranjan Hens" userId="6fc03958433e8a43" providerId="LiveId" clId="{AE445185-F013-4E27-B402-5F71FF9385C1}" dt="2023-01-03T17:08:57.035" v="875" actId="207"/>
          <ac:spMkLst>
            <pc:docMk/>
            <pc:sldMk cId="1974607926" sldId="296"/>
            <ac:spMk id="74" creationId="{7D318F6D-7413-FB46-BC2E-476A9E00DD2D}"/>
          </ac:spMkLst>
        </pc:spChg>
        <pc:spChg chg="mod">
          <ac:chgData name="Chittaranjan Hens" userId="6fc03958433e8a43" providerId="LiveId" clId="{AE445185-F013-4E27-B402-5F71FF9385C1}" dt="2023-01-03T17:08:57.035" v="875" actId="207"/>
          <ac:spMkLst>
            <pc:docMk/>
            <pc:sldMk cId="1974607926" sldId="296"/>
            <ac:spMk id="75" creationId="{51B4FD04-E321-8F48-8B16-6EA671C5939E}"/>
          </ac:spMkLst>
        </pc:spChg>
        <pc:spChg chg="mod">
          <ac:chgData name="Chittaranjan Hens" userId="6fc03958433e8a43" providerId="LiveId" clId="{AE445185-F013-4E27-B402-5F71FF9385C1}" dt="2023-01-03T17:08:57.035" v="875" actId="207"/>
          <ac:spMkLst>
            <pc:docMk/>
            <pc:sldMk cId="1974607926" sldId="296"/>
            <ac:spMk id="76" creationId="{5A14C113-127E-D54B-85A4-E0190ECC894F}"/>
          </ac:spMkLst>
        </pc:spChg>
        <pc:spChg chg="mod">
          <ac:chgData name="Chittaranjan Hens" userId="6fc03958433e8a43" providerId="LiveId" clId="{AE445185-F013-4E27-B402-5F71FF9385C1}" dt="2023-01-03T17:08:57.035" v="875" actId="207"/>
          <ac:spMkLst>
            <pc:docMk/>
            <pc:sldMk cId="1974607926" sldId="296"/>
            <ac:spMk id="77" creationId="{EFD58DE0-3C8E-0242-959E-464F4F7F817A}"/>
          </ac:spMkLst>
        </pc:spChg>
        <pc:spChg chg="mod">
          <ac:chgData name="Chittaranjan Hens" userId="6fc03958433e8a43" providerId="LiveId" clId="{AE445185-F013-4E27-B402-5F71FF9385C1}" dt="2023-01-03T17:08:57.035" v="875" actId="207"/>
          <ac:spMkLst>
            <pc:docMk/>
            <pc:sldMk cId="1974607926" sldId="296"/>
            <ac:spMk id="78" creationId="{DE76A025-69DC-A946-82CA-98CF74F0FAFE}"/>
          </ac:spMkLst>
        </pc:spChg>
        <pc:grpChg chg="mod">
          <ac:chgData name="Chittaranjan Hens" userId="6fc03958433e8a43" providerId="LiveId" clId="{AE445185-F013-4E27-B402-5F71FF9385C1}" dt="2023-01-03T17:08:57.035" v="875" actId="207"/>
          <ac:grpSpMkLst>
            <pc:docMk/>
            <pc:sldMk cId="1974607926" sldId="296"/>
            <ac:grpSpMk id="7" creationId="{FD2C76AD-26F5-8346-9191-BAC0A2D6336E}"/>
          </ac:grpSpMkLst>
        </pc:grpChg>
        <pc:grpChg chg="mod">
          <ac:chgData name="Chittaranjan Hens" userId="6fc03958433e8a43" providerId="LiveId" clId="{AE445185-F013-4E27-B402-5F71FF9385C1}" dt="2023-01-03T17:08:57.035" v="875" actId="207"/>
          <ac:grpSpMkLst>
            <pc:docMk/>
            <pc:sldMk cId="1974607926" sldId="296"/>
            <ac:grpSpMk id="15" creationId="{DBD98FD9-6577-3046-A027-999E003FCA55}"/>
          </ac:grpSpMkLst>
        </pc:grpChg>
        <pc:grpChg chg="mod">
          <ac:chgData name="Chittaranjan Hens" userId="6fc03958433e8a43" providerId="LiveId" clId="{AE445185-F013-4E27-B402-5F71FF9385C1}" dt="2023-01-03T17:08:57.035" v="875" actId="207"/>
          <ac:grpSpMkLst>
            <pc:docMk/>
            <pc:sldMk cId="1974607926" sldId="296"/>
            <ac:grpSpMk id="18" creationId="{95588A9C-2A37-7349-9818-8004673BFB83}"/>
          </ac:grpSpMkLst>
        </pc:grpChg>
        <pc:grpChg chg="mod">
          <ac:chgData name="Chittaranjan Hens" userId="6fc03958433e8a43" providerId="LiveId" clId="{AE445185-F013-4E27-B402-5F71FF9385C1}" dt="2023-01-03T17:08:57.035" v="875" actId="207"/>
          <ac:grpSpMkLst>
            <pc:docMk/>
            <pc:sldMk cId="1974607926" sldId="296"/>
            <ac:grpSpMk id="21" creationId="{5F745DD5-2503-3549-A464-FBC856A3FF5B}"/>
          </ac:grpSpMkLst>
        </pc:grpChg>
        <pc:grpChg chg="mod">
          <ac:chgData name="Chittaranjan Hens" userId="6fc03958433e8a43" providerId="LiveId" clId="{AE445185-F013-4E27-B402-5F71FF9385C1}" dt="2023-01-03T17:08:57.035" v="875" actId="207"/>
          <ac:grpSpMkLst>
            <pc:docMk/>
            <pc:sldMk cId="1974607926" sldId="296"/>
            <ac:grpSpMk id="31" creationId="{73951279-C622-EDD9-8D61-79B8BAB4B618}"/>
          </ac:grpSpMkLst>
        </pc:grpChg>
        <pc:grpChg chg="mod">
          <ac:chgData name="Chittaranjan Hens" userId="6fc03958433e8a43" providerId="LiveId" clId="{AE445185-F013-4E27-B402-5F71FF9385C1}" dt="2023-01-03T17:08:57.035" v="875" actId="207"/>
          <ac:grpSpMkLst>
            <pc:docMk/>
            <pc:sldMk cId="1974607926" sldId="296"/>
            <ac:grpSpMk id="34" creationId="{992C66F9-BBE9-0148-9576-0AE27BB40466}"/>
          </ac:grpSpMkLst>
        </pc:grpChg>
        <pc:grpChg chg="mod">
          <ac:chgData name="Chittaranjan Hens" userId="6fc03958433e8a43" providerId="LiveId" clId="{AE445185-F013-4E27-B402-5F71FF9385C1}" dt="2023-01-03T17:08:57.035" v="875" actId="207"/>
          <ac:grpSpMkLst>
            <pc:docMk/>
            <pc:sldMk cId="1974607926" sldId="296"/>
            <ac:grpSpMk id="35" creationId="{A7E4C253-117E-3D4B-9C26-6DDE1AFED12C}"/>
          </ac:grpSpMkLst>
        </pc:grpChg>
        <pc:grpChg chg="mod">
          <ac:chgData name="Chittaranjan Hens" userId="6fc03958433e8a43" providerId="LiveId" clId="{AE445185-F013-4E27-B402-5F71FF9385C1}" dt="2023-01-03T17:08:57.035" v="875" actId="207"/>
          <ac:grpSpMkLst>
            <pc:docMk/>
            <pc:sldMk cId="1974607926" sldId="296"/>
            <ac:grpSpMk id="36" creationId="{5311016C-CD2D-3D43-8FAF-0AAF6C20EF13}"/>
          </ac:grpSpMkLst>
        </pc:grpChg>
        <pc:grpChg chg="mod">
          <ac:chgData name="Chittaranjan Hens" userId="6fc03958433e8a43" providerId="LiveId" clId="{AE445185-F013-4E27-B402-5F71FF9385C1}" dt="2023-01-03T17:08:57.035" v="875" actId="207"/>
          <ac:grpSpMkLst>
            <pc:docMk/>
            <pc:sldMk cId="1974607926" sldId="296"/>
            <ac:grpSpMk id="59" creationId="{3B71B6F0-B8BC-8845-B69F-11612D706957}"/>
          </ac:grpSpMkLst>
        </pc:grpChg>
        <pc:grpChg chg="mod">
          <ac:chgData name="Chittaranjan Hens" userId="6fc03958433e8a43" providerId="LiveId" clId="{AE445185-F013-4E27-B402-5F71FF9385C1}" dt="2023-01-03T17:08:57.035" v="875" actId="207"/>
          <ac:grpSpMkLst>
            <pc:docMk/>
            <pc:sldMk cId="1974607926" sldId="296"/>
            <ac:grpSpMk id="63" creationId="{EDFFC013-6CEF-6448-AEFA-722D5BF79746}"/>
          </ac:grpSpMkLst>
        </pc:grpChg>
        <pc:grpChg chg="mod">
          <ac:chgData name="Chittaranjan Hens" userId="6fc03958433e8a43" providerId="LiveId" clId="{AE445185-F013-4E27-B402-5F71FF9385C1}" dt="2023-01-03T17:08:57.035" v="875" actId="207"/>
          <ac:grpSpMkLst>
            <pc:docMk/>
            <pc:sldMk cId="1974607926" sldId="296"/>
            <ac:grpSpMk id="67" creationId="{12E33A64-BA4C-AB4F-866D-6EEDFF168A13}"/>
          </ac:grpSpMkLst>
        </pc:grpChg>
        <pc:grpChg chg="mod">
          <ac:chgData name="Chittaranjan Hens" userId="6fc03958433e8a43" providerId="LiveId" clId="{AE445185-F013-4E27-B402-5F71FF9385C1}" dt="2023-01-03T17:08:57.035" v="875" actId="207"/>
          <ac:grpSpMkLst>
            <pc:docMk/>
            <pc:sldMk cId="1974607926" sldId="296"/>
            <ac:grpSpMk id="94" creationId="{278516B5-BA9B-8449-BCBD-456A9F4A7C44}"/>
          </ac:grpSpMkLst>
        </pc:grpChg>
        <pc:grpChg chg="mod">
          <ac:chgData name="Chittaranjan Hens" userId="6fc03958433e8a43" providerId="LiveId" clId="{AE445185-F013-4E27-B402-5F71FF9385C1}" dt="2023-01-03T17:08:57.035" v="875" actId="207"/>
          <ac:grpSpMkLst>
            <pc:docMk/>
            <pc:sldMk cId="1974607926" sldId="296"/>
            <ac:grpSpMk id="111" creationId="{3554097E-D9E3-6842-85BA-1D5C836FD2CB}"/>
          </ac:grpSpMkLst>
        </pc:grpChg>
        <pc:picChg chg="add del mod ord">
          <ac:chgData name="Chittaranjan Hens" userId="6fc03958433e8a43" providerId="LiveId" clId="{AE445185-F013-4E27-B402-5F71FF9385C1}" dt="2023-01-03T17:08:22.500" v="869"/>
          <ac:picMkLst>
            <pc:docMk/>
            <pc:sldMk cId="1974607926" sldId="296"/>
            <ac:picMk id="32" creationId="{5449D988-6874-A58E-32BE-413B5139F11E}"/>
          </ac:picMkLst>
        </pc:picChg>
        <pc:picChg chg="add del mod ord">
          <ac:chgData name="Chittaranjan Hens" userId="6fc03958433e8a43" providerId="LiveId" clId="{AE445185-F013-4E27-B402-5F71FF9385C1}" dt="2023-01-03T17:09:55.665" v="879"/>
          <ac:picMkLst>
            <pc:docMk/>
            <pc:sldMk cId="1974607926" sldId="296"/>
            <ac:picMk id="33" creationId="{A9A4D5E0-C3C5-BCFA-03C4-9056BC64874D}"/>
          </ac:picMkLst>
        </pc:picChg>
        <pc:picChg chg="add del mod">
          <ac:chgData name="Chittaranjan Hens" userId="6fc03958433e8a43" providerId="LiveId" clId="{AE445185-F013-4E27-B402-5F71FF9385C1}" dt="2023-01-03T17:09:55.248" v="878"/>
          <ac:picMkLst>
            <pc:docMk/>
            <pc:sldMk cId="1974607926" sldId="296"/>
            <ac:picMk id="37" creationId="{99072AA8-3EEA-12DF-2155-2CC9296B66D0}"/>
          </ac:picMkLst>
        </pc:picChg>
        <pc:picChg chg="add mod ord">
          <ac:chgData name="Chittaranjan Hens" userId="6fc03958433e8a43" providerId="LiveId" clId="{AE445185-F013-4E27-B402-5F71FF9385C1}" dt="2023-01-03T17:10:40.283" v="883"/>
          <ac:picMkLst>
            <pc:docMk/>
            <pc:sldMk cId="1974607926" sldId="296"/>
            <ac:picMk id="38" creationId="{5B2E1C47-079A-C3DF-081E-D065C1DB2C42}"/>
          </ac:picMkLst>
        </pc:picChg>
      </pc:sldChg>
      <pc:sldChg chg="addSp modSp add mod">
        <pc:chgData name="Chittaranjan Hens" userId="6fc03958433e8a43" providerId="LiveId" clId="{AE445185-F013-4E27-B402-5F71FF9385C1}" dt="2023-01-03T17:10:50.504" v="885" actId="167"/>
        <pc:sldMkLst>
          <pc:docMk/>
          <pc:sldMk cId="1419003722" sldId="297"/>
        </pc:sldMkLst>
        <pc:picChg chg="add mod ord">
          <ac:chgData name="Chittaranjan Hens" userId="6fc03958433e8a43" providerId="LiveId" clId="{AE445185-F013-4E27-B402-5F71FF9385C1}" dt="2023-01-03T17:10:50.504" v="885" actId="167"/>
          <ac:picMkLst>
            <pc:docMk/>
            <pc:sldMk cId="1419003722" sldId="297"/>
            <ac:picMk id="52" creationId="{E62C25B2-98D9-DA62-9144-4F576F93659A}"/>
          </ac:picMkLst>
        </pc:picChg>
      </pc:sldChg>
      <pc:sldChg chg="addSp modSp add mod">
        <pc:chgData name="Chittaranjan Hens" userId="6fc03958433e8a43" providerId="LiveId" clId="{AE445185-F013-4E27-B402-5F71FF9385C1}" dt="2023-01-03T17:10:57.910" v="887" actId="167"/>
        <pc:sldMkLst>
          <pc:docMk/>
          <pc:sldMk cId="478051190" sldId="298"/>
        </pc:sldMkLst>
        <pc:picChg chg="add mod ord">
          <ac:chgData name="Chittaranjan Hens" userId="6fc03958433e8a43" providerId="LiveId" clId="{AE445185-F013-4E27-B402-5F71FF9385C1}" dt="2023-01-03T17:10:57.910" v="887" actId="167"/>
          <ac:picMkLst>
            <pc:docMk/>
            <pc:sldMk cId="478051190" sldId="298"/>
            <ac:picMk id="7" creationId="{D49521C3-CCA9-6852-5B0F-C1B21A61DD83}"/>
          </ac:picMkLst>
        </pc:picChg>
      </pc:sldChg>
      <pc:sldChg chg="addSp modSp add mod">
        <pc:chgData name="Chittaranjan Hens" userId="6fc03958433e8a43" providerId="LiveId" clId="{AE445185-F013-4E27-B402-5F71FF9385C1}" dt="2023-01-03T17:11:09.167" v="891" actId="167"/>
        <pc:sldMkLst>
          <pc:docMk/>
          <pc:sldMk cId="121351726" sldId="299"/>
        </pc:sldMkLst>
        <pc:picChg chg="add mod ord">
          <ac:chgData name="Chittaranjan Hens" userId="6fc03958433e8a43" providerId="LiveId" clId="{AE445185-F013-4E27-B402-5F71FF9385C1}" dt="2023-01-03T17:11:09.167" v="891" actId="167"/>
          <ac:picMkLst>
            <pc:docMk/>
            <pc:sldMk cId="121351726" sldId="299"/>
            <ac:picMk id="5" creationId="{189CFBC0-1007-82E6-E7E4-9F911A4B50C1}"/>
          </ac:picMkLst>
        </pc:picChg>
      </pc:sldChg>
      <pc:sldChg chg="addSp modSp add mod">
        <pc:chgData name="Chittaranjan Hens" userId="6fc03958433e8a43" providerId="LiveId" clId="{AE445185-F013-4E27-B402-5F71FF9385C1}" dt="2023-01-03T17:11:14.748" v="893" actId="167"/>
        <pc:sldMkLst>
          <pc:docMk/>
          <pc:sldMk cId="4121662994" sldId="327"/>
        </pc:sldMkLst>
        <pc:picChg chg="add mod ord">
          <ac:chgData name="Chittaranjan Hens" userId="6fc03958433e8a43" providerId="LiveId" clId="{AE445185-F013-4E27-B402-5F71FF9385C1}" dt="2023-01-03T17:11:14.748" v="893" actId="167"/>
          <ac:picMkLst>
            <pc:docMk/>
            <pc:sldMk cId="4121662994" sldId="327"/>
            <ac:picMk id="7" creationId="{242B0C1B-3A8A-4530-250A-BE7DA9940090}"/>
          </ac:picMkLst>
        </pc:picChg>
      </pc:sldChg>
      <pc:sldChg chg="addSp modSp add mod">
        <pc:chgData name="Chittaranjan Hens" userId="6fc03958433e8a43" providerId="LiveId" clId="{AE445185-F013-4E27-B402-5F71FF9385C1}" dt="2023-01-03T17:11:03.211" v="889" actId="167"/>
        <pc:sldMkLst>
          <pc:docMk/>
          <pc:sldMk cId="88886105" sldId="330"/>
        </pc:sldMkLst>
        <pc:picChg chg="add mod ord">
          <ac:chgData name="Chittaranjan Hens" userId="6fc03958433e8a43" providerId="LiveId" clId="{AE445185-F013-4E27-B402-5F71FF9385C1}" dt="2023-01-03T17:11:03.211" v="889" actId="167"/>
          <ac:picMkLst>
            <pc:docMk/>
            <pc:sldMk cId="88886105" sldId="330"/>
            <ac:picMk id="2" creationId="{15DB861F-6AF6-BBA4-FFB8-B3FDCE6C1275}"/>
          </ac:picMkLst>
        </pc:picChg>
      </pc:sldChg>
      <pc:sldChg chg="addSp delSp modSp add del mod">
        <pc:chgData name="Chittaranjan Hens" userId="6fc03958433e8a43" providerId="LiveId" clId="{AE445185-F013-4E27-B402-5F71FF9385C1}" dt="2023-01-04T02:22:06.643" v="908" actId="2890"/>
        <pc:sldMkLst>
          <pc:docMk/>
          <pc:sldMk cId="235514318" sldId="331"/>
        </pc:sldMkLst>
        <pc:picChg chg="add del mod">
          <ac:chgData name="Chittaranjan Hens" userId="6fc03958433e8a43" providerId="LiveId" clId="{AE445185-F013-4E27-B402-5F71FF9385C1}" dt="2023-01-04T02:22:05.056" v="907" actId="1440"/>
          <ac:picMkLst>
            <pc:docMk/>
            <pc:sldMk cId="235514318" sldId="331"/>
            <ac:picMk id="7" creationId="{242B0C1B-3A8A-4530-250A-BE7DA9940090}"/>
          </ac:picMkLst>
        </pc:picChg>
      </pc:sldChg>
      <pc:sldChg chg="addSp delSp modSp add mod">
        <pc:chgData name="Chittaranjan Hens" userId="6fc03958433e8a43" providerId="LiveId" clId="{AE445185-F013-4E27-B402-5F71FF9385C1}" dt="2023-01-04T02:29:16.579" v="985" actId="207"/>
        <pc:sldMkLst>
          <pc:docMk/>
          <pc:sldMk cId="569048894" sldId="331"/>
        </pc:sldMkLst>
        <pc:spChg chg="del">
          <ac:chgData name="Chittaranjan Hens" userId="6fc03958433e8a43" providerId="LiveId" clId="{AE445185-F013-4E27-B402-5F71FF9385C1}" dt="2023-01-04T02:23:42.445" v="912" actId="478"/>
          <ac:spMkLst>
            <pc:docMk/>
            <pc:sldMk cId="569048894" sldId="331"/>
            <ac:spMk id="9" creationId="{A75120FB-78AE-BDDC-4CDD-3E14F3B6F982}"/>
          </ac:spMkLst>
        </pc:spChg>
        <pc:spChg chg="del">
          <ac:chgData name="Chittaranjan Hens" userId="6fc03958433e8a43" providerId="LiveId" clId="{AE445185-F013-4E27-B402-5F71FF9385C1}" dt="2023-01-04T02:23:36.386" v="910" actId="478"/>
          <ac:spMkLst>
            <pc:docMk/>
            <pc:sldMk cId="569048894" sldId="331"/>
            <ac:spMk id="10" creationId="{1C15AE70-CE66-C80A-3774-62D466699564}"/>
          </ac:spMkLst>
        </pc:spChg>
        <pc:spChg chg="del">
          <ac:chgData name="Chittaranjan Hens" userId="6fc03958433e8a43" providerId="LiveId" clId="{AE445185-F013-4E27-B402-5F71FF9385C1}" dt="2023-01-04T02:23:44.968" v="913" actId="478"/>
          <ac:spMkLst>
            <pc:docMk/>
            <pc:sldMk cId="569048894" sldId="331"/>
            <ac:spMk id="11" creationId="{1FF2F98F-485E-1D68-FF73-11DB93DEC4A1}"/>
          </ac:spMkLst>
        </pc:spChg>
        <pc:spChg chg="add mod">
          <ac:chgData name="Chittaranjan Hens" userId="6fc03958433e8a43" providerId="LiveId" clId="{AE445185-F013-4E27-B402-5F71FF9385C1}" dt="2023-01-04T02:28:47.924" v="960" actId="1076"/>
          <ac:spMkLst>
            <pc:docMk/>
            <pc:sldMk cId="569048894" sldId="331"/>
            <ac:spMk id="13" creationId="{606072B6-152B-1B78-B7DF-CC8B7A59BFE6}"/>
          </ac:spMkLst>
        </pc:spChg>
        <pc:spChg chg="add del mod">
          <ac:chgData name="Chittaranjan Hens" userId="6fc03958433e8a43" providerId="LiveId" clId="{AE445185-F013-4E27-B402-5F71FF9385C1}" dt="2023-01-04T02:28:43.421" v="959" actId="478"/>
          <ac:spMkLst>
            <pc:docMk/>
            <pc:sldMk cId="569048894" sldId="331"/>
            <ac:spMk id="15" creationId="{011F0240-892C-55F4-B3D2-B3AF12991600}"/>
          </ac:spMkLst>
        </pc:spChg>
        <pc:spChg chg="add mod">
          <ac:chgData name="Chittaranjan Hens" userId="6fc03958433e8a43" providerId="LiveId" clId="{AE445185-F013-4E27-B402-5F71FF9385C1}" dt="2023-01-04T02:29:16.579" v="985" actId="207"/>
          <ac:spMkLst>
            <pc:docMk/>
            <pc:sldMk cId="569048894" sldId="331"/>
            <ac:spMk id="16" creationId="{9843C92F-A55D-3ED5-B907-61E7D71771B1}"/>
          </ac:spMkLst>
        </pc:spChg>
        <pc:picChg chg="add mod">
          <ac:chgData name="Chittaranjan Hens" userId="6fc03958433e8a43" providerId="LiveId" clId="{AE445185-F013-4E27-B402-5F71FF9385C1}" dt="2023-01-04T02:26:45.584" v="933" actId="1076"/>
          <ac:picMkLst>
            <pc:docMk/>
            <pc:sldMk cId="569048894" sldId="331"/>
            <ac:picMk id="3" creationId="{993204F7-4391-D410-2A5A-55217FC409AB}"/>
          </ac:picMkLst>
        </pc:picChg>
        <pc:picChg chg="mod">
          <ac:chgData name="Chittaranjan Hens" userId="6fc03958433e8a43" providerId="LiveId" clId="{AE445185-F013-4E27-B402-5F71FF9385C1}" dt="2023-01-04T02:26:52.623" v="936" actId="1076"/>
          <ac:picMkLst>
            <pc:docMk/>
            <pc:sldMk cId="569048894" sldId="331"/>
            <ac:picMk id="4" creationId="{A77CDD2A-AFD3-0864-6D67-957A858D6745}"/>
          </ac:picMkLst>
        </pc:picChg>
        <pc:picChg chg="del">
          <ac:chgData name="Chittaranjan Hens" userId="6fc03958433e8a43" providerId="LiveId" clId="{AE445185-F013-4E27-B402-5F71FF9385C1}" dt="2023-01-04T02:23:39.961" v="911" actId="478"/>
          <ac:picMkLst>
            <pc:docMk/>
            <pc:sldMk cId="569048894" sldId="331"/>
            <ac:picMk id="6" creationId="{2379BE4A-499A-5A0A-60BA-F746720A2694}"/>
          </ac:picMkLst>
        </pc:picChg>
        <pc:picChg chg="add mod">
          <ac:chgData name="Chittaranjan Hens" userId="6fc03958433e8a43" providerId="LiveId" clId="{AE445185-F013-4E27-B402-5F71FF9385C1}" dt="2023-01-04T02:26:49.068" v="934" actId="1076"/>
          <ac:picMkLst>
            <pc:docMk/>
            <pc:sldMk cId="569048894" sldId="331"/>
            <ac:picMk id="7" creationId="{ADBD6A3F-8178-A1FC-F7D2-45F0E5A90BFA}"/>
          </ac:picMkLst>
        </pc:picChg>
        <pc:picChg chg="del">
          <ac:chgData name="Chittaranjan Hens" userId="6fc03958433e8a43" providerId="LiveId" clId="{AE445185-F013-4E27-B402-5F71FF9385C1}" dt="2023-01-04T02:23:47.542" v="914" actId="478"/>
          <ac:picMkLst>
            <pc:docMk/>
            <pc:sldMk cId="569048894" sldId="331"/>
            <ac:picMk id="17" creationId="{B9679940-21A7-2F06-671B-47B41B7374D7}"/>
          </ac:picMkLst>
        </pc:picChg>
      </pc:sldChg>
      <pc:sldChg chg="delSp add mod">
        <pc:chgData name="Chittaranjan Hens" userId="6fc03958433e8a43" providerId="LiveId" clId="{AE445185-F013-4E27-B402-5F71FF9385C1}" dt="2023-01-04T02:28:33.140" v="958" actId="478"/>
        <pc:sldMkLst>
          <pc:docMk/>
          <pc:sldMk cId="4428162" sldId="332"/>
        </pc:sldMkLst>
        <pc:spChg chg="del">
          <ac:chgData name="Chittaranjan Hens" userId="6fc03958433e8a43" providerId="LiveId" clId="{AE445185-F013-4E27-B402-5F71FF9385C1}" dt="2023-01-04T02:28:33.140" v="958" actId="478"/>
          <ac:spMkLst>
            <pc:docMk/>
            <pc:sldMk cId="4428162" sldId="332"/>
            <ac:spMk id="15" creationId="{011F0240-892C-55F4-B3D2-B3AF12991600}"/>
          </ac:spMkLst>
        </pc:spChg>
      </pc:sldChg>
      <pc:sldChg chg="add del">
        <pc:chgData name="Chittaranjan Hens" userId="6fc03958433e8a43" providerId="LiveId" clId="{AE445185-F013-4E27-B402-5F71FF9385C1}" dt="2023-01-04T02:24:01.043" v="916" actId="47"/>
        <pc:sldMkLst>
          <pc:docMk/>
          <pc:sldMk cId="3097186255" sldId="332"/>
        </pc:sldMkLst>
      </pc:sldChg>
      <pc:sldChg chg="modSp add mod">
        <pc:chgData name="Chittaranjan Hens" userId="6fc03958433e8a43" providerId="LiveId" clId="{AE445185-F013-4E27-B402-5F71FF9385C1}" dt="2023-01-04T02:39:52.058" v="1271" actId="1076"/>
        <pc:sldMkLst>
          <pc:docMk/>
          <pc:sldMk cId="1251487997" sldId="333"/>
        </pc:sldMkLst>
        <pc:spChg chg="mod">
          <ac:chgData name="Chittaranjan Hens" userId="6fc03958433e8a43" providerId="LiveId" clId="{AE445185-F013-4E27-B402-5F71FF9385C1}" dt="2023-01-04T02:39:52.058" v="1271" actId="1076"/>
          <ac:spMkLst>
            <pc:docMk/>
            <pc:sldMk cId="1251487997" sldId="333"/>
            <ac:spMk id="15" creationId="{011F0240-892C-55F4-B3D2-B3AF12991600}"/>
          </ac:spMkLst>
        </pc:spChg>
      </pc:sldChg>
      <pc:sldChg chg="addSp delSp modSp add mod ord">
        <pc:chgData name="Chittaranjan Hens" userId="6fc03958433e8a43" providerId="LiveId" clId="{AE445185-F013-4E27-B402-5F71FF9385C1}" dt="2023-01-04T02:36:25.932" v="1082" actId="478"/>
        <pc:sldMkLst>
          <pc:docMk/>
          <pc:sldMk cId="2298120832" sldId="334"/>
        </pc:sldMkLst>
        <pc:spChg chg="mod">
          <ac:chgData name="Chittaranjan Hens" userId="6fc03958433e8a43" providerId="LiveId" clId="{AE445185-F013-4E27-B402-5F71FF9385C1}" dt="2023-01-04T02:32:08.471" v="1033" actId="1076"/>
          <ac:spMkLst>
            <pc:docMk/>
            <pc:sldMk cId="2298120832" sldId="334"/>
            <ac:spMk id="8" creationId="{25DB9404-1245-DBD1-0A6B-C45569333CB3}"/>
          </ac:spMkLst>
        </pc:spChg>
        <pc:spChg chg="add del mod">
          <ac:chgData name="Chittaranjan Hens" userId="6fc03958433e8a43" providerId="LiveId" clId="{AE445185-F013-4E27-B402-5F71FF9385C1}" dt="2023-01-04T02:34:15.616" v="1049" actId="478"/>
          <ac:spMkLst>
            <pc:docMk/>
            <pc:sldMk cId="2298120832" sldId="334"/>
            <ac:spMk id="10" creationId="{7CAC36BD-3393-6F79-0B70-8B0E059D5A1A}"/>
          </ac:spMkLst>
        </pc:spChg>
        <pc:spChg chg="del">
          <ac:chgData name="Chittaranjan Hens" userId="6fc03958433e8a43" providerId="LiveId" clId="{AE445185-F013-4E27-B402-5F71FF9385C1}" dt="2023-01-04T02:30:54.494" v="991" actId="478"/>
          <ac:spMkLst>
            <pc:docMk/>
            <pc:sldMk cId="2298120832" sldId="334"/>
            <ac:spMk id="13" creationId="{606072B6-152B-1B78-B7DF-CC8B7A59BFE6}"/>
          </ac:spMkLst>
        </pc:spChg>
        <pc:spChg chg="add del mod">
          <ac:chgData name="Chittaranjan Hens" userId="6fc03958433e8a43" providerId="LiveId" clId="{AE445185-F013-4E27-B402-5F71FF9385C1}" dt="2023-01-04T02:36:25.932" v="1082" actId="478"/>
          <ac:spMkLst>
            <pc:docMk/>
            <pc:sldMk cId="2298120832" sldId="334"/>
            <ac:spMk id="15" creationId="{7009F22E-0923-8C49-F56D-B442E6C28490}"/>
          </ac:spMkLst>
        </pc:spChg>
        <pc:spChg chg="add del mod">
          <ac:chgData name="Chittaranjan Hens" userId="6fc03958433e8a43" providerId="LiveId" clId="{AE445185-F013-4E27-B402-5F71FF9385C1}" dt="2023-01-04T02:36:25.932" v="1082" actId="478"/>
          <ac:spMkLst>
            <pc:docMk/>
            <pc:sldMk cId="2298120832" sldId="334"/>
            <ac:spMk id="17" creationId="{7AFDFA64-62F3-27C4-2FF5-73D72F20A01B}"/>
          </ac:spMkLst>
        </pc:spChg>
        <pc:spChg chg="add del mod">
          <ac:chgData name="Chittaranjan Hens" userId="6fc03958433e8a43" providerId="LiveId" clId="{AE445185-F013-4E27-B402-5F71FF9385C1}" dt="2023-01-04T02:36:25.932" v="1082" actId="478"/>
          <ac:spMkLst>
            <pc:docMk/>
            <pc:sldMk cId="2298120832" sldId="334"/>
            <ac:spMk id="19" creationId="{231B7F6E-0B32-5162-5C41-6A07E7D2F681}"/>
          </ac:spMkLst>
        </pc:spChg>
        <pc:graphicFrameChg chg="add del mod">
          <ac:chgData name="Chittaranjan Hens" userId="6fc03958433e8a43" providerId="LiveId" clId="{AE445185-F013-4E27-B402-5F71FF9385C1}" dt="2023-01-04T02:36:25.932" v="1082" actId="478"/>
          <ac:graphicFrameMkLst>
            <pc:docMk/>
            <pc:sldMk cId="2298120832" sldId="334"/>
            <ac:graphicFrameMk id="11" creationId="{A25EE226-FC1E-6DE7-6DAA-CA1453567AAA}"/>
          </ac:graphicFrameMkLst>
        </pc:graphicFrameChg>
        <pc:graphicFrameChg chg="add del mod">
          <ac:chgData name="Chittaranjan Hens" userId="6fc03958433e8a43" providerId="LiveId" clId="{AE445185-F013-4E27-B402-5F71FF9385C1}" dt="2023-01-04T02:36:25.932" v="1082" actId="478"/>
          <ac:graphicFrameMkLst>
            <pc:docMk/>
            <pc:sldMk cId="2298120832" sldId="334"/>
            <ac:graphicFrameMk id="12" creationId="{A9E04F6C-81BB-0109-3A28-1EEE1A178087}"/>
          </ac:graphicFrameMkLst>
        </pc:graphicFrameChg>
        <pc:picChg chg="del">
          <ac:chgData name="Chittaranjan Hens" userId="6fc03958433e8a43" providerId="LiveId" clId="{AE445185-F013-4E27-B402-5F71FF9385C1}" dt="2023-01-04T02:30:51.698" v="990" actId="478"/>
          <ac:picMkLst>
            <pc:docMk/>
            <pc:sldMk cId="2298120832" sldId="334"/>
            <ac:picMk id="3" creationId="{993204F7-4391-D410-2A5A-55217FC409AB}"/>
          </ac:picMkLst>
        </pc:picChg>
        <pc:picChg chg="mod">
          <ac:chgData name="Chittaranjan Hens" userId="6fc03958433e8a43" providerId="LiveId" clId="{AE445185-F013-4E27-B402-5F71FF9385C1}" dt="2023-01-04T02:33:34.241" v="1044" actId="1076"/>
          <ac:picMkLst>
            <pc:docMk/>
            <pc:sldMk cId="2298120832" sldId="334"/>
            <ac:picMk id="4" creationId="{A77CDD2A-AFD3-0864-6D67-957A858D6745}"/>
          </ac:picMkLst>
        </pc:picChg>
        <pc:picChg chg="add del mod">
          <ac:chgData name="Chittaranjan Hens" userId="6fc03958433e8a43" providerId="LiveId" clId="{AE445185-F013-4E27-B402-5F71FF9385C1}" dt="2023-01-04T02:31:36.718" v="997" actId="478"/>
          <ac:picMkLst>
            <pc:docMk/>
            <pc:sldMk cId="2298120832" sldId="334"/>
            <ac:picMk id="5" creationId="{A8DB39B3-7491-A91D-652B-93C329D52018}"/>
          </ac:picMkLst>
        </pc:picChg>
        <pc:picChg chg="del">
          <ac:chgData name="Chittaranjan Hens" userId="6fc03958433e8a43" providerId="LiveId" clId="{AE445185-F013-4E27-B402-5F71FF9385C1}" dt="2023-01-04T02:30:49.930" v="989" actId="478"/>
          <ac:picMkLst>
            <pc:docMk/>
            <pc:sldMk cId="2298120832" sldId="334"/>
            <ac:picMk id="7" creationId="{ADBD6A3F-8178-A1FC-F7D2-45F0E5A90BFA}"/>
          </ac:picMkLst>
        </pc:picChg>
        <pc:picChg chg="add mod">
          <ac:chgData name="Chittaranjan Hens" userId="6fc03958433e8a43" providerId="LiveId" clId="{AE445185-F013-4E27-B402-5F71FF9385C1}" dt="2023-01-04T02:33:38.312" v="1046" actId="1076"/>
          <ac:picMkLst>
            <pc:docMk/>
            <pc:sldMk cId="2298120832" sldId="334"/>
            <ac:picMk id="9" creationId="{F27A554E-C662-3CD0-3D05-62B124CCAC67}"/>
          </ac:picMkLst>
        </pc:picChg>
      </pc:sldChg>
      <pc:sldChg chg="modSp add mod ord">
        <pc:chgData name="Chittaranjan Hens" userId="6fc03958433e8a43" providerId="LiveId" clId="{AE445185-F013-4E27-B402-5F71FF9385C1}" dt="2023-01-04T04:53:19.403" v="1647" actId="1076"/>
        <pc:sldMkLst>
          <pc:docMk/>
          <pc:sldMk cId="204522122" sldId="335"/>
        </pc:sldMkLst>
        <pc:spChg chg="mod">
          <ac:chgData name="Chittaranjan Hens" userId="6fc03958433e8a43" providerId="LiveId" clId="{AE445185-F013-4E27-B402-5F71FF9385C1}" dt="2023-01-04T02:39:31.574" v="1267" actId="14100"/>
          <ac:spMkLst>
            <pc:docMk/>
            <pc:sldMk cId="204522122" sldId="335"/>
            <ac:spMk id="15" creationId="{7009F22E-0923-8C49-F56D-B442E6C28490}"/>
          </ac:spMkLst>
        </pc:spChg>
        <pc:spChg chg="mod">
          <ac:chgData name="Chittaranjan Hens" userId="6fc03958433e8a43" providerId="LiveId" clId="{AE445185-F013-4E27-B402-5F71FF9385C1}" dt="2023-01-04T02:40:14.048" v="1273" actId="403"/>
          <ac:spMkLst>
            <pc:docMk/>
            <pc:sldMk cId="204522122" sldId="335"/>
            <ac:spMk id="17" creationId="{7AFDFA64-62F3-27C4-2FF5-73D72F20A01B}"/>
          </ac:spMkLst>
        </pc:spChg>
        <pc:spChg chg="mod">
          <ac:chgData name="Chittaranjan Hens" userId="6fc03958433e8a43" providerId="LiveId" clId="{AE445185-F013-4E27-B402-5F71FF9385C1}" dt="2023-01-04T02:40:10.168" v="1272" actId="403"/>
          <ac:spMkLst>
            <pc:docMk/>
            <pc:sldMk cId="204522122" sldId="335"/>
            <ac:spMk id="19" creationId="{231B7F6E-0B32-5162-5C41-6A07E7D2F681}"/>
          </ac:spMkLst>
        </pc:spChg>
        <pc:graphicFrameChg chg="mod">
          <ac:chgData name="Chittaranjan Hens" userId="6fc03958433e8a43" providerId="LiveId" clId="{AE445185-F013-4E27-B402-5F71FF9385C1}" dt="2023-01-04T04:53:19.403" v="1647" actId="1076"/>
          <ac:graphicFrameMkLst>
            <pc:docMk/>
            <pc:sldMk cId="204522122" sldId="335"/>
            <ac:graphicFrameMk id="11" creationId="{A25EE226-FC1E-6DE7-6DAA-CA1453567AAA}"/>
          </ac:graphicFrameMkLst>
        </pc:graphicFrameChg>
        <pc:graphicFrameChg chg="mod">
          <ac:chgData name="Chittaranjan Hens" userId="6fc03958433e8a43" providerId="LiveId" clId="{AE445185-F013-4E27-B402-5F71FF9385C1}" dt="2023-01-04T04:53:15.375" v="1646" actId="1076"/>
          <ac:graphicFrameMkLst>
            <pc:docMk/>
            <pc:sldMk cId="204522122" sldId="335"/>
            <ac:graphicFrameMk id="12" creationId="{A9E04F6C-81BB-0109-3A28-1EEE1A178087}"/>
          </ac:graphicFrameMkLst>
        </pc:graphicFrameChg>
        <pc:picChg chg="mod">
          <ac:chgData name="Chittaranjan Hens" userId="6fc03958433e8a43" providerId="LiveId" clId="{AE445185-F013-4E27-B402-5F71FF9385C1}" dt="2023-01-04T02:39:03.432" v="1101" actId="1076"/>
          <ac:picMkLst>
            <pc:docMk/>
            <pc:sldMk cId="204522122" sldId="335"/>
            <ac:picMk id="4" creationId="{A77CDD2A-AFD3-0864-6D67-957A858D6745}"/>
          </ac:picMkLst>
        </pc:picChg>
      </pc:sldChg>
      <pc:sldChg chg="add del">
        <pc:chgData name="Chittaranjan Hens" userId="6fc03958433e8a43" providerId="LiveId" clId="{AE445185-F013-4E27-B402-5F71FF9385C1}" dt="2023-01-04T02:30:58.714" v="993"/>
        <pc:sldMkLst>
          <pc:docMk/>
          <pc:sldMk cId="2004334237" sldId="335"/>
        </pc:sldMkLst>
      </pc:sldChg>
      <pc:sldChg chg="addSp delSp modSp add mod">
        <pc:chgData name="Chittaranjan Hens" userId="6fc03958433e8a43" providerId="LiveId" clId="{AE445185-F013-4E27-B402-5F71FF9385C1}" dt="2023-01-04T02:40:28.480" v="1275" actId="1076"/>
        <pc:sldMkLst>
          <pc:docMk/>
          <pc:sldMk cId="2201819629" sldId="336"/>
        </pc:sldMkLst>
        <pc:spChg chg="mod">
          <ac:chgData name="Chittaranjan Hens" userId="6fc03958433e8a43" providerId="LiveId" clId="{AE445185-F013-4E27-B402-5F71FF9385C1}" dt="2023-01-04T02:40:28.480" v="1275" actId="1076"/>
          <ac:spMkLst>
            <pc:docMk/>
            <pc:sldMk cId="2201819629" sldId="336"/>
            <ac:spMk id="8" creationId="{25DB9404-1245-DBD1-0A6B-C45569333CB3}"/>
          </ac:spMkLst>
        </pc:spChg>
        <pc:picChg chg="add mod">
          <ac:chgData name="Chittaranjan Hens" userId="6fc03958433e8a43" providerId="LiveId" clId="{AE445185-F013-4E27-B402-5F71FF9385C1}" dt="2023-01-04T02:37:48.879" v="1090" actId="1076"/>
          <ac:picMkLst>
            <pc:docMk/>
            <pc:sldMk cId="2201819629" sldId="336"/>
            <ac:picMk id="3" creationId="{D07A7288-5375-7A69-4D96-46877941B9F1}"/>
          </ac:picMkLst>
        </pc:picChg>
        <pc:picChg chg="add mod">
          <ac:chgData name="Chittaranjan Hens" userId="6fc03958433e8a43" providerId="LiveId" clId="{AE445185-F013-4E27-B402-5F71FF9385C1}" dt="2023-01-04T02:38:12.988" v="1094" actId="14100"/>
          <ac:picMkLst>
            <pc:docMk/>
            <pc:sldMk cId="2201819629" sldId="336"/>
            <ac:picMk id="6" creationId="{DF87E07C-F7DF-F0BE-C52D-41F1CDAAB8DF}"/>
          </ac:picMkLst>
        </pc:picChg>
        <pc:picChg chg="del">
          <ac:chgData name="Chittaranjan Hens" userId="6fc03958433e8a43" providerId="LiveId" clId="{AE445185-F013-4E27-B402-5F71FF9385C1}" dt="2023-01-04T02:37:22.066" v="1086" actId="478"/>
          <ac:picMkLst>
            <pc:docMk/>
            <pc:sldMk cId="2201819629" sldId="336"/>
            <ac:picMk id="9" creationId="{F27A554E-C662-3CD0-3D05-62B124CCAC67}"/>
          </ac:picMkLst>
        </pc:picChg>
      </pc:sldChg>
      <pc:sldChg chg="addSp modSp add mod">
        <pc:chgData name="Chittaranjan Hens" userId="6fc03958433e8a43" providerId="LiveId" clId="{AE445185-F013-4E27-B402-5F71FF9385C1}" dt="2023-01-04T02:40:23.798" v="1274" actId="1076"/>
        <pc:sldMkLst>
          <pc:docMk/>
          <pc:sldMk cId="2328464785" sldId="337"/>
        </pc:sldMkLst>
        <pc:spChg chg="mod">
          <ac:chgData name="Chittaranjan Hens" userId="6fc03958433e8a43" providerId="LiveId" clId="{AE445185-F013-4E27-B402-5F71FF9385C1}" dt="2023-01-04T02:40:23.798" v="1274" actId="1076"/>
          <ac:spMkLst>
            <pc:docMk/>
            <pc:sldMk cId="2328464785" sldId="337"/>
            <ac:spMk id="8" creationId="{25DB9404-1245-DBD1-0A6B-C45569333CB3}"/>
          </ac:spMkLst>
        </pc:spChg>
        <pc:picChg chg="add mod">
          <ac:chgData name="Chittaranjan Hens" userId="6fc03958433e8a43" providerId="LiveId" clId="{AE445185-F013-4E27-B402-5F71FF9385C1}" dt="2023-01-04T02:38:52.901" v="1100" actId="1076"/>
          <ac:picMkLst>
            <pc:docMk/>
            <pc:sldMk cId="2328464785" sldId="337"/>
            <ac:picMk id="5" creationId="{C0490890-8F80-0EBA-E747-4CE42729424E}"/>
          </ac:picMkLst>
        </pc:picChg>
      </pc:sldChg>
      <pc:sldChg chg="addSp delSp modSp add mod modAnim">
        <pc:chgData name="Chittaranjan Hens" userId="6fc03958433e8a43" providerId="LiveId" clId="{AE445185-F013-4E27-B402-5F71FF9385C1}" dt="2023-01-04T04:36:08.514" v="1371" actId="1076"/>
        <pc:sldMkLst>
          <pc:docMk/>
          <pc:sldMk cId="95184056" sldId="338"/>
        </pc:sldMkLst>
        <pc:spChg chg="add mod">
          <ac:chgData name="Chittaranjan Hens" userId="6fc03958433e8a43" providerId="LiveId" clId="{AE445185-F013-4E27-B402-5F71FF9385C1}" dt="2023-01-04T04:36:08.514" v="1371" actId="1076"/>
          <ac:spMkLst>
            <pc:docMk/>
            <pc:sldMk cId="95184056" sldId="338"/>
            <ac:spMk id="2" creationId="{17EFBCC4-4E7C-C0DE-D6E6-8460011F3537}"/>
          </ac:spMkLst>
        </pc:spChg>
        <pc:spChg chg="mod">
          <ac:chgData name="Chittaranjan Hens" userId="6fc03958433e8a43" providerId="LiveId" clId="{AE445185-F013-4E27-B402-5F71FF9385C1}" dt="2023-01-04T02:44:23.869" v="1328" actId="20577"/>
          <ac:spMkLst>
            <pc:docMk/>
            <pc:sldMk cId="95184056" sldId="338"/>
            <ac:spMk id="8" creationId="{25DB9404-1245-DBD1-0A6B-C45569333CB3}"/>
          </ac:spMkLst>
        </pc:spChg>
        <pc:spChg chg="add del mod ord">
          <ac:chgData name="Chittaranjan Hens" userId="6fc03958433e8a43" providerId="LiveId" clId="{AE445185-F013-4E27-B402-5F71FF9385C1}" dt="2023-01-04T02:42:41.041" v="1293" actId="478"/>
          <ac:spMkLst>
            <pc:docMk/>
            <pc:sldMk cId="95184056" sldId="338"/>
            <ac:spMk id="9" creationId="{BD72F173-B576-A235-4A53-384FE86FD2F2}"/>
          </ac:spMkLst>
        </pc:spChg>
        <pc:spChg chg="add mod">
          <ac:chgData name="Chittaranjan Hens" userId="6fc03958433e8a43" providerId="LiveId" clId="{AE445185-F013-4E27-B402-5F71FF9385C1}" dt="2023-01-04T02:42:56.077" v="1295" actId="17032"/>
          <ac:spMkLst>
            <pc:docMk/>
            <pc:sldMk cId="95184056" sldId="338"/>
            <ac:spMk id="10" creationId="{5B2FF2BA-DE78-EC9D-93CE-C63F11400F60}"/>
          </ac:spMkLst>
        </pc:spChg>
        <pc:spChg chg="add mod">
          <ac:chgData name="Chittaranjan Hens" userId="6fc03958433e8a43" providerId="LiveId" clId="{AE445185-F013-4E27-B402-5F71FF9385C1}" dt="2023-01-04T02:43:14.412" v="1299" actId="14100"/>
          <ac:spMkLst>
            <pc:docMk/>
            <pc:sldMk cId="95184056" sldId="338"/>
            <ac:spMk id="11" creationId="{1ECC6032-C15C-9656-1F37-5F2F74B3FB04}"/>
          </ac:spMkLst>
        </pc:spChg>
        <pc:spChg chg="add mod">
          <ac:chgData name="Chittaranjan Hens" userId="6fc03958433e8a43" providerId="LiveId" clId="{AE445185-F013-4E27-B402-5F71FF9385C1}" dt="2023-01-04T02:43:33.126" v="1302" actId="14100"/>
          <ac:spMkLst>
            <pc:docMk/>
            <pc:sldMk cId="95184056" sldId="338"/>
            <ac:spMk id="12" creationId="{B691987A-3764-9419-6FFB-B14225DCDFD4}"/>
          </ac:spMkLst>
        </pc:spChg>
        <pc:spChg chg="add mod">
          <ac:chgData name="Chittaranjan Hens" userId="6fc03958433e8a43" providerId="LiveId" clId="{AE445185-F013-4E27-B402-5F71FF9385C1}" dt="2023-01-04T02:44:13.294" v="1304" actId="13822"/>
          <ac:spMkLst>
            <pc:docMk/>
            <pc:sldMk cId="95184056" sldId="338"/>
            <ac:spMk id="13" creationId="{34662442-519B-EFC4-D1A3-6781D4F2CA77}"/>
          </ac:spMkLst>
        </pc:spChg>
        <pc:picChg chg="del">
          <ac:chgData name="Chittaranjan Hens" userId="6fc03958433e8a43" providerId="LiveId" clId="{AE445185-F013-4E27-B402-5F71FF9385C1}" dt="2023-01-04T02:41:10.708" v="1277" actId="478"/>
          <ac:picMkLst>
            <pc:docMk/>
            <pc:sldMk cId="95184056" sldId="338"/>
            <ac:picMk id="3" creationId="{D07A7288-5375-7A69-4D96-46877941B9F1}"/>
          </ac:picMkLst>
        </pc:picChg>
        <pc:picChg chg="del">
          <ac:chgData name="Chittaranjan Hens" userId="6fc03958433e8a43" providerId="LiveId" clId="{AE445185-F013-4E27-B402-5F71FF9385C1}" dt="2023-01-04T02:41:10.708" v="1277" actId="478"/>
          <ac:picMkLst>
            <pc:docMk/>
            <pc:sldMk cId="95184056" sldId="338"/>
            <ac:picMk id="5" creationId="{C0490890-8F80-0EBA-E747-4CE42729424E}"/>
          </ac:picMkLst>
        </pc:picChg>
        <pc:picChg chg="del">
          <ac:chgData name="Chittaranjan Hens" userId="6fc03958433e8a43" providerId="LiveId" clId="{AE445185-F013-4E27-B402-5F71FF9385C1}" dt="2023-01-04T02:41:10.708" v="1277" actId="478"/>
          <ac:picMkLst>
            <pc:docMk/>
            <pc:sldMk cId="95184056" sldId="338"/>
            <ac:picMk id="6" creationId="{DF87E07C-F7DF-F0BE-C52D-41F1CDAAB8DF}"/>
          </ac:picMkLst>
        </pc:picChg>
        <pc:picChg chg="add mod">
          <ac:chgData name="Chittaranjan Hens" userId="6fc03958433e8a43" providerId="LiveId" clId="{AE445185-F013-4E27-B402-5F71FF9385C1}" dt="2023-01-04T02:41:39.870" v="1284" actId="1076"/>
          <ac:picMkLst>
            <pc:docMk/>
            <pc:sldMk cId="95184056" sldId="338"/>
            <ac:picMk id="7" creationId="{29C962CC-3925-3089-28A9-24A7D7D06E29}"/>
          </ac:picMkLst>
        </pc:picChg>
      </pc:sldChg>
      <pc:sldChg chg="addSp delSp modSp add del mod">
        <pc:chgData name="Chittaranjan Hens" userId="6fc03958433e8a43" providerId="LiveId" clId="{AE445185-F013-4E27-B402-5F71FF9385C1}" dt="2023-01-04T04:39:48.601" v="1454" actId="47"/>
        <pc:sldMkLst>
          <pc:docMk/>
          <pc:sldMk cId="2131996603" sldId="339"/>
        </pc:sldMkLst>
        <pc:spChg chg="add mod">
          <ac:chgData name="Chittaranjan Hens" userId="6fc03958433e8a43" providerId="LiveId" clId="{AE445185-F013-4E27-B402-5F71FF9385C1}" dt="2023-01-04T04:37:17.513" v="1376" actId="1076"/>
          <ac:spMkLst>
            <pc:docMk/>
            <pc:sldMk cId="2131996603" sldId="339"/>
            <ac:spMk id="3" creationId="{4EE4C12F-55AC-E942-7788-00ADAFADC326}"/>
          </ac:spMkLst>
        </pc:spChg>
        <pc:spChg chg="add del mod">
          <ac:chgData name="Chittaranjan Hens" userId="6fc03958433e8a43" providerId="LiveId" clId="{AE445185-F013-4E27-B402-5F71FF9385C1}" dt="2023-01-04T04:36:00.908" v="1369" actId="21"/>
          <ac:spMkLst>
            <pc:docMk/>
            <pc:sldMk cId="2131996603" sldId="339"/>
            <ac:spMk id="5" creationId="{D97F98B8-3484-9FAC-D977-AE3CA23C16E9}"/>
          </ac:spMkLst>
        </pc:spChg>
        <pc:spChg chg="mod">
          <ac:chgData name="Chittaranjan Hens" userId="6fc03958433e8a43" providerId="LiveId" clId="{AE445185-F013-4E27-B402-5F71FF9385C1}" dt="2023-01-04T02:48:56.943" v="1366" actId="20577"/>
          <ac:spMkLst>
            <pc:docMk/>
            <pc:sldMk cId="2131996603" sldId="339"/>
            <ac:spMk id="8" creationId="{25DB9404-1245-DBD1-0A6B-C45569333CB3}"/>
          </ac:spMkLst>
        </pc:spChg>
        <pc:spChg chg="add mod">
          <ac:chgData name="Chittaranjan Hens" userId="6fc03958433e8a43" providerId="LiveId" clId="{AE445185-F013-4E27-B402-5F71FF9385C1}" dt="2023-01-04T04:39:02.573" v="1444" actId="207"/>
          <ac:spMkLst>
            <pc:docMk/>
            <pc:sldMk cId="2131996603" sldId="339"/>
            <ac:spMk id="9" creationId="{066AF049-D512-A892-5A10-3D94F0915DC9}"/>
          </ac:spMkLst>
        </pc:spChg>
        <pc:spChg chg="add mod">
          <ac:chgData name="Chittaranjan Hens" userId="6fc03958433e8a43" providerId="LiveId" clId="{AE445185-F013-4E27-B402-5F71FF9385C1}" dt="2023-01-04T04:38:53.350" v="1441" actId="1076"/>
          <ac:spMkLst>
            <pc:docMk/>
            <pc:sldMk cId="2131996603" sldId="339"/>
            <ac:spMk id="10" creationId="{E3406E0F-131E-3B82-367A-1F54A5A56E1F}"/>
          </ac:spMkLst>
        </pc:spChg>
        <pc:picChg chg="del">
          <ac:chgData name="Chittaranjan Hens" userId="6fc03958433e8a43" providerId="LiveId" clId="{AE445185-F013-4E27-B402-5F71FF9385C1}" dt="2023-01-04T02:44:42.891" v="1330" actId="478"/>
          <ac:picMkLst>
            <pc:docMk/>
            <pc:sldMk cId="2131996603" sldId="339"/>
            <ac:picMk id="3" creationId="{D07A7288-5375-7A69-4D96-46877941B9F1}"/>
          </ac:picMkLst>
        </pc:picChg>
        <pc:picChg chg="mod">
          <ac:chgData name="Chittaranjan Hens" userId="6fc03958433e8a43" providerId="LiveId" clId="{AE445185-F013-4E27-B402-5F71FF9385C1}" dt="2023-01-04T02:47:02.166" v="1354" actId="1076"/>
          <ac:picMkLst>
            <pc:docMk/>
            <pc:sldMk cId="2131996603" sldId="339"/>
            <ac:picMk id="4" creationId="{A77CDD2A-AFD3-0864-6D67-957A858D6745}"/>
          </ac:picMkLst>
        </pc:picChg>
        <pc:picChg chg="del">
          <ac:chgData name="Chittaranjan Hens" userId="6fc03958433e8a43" providerId="LiveId" clId="{AE445185-F013-4E27-B402-5F71FF9385C1}" dt="2023-01-04T02:44:42.891" v="1330" actId="478"/>
          <ac:picMkLst>
            <pc:docMk/>
            <pc:sldMk cId="2131996603" sldId="339"/>
            <ac:picMk id="6" creationId="{DF87E07C-F7DF-F0BE-C52D-41F1CDAAB8DF}"/>
          </ac:picMkLst>
        </pc:picChg>
        <pc:picChg chg="add mod">
          <ac:chgData name="Chittaranjan Hens" userId="6fc03958433e8a43" providerId="LiveId" clId="{AE445185-F013-4E27-B402-5F71FF9385C1}" dt="2023-01-04T04:37:38.704" v="1378" actId="1076"/>
          <ac:picMkLst>
            <pc:docMk/>
            <pc:sldMk cId="2131996603" sldId="339"/>
            <ac:picMk id="7" creationId="{0765C4CA-490D-EDA8-37C4-39553CE789F0}"/>
          </ac:picMkLst>
        </pc:picChg>
      </pc:sldChg>
      <pc:sldChg chg="add del">
        <pc:chgData name="Chittaranjan Hens" userId="6fc03958433e8a43" providerId="LiveId" clId="{AE445185-F013-4E27-B402-5F71FF9385C1}" dt="2023-01-04T02:41:20.907" v="1279" actId="47"/>
        <pc:sldMkLst>
          <pc:docMk/>
          <pc:sldMk cId="2817914908" sldId="339"/>
        </pc:sldMkLst>
      </pc:sldChg>
      <pc:sldChg chg="addSp delSp modSp add mod">
        <pc:chgData name="Chittaranjan Hens" userId="6fc03958433e8a43" providerId="LiveId" clId="{AE445185-F013-4E27-B402-5F71FF9385C1}" dt="2023-01-04T04:39:55.913" v="1456" actId="478"/>
        <pc:sldMkLst>
          <pc:docMk/>
          <pc:sldMk cId="3817621952" sldId="340"/>
        </pc:sldMkLst>
        <pc:spChg chg="mod">
          <ac:chgData name="Chittaranjan Hens" userId="6fc03958433e8a43" providerId="LiveId" clId="{AE445185-F013-4E27-B402-5F71FF9385C1}" dt="2023-01-04T04:39:32.977" v="1449" actId="1076"/>
          <ac:spMkLst>
            <pc:docMk/>
            <pc:sldMk cId="3817621952" sldId="340"/>
            <ac:spMk id="9" creationId="{066AF049-D512-A892-5A10-3D94F0915DC9}"/>
          </ac:spMkLst>
        </pc:spChg>
        <pc:spChg chg="mod">
          <ac:chgData name="Chittaranjan Hens" userId="6fc03958433e8a43" providerId="LiveId" clId="{AE445185-F013-4E27-B402-5F71FF9385C1}" dt="2023-01-04T04:39:46.193" v="1453" actId="14100"/>
          <ac:spMkLst>
            <pc:docMk/>
            <pc:sldMk cId="3817621952" sldId="340"/>
            <ac:spMk id="10" creationId="{E3406E0F-131E-3B82-367A-1F54A5A56E1F}"/>
          </ac:spMkLst>
        </pc:spChg>
        <pc:picChg chg="add del mod">
          <ac:chgData name="Chittaranjan Hens" userId="6fc03958433e8a43" providerId="LiveId" clId="{AE445185-F013-4E27-B402-5F71FF9385C1}" dt="2023-01-04T04:39:55.913" v="1456" actId="478"/>
          <ac:picMkLst>
            <pc:docMk/>
            <pc:sldMk cId="3817621952" sldId="340"/>
            <ac:picMk id="5" creationId="{BB426661-9216-4530-8BF3-3D6EF34F6FF3}"/>
          </ac:picMkLst>
        </pc:picChg>
        <pc:picChg chg="mod">
          <ac:chgData name="Chittaranjan Hens" userId="6fc03958433e8a43" providerId="LiveId" clId="{AE445185-F013-4E27-B402-5F71FF9385C1}" dt="2023-01-04T04:39:37.098" v="1450" actId="1076"/>
          <ac:picMkLst>
            <pc:docMk/>
            <pc:sldMk cId="3817621952" sldId="340"/>
            <ac:picMk id="7" creationId="{0765C4CA-490D-EDA8-37C4-39553CE789F0}"/>
          </ac:picMkLst>
        </pc:picChg>
      </pc:sldChg>
      <pc:sldChg chg="modSp add del mod">
        <pc:chgData name="Chittaranjan Hens" userId="6fc03958433e8a43" providerId="LiveId" clId="{AE445185-F013-4E27-B402-5F71FF9385C1}" dt="2023-01-04T04:41:54.875" v="1484" actId="47"/>
        <pc:sldMkLst>
          <pc:docMk/>
          <pc:sldMk cId="3961615739" sldId="341"/>
        </pc:sldMkLst>
        <pc:picChg chg="mod">
          <ac:chgData name="Chittaranjan Hens" userId="6fc03958433e8a43" providerId="LiveId" clId="{AE445185-F013-4E27-B402-5F71FF9385C1}" dt="2023-01-04T04:40:01.957" v="1458" actId="1076"/>
          <ac:picMkLst>
            <pc:docMk/>
            <pc:sldMk cId="3961615739" sldId="341"/>
            <ac:picMk id="5" creationId="{BB426661-9216-4530-8BF3-3D6EF34F6FF3}"/>
          </ac:picMkLst>
        </pc:picChg>
      </pc:sldChg>
      <pc:sldChg chg="addSp modSp add mod modAnim">
        <pc:chgData name="Chittaranjan Hens" userId="6fc03958433e8a43" providerId="LiveId" clId="{AE445185-F013-4E27-B402-5F71FF9385C1}" dt="2023-01-04T04:42:32.020" v="1490"/>
        <pc:sldMkLst>
          <pc:docMk/>
          <pc:sldMk cId="2091613246" sldId="342"/>
        </pc:sldMkLst>
        <pc:spChg chg="add mod">
          <ac:chgData name="Chittaranjan Hens" userId="6fc03958433e8a43" providerId="LiveId" clId="{AE445185-F013-4E27-B402-5F71FF9385C1}" dt="2023-01-04T04:40:43.419" v="1477" actId="207"/>
          <ac:spMkLst>
            <pc:docMk/>
            <pc:sldMk cId="2091613246" sldId="342"/>
            <ac:spMk id="2" creationId="{805A4A17-A22E-E68E-FAE9-7D1054FFD9ED}"/>
          </ac:spMkLst>
        </pc:spChg>
        <pc:picChg chg="mod">
          <ac:chgData name="Chittaranjan Hens" userId="6fc03958433e8a43" providerId="LiveId" clId="{AE445185-F013-4E27-B402-5F71FF9385C1}" dt="2023-01-04T04:41:47.128" v="1483" actId="1076"/>
          <ac:picMkLst>
            <pc:docMk/>
            <pc:sldMk cId="2091613246" sldId="342"/>
            <ac:picMk id="5" creationId="{BB426661-9216-4530-8BF3-3D6EF34F6FF3}"/>
          </ac:picMkLst>
        </pc:picChg>
        <pc:picChg chg="add mod">
          <ac:chgData name="Chittaranjan Hens" userId="6fc03958433e8a43" providerId="LiveId" clId="{AE445185-F013-4E27-B402-5F71FF9385C1}" dt="2023-01-04T04:41:38.612" v="1482" actId="14100"/>
          <ac:picMkLst>
            <pc:docMk/>
            <pc:sldMk cId="2091613246" sldId="342"/>
            <ac:picMk id="11" creationId="{2EB231FB-585C-0D7F-445C-7F73E70106EF}"/>
          </ac:picMkLst>
        </pc:picChg>
      </pc:sldChg>
      <pc:sldChg chg="addSp delSp modSp add mod">
        <pc:chgData name="Chittaranjan Hens" userId="6fc03958433e8a43" providerId="LiveId" clId="{AE445185-F013-4E27-B402-5F71FF9385C1}" dt="2023-01-04T04:43:36.672" v="1516" actId="20577"/>
        <pc:sldMkLst>
          <pc:docMk/>
          <pc:sldMk cId="2195383221" sldId="343"/>
        </pc:sldMkLst>
        <pc:spChg chg="add del">
          <ac:chgData name="Chittaranjan Hens" userId="6fc03958433e8a43" providerId="LiveId" clId="{AE445185-F013-4E27-B402-5F71FF9385C1}" dt="2023-01-04T04:42:57.627" v="1492" actId="478"/>
          <ac:spMkLst>
            <pc:docMk/>
            <pc:sldMk cId="2195383221" sldId="343"/>
            <ac:spMk id="2" creationId="{805A4A17-A22E-E68E-FAE9-7D1054FFD9ED}"/>
          </ac:spMkLst>
        </pc:spChg>
        <pc:spChg chg="del">
          <ac:chgData name="Chittaranjan Hens" userId="6fc03958433e8a43" providerId="LiveId" clId="{AE445185-F013-4E27-B402-5F71FF9385C1}" dt="2023-01-04T04:41:07.614" v="1479" actId="478"/>
          <ac:spMkLst>
            <pc:docMk/>
            <pc:sldMk cId="2195383221" sldId="343"/>
            <ac:spMk id="3" creationId="{4EE4C12F-55AC-E942-7788-00ADAFADC326}"/>
          </ac:spMkLst>
        </pc:spChg>
        <pc:spChg chg="mod">
          <ac:chgData name="Chittaranjan Hens" userId="6fc03958433e8a43" providerId="LiveId" clId="{AE445185-F013-4E27-B402-5F71FF9385C1}" dt="2023-01-04T04:43:36.672" v="1516" actId="20577"/>
          <ac:spMkLst>
            <pc:docMk/>
            <pc:sldMk cId="2195383221" sldId="343"/>
            <ac:spMk id="8" creationId="{25DB9404-1245-DBD1-0A6B-C45569333CB3}"/>
          </ac:spMkLst>
        </pc:spChg>
        <pc:spChg chg="del">
          <ac:chgData name="Chittaranjan Hens" userId="6fc03958433e8a43" providerId="LiveId" clId="{AE445185-F013-4E27-B402-5F71FF9385C1}" dt="2023-01-04T04:41:07.614" v="1479" actId="478"/>
          <ac:spMkLst>
            <pc:docMk/>
            <pc:sldMk cId="2195383221" sldId="343"/>
            <ac:spMk id="9" creationId="{066AF049-D512-A892-5A10-3D94F0915DC9}"/>
          </ac:spMkLst>
        </pc:spChg>
        <pc:spChg chg="del">
          <ac:chgData name="Chittaranjan Hens" userId="6fc03958433e8a43" providerId="LiveId" clId="{AE445185-F013-4E27-B402-5F71FF9385C1}" dt="2023-01-04T04:41:07.614" v="1479" actId="478"/>
          <ac:spMkLst>
            <pc:docMk/>
            <pc:sldMk cId="2195383221" sldId="343"/>
            <ac:spMk id="10" creationId="{E3406E0F-131E-3B82-367A-1F54A5A56E1F}"/>
          </ac:spMkLst>
        </pc:spChg>
        <pc:picChg chg="del">
          <ac:chgData name="Chittaranjan Hens" userId="6fc03958433e8a43" providerId="LiveId" clId="{AE445185-F013-4E27-B402-5F71FF9385C1}" dt="2023-01-04T04:41:07.614" v="1479" actId="478"/>
          <ac:picMkLst>
            <pc:docMk/>
            <pc:sldMk cId="2195383221" sldId="343"/>
            <ac:picMk id="5" creationId="{BB426661-9216-4530-8BF3-3D6EF34F6FF3}"/>
          </ac:picMkLst>
        </pc:picChg>
        <pc:picChg chg="del">
          <ac:chgData name="Chittaranjan Hens" userId="6fc03958433e8a43" providerId="LiveId" clId="{AE445185-F013-4E27-B402-5F71FF9385C1}" dt="2023-01-04T04:41:07.614" v="1479" actId="478"/>
          <ac:picMkLst>
            <pc:docMk/>
            <pc:sldMk cId="2195383221" sldId="343"/>
            <ac:picMk id="7" creationId="{0765C4CA-490D-EDA8-37C4-39553CE789F0}"/>
          </ac:picMkLst>
        </pc:picChg>
        <pc:picChg chg="add mod">
          <ac:chgData name="Chittaranjan Hens" userId="6fc03958433e8a43" providerId="LiveId" clId="{AE445185-F013-4E27-B402-5F71FF9385C1}" dt="2023-01-04T04:43:05.678" v="1495" actId="1076"/>
          <ac:picMkLst>
            <pc:docMk/>
            <pc:sldMk cId="2195383221" sldId="343"/>
            <ac:picMk id="11" creationId="{E7C8C14C-3A1A-A7FC-A289-F098ABC8B1E0}"/>
          </ac:picMkLst>
        </pc:picChg>
      </pc:sldChg>
      <pc:sldChg chg="addSp delSp modSp add mod">
        <pc:chgData name="Chittaranjan Hens" userId="6fc03958433e8a43" providerId="LiveId" clId="{AE445185-F013-4E27-B402-5F71FF9385C1}" dt="2023-01-04T04:48:52.771" v="1589"/>
        <pc:sldMkLst>
          <pc:docMk/>
          <pc:sldMk cId="410067781" sldId="344"/>
        </pc:sldMkLst>
        <pc:spChg chg="del">
          <ac:chgData name="Chittaranjan Hens" userId="6fc03958433e8a43" providerId="LiveId" clId="{AE445185-F013-4E27-B402-5F71FF9385C1}" dt="2023-01-04T04:46:49.675" v="1555" actId="478"/>
          <ac:spMkLst>
            <pc:docMk/>
            <pc:sldMk cId="410067781" sldId="344"/>
            <ac:spMk id="2" creationId="{805A4A17-A22E-E68E-FAE9-7D1054FFD9ED}"/>
          </ac:spMkLst>
        </pc:spChg>
        <pc:spChg chg="add mod">
          <ac:chgData name="Chittaranjan Hens" userId="6fc03958433e8a43" providerId="LiveId" clId="{AE445185-F013-4E27-B402-5F71FF9385C1}" dt="2023-01-04T04:46:00.076" v="1542"/>
          <ac:spMkLst>
            <pc:docMk/>
            <pc:sldMk cId="410067781" sldId="344"/>
            <ac:spMk id="7" creationId="{50B6F353-D8EA-BECE-29F1-8FBC8CBD3B66}"/>
          </ac:spMkLst>
        </pc:spChg>
        <pc:spChg chg="mod">
          <ac:chgData name="Chittaranjan Hens" userId="6fc03958433e8a43" providerId="LiveId" clId="{AE445185-F013-4E27-B402-5F71FF9385C1}" dt="2023-01-04T04:43:32.525" v="1514" actId="20577"/>
          <ac:spMkLst>
            <pc:docMk/>
            <pc:sldMk cId="410067781" sldId="344"/>
            <ac:spMk id="8" creationId="{25DB9404-1245-DBD1-0A6B-C45569333CB3}"/>
          </ac:spMkLst>
        </pc:spChg>
        <pc:spChg chg="add del mod">
          <ac:chgData name="Chittaranjan Hens" userId="6fc03958433e8a43" providerId="LiveId" clId="{AE445185-F013-4E27-B402-5F71FF9385C1}" dt="2023-01-04T04:48:46.468" v="1588" actId="478"/>
          <ac:spMkLst>
            <pc:docMk/>
            <pc:sldMk cId="410067781" sldId="344"/>
            <ac:spMk id="10" creationId="{EF8C97F9-59EF-D8A3-2A46-6D02A20FE4F9}"/>
          </ac:spMkLst>
        </pc:spChg>
        <pc:spChg chg="add mod">
          <ac:chgData name="Chittaranjan Hens" userId="6fc03958433e8a43" providerId="LiveId" clId="{AE445185-F013-4E27-B402-5F71FF9385C1}" dt="2023-01-04T04:48:52.771" v="1589"/>
          <ac:spMkLst>
            <pc:docMk/>
            <pc:sldMk cId="410067781" sldId="344"/>
            <ac:spMk id="12" creationId="{EDB41CA6-DA13-36AF-A7CC-F844207B1C0E}"/>
          </ac:spMkLst>
        </pc:spChg>
        <pc:picChg chg="add mod">
          <ac:chgData name="Chittaranjan Hens" userId="6fc03958433e8a43" providerId="LiveId" clId="{AE445185-F013-4E27-B402-5F71FF9385C1}" dt="2023-01-04T04:44:07.851" v="1520" actId="1076"/>
          <ac:picMkLst>
            <pc:docMk/>
            <pc:sldMk cId="410067781" sldId="344"/>
            <ac:picMk id="5" creationId="{FEAB408E-9605-C783-893F-D4DDBBA9B9D1}"/>
          </ac:picMkLst>
        </pc:picChg>
        <pc:picChg chg="del">
          <ac:chgData name="Chittaranjan Hens" userId="6fc03958433e8a43" providerId="LiveId" clId="{AE445185-F013-4E27-B402-5F71FF9385C1}" dt="2023-01-04T04:43:41.872" v="1517" actId="478"/>
          <ac:picMkLst>
            <pc:docMk/>
            <pc:sldMk cId="410067781" sldId="344"/>
            <ac:picMk id="11" creationId="{E7C8C14C-3A1A-A7FC-A289-F098ABC8B1E0}"/>
          </ac:picMkLst>
        </pc:picChg>
      </pc:sldChg>
      <pc:sldChg chg="addSp modSp add mod">
        <pc:chgData name="Chittaranjan Hens" userId="6fc03958433e8a43" providerId="LiveId" clId="{AE445185-F013-4E27-B402-5F71FF9385C1}" dt="2023-01-04T04:47:33.678" v="1562" actId="14100"/>
        <pc:sldMkLst>
          <pc:docMk/>
          <pc:sldMk cId="1848923214" sldId="345"/>
        </pc:sldMkLst>
        <pc:spChg chg="mod">
          <ac:chgData name="Chittaranjan Hens" userId="6fc03958433e8a43" providerId="LiveId" clId="{AE445185-F013-4E27-B402-5F71FF9385C1}" dt="2023-01-04T04:47:04.125" v="1558" actId="14100"/>
          <ac:spMkLst>
            <pc:docMk/>
            <pc:sldMk cId="1848923214" sldId="345"/>
            <ac:spMk id="10" creationId="{EF8C97F9-59EF-D8A3-2A46-6D02A20FE4F9}"/>
          </ac:spMkLst>
        </pc:spChg>
        <pc:picChg chg="add mod">
          <ac:chgData name="Chittaranjan Hens" userId="6fc03958433e8a43" providerId="LiveId" clId="{AE445185-F013-4E27-B402-5F71FF9385C1}" dt="2023-01-04T04:47:33.678" v="1562" actId="14100"/>
          <ac:picMkLst>
            <pc:docMk/>
            <pc:sldMk cId="1848923214" sldId="345"/>
            <ac:picMk id="6" creationId="{A329220C-EEA4-59CB-3B2B-D8A303DEF507}"/>
          </ac:picMkLst>
        </pc:picChg>
      </pc:sldChg>
      <pc:sldChg chg="addSp delSp modSp add mod">
        <pc:chgData name="Chittaranjan Hens" userId="6fc03958433e8a43" providerId="LiveId" clId="{AE445185-F013-4E27-B402-5F71FF9385C1}" dt="2023-01-04T04:48:36.454" v="1587" actId="14100"/>
        <pc:sldMkLst>
          <pc:docMk/>
          <pc:sldMk cId="741208684" sldId="346"/>
        </pc:sldMkLst>
        <pc:spChg chg="del">
          <ac:chgData name="Chittaranjan Hens" userId="6fc03958433e8a43" providerId="LiveId" clId="{AE445185-F013-4E27-B402-5F71FF9385C1}" dt="2023-01-04T04:48:29.531" v="1585" actId="478"/>
          <ac:spMkLst>
            <pc:docMk/>
            <pc:sldMk cId="741208684" sldId="346"/>
            <ac:spMk id="2" creationId="{805A4A17-A22E-E68E-FAE9-7D1054FFD9ED}"/>
          </ac:spMkLst>
        </pc:spChg>
        <pc:spChg chg="del">
          <ac:chgData name="Chittaranjan Hens" userId="6fc03958433e8a43" providerId="LiveId" clId="{AE445185-F013-4E27-B402-5F71FF9385C1}" dt="2023-01-04T04:48:09.697" v="1567" actId="478"/>
          <ac:spMkLst>
            <pc:docMk/>
            <pc:sldMk cId="741208684" sldId="346"/>
            <ac:spMk id="7" creationId="{50B6F353-D8EA-BECE-29F1-8FBC8CBD3B66}"/>
          </ac:spMkLst>
        </pc:spChg>
        <pc:spChg chg="mod">
          <ac:chgData name="Chittaranjan Hens" userId="6fc03958433e8a43" providerId="LiveId" clId="{AE445185-F013-4E27-B402-5F71FF9385C1}" dt="2023-01-04T04:48:17.507" v="1581" actId="20577"/>
          <ac:spMkLst>
            <pc:docMk/>
            <pc:sldMk cId="741208684" sldId="346"/>
            <ac:spMk id="8" creationId="{25DB9404-1245-DBD1-0A6B-C45569333CB3}"/>
          </ac:spMkLst>
        </pc:spChg>
        <pc:spChg chg="del">
          <ac:chgData name="Chittaranjan Hens" userId="6fc03958433e8a43" providerId="LiveId" clId="{AE445185-F013-4E27-B402-5F71FF9385C1}" dt="2023-01-04T04:48:04.972" v="1565" actId="478"/>
          <ac:spMkLst>
            <pc:docMk/>
            <pc:sldMk cId="741208684" sldId="346"/>
            <ac:spMk id="10" creationId="{EF8C97F9-59EF-D8A3-2A46-6D02A20FE4F9}"/>
          </ac:spMkLst>
        </pc:spChg>
        <pc:picChg chg="del">
          <ac:chgData name="Chittaranjan Hens" userId="6fc03958433e8a43" providerId="LiveId" clId="{AE445185-F013-4E27-B402-5F71FF9385C1}" dt="2023-01-04T04:48:06.840" v="1566" actId="478"/>
          <ac:picMkLst>
            <pc:docMk/>
            <pc:sldMk cId="741208684" sldId="346"/>
            <ac:picMk id="5" creationId="{FEAB408E-9605-C783-893F-D4DDBBA9B9D1}"/>
          </ac:picMkLst>
        </pc:picChg>
        <pc:picChg chg="del">
          <ac:chgData name="Chittaranjan Hens" userId="6fc03958433e8a43" providerId="LiveId" clId="{AE445185-F013-4E27-B402-5F71FF9385C1}" dt="2023-01-04T04:48:01.886" v="1564" actId="478"/>
          <ac:picMkLst>
            <pc:docMk/>
            <pc:sldMk cId="741208684" sldId="346"/>
            <ac:picMk id="6" creationId="{A329220C-EEA4-59CB-3B2B-D8A303DEF507}"/>
          </ac:picMkLst>
        </pc:picChg>
        <pc:picChg chg="add mod">
          <ac:chgData name="Chittaranjan Hens" userId="6fc03958433e8a43" providerId="LiveId" clId="{AE445185-F013-4E27-B402-5F71FF9385C1}" dt="2023-01-04T04:48:36.454" v="1587" actId="14100"/>
          <ac:picMkLst>
            <pc:docMk/>
            <pc:sldMk cId="741208684" sldId="346"/>
            <ac:picMk id="9" creationId="{8C2D69A1-C9FA-08C9-C0EC-429CC2CE066A}"/>
          </ac:picMkLst>
        </pc:picChg>
      </pc:sldChg>
      <pc:sldChg chg="addSp delSp modSp add mod">
        <pc:chgData name="Chittaranjan Hens" userId="6fc03958433e8a43" providerId="LiveId" clId="{AE445185-F013-4E27-B402-5F71FF9385C1}" dt="2023-01-04T04:51:36.292" v="1621" actId="1076"/>
        <pc:sldMkLst>
          <pc:docMk/>
          <pc:sldMk cId="2384910355" sldId="347"/>
        </pc:sldMkLst>
        <pc:spChg chg="mod">
          <ac:chgData name="Chittaranjan Hens" userId="6fc03958433e8a43" providerId="LiveId" clId="{AE445185-F013-4E27-B402-5F71FF9385C1}" dt="2023-01-04T04:49:45.041" v="1606" actId="20577"/>
          <ac:spMkLst>
            <pc:docMk/>
            <pc:sldMk cId="2384910355" sldId="347"/>
            <ac:spMk id="8" creationId="{25DB9404-1245-DBD1-0A6B-C45569333CB3}"/>
          </ac:spMkLst>
        </pc:spChg>
        <pc:picChg chg="add mod">
          <ac:chgData name="Chittaranjan Hens" userId="6fc03958433e8a43" providerId="LiveId" clId="{AE445185-F013-4E27-B402-5F71FF9385C1}" dt="2023-01-04T04:50:46.111" v="1616" actId="1076"/>
          <ac:picMkLst>
            <pc:docMk/>
            <pc:sldMk cId="2384910355" sldId="347"/>
            <ac:picMk id="3" creationId="{B5BF9D24-2CB9-CC02-04C4-3F7AF0BA9F6D}"/>
          </ac:picMkLst>
        </pc:picChg>
        <pc:picChg chg="mod">
          <ac:chgData name="Chittaranjan Hens" userId="6fc03958433e8a43" providerId="LiveId" clId="{AE445185-F013-4E27-B402-5F71FF9385C1}" dt="2023-01-04T04:50:33.426" v="1613" actId="14100"/>
          <ac:picMkLst>
            <pc:docMk/>
            <pc:sldMk cId="2384910355" sldId="347"/>
            <ac:picMk id="4" creationId="{A77CDD2A-AFD3-0864-6D67-957A858D6745}"/>
          </ac:picMkLst>
        </pc:picChg>
        <pc:picChg chg="add mod">
          <ac:chgData name="Chittaranjan Hens" userId="6fc03958433e8a43" providerId="LiveId" clId="{AE445185-F013-4E27-B402-5F71FF9385C1}" dt="2023-01-04T04:50:48.093" v="1617" actId="1076"/>
          <ac:picMkLst>
            <pc:docMk/>
            <pc:sldMk cId="2384910355" sldId="347"/>
            <ac:picMk id="6" creationId="{849F69D2-AD4B-53B3-240E-8091F03B60E6}"/>
          </ac:picMkLst>
        </pc:picChg>
        <pc:picChg chg="del">
          <ac:chgData name="Chittaranjan Hens" userId="6fc03958433e8a43" providerId="LiveId" clId="{AE445185-F013-4E27-B402-5F71FF9385C1}" dt="2023-01-04T04:49:46.956" v="1607" actId="478"/>
          <ac:picMkLst>
            <pc:docMk/>
            <pc:sldMk cId="2384910355" sldId="347"/>
            <ac:picMk id="9" creationId="{8C2D69A1-C9FA-08C9-C0EC-429CC2CE066A}"/>
          </ac:picMkLst>
        </pc:picChg>
        <pc:picChg chg="add mod">
          <ac:chgData name="Chittaranjan Hens" userId="6fc03958433e8a43" providerId="LiveId" clId="{AE445185-F013-4E27-B402-5F71FF9385C1}" dt="2023-01-04T04:51:36.292" v="1621" actId="1076"/>
          <ac:picMkLst>
            <pc:docMk/>
            <pc:sldMk cId="2384910355" sldId="347"/>
            <ac:picMk id="10" creationId="{614ED4D1-C199-652E-CCE0-7EEC8A635F36}"/>
          </ac:picMkLst>
        </pc:picChg>
      </pc:sldChg>
      <pc:sldChg chg="addSp delSp modSp add mod">
        <pc:chgData name="Chittaranjan Hens" userId="6fc03958433e8a43" providerId="LiveId" clId="{AE445185-F013-4E27-B402-5F71FF9385C1}" dt="2023-01-04T04:52:28.250" v="1643" actId="1076"/>
        <pc:sldMkLst>
          <pc:docMk/>
          <pc:sldMk cId="2084815155" sldId="348"/>
        </pc:sldMkLst>
        <pc:spChg chg="mod">
          <ac:chgData name="Chittaranjan Hens" userId="6fc03958433e8a43" providerId="LiveId" clId="{AE445185-F013-4E27-B402-5F71FF9385C1}" dt="2023-01-04T04:52:13.011" v="1637" actId="20577"/>
          <ac:spMkLst>
            <pc:docMk/>
            <pc:sldMk cId="2084815155" sldId="348"/>
            <ac:spMk id="8" creationId="{25DB9404-1245-DBD1-0A6B-C45569333CB3}"/>
          </ac:spMkLst>
        </pc:spChg>
        <pc:picChg chg="del">
          <ac:chgData name="Chittaranjan Hens" userId="6fc03958433e8a43" providerId="LiveId" clId="{AE445185-F013-4E27-B402-5F71FF9385C1}" dt="2023-01-04T04:52:07.453" v="1623" actId="478"/>
          <ac:picMkLst>
            <pc:docMk/>
            <pc:sldMk cId="2084815155" sldId="348"/>
            <ac:picMk id="3" creationId="{B5BF9D24-2CB9-CC02-04C4-3F7AF0BA9F6D}"/>
          </ac:picMkLst>
        </pc:picChg>
        <pc:picChg chg="add mod">
          <ac:chgData name="Chittaranjan Hens" userId="6fc03958433e8a43" providerId="LiveId" clId="{AE445185-F013-4E27-B402-5F71FF9385C1}" dt="2023-01-04T04:52:28.250" v="1643" actId="1076"/>
          <ac:picMkLst>
            <pc:docMk/>
            <pc:sldMk cId="2084815155" sldId="348"/>
            <ac:picMk id="5" creationId="{4249E9FA-9C3A-15A9-55B9-A18234AFEB72}"/>
          </ac:picMkLst>
        </pc:picChg>
        <pc:picChg chg="del">
          <ac:chgData name="Chittaranjan Hens" userId="6fc03958433e8a43" providerId="LiveId" clId="{AE445185-F013-4E27-B402-5F71FF9385C1}" dt="2023-01-04T04:52:07.453" v="1623" actId="478"/>
          <ac:picMkLst>
            <pc:docMk/>
            <pc:sldMk cId="2084815155" sldId="348"/>
            <ac:picMk id="6" creationId="{849F69D2-AD4B-53B3-240E-8091F03B60E6}"/>
          </ac:picMkLst>
        </pc:picChg>
        <pc:picChg chg="del">
          <ac:chgData name="Chittaranjan Hens" userId="6fc03958433e8a43" providerId="LiveId" clId="{AE445185-F013-4E27-B402-5F71FF9385C1}" dt="2023-01-04T04:52:07.453" v="1623" actId="478"/>
          <ac:picMkLst>
            <pc:docMk/>
            <pc:sldMk cId="2084815155" sldId="348"/>
            <ac:picMk id="10" creationId="{614ED4D1-C199-652E-CCE0-7EEC8A635F36}"/>
          </ac:picMkLst>
        </pc:picChg>
      </pc:sldChg>
      <pc:sldChg chg="delSp modSp add mod">
        <pc:chgData name="Chittaranjan Hens" userId="6fc03958433e8a43" providerId="LiveId" clId="{AE445185-F013-4E27-B402-5F71FF9385C1}" dt="2023-01-04T04:54:16.229" v="1661" actId="20577"/>
        <pc:sldMkLst>
          <pc:docMk/>
          <pc:sldMk cId="785561664" sldId="349"/>
        </pc:sldMkLst>
        <pc:spChg chg="mod">
          <ac:chgData name="Chittaranjan Hens" userId="6fc03958433e8a43" providerId="LiveId" clId="{AE445185-F013-4E27-B402-5F71FF9385C1}" dt="2023-01-04T04:54:16.229" v="1661" actId="20577"/>
          <ac:spMkLst>
            <pc:docMk/>
            <pc:sldMk cId="785561664" sldId="349"/>
            <ac:spMk id="8" creationId="{25DB9404-1245-DBD1-0A6B-C45569333CB3}"/>
          </ac:spMkLst>
        </pc:spChg>
        <pc:picChg chg="del">
          <ac:chgData name="Chittaranjan Hens" userId="6fc03958433e8a43" providerId="LiveId" clId="{AE445185-F013-4E27-B402-5F71FF9385C1}" dt="2023-01-04T04:54:04.915" v="1649" actId="478"/>
          <ac:picMkLst>
            <pc:docMk/>
            <pc:sldMk cId="785561664" sldId="349"/>
            <ac:picMk id="5" creationId="{4249E9FA-9C3A-15A9-55B9-A18234AFEB72}"/>
          </ac:picMkLst>
        </pc:picChg>
      </pc:sldChg>
    </pc:docChg>
  </pc:docChgLst>
  <pc:docChgLst>
    <pc:chgData name="Chittaranjan Hens" userId="6fc03958433e8a43" providerId="LiveId" clId="{B47589BB-5392-4FD5-8977-4896D2974BE9}"/>
    <pc:docChg chg="custSel addSld delSld modSld">
      <pc:chgData name="Chittaranjan Hens" userId="6fc03958433e8a43" providerId="LiveId" clId="{B47589BB-5392-4FD5-8977-4896D2974BE9}" dt="2024-01-21T10:35:27.883" v="59" actId="1076"/>
      <pc:docMkLst>
        <pc:docMk/>
      </pc:docMkLst>
      <pc:sldChg chg="del">
        <pc:chgData name="Chittaranjan Hens" userId="6fc03958433e8a43" providerId="LiveId" clId="{B47589BB-5392-4FD5-8977-4896D2974BE9}" dt="2024-01-20T18:07:14.706" v="52" actId="47"/>
        <pc:sldMkLst>
          <pc:docMk/>
          <pc:sldMk cId="0" sldId="373"/>
        </pc:sldMkLst>
      </pc:sldChg>
      <pc:sldChg chg="modSp mod">
        <pc:chgData name="Chittaranjan Hens" userId="6fc03958433e8a43" providerId="LiveId" clId="{B47589BB-5392-4FD5-8977-4896D2974BE9}" dt="2023-12-12T05:09:41.288" v="46" actId="6549"/>
        <pc:sldMkLst>
          <pc:docMk/>
          <pc:sldMk cId="3955102070" sldId="763"/>
        </pc:sldMkLst>
        <pc:spChg chg="mod">
          <ac:chgData name="Chittaranjan Hens" userId="6fc03958433e8a43" providerId="LiveId" clId="{B47589BB-5392-4FD5-8977-4896D2974BE9}" dt="2023-12-12T05:09:41.288" v="46" actId="6549"/>
          <ac:spMkLst>
            <pc:docMk/>
            <pc:sldMk cId="3955102070" sldId="763"/>
            <ac:spMk id="6" creationId="{8BC74A0A-295C-9D35-D749-29A5A638EAD6}"/>
          </ac:spMkLst>
        </pc:spChg>
        <pc:picChg chg="ord">
          <ac:chgData name="Chittaranjan Hens" userId="6fc03958433e8a43" providerId="LiveId" clId="{B47589BB-5392-4FD5-8977-4896D2974BE9}" dt="2023-12-12T05:09:02.566" v="3" actId="166"/>
          <ac:picMkLst>
            <pc:docMk/>
            <pc:sldMk cId="3955102070" sldId="763"/>
            <ac:picMk id="5" creationId="{9080605C-83E0-AE3E-EA8E-701F18D1F53C}"/>
          </ac:picMkLst>
        </pc:picChg>
      </pc:sldChg>
      <pc:sldChg chg="modAnim">
        <pc:chgData name="Chittaranjan Hens" userId="6fc03958433e8a43" providerId="LiveId" clId="{B47589BB-5392-4FD5-8977-4896D2974BE9}" dt="2023-12-12T05:10:28.066" v="51"/>
        <pc:sldMkLst>
          <pc:docMk/>
          <pc:sldMk cId="504703530" sldId="801"/>
        </pc:sldMkLst>
      </pc:sldChg>
      <pc:sldChg chg="delSp modSp mod">
        <pc:chgData name="Chittaranjan Hens" userId="6fc03958433e8a43" providerId="LiveId" clId="{B47589BB-5392-4FD5-8977-4896D2974BE9}" dt="2024-01-21T10:35:27.883" v="59" actId="1076"/>
        <pc:sldMkLst>
          <pc:docMk/>
          <pc:sldMk cId="625320500" sldId="818"/>
        </pc:sldMkLst>
        <pc:spChg chg="del">
          <ac:chgData name="Chittaranjan Hens" userId="6fc03958433e8a43" providerId="LiveId" clId="{B47589BB-5392-4FD5-8977-4896D2974BE9}" dt="2024-01-21T10:35:17.385" v="57" actId="478"/>
          <ac:spMkLst>
            <pc:docMk/>
            <pc:sldMk cId="625320500" sldId="818"/>
            <ac:spMk id="4" creationId="{A10DD767-D2FF-205B-1BC8-58A6467227DB}"/>
          </ac:spMkLst>
        </pc:spChg>
        <pc:spChg chg="mod">
          <ac:chgData name="Chittaranjan Hens" userId="6fc03958433e8a43" providerId="LiveId" clId="{B47589BB-5392-4FD5-8977-4896D2974BE9}" dt="2024-01-21T10:35:27.883" v="59" actId="1076"/>
          <ac:spMkLst>
            <pc:docMk/>
            <pc:sldMk cId="625320500" sldId="818"/>
            <ac:spMk id="6" creationId="{73CE618E-8389-7575-DE87-A30FB2B94934}"/>
          </ac:spMkLst>
        </pc:spChg>
        <pc:spChg chg="del">
          <ac:chgData name="Chittaranjan Hens" userId="6fc03958433e8a43" providerId="LiveId" clId="{B47589BB-5392-4FD5-8977-4896D2974BE9}" dt="2024-01-21T10:35:20.437" v="58" actId="478"/>
          <ac:spMkLst>
            <pc:docMk/>
            <pc:sldMk cId="625320500" sldId="818"/>
            <ac:spMk id="12" creationId="{BBF103CB-6230-123D-B8A6-2F6247DFDC08}"/>
          </ac:spMkLst>
        </pc:spChg>
        <pc:picChg chg="del">
          <ac:chgData name="Chittaranjan Hens" userId="6fc03958433e8a43" providerId="LiveId" clId="{B47589BB-5392-4FD5-8977-4896D2974BE9}" dt="2024-01-21T10:35:10.600" v="55" actId="478"/>
          <ac:picMkLst>
            <pc:docMk/>
            <pc:sldMk cId="625320500" sldId="818"/>
            <ac:picMk id="3" creationId="{908F3E36-C5BF-6043-1817-0530DDA2CBE4}"/>
          </ac:picMkLst>
        </pc:picChg>
        <pc:picChg chg="del">
          <ac:chgData name="Chittaranjan Hens" userId="6fc03958433e8a43" providerId="LiveId" clId="{B47589BB-5392-4FD5-8977-4896D2974BE9}" dt="2024-01-21T10:35:12.529" v="56" actId="478"/>
          <ac:picMkLst>
            <pc:docMk/>
            <pc:sldMk cId="625320500" sldId="818"/>
            <ac:picMk id="8" creationId="{F21DCCFE-5529-938F-E470-C8136C0E7A56}"/>
          </ac:picMkLst>
        </pc:picChg>
        <pc:picChg chg="del">
          <ac:chgData name="Chittaranjan Hens" userId="6fc03958433e8a43" providerId="LiveId" clId="{B47589BB-5392-4FD5-8977-4896D2974BE9}" dt="2024-01-21T10:35:08.508" v="54" actId="478"/>
          <ac:picMkLst>
            <pc:docMk/>
            <pc:sldMk cId="625320500" sldId="818"/>
            <ac:picMk id="11" creationId="{E28B91F7-CB2A-CBCC-9E12-EA2A01C93106}"/>
          </ac:picMkLst>
        </pc:picChg>
      </pc:sldChg>
      <pc:sldChg chg="modSp">
        <pc:chgData name="Chittaranjan Hens" userId="6fc03958433e8a43" providerId="LiveId" clId="{B47589BB-5392-4FD5-8977-4896D2974BE9}" dt="2023-12-11T17:55:52.348" v="1" actId="207"/>
        <pc:sldMkLst>
          <pc:docMk/>
          <pc:sldMk cId="1771799310" sldId="822"/>
        </pc:sldMkLst>
        <pc:spChg chg="mod">
          <ac:chgData name="Chittaranjan Hens" userId="6fc03958433e8a43" providerId="LiveId" clId="{B47589BB-5392-4FD5-8977-4896D2974BE9}" dt="2023-12-11T17:55:52.348" v="1" actId="207"/>
          <ac:spMkLst>
            <pc:docMk/>
            <pc:sldMk cId="1771799310" sldId="822"/>
            <ac:spMk id="8" creationId="{E25EE489-A3B8-6319-16C1-9099DFA92305}"/>
          </ac:spMkLst>
        </pc:spChg>
      </pc:sldChg>
      <pc:sldChg chg="modSp mod">
        <pc:chgData name="Chittaranjan Hens" userId="6fc03958433e8a43" providerId="LiveId" clId="{B47589BB-5392-4FD5-8977-4896D2974BE9}" dt="2023-12-11T17:56:39.310" v="2" actId="1036"/>
        <pc:sldMkLst>
          <pc:docMk/>
          <pc:sldMk cId="128504938" sldId="826"/>
        </pc:sldMkLst>
        <pc:picChg chg="mod">
          <ac:chgData name="Chittaranjan Hens" userId="6fc03958433e8a43" providerId="LiveId" clId="{B47589BB-5392-4FD5-8977-4896D2974BE9}" dt="2023-12-11T17:56:39.310" v="2" actId="1036"/>
          <ac:picMkLst>
            <pc:docMk/>
            <pc:sldMk cId="128504938" sldId="826"/>
            <ac:picMk id="9" creationId="{8E545EE6-8AD1-05FB-E81A-794821B23CAE}"/>
          </ac:picMkLst>
        </pc:picChg>
      </pc:sldChg>
      <pc:sldChg chg="add">
        <pc:chgData name="Chittaranjan Hens" userId="6fc03958433e8a43" providerId="LiveId" clId="{B47589BB-5392-4FD5-8977-4896D2974BE9}" dt="2024-01-21T10:35:05.751" v="53" actId="2890"/>
        <pc:sldMkLst>
          <pc:docMk/>
          <pc:sldMk cId="701019264" sldId="827"/>
        </pc:sldMkLst>
      </pc:sldChg>
    </pc:docChg>
  </pc:docChgLst>
  <pc:docChgLst>
    <pc:chgData name="Chittaranjan Hens" userId="6fc03958433e8a43" providerId="LiveId" clId="{A686C9B4-96EB-40C1-B419-2A08EE2CF8A9}"/>
    <pc:docChg chg="undo redo custSel addSld modSld sldOrd">
      <pc:chgData name="Chittaranjan Hens" userId="6fc03958433e8a43" providerId="LiveId" clId="{A686C9B4-96EB-40C1-B419-2A08EE2CF8A9}" dt="2023-01-30T14:51:40.157" v="334"/>
      <pc:docMkLst>
        <pc:docMk/>
      </pc:docMkLst>
      <pc:sldChg chg="modSp">
        <pc:chgData name="Chittaranjan Hens" userId="6fc03958433e8a43" providerId="LiveId" clId="{A686C9B4-96EB-40C1-B419-2A08EE2CF8A9}" dt="2023-01-30T05:39:06.669" v="322"/>
        <pc:sldMkLst>
          <pc:docMk/>
          <pc:sldMk cId="0" sldId="385"/>
        </pc:sldMkLst>
        <pc:picChg chg="mod">
          <ac:chgData name="Chittaranjan Hens" userId="6fc03958433e8a43" providerId="LiveId" clId="{A686C9B4-96EB-40C1-B419-2A08EE2CF8A9}" dt="2023-01-30T05:39:06.669" v="322"/>
          <ac:picMkLst>
            <pc:docMk/>
            <pc:sldMk cId="0" sldId="385"/>
            <ac:picMk id="5" creationId="{F6D88788-2CDF-0FD1-C715-04735B7A04AB}"/>
          </ac:picMkLst>
        </pc:picChg>
      </pc:sldChg>
      <pc:sldChg chg="delSp modSp">
        <pc:chgData name="Chittaranjan Hens" userId="6fc03958433e8a43" providerId="LiveId" clId="{A686C9B4-96EB-40C1-B419-2A08EE2CF8A9}" dt="2023-01-30T05:38:46.957" v="319" actId="478"/>
        <pc:sldMkLst>
          <pc:docMk/>
          <pc:sldMk cId="0" sldId="386"/>
        </pc:sldMkLst>
        <pc:spChg chg="del">
          <ac:chgData name="Chittaranjan Hens" userId="6fc03958433e8a43" providerId="LiveId" clId="{A686C9B4-96EB-40C1-B419-2A08EE2CF8A9}" dt="2023-01-30T05:38:46.957" v="319" actId="478"/>
          <ac:spMkLst>
            <pc:docMk/>
            <pc:sldMk cId="0" sldId="386"/>
            <ac:spMk id="4103" creationId="{7A5BEF94-9DF6-6D0C-DD64-968622DF1FD5}"/>
          </ac:spMkLst>
        </pc:spChg>
        <pc:picChg chg="mod">
          <ac:chgData name="Chittaranjan Hens" userId="6fc03958433e8a43" providerId="LiveId" clId="{A686C9B4-96EB-40C1-B419-2A08EE2CF8A9}" dt="2023-01-30T05:38:38.539" v="318"/>
          <ac:picMkLst>
            <pc:docMk/>
            <pc:sldMk cId="0" sldId="386"/>
            <ac:picMk id="5" creationId="{1BB5F6C2-86B7-2F0C-3E27-A72E980A3D73}"/>
          </ac:picMkLst>
        </pc:picChg>
      </pc:sldChg>
      <pc:sldChg chg="modSp">
        <pc:chgData name="Chittaranjan Hens" userId="6fc03958433e8a43" providerId="LiveId" clId="{A686C9B4-96EB-40C1-B419-2A08EE2CF8A9}" dt="2023-01-30T05:38:10.778" v="313"/>
        <pc:sldMkLst>
          <pc:docMk/>
          <pc:sldMk cId="0" sldId="387"/>
        </pc:sldMkLst>
        <pc:picChg chg="mod">
          <ac:chgData name="Chittaranjan Hens" userId="6fc03958433e8a43" providerId="LiveId" clId="{A686C9B4-96EB-40C1-B419-2A08EE2CF8A9}" dt="2023-01-30T05:38:10.778" v="313"/>
          <ac:picMkLst>
            <pc:docMk/>
            <pc:sldMk cId="0" sldId="387"/>
            <ac:picMk id="4" creationId="{178B4290-9EE1-2388-2716-3029DCFDC3AD}"/>
          </ac:picMkLst>
        </pc:picChg>
      </pc:sldChg>
      <pc:sldChg chg="modSp mod">
        <pc:chgData name="Chittaranjan Hens" userId="6fc03958433e8a43" providerId="LiveId" clId="{A686C9B4-96EB-40C1-B419-2A08EE2CF8A9}" dt="2023-01-30T05:38:03.722" v="312" actId="1035"/>
        <pc:sldMkLst>
          <pc:docMk/>
          <pc:sldMk cId="0" sldId="388"/>
        </pc:sldMkLst>
        <pc:picChg chg="mod">
          <ac:chgData name="Chittaranjan Hens" userId="6fc03958433e8a43" providerId="LiveId" clId="{A686C9B4-96EB-40C1-B419-2A08EE2CF8A9}" dt="2023-01-30T05:38:03.722" v="312" actId="1035"/>
          <ac:picMkLst>
            <pc:docMk/>
            <pc:sldMk cId="0" sldId="388"/>
            <ac:picMk id="2" creationId="{53824EA5-96A0-555B-8947-00A62EF8B795}"/>
          </ac:picMkLst>
        </pc:picChg>
      </pc:sldChg>
      <pc:sldChg chg="modSp mod">
        <pc:chgData name="Chittaranjan Hens" userId="6fc03958433e8a43" providerId="LiveId" clId="{A686C9B4-96EB-40C1-B419-2A08EE2CF8A9}" dt="2023-01-30T05:37:38.617" v="308" actId="1035"/>
        <pc:sldMkLst>
          <pc:docMk/>
          <pc:sldMk cId="0" sldId="389"/>
        </pc:sldMkLst>
        <pc:picChg chg="mod">
          <ac:chgData name="Chittaranjan Hens" userId="6fc03958433e8a43" providerId="LiveId" clId="{A686C9B4-96EB-40C1-B419-2A08EE2CF8A9}" dt="2023-01-30T05:37:38.617" v="308" actId="1035"/>
          <ac:picMkLst>
            <pc:docMk/>
            <pc:sldMk cId="0" sldId="389"/>
            <ac:picMk id="5" creationId="{3696CC8E-5963-93D1-933A-B57353636102}"/>
          </ac:picMkLst>
        </pc:picChg>
      </pc:sldChg>
      <pc:sldChg chg="modSp">
        <pc:chgData name="Chittaranjan Hens" userId="6fc03958433e8a43" providerId="LiveId" clId="{A686C9B4-96EB-40C1-B419-2A08EE2CF8A9}" dt="2023-01-30T05:37:16.356" v="304"/>
        <pc:sldMkLst>
          <pc:docMk/>
          <pc:sldMk cId="0" sldId="390"/>
        </pc:sldMkLst>
        <pc:picChg chg="mod">
          <ac:chgData name="Chittaranjan Hens" userId="6fc03958433e8a43" providerId="LiveId" clId="{A686C9B4-96EB-40C1-B419-2A08EE2CF8A9}" dt="2023-01-30T05:37:16.356" v="304"/>
          <ac:picMkLst>
            <pc:docMk/>
            <pc:sldMk cId="0" sldId="390"/>
            <ac:picMk id="6" creationId="{AF6954DA-A625-C60F-C028-DC65A5AF8BCA}"/>
          </ac:picMkLst>
        </pc:picChg>
      </pc:sldChg>
      <pc:sldChg chg="modSp">
        <pc:chgData name="Chittaranjan Hens" userId="6fc03958433e8a43" providerId="LiveId" clId="{A686C9B4-96EB-40C1-B419-2A08EE2CF8A9}" dt="2023-01-30T05:39:34.126" v="327"/>
        <pc:sldMkLst>
          <pc:docMk/>
          <pc:sldMk cId="0" sldId="406"/>
        </pc:sldMkLst>
        <pc:picChg chg="mod">
          <ac:chgData name="Chittaranjan Hens" userId="6fc03958433e8a43" providerId="LiveId" clId="{A686C9B4-96EB-40C1-B419-2A08EE2CF8A9}" dt="2023-01-30T05:39:34.126" v="327"/>
          <ac:picMkLst>
            <pc:docMk/>
            <pc:sldMk cId="0" sldId="406"/>
            <ac:picMk id="2" creationId="{4AC6EBDB-7FB8-0A7F-C10A-10AA553AEFA3}"/>
          </ac:picMkLst>
        </pc:picChg>
      </pc:sldChg>
      <pc:sldChg chg="modSp">
        <pc:chgData name="Chittaranjan Hens" userId="6fc03958433e8a43" providerId="LiveId" clId="{A686C9B4-96EB-40C1-B419-2A08EE2CF8A9}" dt="2023-01-30T05:39:28.223" v="326"/>
        <pc:sldMkLst>
          <pc:docMk/>
          <pc:sldMk cId="0" sldId="407"/>
        </pc:sldMkLst>
        <pc:picChg chg="mod">
          <ac:chgData name="Chittaranjan Hens" userId="6fc03958433e8a43" providerId="LiveId" clId="{A686C9B4-96EB-40C1-B419-2A08EE2CF8A9}" dt="2023-01-30T05:39:28.223" v="326"/>
          <ac:picMkLst>
            <pc:docMk/>
            <pc:sldMk cId="0" sldId="407"/>
            <ac:picMk id="2" creationId="{3CCFEEAA-AA5A-EDF6-8720-19C7475A1F76}"/>
          </ac:picMkLst>
        </pc:picChg>
      </pc:sldChg>
      <pc:sldChg chg="modSp mod">
        <pc:chgData name="Chittaranjan Hens" userId="6fc03958433e8a43" providerId="LiveId" clId="{A686C9B4-96EB-40C1-B419-2A08EE2CF8A9}" dt="2023-01-30T05:39:21.843" v="325" actId="1035"/>
        <pc:sldMkLst>
          <pc:docMk/>
          <pc:sldMk cId="703473011" sldId="408"/>
        </pc:sldMkLst>
        <pc:picChg chg="mod">
          <ac:chgData name="Chittaranjan Hens" userId="6fc03958433e8a43" providerId="LiveId" clId="{A686C9B4-96EB-40C1-B419-2A08EE2CF8A9}" dt="2023-01-30T05:39:21.843" v="325" actId="1035"/>
          <ac:picMkLst>
            <pc:docMk/>
            <pc:sldMk cId="703473011" sldId="408"/>
            <ac:picMk id="2" creationId="{3CCFEEAA-AA5A-EDF6-8720-19C7475A1F76}"/>
          </ac:picMkLst>
        </pc:picChg>
      </pc:sldChg>
      <pc:sldChg chg="modSp">
        <pc:chgData name="Chittaranjan Hens" userId="6fc03958433e8a43" providerId="LiveId" clId="{A686C9B4-96EB-40C1-B419-2A08EE2CF8A9}" dt="2023-01-30T05:39:12.287" v="323"/>
        <pc:sldMkLst>
          <pc:docMk/>
          <pc:sldMk cId="2694055609" sldId="409"/>
        </pc:sldMkLst>
        <pc:picChg chg="mod">
          <ac:chgData name="Chittaranjan Hens" userId="6fc03958433e8a43" providerId="LiveId" clId="{A686C9B4-96EB-40C1-B419-2A08EE2CF8A9}" dt="2023-01-30T05:39:12.287" v="323"/>
          <ac:picMkLst>
            <pc:docMk/>
            <pc:sldMk cId="2694055609" sldId="409"/>
            <ac:picMk id="2" creationId="{3CCFEEAA-AA5A-EDF6-8720-19C7475A1F76}"/>
          </ac:picMkLst>
        </pc:picChg>
      </pc:sldChg>
      <pc:sldChg chg="modSp">
        <pc:chgData name="Chittaranjan Hens" userId="6fc03958433e8a43" providerId="LiveId" clId="{A686C9B4-96EB-40C1-B419-2A08EE2CF8A9}" dt="2023-01-30T05:39:00.050" v="321"/>
        <pc:sldMkLst>
          <pc:docMk/>
          <pc:sldMk cId="2737422709" sldId="410"/>
        </pc:sldMkLst>
        <pc:picChg chg="mod">
          <ac:chgData name="Chittaranjan Hens" userId="6fc03958433e8a43" providerId="LiveId" clId="{A686C9B4-96EB-40C1-B419-2A08EE2CF8A9}" dt="2023-01-30T05:39:00.050" v="321"/>
          <ac:picMkLst>
            <pc:docMk/>
            <pc:sldMk cId="2737422709" sldId="410"/>
            <ac:picMk id="5" creationId="{F6D88788-2CDF-0FD1-C715-04735B7A04AB}"/>
          </ac:picMkLst>
        </pc:picChg>
      </pc:sldChg>
      <pc:sldChg chg="modSp">
        <pc:chgData name="Chittaranjan Hens" userId="6fc03958433e8a43" providerId="LiveId" clId="{A686C9B4-96EB-40C1-B419-2A08EE2CF8A9}" dt="2023-01-30T05:38:54.025" v="320"/>
        <pc:sldMkLst>
          <pc:docMk/>
          <pc:sldMk cId="3478882572" sldId="411"/>
        </pc:sldMkLst>
        <pc:picChg chg="mod">
          <ac:chgData name="Chittaranjan Hens" userId="6fc03958433e8a43" providerId="LiveId" clId="{A686C9B4-96EB-40C1-B419-2A08EE2CF8A9}" dt="2023-01-30T05:38:54.025" v="320"/>
          <ac:picMkLst>
            <pc:docMk/>
            <pc:sldMk cId="3478882572" sldId="411"/>
            <ac:picMk id="5" creationId="{F6D88788-2CDF-0FD1-C715-04735B7A04AB}"/>
          </ac:picMkLst>
        </pc:picChg>
      </pc:sldChg>
      <pc:sldChg chg="modSp">
        <pc:chgData name="Chittaranjan Hens" userId="6fc03958433e8a43" providerId="LiveId" clId="{A686C9B4-96EB-40C1-B419-2A08EE2CF8A9}" dt="2023-01-30T05:38:33.704" v="317"/>
        <pc:sldMkLst>
          <pc:docMk/>
          <pc:sldMk cId="3066498584" sldId="412"/>
        </pc:sldMkLst>
        <pc:picChg chg="mod">
          <ac:chgData name="Chittaranjan Hens" userId="6fc03958433e8a43" providerId="LiveId" clId="{A686C9B4-96EB-40C1-B419-2A08EE2CF8A9}" dt="2023-01-30T05:38:33.704" v="317"/>
          <ac:picMkLst>
            <pc:docMk/>
            <pc:sldMk cId="3066498584" sldId="412"/>
            <ac:picMk id="5" creationId="{1BB5F6C2-86B7-2F0C-3E27-A72E980A3D73}"/>
          </ac:picMkLst>
        </pc:picChg>
      </pc:sldChg>
      <pc:sldChg chg="modSp">
        <pc:chgData name="Chittaranjan Hens" userId="6fc03958433e8a43" providerId="LiveId" clId="{A686C9B4-96EB-40C1-B419-2A08EE2CF8A9}" dt="2023-01-30T05:38:26.579" v="316"/>
        <pc:sldMkLst>
          <pc:docMk/>
          <pc:sldMk cId="2881302680" sldId="413"/>
        </pc:sldMkLst>
        <pc:picChg chg="mod">
          <ac:chgData name="Chittaranjan Hens" userId="6fc03958433e8a43" providerId="LiveId" clId="{A686C9B4-96EB-40C1-B419-2A08EE2CF8A9}" dt="2023-01-30T05:38:26.579" v="316"/>
          <ac:picMkLst>
            <pc:docMk/>
            <pc:sldMk cId="2881302680" sldId="413"/>
            <ac:picMk id="5" creationId="{1BB5F6C2-86B7-2F0C-3E27-A72E980A3D73}"/>
          </ac:picMkLst>
        </pc:picChg>
      </pc:sldChg>
      <pc:sldChg chg="modSp mod">
        <pc:chgData name="Chittaranjan Hens" userId="6fc03958433e8a43" providerId="LiveId" clId="{A686C9B4-96EB-40C1-B419-2A08EE2CF8A9}" dt="2023-01-30T05:38:18.964" v="315" actId="1035"/>
        <pc:sldMkLst>
          <pc:docMk/>
          <pc:sldMk cId="1333430897" sldId="415"/>
        </pc:sldMkLst>
        <pc:picChg chg="mod">
          <ac:chgData name="Chittaranjan Hens" userId="6fc03958433e8a43" providerId="LiveId" clId="{A686C9B4-96EB-40C1-B419-2A08EE2CF8A9}" dt="2023-01-30T05:38:18.964" v="315" actId="1035"/>
          <ac:picMkLst>
            <pc:docMk/>
            <pc:sldMk cId="1333430897" sldId="415"/>
            <ac:picMk id="4" creationId="{178B4290-9EE1-2388-2716-3029DCFDC3AD}"/>
          </ac:picMkLst>
        </pc:picChg>
      </pc:sldChg>
      <pc:sldChg chg="modSp">
        <pc:chgData name="Chittaranjan Hens" userId="6fc03958433e8a43" providerId="LiveId" clId="{A686C9B4-96EB-40C1-B419-2A08EE2CF8A9}" dt="2023-01-30T05:37:29.675" v="306"/>
        <pc:sldMkLst>
          <pc:docMk/>
          <pc:sldMk cId="328758699" sldId="416"/>
        </pc:sldMkLst>
        <pc:picChg chg="mod">
          <ac:chgData name="Chittaranjan Hens" userId="6fc03958433e8a43" providerId="LiveId" clId="{A686C9B4-96EB-40C1-B419-2A08EE2CF8A9}" dt="2023-01-30T05:37:29.675" v="306"/>
          <ac:picMkLst>
            <pc:docMk/>
            <pc:sldMk cId="328758699" sldId="416"/>
            <ac:picMk id="5" creationId="{3696CC8E-5963-93D1-933A-B57353636102}"/>
          </ac:picMkLst>
        </pc:picChg>
      </pc:sldChg>
      <pc:sldChg chg="modSp">
        <pc:chgData name="Chittaranjan Hens" userId="6fc03958433e8a43" providerId="LiveId" clId="{A686C9B4-96EB-40C1-B419-2A08EE2CF8A9}" dt="2023-01-30T05:37:22.650" v="305"/>
        <pc:sldMkLst>
          <pc:docMk/>
          <pc:sldMk cId="2718063657" sldId="418"/>
        </pc:sldMkLst>
        <pc:picChg chg="mod">
          <ac:chgData name="Chittaranjan Hens" userId="6fc03958433e8a43" providerId="LiveId" clId="{A686C9B4-96EB-40C1-B419-2A08EE2CF8A9}" dt="2023-01-30T05:37:22.650" v="305"/>
          <ac:picMkLst>
            <pc:docMk/>
            <pc:sldMk cId="2718063657" sldId="418"/>
            <ac:picMk id="5" creationId="{3696CC8E-5963-93D1-933A-B57353636102}"/>
          </ac:picMkLst>
        </pc:picChg>
      </pc:sldChg>
      <pc:sldChg chg="modSp">
        <pc:chgData name="Chittaranjan Hens" userId="6fc03958433e8a43" providerId="LiveId" clId="{A686C9B4-96EB-40C1-B419-2A08EE2CF8A9}" dt="2023-01-30T05:37:54.754" v="310"/>
        <pc:sldMkLst>
          <pc:docMk/>
          <pc:sldMk cId="1476625480" sldId="456"/>
        </pc:sldMkLst>
        <pc:picChg chg="mod">
          <ac:chgData name="Chittaranjan Hens" userId="6fc03958433e8a43" providerId="LiveId" clId="{A686C9B4-96EB-40C1-B419-2A08EE2CF8A9}" dt="2023-01-30T05:37:54.754" v="310"/>
          <ac:picMkLst>
            <pc:docMk/>
            <pc:sldMk cId="1476625480" sldId="456"/>
            <ac:picMk id="2" creationId="{53824EA5-96A0-555B-8947-00A62EF8B795}"/>
          </ac:picMkLst>
        </pc:picChg>
      </pc:sldChg>
      <pc:sldChg chg="modSp">
        <pc:chgData name="Chittaranjan Hens" userId="6fc03958433e8a43" providerId="LiveId" clId="{A686C9B4-96EB-40C1-B419-2A08EE2CF8A9}" dt="2023-01-30T05:37:46.684" v="309"/>
        <pc:sldMkLst>
          <pc:docMk/>
          <pc:sldMk cId="2108324488" sldId="458"/>
        </pc:sldMkLst>
        <pc:picChg chg="mod">
          <ac:chgData name="Chittaranjan Hens" userId="6fc03958433e8a43" providerId="LiveId" clId="{A686C9B4-96EB-40C1-B419-2A08EE2CF8A9}" dt="2023-01-30T05:37:46.684" v="309"/>
          <ac:picMkLst>
            <pc:docMk/>
            <pc:sldMk cId="2108324488" sldId="458"/>
            <ac:picMk id="2" creationId="{53824EA5-96A0-555B-8947-00A62EF8B795}"/>
          </ac:picMkLst>
        </pc:picChg>
      </pc:sldChg>
      <pc:sldChg chg="modSp">
        <pc:chgData name="Chittaranjan Hens" userId="6fc03958433e8a43" providerId="LiveId" clId="{A686C9B4-96EB-40C1-B419-2A08EE2CF8A9}" dt="2023-01-30T05:37:07.926" v="303"/>
        <pc:sldMkLst>
          <pc:docMk/>
          <pc:sldMk cId="2453110422" sldId="460"/>
        </pc:sldMkLst>
        <pc:picChg chg="mod">
          <ac:chgData name="Chittaranjan Hens" userId="6fc03958433e8a43" providerId="LiveId" clId="{A686C9B4-96EB-40C1-B419-2A08EE2CF8A9}" dt="2023-01-30T05:37:07.926" v="303"/>
          <ac:picMkLst>
            <pc:docMk/>
            <pc:sldMk cId="2453110422" sldId="460"/>
            <ac:picMk id="2" creationId="{53824EA5-96A0-555B-8947-00A62EF8B795}"/>
          </ac:picMkLst>
        </pc:picChg>
      </pc:sldChg>
      <pc:sldChg chg="ord">
        <pc:chgData name="Chittaranjan Hens" userId="6fc03958433e8a43" providerId="LiveId" clId="{A686C9B4-96EB-40C1-B419-2A08EE2CF8A9}" dt="2023-01-30T05:17:13.047" v="2" actId="20578"/>
        <pc:sldMkLst>
          <pc:docMk/>
          <pc:sldMk cId="1387844827" sldId="474"/>
        </pc:sldMkLst>
      </pc:sldChg>
      <pc:sldChg chg="addSp delSp modSp mod">
        <pc:chgData name="Chittaranjan Hens" userId="6fc03958433e8a43" providerId="LiveId" clId="{A686C9B4-96EB-40C1-B419-2A08EE2CF8A9}" dt="2023-01-30T14:51:40.157" v="334"/>
        <pc:sldMkLst>
          <pc:docMk/>
          <pc:sldMk cId="1804185450" sldId="481"/>
        </pc:sldMkLst>
        <pc:spChg chg="mod">
          <ac:chgData name="Chittaranjan Hens" userId="6fc03958433e8a43" providerId="LiveId" clId="{A686C9B4-96EB-40C1-B419-2A08EE2CF8A9}" dt="2023-01-30T14:51:40.157" v="334"/>
          <ac:spMkLst>
            <pc:docMk/>
            <pc:sldMk cId="1804185450" sldId="481"/>
            <ac:spMk id="7" creationId="{3A5C8CF0-66AD-76FA-D3EF-B54BC17F5ABF}"/>
          </ac:spMkLst>
        </pc:spChg>
        <pc:grpChg chg="add mod">
          <ac:chgData name="Chittaranjan Hens" userId="6fc03958433e8a43" providerId="LiveId" clId="{A686C9B4-96EB-40C1-B419-2A08EE2CF8A9}" dt="2023-01-30T14:51:40.157" v="334"/>
          <ac:grpSpMkLst>
            <pc:docMk/>
            <pc:sldMk cId="1804185450" sldId="481"/>
            <ac:grpSpMk id="3" creationId="{9A4C3CFE-E28B-59FB-0FFE-D4312D37A581}"/>
          </ac:grpSpMkLst>
        </pc:grpChg>
        <pc:grpChg chg="del mod">
          <ac:chgData name="Chittaranjan Hens" userId="6fc03958433e8a43" providerId="LiveId" clId="{A686C9B4-96EB-40C1-B419-2A08EE2CF8A9}" dt="2023-01-30T14:51:31.610" v="333" actId="478"/>
          <ac:grpSpMkLst>
            <pc:docMk/>
            <pc:sldMk cId="1804185450" sldId="481"/>
            <ac:grpSpMk id="26" creationId="{0C914B07-F592-174E-0A74-1E4E5456F6C5}"/>
          </ac:grpSpMkLst>
        </pc:grpChg>
        <pc:picChg chg="mod">
          <ac:chgData name="Chittaranjan Hens" userId="6fc03958433e8a43" providerId="LiveId" clId="{A686C9B4-96EB-40C1-B419-2A08EE2CF8A9}" dt="2023-01-30T14:51:25.593" v="332" actId="1076"/>
          <ac:picMkLst>
            <pc:docMk/>
            <pc:sldMk cId="1804185450" sldId="481"/>
            <ac:picMk id="2" creationId="{D46632B5-BEDB-5424-58D9-B31AA1BB1767}"/>
          </ac:picMkLst>
        </pc:picChg>
        <pc:picChg chg="mod">
          <ac:chgData name="Chittaranjan Hens" userId="6fc03958433e8a43" providerId="LiveId" clId="{A686C9B4-96EB-40C1-B419-2A08EE2CF8A9}" dt="2023-01-30T14:51:40.157" v="334"/>
          <ac:picMkLst>
            <pc:docMk/>
            <pc:sldMk cId="1804185450" sldId="481"/>
            <ac:picMk id="5" creationId="{D0374983-05E1-AF37-2DBE-C97D451E0EAA}"/>
          </ac:picMkLst>
        </pc:picChg>
      </pc:sldChg>
      <pc:sldChg chg="addSp delSp modSp new mod">
        <pc:chgData name="Chittaranjan Hens" userId="6fc03958433e8a43" providerId="LiveId" clId="{A686C9B4-96EB-40C1-B419-2A08EE2CF8A9}" dt="2023-01-30T05:36:29.518" v="302"/>
        <pc:sldMkLst>
          <pc:docMk/>
          <pc:sldMk cId="531838443" sldId="488"/>
        </pc:sldMkLst>
        <pc:spChg chg="add mod">
          <ac:chgData name="Chittaranjan Hens" userId="6fc03958433e8a43" providerId="LiveId" clId="{A686C9B4-96EB-40C1-B419-2A08EE2CF8A9}" dt="2023-01-30T05:17:27.243" v="5" actId="1076"/>
          <ac:spMkLst>
            <pc:docMk/>
            <pc:sldMk cId="531838443" sldId="488"/>
            <ac:spMk id="2" creationId="{CC9D182B-D969-B31C-B54B-DD1117D14321}"/>
          </ac:spMkLst>
        </pc:spChg>
        <pc:spChg chg="add mod">
          <ac:chgData name="Chittaranjan Hens" userId="6fc03958433e8a43" providerId="LiveId" clId="{A686C9B4-96EB-40C1-B419-2A08EE2CF8A9}" dt="2023-01-30T05:36:29.518" v="302"/>
          <ac:spMkLst>
            <pc:docMk/>
            <pc:sldMk cId="531838443" sldId="488"/>
            <ac:spMk id="5" creationId="{8CA60EBD-8FEF-48C4-10A2-6D9A1287CDAB}"/>
          </ac:spMkLst>
        </pc:spChg>
        <pc:picChg chg="add del mod">
          <ac:chgData name="Chittaranjan Hens" userId="6fc03958433e8a43" providerId="LiveId" clId="{A686C9B4-96EB-40C1-B419-2A08EE2CF8A9}" dt="2023-01-30T05:34:58.613" v="258" actId="478"/>
          <ac:picMkLst>
            <pc:docMk/>
            <pc:sldMk cId="531838443" sldId="488"/>
            <ac:picMk id="4" creationId="{22A529A6-09F4-17F7-2116-6557872AB6CE}"/>
          </ac:picMkLst>
        </pc:picChg>
      </pc:sldChg>
      <pc:sldChg chg="addSp delSp modSp add mod modAnim">
        <pc:chgData name="Chittaranjan Hens" userId="6fc03958433e8a43" providerId="LiveId" clId="{A686C9B4-96EB-40C1-B419-2A08EE2CF8A9}" dt="2023-01-30T05:25:17.785" v="165" actId="2711"/>
        <pc:sldMkLst>
          <pc:docMk/>
          <pc:sldMk cId="1434668872" sldId="489"/>
        </pc:sldMkLst>
        <pc:spChg chg="add mod">
          <ac:chgData name="Chittaranjan Hens" userId="6fc03958433e8a43" providerId="LiveId" clId="{A686C9B4-96EB-40C1-B419-2A08EE2CF8A9}" dt="2023-01-30T05:25:17.785" v="165" actId="2711"/>
          <ac:spMkLst>
            <pc:docMk/>
            <pc:sldMk cId="1434668872" sldId="489"/>
            <ac:spMk id="6" creationId="{E63CDF2A-FDB0-7738-16CD-25D1664F81BB}"/>
          </ac:spMkLst>
        </pc:spChg>
        <pc:spChg chg="del">
          <ac:chgData name="Chittaranjan Hens" userId="6fc03958433e8a43" providerId="LiveId" clId="{A686C9B4-96EB-40C1-B419-2A08EE2CF8A9}" dt="2023-01-30T05:17:59.432" v="7" actId="478"/>
          <ac:spMkLst>
            <pc:docMk/>
            <pc:sldMk cId="1434668872" sldId="489"/>
            <ac:spMk id="7" creationId="{82DC60F8-9A85-D2E9-75E2-431F97C4BC9D}"/>
          </ac:spMkLst>
        </pc:spChg>
        <pc:picChg chg="mod">
          <ac:chgData name="Chittaranjan Hens" userId="6fc03958433e8a43" providerId="LiveId" clId="{A686C9B4-96EB-40C1-B419-2A08EE2CF8A9}" dt="2023-01-30T05:24:48.632" v="161" actId="1076"/>
          <ac:picMkLst>
            <pc:docMk/>
            <pc:sldMk cId="1434668872" sldId="489"/>
            <ac:picMk id="4" creationId="{BAC19C6E-1362-8D93-CD6A-1AD50E72579F}"/>
          </ac:picMkLst>
        </pc:picChg>
        <pc:picChg chg="del">
          <ac:chgData name="Chittaranjan Hens" userId="6fc03958433e8a43" providerId="LiveId" clId="{A686C9B4-96EB-40C1-B419-2A08EE2CF8A9}" dt="2023-01-30T05:17:59.432" v="7" actId="478"/>
          <ac:picMkLst>
            <pc:docMk/>
            <pc:sldMk cId="1434668872" sldId="489"/>
            <ac:picMk id="5" creationId="{2ACFB47D-973D-62BD-3FB0-89FA88AC5BB0}"/>
          </ac:picMkLst>
        </pc:picChg>
      </pc:sldChg>
      <pc:sldChg chg="addSp delSp modSp add mod delAnim">
        <pc:chgData name="Chittaranjan Hens" userId="6fc03958433e8a43" providerId="LiveId" clId="{A686C9B4-96EB-40C1-B419-2A08EE2CF8A9}" dt="2023-01-30T05:26:40.959" v="177" actId="478"/>
        <pc:sldMkLst>
          <pc:docMk/>
          <pc:sldMk cId="2345262314" sldId="490"/>
        </pc:sldMkLst>
        <pc:spChg chg="del">
          <ac:chgData name="Chittaranjan Hens" userId="6fc03958433e8a43" providerId="LiveId" clId="{A686C9B4-96EB-40C1-B419-2A08EE2CF8A9}" dt="2023-01-30T05:25:21.709" v="166" actId="478"/>
          <ac:spMkLst>
            <pc:docMk/>
            <pc:sldMk cId="2345262314" sldId="490"/>
            <ac:spMk id="6" creationId="{E63CDF2A-FDB0-7738-16CD-25D1664F81BB}"/>
          </ac:spMkLst>
        </pc:spChg>
        <pc:picChg chg="add mod">
          <ac:chgData name="Chittaranjan Hens" userId="6fc03958433e8a43" providerId="LiveId" clId="{A686C9B4-96EB-40C1-B419-2A08EE2CF8A9}" dt="2023-01-30T05:25:43.922" v="170" actId="1076"/>
          <ac:picMkLst>
            <pc:docMk/>
            <pc:sldMk cId="2345262314" sldId="490"/>
            <ac:picMk id="5" creationId="{03FCE0F0-0789-94F3-8695-3ADB444D014F}"/>
          </ac:picMkLst>
        </pc:picChg>
        <pc:picChg chg="add del mod">
          <ac:chgData name="Chittaranjan Hens" userId="6fc03958433e8a43" providerId="LiveId" clId="{A686C9B4-96EB-40C1-B419-2A08EE2CF8A9}" dt="2023-01-30T05:26:40.959" v="177" actId="478"/>
          <ac:picMkLst>
            <pc:docMk/>
            <pc:sldMk cId="2345262314" sldId="490"/>
            <ac:picMk id="8" creationId="{2178C69A-D7FB-C903-3914-6B3CFEFDEBD7}"/>
          </ac:picMkLst>
        </pc:picChg>
      </pc:sldChg>
      <pc:sldChg chg="add">
        <pc:chgData name="Chittaranjan Hens" userId="6fc03958433e8a43" providerId="LiveId" clId="{A686C9B4-96EB-40C1-B419-2A08EE2CF8A9}" dt="2023-01-30T05:26:30.019" v="176"/>
        <pc:sldMkLst>
          <pc:docMk/>
          <pc:sldMk cId="104971257" sldId="491"/>
        </pc:sldMkLst>
      </pc:sldChg>
      <pc:sldChg chg="addSp modSp add mod">
        <pc:chgData name="Chittaranjan Hens" userId="6fc03958433e8a43" providerId="LiveId" clId="{A686C9B4-96EB-40C1-B419-2A08EE2CF8A9}" dt="2023-01-30T05:28:02.366" v="188" actId="164"/>
        <pc:sldMkLst>
          <pc:docMk/>
          <pc:sldMk cId="2723067071" sldId="492"/>
        </pc:sldMkLst>
        <pc:spChg chg="add mod">
          <ac:chgData name="Chittaranjan Hens" userId="6fc03958433e8a43" providerId="LiveId" clId="{A686C9B4-96EB-40C1-B419-2A08EE2CF8A9}" dt="2023-01-30T05:28:02.366" v="188" actId="164"/>
          <ac:spMkLst>
            <pc:docMk/>
            <pc:sldMk cId="2723067071" sldId="492"/>
            <ac:spMk id="7" creationId="{7C28F48F-E919-907F-B045-A55DAADF05D4}"/>
          </ac:spMkLst>
        </pc:spChg>
        <pc:grpChg chg="add mod">
          <ac:chgData name="Chittaranjan Hens" userId="6fc03958433e8a43" providerId="LiveId" clId="{A686C9B4-96EB-40C1-B419-2A08EE2CF8A9}" dt="2023-01-30T05:28:02.366" v="188" actId="164"/>
          <ac:grpSpMkLst>
            <pc:docMk/>
            <pc:sldMk cId="2723067071" sldId="492"/>
            <ac:grpSpMk id="9" creationId="{AEF9E9D3-FE2E-EB6D-A361-5364A8303F3B}"/>
          </ac:grpSpMkLst>
        </pc:grpChg>
        <pc:picChg chg="add mod">
          <ac:chgData name="Chittaranjan Hens" userId="6fc03958433e8a43" providerId="LiveId" clId="{A686C9B4-96EB-40C1-B419-2A08EE2CF8A9}" dt="2023-01-30T05:28:02.366" v="188" actId="164"/>
          <ac:picMkLst>
            <pc:docMk/>
            <pc:sldMk cId="2723067071" sldId="492"/>
            <ac:picMk id="6" creationId="{5215093A-9FDA-37EA-7BFC-8B073AFF075F}"/>
          </ac:picMkLst>
        </pc:picChg>
      </pc:sldChg>
    </pc:docChg>
  </pc:docChgLst>
</pc:chgInfo>
</file>

<file path=ppt/comments/modernComment_309_68A267B2.xml><?xml version="1.0" encoding="utf-8"?>
<p188:cmLst xmlns:a="http://schemas.openxmlformats.org/drawingml/2006/main" xmlns:r="http://schemas.openxmlformats.org/officeDocument/2006/relationships" xmlns:p188="http://schemas.microsoft.com/office/powerpoint/2018/8/main">
  <p188:cm id="{B18A1989-0A45-4EF0-A8D3-331547A9CD67}" authorId="{5E026BE3-B353-4144-4AD1-B1482F387DF5}" created="2022-08-23T16:02:57.856">
    <pc:sldMkLst xmlns:pc="http://schemas.microsoft.com/office/powerpoint/2013/main/command">
      <pc:docMk/>
      <pc:sldMk cId="1755473842" sldId="723"/>
    </pc:sldMkLst>
    <p188:txBody>
      <a:bodyPr/>
      <a:lstStyle/>
      <a:p>
        <a:r>
          <a:rPr lang="en-IN"/>
          <a:t>The rate parameters α and β quantify the transmission rate and the recovery rate of the standard SIR model, respectively. Additionally, the impact of containment efforts is captured by the terms proportional to the containment rate κ0 that is effective in both I and S populations, because measures such as social distancing and curfews affect the whole population alike. Infected individuals are removed at rate κ corresponding to quarantine measures that only affect symptomatic infecteds.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3FD574-AE2A-4A1A-A679-6DEEAE2EF300}" type="datetimeFigureOut">
              <a:rPr lang="en-IN" smtClean="0"/>
              <a:t>03-08-2026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B0FD-EAEC-42C8-8DE4-1A7E53DBBB9B}" type="slidenum">
              <a:rPr lang="en-IN" smtClean="0"/>
              <a:t>‹#›</a:t>
            </a:fld>
            <a:endParaRPr lang="en-IN"/>
          </a:p>
        </p:txBody>
      </p:sp>
    </p:spTree>
    <p:extLst>
      <p:ext uri="{BB962C8B-B14F-4D97-AF65-F5344CB8AC3E}">
        <p14:creationId xmlns:p14="http://schemas.microsoft.com/office/powerpoint/2010/main" val="429445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2B8E2907-F067-470B-91AE-5766A1D5FC0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F371B8F3-0144-4B07-8F61-BE2293C3098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defTabSz="685800">
              <a:lnSpc>
                <a:spcPct val="90000"/>
              </a:lnSpc>
              <a:spcBef>
                <a:spcPts val="750"/>
              </a:spcBef>
              <a:buFontTx/>
              <a:buChar char="•"/>
            </a:pPr>
            <a:r>
              <a:rPr lang="en-US" altLang="en-US" sz="2400">
                <a:solidFill>
                  <a:srgbClr val="000000"/>
                </a:solidFill>
                <a:sym typeface="Symbol" panose="05050102010706020507" pitchFamily="18" charset="2"/>
              </a:rPr>
              <a:t>The solution passes through initial point (</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with slope </a:t>
            </a:r>
          </a:p>
          <a:p>
            <a:pPr marL="171450" indent="-171450" defTabSz="685800">
              <a:lnSpc>
                <a:spcPct val="90000"/>
              </a:lnSpc>
              <a:spcBef>
                <a:spcPts val="750"/>
              </a:spcBef>
            </a:pPr>
            <a:r>
              <a:rPr lang="en-US" altLang="en-US" sz="2400" i="1">
                <a:solidFill>
                  <a:srgbClr val="000000"/>
                </a:solidFill>
                <a:sym typeface="Symbol" panose="05050102010706020507" pitchFamily="18" charset="2"/>
              </a:rPr>
              <a:t>	f</a:t>
            </a:r>
            <a:r>
              <a:rPr lang="en-US" altLang="en-US" sz="800">
                <a:solidFill>
                  <a:srgbClr val="000000"/>
                </a:solidFill>
                <a:sym typeface="Symbol" panose="05050102010706020507" pitchFamily="18" charset="2"/>
              </a:rPr>
              <a:t> </a:t>
            </a:r>
            <a:r>
              <a:rPr lang="en-US" altLang="en-US" sz="2400">
                <a:solidFill>
                  <a:srgbClr val="000000"/>
                </a:solidFill>
                <a:sym typeface="Symbol" panose="05050102010706020507" pitchFamily="18" charset="2"/>
              </a:rPr>
              <a:t>(</a:t>
            </a:r>
            <a:r>
              <a:rPr lang="en-US" altLang="en-US" sz="2400" i="1">
                <a:solidFill>
                  <a:srgbClr val="000000"/>
                </a:solidFill>
                <a:sym typeface="Symbol" panose="05050102010706020507" pitchFamily="18" charset="2"/>
              </a:rPr>
              <a:t>t</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a:t>
            </a:r>
            <a:r>
              <a:rPr lang="en-US" altLang="en-US" sz="800">
                <a:solidFill>
                  <a:srgbClr val="000000"/>
                </a:solidFill>
                <a:sym typeface="Symbol" panose="05050102010706020507" pitchFamily="18" charset="2"/>
              </a:rPr>
              <a:t> </a:t>
            </a:r>
            <a:r>
              <a:rPr lang="en-US" altLang="en-US" sz="2400" i="1">
                <a:solidFill>
                  <a:srgbClr val="000000"/>
                </a:solidFill>
                <a:sym typeface="Symbol" panose="05050102010706020507" pitchFamily="18" charset="2"/>
              </a:rPr>
              <a:t>y</a:t>
            </a:r>
            <a:r>
              <a:rPr lang="en-US" altLang="en-US" sz="2400" baseline="-25000">
                <a:solidFill>
                  <a:srgbClr val="000000"/>
                </a:solidFill>
                <a:sym typeface="Symbol" panose="05050102010706020507" pitchFamily="18" charset="2"/>
              </a:rPr>
              <a:t>0</a:t>
            </a:r>
            <a:r>
              <a:rPr lang="en-US" altLang="en-US" sz="2400">
                <a:solidFill>
                  <a:srgbClr val="000000"/>
                </a:solidFill>
                <a:sym typeface="Symbol" panose="05050102010706020507" pitchFamily="18" charset="2"/>
              </a:rPr>
              <a:t>). </a:t>
            </a:r>
            <a:endParaRPr lang="en-IN" altLang="en-US"/>
          </a:p>
        </p:txBody>
      </p:sp>
      <p:sp>
        <p:nvSpPr>
          <p:cNvPr id="4" name="Slide Number Placeholder 3">
            <a:extLst>
              <a:ext uri="{FF2B5EF4-FFF2-40B4-BE49-F238E27FC236}">
                <a16:creationId xmlns:a16="http://schemas.microsoft.com/office/drawing/2014/main" id="{23A29B52-6504-4A86-8841-532DAD9C06FC}"/>
              </a:ext>
            </a:extLst>
          </p:cNvPr>
          <p:cNvSpPr>
            <a:spLocks noGrp="1"/>
          </p:cNvSpPr>
          <p:nvPr>
            <p:ph type="sldNum" sz="quarter" idx="5"/>
          </p:nvPr>
        </p:nvSpPr>
        <p:spPr/>
        <p:txBody>
          <a:bodyPr/>
          <a:lstStyle/>
          <a:p>
            <a:pPr>
              <a:defRPr/>
            </a:pPr>
            <a:fld id="{336F176B-EC7B-4094-BA95-2DDC741FA769}" type="slidenum">
              <a:rPr lang="en-IN" smtClean="0"/>
              <a:pPr>
                <a:defRPr/>
              </a:pPr>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6</a:t>
            </a:fld>
            <a:endParaRPr lang="he-IL"/>
          </a:p>
        </p:txBody>
      </p:sp>
    </p:spTree>
    <p:extLst>
      <p:ext uri="{BB962C8B-B14F-4D97-AF65-F5344CB8AC3E}">
        <p14:creationId xmlns:p14="http://schemas.microsoft.com/office/powerpoint/2010/main" val="14508962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7</a:t>
            </a:fld>
            <a:endParaRPr lang="he-IL"/>
          </a:p>
        </p:txBody>
      </p:sp>
    </p:spTree>
    <p:extLst>
      <p:ext uri="{BB962C8B-B14F-4D97-AF65-F5344CB8AC3E}">
        <p14:creationId xmlns:p14="http://schemas.microsoft.com/office/powerpoint/2010/main" val="3807882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8</a:t>
            </a:fld>
            <a:endParaRPr lang="he-IL"/>
          </a:p>
        </p:txBody>
      </p:sp>
    </p:spTree>
    <p:extLst>
      <p:ext uri="{BB962C8B-B14F-4D97-AF65-F5344CB8AC3E}">
        <p14:creationId xmlns:p14="http://schemas.microsoft.com/office/powerpoint/2010/main" val="1461221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9</a:t>
            </a:fld>
            <a:endParaRPr lang="he-IL"/>
          </a:p>
        </p:txBody>
      </p:sp>
    </p:spTree>
    <p:extLst>
      <p:ext uri="{BB962C8B-B14F-4D97-AF65-F5344CB8AC3E}">
        <p14:creationId xmlns:p14="http://schemas.microsoft.com/office/powerpoint/2010/main" val="2428217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10</a:t>
            </a:fld>
            <a:endParaRPr lang="he-IL"/>
          </a:p>
        </p:txBody>
      </p:sp>
    </p:spTree>
    <p:extLst>
      <p:ext uri="{BB962C8B-B14F-4D97-AF65-F5344CB8AC3E}">
        <p14:creationId xmlns:p14="http://schemas.microsoft.com/office/powerpoint/2010/main" val="2173480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11</a:t>
            </a:fld>
            <a:endParaRPr lang="he-IL"/>
          </a:p>
        </p:txBody>
      </p:sp>
    </p:spTree>
    <p:extLst>
      <p:ext uri="{BB962C8B-B14F-4D97-AF65-F5344CB8AC3E}">
        <p14:creationId xmlns:p14="http://schemas.microsoft.com/office/powerpoint/2010/main" val="4066801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12</a:t>
            </a:fld>
            <a:endParaRPr lang="he-IL"/>
          </a:p>
        </p:txBody>
      </p:sp>
    </p:spTree>
    <p:extLst>
      <p:ext uri="{BB962C8B-B14F-4D97-AF65-F5344CB8AC3E}">
        <p14:creationId xmlns:p14="http://schemas.microsoft.com/office/powerpoint/2010/main" val="4251027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13</a:t>
            </a:fld>
            <a:endParaRPr lang="he-IL"/>
          </a:p>
        </p:txBody>
      </p:sp>
    </p:spTree>
    <p:extLst>
      <p:ext uri="{BB962C8B-B14F-4D97-AF65-F5344CB8AC3E}">
        <p14:creationId xmlns:p14="http://schemas.microsoft.com/office/powerpoint/2010/main" val="42544554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14</a:t>
            </a:fld>
            <a:endParaRPr lang="he-IL"/>
          </a:p>
        </p:txBody>
      </p:sp>
    </p:spTree>
    <p:extLst>
      <p:ext uri="{BB962C8B-B14F-4D97-AF65-F5344CB8AC3E}">
        <p14:creationId xmlns:p14="http://schemas.microsoft.com/office/powerpoint/2010/main" val="613985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15</a:t>
            </a:fld>
            <a:endParaRPr lang="he-IL"/>
          </a:p>
        </p:txBody>
      </p:sp>
    </p:spTree>
    <p:extLst>
      <p:ext uri="{BB962C8B-B14F-4D97-AF65-F5344CB8AC3E}">
        <p14:creationId xmlns:p14="http://schemas.microsoft.com/office/powerpoint/2010/main" val="1692540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16</a:t>
            </a:fld>
            <a:endParaRPr lang="he-IL"/>
          </a:p>
        </p:txBody>
      </p:sp>
    </p:spTree>
    <p:extLst>
      <p:ext uri="{BB962C8B-B14F-4D97-AF65-F5344CB8AC3E}">
        <p14:creationId xmlns:p14="http://schemas.microsoft.com/office/powerpoint/2010/main" val="1307559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03733B-8C73-4D16-8994-BE2774CC9D4B}" type="slidenum">
              <a:rPr lang="he-IL" smtClean="0"/>
              <a:t>17</a:t>
            </a:fld>
            <a:endParaRPr lang="he-IL"/>
          </a:p>
        </p:txBody>
      </p:sp>
    </p:spTree>
    <p:extLst>
      <p:ext uri="{BB962C8B-B14F-4D97-AF65-F5344CB8AC3E}">
        <p14:creationId xmlns:p14="http://schemas.microsoft.com/office/powerpoint/2010/main" val="432728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BD75-1660-FAE0-E815-CEB4E37B44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BC886EF-9B49-13BD-AC49-1DF0A369D6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3A2ED0-03EC-8572-1AF1-492D59B4C05B}"/>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16EA62E2-3501-E0AE-9189-576DF777DD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50A4FC-2F6C-68C8-B654-97290FCE17E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93436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61FD0-71BA-93C3-99B3-1B939A7E1D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6F7457-DDF6-8C80-5AF0-EC34015C48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367038-344E-91F7-9CEF-945FAC0FF2FE}"/>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D22A37A2-2CE4-2EF6-8EAD-EA8651FE78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82E1D5-49D2-A576-F7E3-2B2497C8B67E}"/>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312512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583A-FF83-6BD4-EC2E-0D1C42F28A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DFF147-1BA5-BC76-DB11-BD22DA91E0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582B8E-0D70-CC2E-8ED3-81EA35DB4F23}"/>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56B36196-D545-AEB9-BCFA-ADDB3B6260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23DBC5-55E1-20DF-9733-71E30C29A72A}"/>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412149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9984-11A2-AEA0-7A4E-ED01BE2E9E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6AE9FD-B0A1-1B26-B90C-69CB0D6A1F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C9F190-31B9-3B44-AEF7-CFC800A3FC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DAC633-3561-AAF7-2B0C-1CC2A4FD9D3D}"/>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6" name="Footer Placeholder 5">
            <a:extLst>
              <a:ext uri="{FF2B5EF4-FFF2-40B4-BE49-F238E27FC236}">
                <a16:creationId xmlns:a16="http://schemas.microsoft.com/office/drawing/2014/main" id="{E8A31FB5-3EB7-4F67-540D-83FE2DEB3F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D44979-12B9-05E3-29E7-FB5C2A0B9406}"/>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220423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4F16-F6AA-5726-88AD-8BB39CCD572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745142-33EE-6E58-7319-5D1911D4F6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4009E0-54F6-3690-AEC1-B0432FD222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99F6AA-A236-87C0-8824-D7713CB89F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F89FC7-4741-957A-3D38-9F2E2945A8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53A3456-ADCB-4BBC-2952-4A483C01F949}"/>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8" name="Footer Placeholder 7">
            <a:extLst>
              <a:ext uri="{FF2B5EF4-FFF2-40B4-BE49-F238E27FC236}">
                <a16:creationId xmlns:a16="http://schemas.microsoft.com/office/drawing/2014/main" id="{2E5CAE05-C1FF-E42D-228C-05446FA37FA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2959D13-BAA3-21E7-F349-BC9D871DE9E1}"/>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8653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E9CC2-5F9E-AB21-78BB-21B20AB916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0914B66-B0B5-38DE-FDAC-3E10592EB898}"/>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4" name="Footer Placeholder 3">
            <a:extLst>
              <a:ext uri="{FF2B5EF4-FFF2-40B4-BE49-F238E27FC236}">
                <a16:creationId xmlns:a16="http://schemas.microsoft.com/office/drawing/2014/main" id="{94A1CDDE-72E2-7EE0-7BB1-A262167090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55F000-2EE9-FCD0-FAFF-835FD6B59D9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161556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CBB12D-1998-6E52-CA00-BA35666C1EC9}"/>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3" name="Footer Placeholder 2">
            <a:extLst>
              <a:ext uri="{FF2B5EF4-FFF2-40B4-BE49-F238E27FC236}">
                <a16:creationId xmlns:a16="http://schemas.microsoft.com/office/drawing/2014/main" id="{F755B77E-1534-0831-0F06-249643A1C8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991966A-2403-0C6C-A799-45117DC4A31F}"/>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364791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986A-1DD6-9AC3-A8BA-B124D0154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01A641-E424-50D3-C62A-16A975657D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9F1B4A-BB80-25BA-928F-BED5E291E1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390E21-F5B2-D800-2E83-EC06BE91A4E6}"/>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6" name="Footer Placeholder 5">
            <a:extLst>
              <a:ext uri="{FF2B5EF4-FFF2-40B4-BE49-F238E27FC236}">
                <a16:creationId xmlns:a16="http://schemas.microsoft.com/office/drawing/2014/main" id="{DFAF3AB3-73A7-94D5-2E8A-57D77A3B17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D4772-4570-2687-4003-0059AF5A6724}"/>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905504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000C7-F1CD-CE95-70E7-9D1A107E6E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CB3105-20EE-57B5-F827-AAB2C661B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28DD13-EE41-FF96-CE9F-28FBE3D96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526652-E698-10EC-96FC-E9B731C0DD19}"/>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6" name="Footer Placeholder 5">
            <a:extLst>
              <a:ext uri="{FF2B5EF4-FFF2-40B4-BE49-F238E27FC236}">
                <a16:creationId xmlns:a16="http://schemas.microsoft.com/office/drawing/2014/main" id="{29FE077B-D022-D751-F128-6A45DC65F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31DD12-8E56-917C-24E1-D89C90B15862}"/>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75866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FC9E-D07B-CA6F-147F-9AABD06E71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1FEACD5-8B36-5078-BC0F-B30C168BF8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497A0-F575-00FD-20B9-37895159C249}"/>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9AF28E68-3FC6-1E91-D63F-1C0D5B4AE6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72A18-5BC7-F06C-159D-D9F512D328F7}"/>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82364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E7399F-1BAB-91DA-3069-973420D78F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C7E08-4265-1B71-D68B-D0AADED18F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1FD722-C361-484B-C6AC-454E0ED51E69}"/>
              </a:ext>
            </a:extLst>
          </p:cNvPr>
          <p:cNvSpPr>
            <a:spLocks noGrp="1"/>
          </p:cNvSpPr>
          <p:nvPr>
            <p:ph type="dt" sz="half" idx="10"/>
          </p:nvPr>
        </p:nvSpPr>
        <p:spPr/>
        <p:txBody>
          <a:body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85A0FAB6-5D95-A857-D57E-775C109516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813EB-90CF-88B3-9C5E-614AFC1E06FC}"/>
              </a:ext>
            </a:extLst>
          </p:cNvPr>
          <p:cNvSpPr>
            <a:spLocks noGrp="1"/>
          </p:cNvSpPr>
          <p:nvPr>
            <p:ph type="sldNum" sz="quarter" idx="12"/>
          </p:nvPr>
        </p:nvSpPr>
        <p:spPr/>
        <p:txBody>
          <a:bodyPr/>
          <a:lstStyle/>
          <a:p>
            <a:fld id="{9E5C580E-AC77-412B-9279-3AF6BE068BFA}" type="slidenum">
              <a:rPr lang="en-IN" smtClean="0"/>
              <a:t>‹#›</a:t>
            </a:fld>
            <a:endParaRPr lang="en-IN"/>
          </a:p>
        </p:txBody>
      </p:sp>
    </p:spTree>
    <p:extLst>
      <p:ext uri="{BB962C8B-B14F-4D97-AF65-F5344CB8AC3E}">
        <p14:creationId xmlns:p14="http://schemas.microsoft.com/office/powerpoint/2010/main" val="262717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C3081-5B6B-B1DB-CA49-B6C4595A0C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19935B-1966-4C0A-AD62-1372C108AC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3D2D97-5126-30D4-CC53-C4F92C43F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AAD5F-3054-4CD1-A769-75C0A00C900B}" type="datetimeFigureOut">
              <a:rPr lang="en-IN" smtClean="0"/>
              <a:t>03-08-2026</a:t>
            </a:fld>
            <a:endParaRPr lang="en-IN"/>
          </a:p>
        </p:txBody>
      </p:sp>
      <p:sp>
        <p:nvSpPr>
          <p:cNvPr id="5" name="Footer Placeholder 4">
            <a:extLst>
              <a:ext uri="{FF2B5EF4-FFF2-40B4-BE49-F238E27FC236}">
                <a16:creationId xmlns:a16="http://schemas.microsoft.com/office/drawing/2014/main" id="{F02637D0-FECB-D6E5-86FA-338C3B9369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262422-807A-9F9F-5C38-5D0A7C701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5C580E-AC77-412B-9279-3AF6BE068BFA}" type="slidenum">
              <a:rPr lang="en-IN" smtClean="0"/>
              <a:t>‹#›</a:t>
            </a:fld>
            <a:endParaRPr lang="en-IN"/>
          </a:p>
        </p:txBody>
      </p:sp>
    </p:spTree>
    <p:extLst>
      <p:ext uri="{BB962C8B-B14F-4D97-AF65-F5344CB8AC3E}">
        <p14:creationId xmlns:p14="http://schemas.microsoft.com/office/powerpoint/2010/main" val="990058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3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9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950.png"/><Relationship Id="rId4" Type="http://schemas.openxmlformats.org/officeDocument/2006/relationships/image" Target="../media/image940.png"/></Relationships>
</file>

<file path=ppt/slides/_rels/slide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101.png"/><Relationship Id="rId4" Type="http://schemas.openxmlformats.org/officeDocument/2006/relationships/image" Target="../media/image990.png"/></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1.jpeg"/><Relationship Id="rId7" Type="http://schemas.openxmlformats.org/officeDocument/2006/relationships/image" Target="../media/image9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0.png"/><Relationship Id="rId10" Type="http://schemas.openxmlformats.org/officeDocument/2006/relationships/image" Target="../media/image16.png"/><Relationship Id="rId4" Type="http://schemas.openxmlformats.org/officeDocument/2006/relationships/image" Target="../media/image6.jpeg"/><Relationship Id="rId9" Type="http://schemas.openxmlformats.org/officeDocument/2006/relationships/image" Target="../media/image151.png"/></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jpeg"/><Relationship Id="rId7" Type="http://schemas.openxmlformats.org/officeDocument/2006/relationships/image" Target="../media/image13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image" Target="../media/image16.png"/><Relationship Id="rId5" Type="http://schemas.openxmlformats.org/officeDocument/2006/relationships/image" Target="../media/image110.png"/><Relationship Id="rId10" Type="http://schemas.openxmlformats.org/officeDocument/2006/relationships/image" Target="../media/image151.png"/><Relationship Id="rId4" Type="http://schemas.openxmlformats.org/officeDocument/2006/relationships/image" Target="../media/image6.jpe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3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0.png"/><Relationship Id="rId10" Type="http://schemas.openxmlformats.org/officeDocument/2006/relationships/image" Target="../media/image20.png"/><Relationship Id="rId4" Type="http://schemas.openxmlformats.org/officeDocument/2006/relationships/image" Target="../media/image6.jpe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jpeg"/><Relationship Id="rId7" Type="http://schemas.openxmlformats.org/officeDocument/2006/relationships/image" Target="../media/image130.png"/><Relationship Id="rId12"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20.png"/><Relationship Id="rId11" Type="http://schemas.openxmlformats.org/officeDocument/2006/relationships/image" Target="../media/image20.png"/><Relationship Id="rId5" Type="http://schemas.openxmlformats.org/officeDocument/2006/relationships/image" Target="../media/image110.png"/><Relationship Id="rId10" Type="http://schemas.openxmlformats.org/officeDocument/2006/relationships/image" Target="../media/image21.png"/><Relationship Id="rId4" Type="http://schemas.openxmlformats.org/officeDocument/2006/relationships/image" Target="../media/image6.jpe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jpeg"/><Relationship Id="rId7" Type="http://schemas.openxmlformats.org/officeDocument/2006/relationships/image" Target="../media/image130.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0.png"/><Relationship Id="rId10" Type="http://schemas.openxmlformats.org/officeDocument/2006/relationships/image" Target="../media/image24.png"/><Relationship Id="rId4" Type="http://schemas.openxmlformats.org/officeDocument/2006/relationships/image" Target="../media/image6.jpeg"/><Relationship Id="rId9"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8" Type="http://schemas.openxmlformats.org/officeDocument/2006/relationships/image" Target="../media/image1400.png"/><Relationship Id="rId3" Type="http://schemas.openxmlformats.org/officeDocument/2006/relationships/image" Target="../media/image1.jpeg"/><Relationship Id="rId7"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46.png"/><Relationship Id="rId11" Type="http://schemas.openxmlformats.org/officeDocument/2006/relationships/image" Target="../media/image143.png"/><Relationship Id="rId5" Type="http://schemas.openxmlformats.org/officeDocument/2006/relationships/image" Target="../media/image145.png"/><Relationship Id="rId4" Type="http://schemas.openxmlformats.org/officeDocument/2006/relationships/image" Target="../media/image144.png"/><Relationship Id="rId14" Type="http://schemas.openxmlformats.org/officeDocument/2006/relationships/image" Target="../media/image1450.png"/></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4.png"/><Relationship Id="rId3" Type="http://schemas.openxmlformats.org/officeDocument/2006/relationships/image" Target="../media/image1.jpeg"/><Relationship Id="rId7" Type="http://schemas.openxmlformats.org/officeDocument/2006/relationships/image" Target="../media/image6.jpeg"/><Relationship Id="rId12"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9.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31.png"/><Relationship Id="rId14" Type="http://schemas.openxmlformats.org/officeDocument/2006/relationships/image" Target="../media/image27.png"/></Relationships>
</file>

<file path=ppt/slides/_rels/slide16.xml.rels><?xml version="1.0" encoding="UTF-8" standalone="yes"?>
<Relationships xmlns="http://schemas.openxmlformats.org/package/2006/relationships"><Relationship Id="rId8" Type="http://schemas.openxmlformats.org/officeDocument/2006/relationships/image" Target="../media/image146.png"/><Relationship Id="rId3" Type="http://schemas.openxmlformats.org/officeDocument/2006/relationships/image" Target="../media/image1.jpeg"/><Relationship Id="rId7" Type="http://schemas.openxmlformats.org/officeDocument/2006/relationships/image" Target="../media/image145.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44.png"/><Relationship Id="rId5" Type="http://schemas.openxmlformats.org/officeDocument/2006/relationships/image" Target="../media/image7.png"/><Relationship Id="rId4" Type="http://schemas.openxmlformats.org/officeDocument/2006/relationships/image" Target="../media/image6.jpeg"/></Relationships>
</file>

<file path=ppt/slides/_rels/slide17.xml.rels><?xml version="1.0" encoding="UTF-8" standalone="yes"?>
<Relationships xmlns="http://schemas.openxmlformats.org/package/2006/relationships"><Relationship Id="rId8" Type="http://schemas.openxmlformats.org/officeDocument/2006/relationships/image" Target="../media/image150.png"/><Relationship Id="rId3" Type="http://schemas.microsoft.com/office/2018/10/relationships/comments" Target="../comments/modernComment_309_68A267B2.xml"/><Relationship Id="rId7" Type="http://schemas.openxmlformats.org/officeDocument/2006/relationships/image" Target="../media/image149.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48.png"/><Relationship Id="rId5" Type="http://schemas.openxmlformats.org/officeDocument/2006/relationships/image" Target="../media/image1470.png"/><Relationship Id="rId4" Type="http://schemas.openxmlformats.org/officeDocument/2006/relationships/image" Target="../media/image1.jpeg"/><Relationship Id="rId9"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100.png"/><Relationship Id="rId5" Type="http://schemas.openxmlformats.org/officeDocument/2006/relationships/image" Target="../media/image1010.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36.png"/><Relationship Id="rId7" Type="http://schemas.openxmlformats.org/officeDocument/2006/relationships/image" Target="../media/image41.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200.png"/><Relationship Id="rId5" Type="http://schemas.openxmlformats.org/officeDocument/2006/relationships/image" Target="../media/image1010.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5.emf"/></Relationships>
</file>

<file path=ppt/slides/_rels/slide3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7.emf"/></Relationships>
</file>

<file path=ppt/slides/_rels/slide32.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image" Target="../media/image47.emf"/></Relationships>
</file>

<file path=ppt/slides/_rels/slide33.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50.emf"/><Relationship Id="rId4" Type="http://schemas.openxmlformats.org/officeDocument/2006/relationships/image" Target="../media/image49.emf"/></Relationships>
</file>

<file path=ppt/slides/_rels/slide34.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1.emf"/></Relationships>
</file>

<file path=ppt/slides/_rels/slide35.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3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3.emf"/></Relationships>
</file>

<file path=ppt/slides/_rels/slide3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6.emf"/></Relationships>
</file>

<file path=ppt/slides/_rels/slide39.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0.emf"/><Relationship Id="rId4" Type="http://schemas.openxmlformats.org/officeDocument/2006/relationships/image" Target="../media/image59.emf"/></Relationships>
</file>

<file path=ppt/slides/_rels/slide42.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8.emf"/><Relationship Id="rId5" Type="http://schemas.openxmlformats.org/officeDocument/2006/relationships/image" Target="../media/image61.emf"/><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3.emf"/><Relationship Id="rId4" Type="http://schemas.openxmlformats.org/officeDocument/2006/relationships/image" Target="../media/image62.emf"/></Relationships>
</file>

<file path=ppt/slides/_rels/slide4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61.emf"/><Relationship Id="rId7" Type="http://schemas.openxmlformats.org/officeDocument/2006/relationships/image" Target="../media/image60.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46.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64.emf"/><Relationship Id="rId7" Type="http://schemas.openxmlformats.org/officeDocument/2006/relationships/image" Target="../media/image63.emf"/><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65.emf"/><Relationship Id="rId5" Type="http://schemas.openxmlformats.org/officeDocument/2006/relationships/image" Target="../media/image61.png"/><Relationship Id="rId4" Type="http://schemas.openxmlformats.org/officeDocument/2006/relationships/image" Target="../media/image62.png"/></Relationships>
</file>

<file path=ppt/slides/_rels/slide47.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D317EB69-5218-0394-3DB4-C3F93A1D09C5}"/>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2226" name="Rectangle 2051">
            <a:extLst>
              <a:ext uri="{FF2B5EF4-FFF2-40B4-BE49-F238E27FC236}">
                <a16:creationId xmlns:a16="http://schemas.microsoft.com/office/drawing/2014/main" id="{291A7F2A-11B0-42B5-BD2B-0A65D0EA2C79}"/>
              </a:ext>
            </a:extLst>
          </p:cNvPr>
          <p:cNvSpPr>
            <a:spLocks noGrp="1" noChangeArrowheads="1"/>
          </p:cNvSpPr>
          <p:nvPr>
            <p:ph type="body" idx="1"/>
          </p:nvPr>
        </p:nvSpPr>
        <p:spPr>
          <a:xfrm>
            <a:off x="2364259" y="1532238"/>
            <a:ext cx="8153400"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our first order initial value problem</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an alternative is to compute approximate values of the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a selected set of</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-values.  </a:t>
            </a:r>
          </a:p>
          <a:p>
            <a:r>
              <a:rPr lang="en-US" altLang="en-US" sz="2400" dirty="0">
                <a:latin typeface="Cambria" panose="02040503050406030204" pitchFamily="18" charset="0"/>
                <a:ea typeface="Cambria" panose="02040503050406030204" pitchFamily="18" charset="0"/>
                <a:sym typeface="Symbol" panose="05050102010706020507" pitchFamily="18" charset="2"/>
              </a:rPr>
              <a:t>Ideally, the approximate solution values will be accompanied by error bounds that ensure the level of accuracy. </a:t>
            </a:r>
          </a:p>
          <a:p>
            <a:r>
              <a:rPr lang="en-US" altLang="en-US" sz="2400" dirty="0">
                <a:latin typeface="Cambria" panose="02040503050406030204" pitchFamily="18" charset="0"/>
                <a:ea typeface="Cambria" panose="02040503050406030204" pitchFamily="18" charset="0"/>
                <a:sym typeface="Symbol" panose="05050102010706020507" pitchFamily="18" charset="2"/>
              </a:rPr>
              <a:t>In this section, we examine the </a:t>
            </a:r>
            <a:r>
              <a:rPr lang="en-US" altLang="en-US" sz="2400" b="1" dirty="0">
                <a:latin typeface="Cambria" panose="02040503050406030204" pitchFamily="18" charset="0"/>
                <a:ea typeface="Cambria" panose="02040503050406030204" pitchFamily="18" charset="0"/>
                <a:sym typeface="Symbol" panose="05050102010706020507" pitchFamily="18" charset="2"/>
              </a:rPr>
              <a:t>tangent line method</a:t>
            </a:r>
            <a:r>
              <a:rPr lang="en-US" altLang="en-US" sz="2400" dirty="0">
                <a:latin typeface="Cambria" panose="02040503050406030204" pitchFamily="18" charset="0"/>
                <a:ea typeface="Cambria" panose="02040503050406030204" pitchFamily="18" charset="0"/>
                <a:sym typeface="Symbol" panose="05050102010706020507" pitchFamily="18" charset="2"/>
              </a:rPr>
              <a:t>, which is also called </a:t>
            </a:r>
            <a:r>
              <a:rPr lang="en-US" altLang="en-US" sz="2400" b="1" dirty="0">
                <a:latin typeface="Cambria" panose="02040503050406030204" pitchFamily="18" charset="0"/>
                <a:ea typeface="Cambria" panose="02040503050406030204" pitchFamily="18" charset="0"/>
                <a:sym typeface="Symbol" panose="05050102010706020507" pitchFamily="18" charset="2"/>
              </a:rPr>
              <a:t>Euler’s Method</a:t>
            </a:r>
            <a:r>
              <a:rPr lang="en-US" altLang="en-US" sz="2400" dirty="0">
                <a:latin typeface="Cambria" panose="02040503050406030204" pitchFamily="18" charset="0"/>
                <a:ea typeface="Cambria" panose="02040503050406030204" pitchFamily="18" charset="0"/>
                <a:sym typeface="Symbol" panose="05050102010706020507" pitchFamily="18" charset="2"/>
              </a:rPr>
              <a:t>.  </a:t>
            </a:r>
          </a:p>
        </p:txBody>
      </p:sp>
      <mc:AlternateContent xmlns:mc="http://schemas.openxmlformats.org/markup-compatibility/2006" xmlns:a14="http://schemas.microsoft.com/office/drawing/2010/main">
        <mc:Choice Requires="a14">
          <p:sp>
            <p:nvSpPr>
              <p:cNvPr id="52227" name="Object 2054">
                <a:extLst>
                  <a:ext uri="{FF2B5EF4-FFF2-40B4-BE49-F238E27FC236}">
                    <a16:creationId xmlns:a16="http://schemas.microsoft.com/office/drawing/2014/main" id="{A523149E-6D00-4A97-B757-2DD01EDABE68}"/>
                  </a:ext>
                </a:extLst>
              </p:cNvPr>
              <p:cNvSpPr txBox="1"/>
              <p:nvPr/>
            </p:nvSpPr>
            <p:spPr bwMode="auto">
              <a:xfrm>
                <a:off x="4856206" y="1954427"/>
                <a:ext cx="2752725" cy="427038"/>
              </a:xfrm>
              <a:prstGeom prst="rect">
                <a:avLst/>
              </a:prstGeom>
              <a:noFill/>
              <a:ln>
                <a:noFill/>
              </a:ln>
              <a:effectLst/>
            </p:spPr>
            <p:txBody>
              <a:bodyPr>
                <a:normAutofit/>
              </a:bodyPr>
              <a:lstStyle/>
              <a:p>
                <a:pPr/>
                <a14:m>
                  <m:oMathPara xmlns:m="http://schemas.openxmlformats.org/officeDocument/2006/math">
                    <m:oMathParaPr>
                      <m:jc m:val="left"/>
                    </m:oMathParaPr>
                    <m:oMath>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𝑦</m:t>
                          </m:r>
                        </m:e>
                        <m:sup>
                          <m:r>
                            <a:rPr lang="en-IN" i="1">
                              <a:solidFill>
                                <a:srgbClr val="000000"/>
                              </a:solidFill>
                              <a:latin typeface="Cambria Math" panose="02040503050406030204" pitchFamily="18" charset="0"/>
                            </a:rPr>
                            <m:t>′</m:t>
                          </m:r>
                        </m:sup>
                      </m:sSup>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oMath>
                  </m:oMathPara>
                </a14:m>
                <a:endParaRPr lang="en-IN" dirty="0"/>
              </a:p>
            </p:txBody>
          </p:sp>
        </mc:Choice>
        <mc:Fallback xmlns="">
          <p:sp>
            <p:nvSpPr>
              <p:cNvPr id="52227" name="Object 2054">
                <a:extLst>
                  <a:ext uri="{FF2B5EF4-FFF2-40B4-BE49-F238E27FC236}">
                    <a16:creationId xmlns:a16="http://schemas.microsoft.com/office/drawing/2014/main" id="{A523149E-6D00-4A97-B757-2DD01EDABE68}"/>
                  </a:ext>
                </a:extLst>
              </p:cNvPr>
              <p:cNvSpPr txBox="1">
                <a:spLocks noRot="1" noChangeAspect="1" noMove="1" noResize="1" noEditPoints="1" noAdjustHandles="1" noChangeArrowheads="1" noChangeShapeType="1" noTextEdit="1"/>
              </p:cNvSpPr>
              <p:nvPr/>
            </p:nvSpPr>
            <p:spPr bwMode="auto">
              <a:xfrm>
                <a:off x="4856206" y="1954427"/>
                <a:ext cx="2752725" cy="427038"/>
              </a:xfrm>
              <a:prstGeom prst="rect">
                <a:avLst/>
              </a:prstGeom>
              <a:blipFill>
                <a:blip r:embed="rId3"/>
                <a:stretch>
                  <a:fillRect/>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674D4ECF-7904-FD70-9AC3-226D19FEE37E}"/>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FF0000"/>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FF0000"/>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Effect transition="in" filter="fade">
                                      <p:cBhvr>
                                        <p:cTn id="7" dur="1000"/>
                                        <p:tgtEl>
                                          <p:spTgt spid="52226">
                                            <p:txEl>
                                              <p:pRg st="0" end="0"/>
                                            </p:txEl>
                                          </p:spTgt>
                                        </p:tgtEl>
                                      </p:cBhvr>
                                    </p:animEffect>
                                    <p:anim calcmode="lin" valueType="num">
                                      <p:cBhvr>
                                        <p:cTn id="8" dur="1000" fill="hold"/>
                                        <p:tgtEl>
                                          <p:spTgt spid="522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222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2226">
                                            <p:txEl>
                                              <p:pRg st="2" end="2"/>
                                            </p:txEl>
                                          </p:spTgt>
                                        </p:tgtEl>
                                        <p:attrNameLst>
                                          <p:attrName>style.visibility</p:attrName>
                                        </p:attrNameLst>
                                      </p:cBhvr>
                                      <p:to>
                                        <p:strVal val="visible"/>
                                      </p:to>
                                    </p:set>
                                    <p:animEffect transition="in" filter="fade">
                                      <p:cBhvr>
                                        <p:cTn id="12" dur="1000"/>
                                        <p:tgtEl>
                                          <p:spTgt spid="52226">
                                            <p:txEl>
                                              <p:pRg st="2" end="2"/>
                                            </p:txEl>
                                          </p:spTgt>
                                        </p:tgtEl>
                                      </p:cBhvr>
                                    </p:animEffect>
                                    <p:anim calcmode="lin" valueType="num">
                                      <p:cBhvr>
                                        <p:cTn id="13" dur="10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22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52227"/>
                                        </p:tgtEl>
                                        <p:attrNameLst>
                                          <p:attrName>style.visibility</p:attrName>
                                        </p:attrNameLst>
                                      </p:cBhvr>
                                      <p:to>
                                        <p:strVal val="visible"/>
                                      </p:to>
                                    </p:set>
                                    <p:animEffect transition="in" filter="wheel(1)">
                                      <p:cBhvr>
                                        <p:cTn id="19" dur="2000"/>
                                        <p:tgtEl>
                                          <p:spTgt spid="52227"/>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2226">
                                            <p:txEl>
                                              <p:pRg st="3" end="3"/>
                                            </p:txEl>
                                          </p:spTgt>
                                        </p:tgtEl>
                                        <p:attrNameLst>
                                          <p:attrName>style.visibility</p:attrName>
                                        </p:attrNameLst>
                                      </p:cBhvr>
                                      <p:to>
                                        <p:strVal val="visible"/>
                                      </p:to>
                                    </p:set>
                                    <p:animEffect transition="in" filter="fade">
                                      <p:cBhvr>
                                        <p:cTn id="24" dur="1000"/>
                                        <p:tgtEl>
                                          <p:spTgt spid="52226">
                                            <p:txEl>
                                              <p:pRg st="3" end="3"/>
                                            </p:txEl>
                                          </p:spTgt>
                                        </p:tgtEl>
                                      </p:cBhvr>
                                    </p:animEffect>
                                    <p:anim calcmode="lin" valueType="num">
                                      <p:cBhvr>
                                        <p:cTn id="25" dur="1000" fill="hold"/>
                                        <p:tgtEl>
                                          <p:spTgt spid="522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5222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2226">
                                            <p:txEl>
                                              <p:pRg st="4" end="4"/>
                                            </p:txEl>
                                          </p:spTgt>
                                        </p:tgtEl>
                                        <p:attrNameLst>
                                          <p:attrName>style.visibility</p:attrName>
                                        </p:attrNameLst>
                                      </p:cBhvr>
                                      <p:to>
                                        <p:strVal val="visible"/>
                                      </p:to>
                                    </p:set>
                                    <p:animEffect transition="in" filter="wipe(down)">
                                      <p:cBhvr>
                                        <p:cTn id="31" dur="500"/>
                                        <p:tgtEl>
                                          <p:spTgt spid="522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2C59BAA2-1666-46CC-48CB-1960FFDE7DF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3251" name="Rectangle 3">
            <a:extLst>
              <a:ext uri="{FF2B5EF4-FFF2-40B4-BE49-F238E27FC236}">
                <a16:creationId xmlns:a16="http://schemas.microsoft.com/office/drawing/2014/main" id="{6F1E4EBF-FB48-4D27-BFAC-A3166D6FB001}"/>
              </a:ext>
            </a:extLst>
          </p:cNvPr>
          <p:cNvSpPr>
            <a:spLocks noGrp="1" noChangeArrowheads="1"/>
          </p:cNvSpPr>
          <p:nvPr>
            <p:ph type="body" idx="1"/>
          </p:nvPr>
        </p:nvSpPr>
        <p:spPr>
          <a:xfrm>
            <a:off x="2364259" y="1636690"/>
            <a:ext cx="8153400" cy="48768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the initial value problem </a:t>
            </a:r>
          </a:p>
          <a:p>
            <a:endParaRPr lang="en-US" altLang="en-US" sz="2400" dirty="0">
              <a:latin typeface="Cambria" panose="02040503050406030204" pitchFamily="18" charset="0"/>
              <a:ea typeface="Cambria" panose="02040503050406030204" pitchFamily="18" charset="0"/>
            </a:endParaRPr>
          </a:p>
          <a:p>
            <a:pPr>
              <a:buFontTx/>
              <a:buNone/>
            </a:pPr>
            <a:r>
              <a:rPr lang="en-US" altLang="en-US" sz="2400" dirty="0">
                <a:latin typeface="Cambria" panose="02040503050406030204" pitchFamily="18" charset="0"/>
                <a:ea typeface="Cambria" panose="02040503050406030204" pitchFamily="18" charset="0"/>
              </a:rPr>
              <a:t>	</a:t>
            </a:r>
            <a:r>
              <a:rPr lang="en-US" altLang="en-US" sz="2400" b="1" dirty="0">
                <a:latin typeface="Cambria" panose="02040503050406030204" pitchFamily="18" charset="0"/>
                <a:ea typeface="Cambria" panose="02040503050406030204" pitchFamily="18" charset="0"/>
              </a:rPr>
              <a:t>approximating solution:   </a:t>
            </a:r>
            <a:r>
              <a:rPr lang="en-US" altLang="en-US" sz="2400" i="1" dirty="0">
                <a:latin typeface="Cambria" panose="02040503050406030204" pitchFamily="18" charset="0"/>
                <a:ea typeface="Cambria" panose="02040503050406030204" pitchFamily="18" charset="0"/>
              </a:rPr>
              <a:t>y</a:t>
            </a:r>
            <a:r>
              <a:rPr lang="en-US" altLang="en-US" sz="2400" dirty="0">
                <a:latin typeface="Cambria" panose="02040503050406030204" pitchFamily="18" charset="0"/>
                <a:ea typeface="Cambria" panose="02040503050406030204" pitchFamily="18" charset="0"/>
              </a:rPr>
              <a:t> =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at initial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sym typeface="Symbol" panose="05050102010706020507" pitchFamily="18" charset="2"/>
              </a:rPr>
              <a:t>T</a:t>
            </a:r>
            <a:r>
              <a:rPr lang="en-US" altLang="en-US" sz="2400" dirty="0">
                <a:latin typeface="Cambria" panose="02040503050406030204" pitchFamily="18" charset="0"/>
                <a:ea typeface="Cambria" panose="02040503050406030204" pitchFamily="18" charset="0"/>
              </a:rPr>
              <a:t>he line tangent to solution at initial point is thus</a:t>
            </a:r>
          </a:p>
          <a:p>
            <a:pPr>
              <a:buFontTx/>
              <a:buNone/>
            </a:pP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if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is close enough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0</a:t>
            </a:r>
            <a:r>
              <a:rPr lang="en-US" altLang="en-US" sz="2400" dirty="0">
                <a:latin typeface="Cambria" panose="02040503050406030204" pitchFamily="18" charset="0"/>
                <a:ea typeface="Cambria" panose="02040503050406030204" pitchFamily="18" charset="0"/>
                <a:sym typeface="Symbol" panose="05050102010706020507" pitchFamily="18" charset="2"/>
              </a:rPr>
              <a:t>, </a:t>
            </a:r>
          </a:p>
          <a:p>
            <a:pPr>
              <a:buFontTx/>
              <a:buNone/>
            </a:pPr>
            <a:r>
              <a:rPr lang="en-US" altLang="en-US" sz="2400" dirty="0">
                <a:latin typeface="Cambria" panose="02040503050406030204" pitchFamily="18" charset="0"/>
                <a:ea typeface="Cambria" panose="02040503050406030204" pitchFamily="18" charset="0"/>
                <a:sym typeface="Symbol" panose="05050102010706020507" pitchFamily="18" charset="2"/>
              </a:rPr>
              <a:t>	we can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by </a:t>
            </a:r>
          </a:p>
        </p:txBody>
      </p:sp>
      <mc:AlternateContent xmlns:mc="http://schemas.openxmlformats.org/markup-compatibility/2006" xmlns:a14="http://schemas.microsoft.com/office/drawing/2010/main">
        <mc:Choice Requires="a14">
          <p:sp>
            <p:nvSpPr>
              <p:cNvPr id="53252" name="Object 5">
                <a:extLst>
                  <a:ext uri="{FF2B5EF4-FFF2-40B4-BE49-F238E27FC236}">
                    <a16:creationId xmlns:a16="http://schemas.microsoft.com/office/drawing/2014/main" id="{EB05EB63-DEE1-4905-AD18-CD7D298E1191}"/>
                  </a:ext>
                </a:extLst>
              </p:cNvPr>
              <p:cNvSpPr txBox="1"/>
              <p:nvPr/>
            </p:nvSpPr>
            <p:spPr bwMode="auto">
              <a:xfrm>
                <a:off x="3471864" y="3582989"/>
                <a:ext cx="2624137" cy="414337"/>
              </a:xfrm>
              <a:prstGeom prst="rect">
                <a:avLst/>
              </a:prstGeom>
              <a:noFill/>
              <a:ln>
                <a:noFill/>
              </a:ln>
              <a:effectLst/>
            </p:spPr>
            <p:txBody>
              <a:bodyPr>
                <a:normAutofit fontScale="92500"/>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e>
                      </m:d>
                      <m:d>
                        <m:dPr>
                          <m:ctrlPr>
                            <a:rPr lang="en-IN" i="1">
                              <a:solidFill>
                                <a:srgbClr val="000000"/>
                              </a:solidFill>
                              <a:latin typeface="Cambria Math" panose="02040503050406030204" pitchFamily="18" charset="0"/>
                            </a:rPr>
                          </m:ctrlPr>
                        </m:dPr>
                        <m:e>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e>
                      </m:d>
                    </m:oMath>
                  </m:oMathPara>
                </a14:m>
                <a:endParaRPr lang="en-IN" dirty="0"/>
              </a:p>
            </p:txBody>
          </p:sp>
        </mc:Choice>
        <mc:Fallback xmlns="">
          <p:sp>
            <p:nvSpPr>
              <p:cNvPr id="53252" name="Object 5">
                <a:extLst>
                  <a:ext uri="{FF2B5EF4-FFF2-40B4-BE49-F238E27FC236}">
                    <a16:creationId xmlns:a16="http://schemas.microsoft.com/office/drawing/2014/main" id="{EB05EB63-DEE1-4905-AD18-CD7D298E1191}"/>
                  </a:ext>
                </a:extLst>
              </p:cNvPr>
              <p:cNvSpPr txBox="1">
                <a:spLocks noRot="1" noChangeAspect="1" noMove="1" noResize="1" noEditPoints="1" noAdjustHandles="1" noChangeArrowheads="1" noChangeShapeType="1" noTextEdit="1"/>
              </p:cNvSpPr>
              <p:nvPr/>
            </p:nvSpPr>
            <p:spPr bwMode="auto">
              <a:xfrm>
                <a:off x="3471864" y="3582989"/>
                <a:ext cx="2624137" cy="414337"/>
              </a:xfrm>
              <a:prstGeom prst="rect">
                <a:avLst/>
              </a:prstGeom>
              <a:blipFill>
                <a:blip r:embed="rId4"/>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3253" name="Object 11">
                <a:extLst>
                  <a:ext uri="{FF2B5EF4-FFF2-40B4-BE49-F238E27FC236}">
                    <a16:creationId xmlns:a16="http://schemas.microsoft.com/office/drawing/2014/main" id="{13843E2A-6DD1-48BB-A114-90A2BEFAC757}"/>
                  </a:ext>
                </a:extLst>
              </p:cNvPr>
              <p:cNvSpPr txBox="1"/>
              <p:nvPr/>
            </p:nvSpPr>
            <p:spPr bwMode="auto">
              <a:xfrm>
                <a:off x="3352801" y="2133600"/>
                <a:ext cx="2752725" cy="427038"/>
              </a:xfrm>
              <a:prstGeom prst="rect">
                <a:avLst/>
              </a:prstGeom>
              <a:noFill/>
              <a:ln>
                <a:noFill/>
              </a:ln>
              <a:effectLst/>
            </p:spPr>
            <p:txBody>
              <a:bodyPr>
                <a:normAutofit/>
              </a:bodyPr>
              <a:lstStyle/>
              <a:p>
                <a:pPr/>
                <a14:m>
                  <m:oMathPara xmlns:m="http://schemas.openxmlformats.org/officeDocument/2006/math">
                    <m:oMathParaPr>
                      <m:jc m:val="left"/>
                    </m:oMathParaPr>
                    <m:oMath>
                      <m:sSup>
                        <m:sSupPr>
                          <m:ctrlPr>
                            <a:rPr lang="en-IN" i="1">
                              <a:solidFill>
                                <a:srgbClr val="000000"/>
                              </a:solidFill>
                              <a:latin typeface="Cambria Math" panose="02040503050406030204" pitchFamily="18" charset="0"/>
                            </a:rPr>
                          </m:ctrlPr>
                        </m:sSupPr>
                        <m:e>
                          <m:r>
                            <a:rPr lang="en-IN" i="1">
                              <a:solidFill>
                                <a:srgbClr val="000000"/>
                              </a:solidFill>
                              <a:latin typeface="Cambria Math" panose="02040503050406030204" pitchFamily="18" charset="0"/>
                            </a:rPr>
                            <m:t>𝑦</m:t>
                          </m:r>
                        </m:e>
                        <m:sup>
                          <m:r>
                            <a:rPr lang="en-IN" i="1">
                              <a:solidFill>
                                <a:srgbClr val="000000"/>
                              </a:solidFill>
                              <a:latin typeface="Cambria Math" panose="02040503050406030204" pitchFamily="18" charset="0"/>
                            </a:rPr>
                            <m:t>′</m:t>
                          </m:r>
                        </m:sup>
                      </m:sSup>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𝑦</m:t>
                      </m:r>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oMath>
                  </m:oMathPara>
                </a14:m>
                <a:endParaRPr lang="en-IN" dirty="0"/>
              </a:p>
            </p:txBody>
          </p:sp>
        </mc:Choice>
        <mc:Fallback xmlns="">
          <p:sp>
            <p:nvSpPr>
              <p:cNvPr id="53253" name="Object 11">
                <a:extLst>
                  <a:ext uri="{FF2B5EF4-FFF2-40B4-BE49-F238E27FC236}">
                    <a16:creationId xmlns:a16="http://schemas.microsoft.com/office/drawing/2014/main" id="{13843E2A-6DD1-48BB-A114-90A2BEFAC757}"/>
                  </a:ext>
                </a:extLst>
              </p:cNvPr>
              <p:cNvSpPr txBox="1">
                <a:spLocks noRot="1" noChangeAspect="1" noMove="1" noResize="1" noEditPoints="1" noAdjustHandles="1" noChangeArrowheads="1" noChangeShapeType="1" noTextEdit="1"/>
              </p:cNvSpPr>
              <p:nvPr/>
            </p:nvSpPr>
            <p:spPr bwMode="auto">
              <a:xfrm>
                <a:off x="3352801" y="2133600"/>
                <a:ext cx="2752725" cy="427038"/>
              </a:xfrm>
              <a:prstGeom prst="rect">
                <a:avLst/>
              </a:prstGeom>
              <a:blipFill>
                <a:blip r:embed="rId5"/>
                <a:stretch>
                  <a:fillRect/>
                </a:stretch>
              </a:blipFill>
              <a:ln>
                <a:noFill/>
              </a:ln>
              <a:effectLst/>
            </p:spPr>
            <p:txBody>
              <a:bodyPr/>
              <a:lstStyle/>
              <a:p>
                <a:r>
                  <a:rPr lang="en-IN">
                    <a:noFill/>
                  </a:rPr>
                  <a:t> </a:t>
                </a:r>
              </a:p>
            </p:txBody>
          </p:sp>
        </mc:Fallback>
      </mc:AlternateContent>
      <p:pic>
        <p:nvPicPr>
          <p:cNvPr id="53254" name="Picture 12">
            <a:extLst>
              <a:ext uri="{FF2B5EF4-FFF2-40B4-BE49-F238E27FC236}">
                <a16:creationId xmlns:a16="http://schemas.microsoft.com/office/drawing/2014/main" id="{ED2F458C-AB84-4BE0-803A-EAC44E590E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b="30257"/>
          <a:stretch>
            <a:fillRect/>
          </a:stretch>
        </p:blipFill>
        <p:spPr bwMode="auto">
          <a:xfrm>
            <a:off x="6667500" y="3997326"/>
            <a:ext cx="3048000" cy="188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3255" name="Object 13">
                <a:extLst>
                  <a:ext uri="{FF2B5EF4-FFF2-40B4-BE49-F238E27FC236}">
                    <a16:creationId xmlns:a16="http://schemas.microsoft.com/office/drawing/2014/main" id="{1C97EEC3-3F1B-4DF1-8092-15BF1DB4D403}"/>
                  </a:ext>
                </a:extLst>
              </p:cNvPr>
              <p:cNvSpPr txBox="1"/>
              <p:nvPr/>
            </p:nvSpPr>
            <p:spPr bwMode="auto">
              <a:xfrm>
                <a:off x="3001963" y="5435600"/>
                <a:ext cx="2762250" cy="414338"/>
              </a:xfrm>
              <a:prstGeom prst="rect">
                <a:avLst/>
              </a:prstGeom>
              <a:noFill/>
              <a:ln>
                <a:noFill/>
              </a:ln>
              <a:effectLst/>
            </p:spPr>
            <p:txBody>
              <a:bodyPr>
                <a:normAutofit fontScale="92500"/>
              </a:bodyPr>
              <a:lstStyle/>
              <a:p>
                <a:pPr/>
                <a14:m>
                  <m:oMathPara xmlns:m="http://schemas.openxmlformats.org/officeDocument/2006/math">
                    <m:oMathParaPr>
                      <m:jc m:val="left"/>
                    </m:oMathParaPr>
                    <m:o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0</m:t>
                              </m:r>
                            </m:sub>
                          </m:sSub>
                        </m:e>
                      </m:d>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0</m:t>
                              </m:r>
                            </m:sub>
                          </m:sSub>
                        </m:e>
                      </m:d>
                    </m:oMath>
                  </m:oMathPara>
                </a14:m>
                <a:endParaRPr lang="en-IN" dirty="0"/>
              </a:p>
            </p:txBody>
          </p:sp>
        </mc:Choice>
        <mc:Fallback xmlns="">
          <p:sp>
            <p:nvSpPr>
              <p:cNvPr id="53255" name="Object 13">
                <a:extLst>
                  <a:ext uri="{FF2B5EF4-FFF2-40B4-BE49-F238E27FC236}">
                    <a16:creationId xmlns:a16="http://schemas.microsoft.com/office/drawing/2014/main" id="{1C97EEC3-3F1B-4DF1-8092-15BF1DB4D403}"/>
                  </a:ext>
                </a:extLst>
              </p:cNvPr>
              <p:cNvSpPr txBox="1">
                <a:spLocks noRot="1" noChangeAspect="1" noMove="1" noResize="1" noEditPoints="1" noAdjustHandles="1" noChangeArrowheads="1" noChangeShapeType="1" noTextEdit="1"/>
              </p:cNvSpPr>
              <p:nvPr/>
            </p:nvSpPr>
            <p:spPr bwMode="auto">
              <a:xfrm>
                <a:off x="3001963" y="5435600"/>
                <a:ext cx="2762250" cy="414338"/>
              </a:xfrm>
              <a:prstGeom prst="rect">
                <a:avLst/>
              </a:prstGeom>
              <a:blipFill>
                <a:blip r:embed="rId7"/>
                <a:stretch>
                  <a:fillRect/>
                </a:stretch>
              </a:blipFill>
              <a:ln>
                <a:noFill/>
              </a:ln>
              <a:effectLst/>
            </p:spPr>
            <p:txBody>
              <a:bodyPr/>
              <a:lstStyle/>
              <a:p>
                <a:r>
                  <a:rPr lang="en-IN">
                    <a:noFill/>
                  </a:rPr>
                  <a:t> </a:t>
                </a:r>
              </a:p>
            </p:txBody>
          </p:sp>
        </mc:Fallback>
      </mc:AlternateContent>
      <p:sp>
        <p:nvSpPr>
          <p:cNvPr id="5" name="Rectangle 2">
            <a:extLst>
              <a:ext uri="{FF2B5EF4-FFF2-40B4-BE49-F238E27FC236}">
                <a16:creationId xmlns:a16="http://schemas.microsoft.com/office/drawing/2014/main" id="{E414C3A5-FCAF-5973-3DBC-5FE821BA4C44}"/>
              </a:ext>
            </a:extLst>
          </p:cNvPr>
          <p:cNvSpPr txBox="1">
            <a:spLocks noChangeArrowheads="1"/>
          </p:cNvSpPr>
          <p:nvPr/>
        </p:nvSpPr>
        <p:spPr>
          <a:xfrm>
            <a:off x="2364259" y="54186"/>
            <a:ext cx="7886700" cy="708454"/>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b="1">
                <a:solidFill>
                  <a:srgbClr val="FF0000"/>
                </a:solidFill>
                <a:latin typeface="Cambria" panose="02040503050406030204" pitchFamily="18" charset="0"/>
                <a:ea typeface="Cambria" panose="02040503050406030204" pitchFamily="18" charset="0"/>
              </a:rPr>
              <a:t>Euler’s Method: Tangent Line Approximation</a:t>
            </a:r>
            <a:endParaRPr lang="en-US" altLang="en-US" sz="2800" b="1" dirty="0">
              <a:solidFill>
                <a:srgbClr val="FF0000"/>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circle(in)">
                                      <p:cBhvr>
                                        <p:cTn id="7" dur="2000"/>
                                        <p:tgtEl>
                                          <p:spTgt spid="53251">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3251">
                                            <p:txEl>
                                              <p:pRg st="2" end="2"/>
                                            </p:txEl>
                                          </p:spTgt>
                                        </p:tgtEl>
                                        <p:attrNameLst>
                                          <p:attrName>style.visibility</p:attrName>
                                        </p:attrNameLst>
                                      </p:cBhvr>
                                      <p:to>
                                        <p:strVal val="visible"/>
                                      </p:to>
                                    </p:set>
                                    <p:animEffect transition="in" filter="circle(in)">
                                      <p:cBhvr>
                                        <p:cTn id="10" dur="2000"/>
                                        <p:tgtEl>
                                          <p:spTgt spid="53251">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3253"/>
                                        </p:tgtEl>
                                        <p:attrNameLst>
                                          <p:attrName>style.visibility</p:attrName>
                                        </p:attrNameLst>
                                      </p:cBhvr>
                                      <p:to>
                                        <p:strVal val="visible"/>
                                      </p:to>
                                    </p:set>
                                    <p:animEffect transition="in" filter="wipe(down)">
                                      <p:cBhvr>
                                        <p:cTn id="15" dur="500"/>
                                        <p:tgtEl>
                                          <p:spTgt spid="5325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53251">
                                            <p:txEl>
                                              <p:pRg st="3" end="3"/>
                                            </p:txEl>
                                          </p:spTgt>
                                        </p:tgtEl>
                                        <p:attrNameLst>
                                          <p:attrName>style.visibility</p:attrName>
                                        </p:attrNameLst>
                                      </p:cBhvr>
                                      <p:to>
                                        <p:strVal val="visible"/>
                                      </p:to>
                                    </p:set>
                                    <p:animEffect transition="in" filter="barn(inVertical)">
                                      <p:cBhvr>
                                        <p:cTn id="20" dur="500"/>
                                        <p:tgtEl>
                                          <p:spTgt spid="5325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53252"/>
                                        </p:tgtEl>
                                        <p:attrNameLst>
                                          <p:attrName>style.visibility</p:attrName>
                                        </p:attrNameLst>
                                      </p:cBhvr>
                                      <p:to>
                                        <p:strVal val="visible"/>
                                      </p:to>
                                    </p:set>
                                    <p:animEffect transition="in" filter="fade">
                                      <p:cBhvr>
                                        <p:cTn id="25" dur="1000"/>
                                        <p:tgtEl>
                                          <p:spTgt spid="53252"/>
                                        </p:tgtEl>
                                      </p:cBhvr>
                                    </p:animEffect>
                                    <p:anim calcmode="lin" valueType="num">
                                      <p:cBhvr>
                                        <p:cTn id="26" dur="1000" fill="hold"/>
                                        <p:tgtEl>
                                          <p:spTgt spid="53252"/>
                                        </p:tgtEl>
                                        <p:attrNameLst>
                                          <p:attrName>ppt_x</p:attrName>
                                        </p:attrNameLst>
                                      </p:cBhvr>
                                      <p:tavLst>
                                        <p:tav tm="0">
                                          <p:val>
                                            <p:strVal val="#ppt_x"/>
                                          </p:val>
                                        </p:tav>
                                        <p:tav tm="100000">
                                          <p:val>
                                            <p:strVal val="#ppt_x"/>
                                          </p:val>
                                        </p:tav>
                                      </p:tavLst>
                                    </p:anim>
                                    <p:anim calcmode="lin" valueType="num">
                                      <p:cBhvr>
                                        <p:cTn id="27" dur="1000" fill="hold"/>
                                        <p:tgtEl>
                                          <p:spTgt spid="5325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53251">
                                            <p:txEl>
                                              <p:pRg st="6" end="6"/>
                                            </p:txEl>
                                          </p:spTgt>
                                        </p:tgtEl>
                                        <p:attrNameLst>
                                          <p:attrName>style.visibility</p:attrName>
                                        </p:attrNameLst>
                                      </p:cBhvr>
                                      <p:to>
                                        <p:strVal val="visible"/>
                                      </p:to>
                                    </p:set>
                                    <p:animEffect transition="in" filter="wipe(down)">
                                      <p:cBhvr>
                                        <p:cTn id="32" dur="500"/>
                                        <p:tgtEl>
                                          <p:spTgt spid="53251">
                                            <p:txEl>
                                              <p:pRg st="6" end="6"/>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53251">
                                            <p:txEl>
                                              <p:pRg st="7" end="7"/>
                                            </p:txEl>
                                          </p:spTgt>
                                        </p:tgtEl>
                                        <p:attrNameLst>
                                          <p:attrName>style.visibility</p:attrName>
                                        </p:attrNameLst>
                                      </p:cBhvr>
                                      <p:to>
                                        <p:strVal val="visible"/>
                                      </p:to>
                                    </p:set>
                                    <p:animEffect transition="in" filter="wipe(down)">
                                      <p:cBhvr>
                                        <p:cTn id="35" dur="500"/>
                                        <p:tgtEl>
                                          <p:spTgt spid="53251">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grpId="0" nodeType="clickEffect">
                                  <p:stCondLst>
                                    <p:cond delay="0"/>
                                  </p:stCondLst>
                                  <p:childTnLst>
                                    <p:set>
                                      <p:cBhvr>
                                        <p:cTn id="39" dur="1" fill="hold">
                                          <p:stCondLst>
                                            <p:cond delay="0"/>
                                          </p:stCondLst>
                                        </p:cTn>
                                        <p:tgtEl>
                                          <p:spTgt spid="53255"/>
                                        </p:tgtEl>
                                        <p:attrNameLst>
                                          <p:attrName>style.visibility</p:attrName>
                                        </p:attrNameLst>
                                      </p:cBhvr>
                                      <p:to>
                                        <p:strVal val="visible"/>
                                      </p:to>
                                    </p:set>
                                    <p:animEffect transition="in" filter="circle(in)">
                                      <p:cBhvr>
                                        <p:cTn id="40" dur="2000"/>
                                        <p:tgtEl>
                                          <p:spTgt spid="53255"/>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53254"/>
                                        </p:tgtEl>
                                        <p:attrNameLst>
                                          <p:attrName>style.visibility</p:attrName>
                                        </p:attrNameLst>
                                      </p:cBhvr>
                                      <p:to>
                                        <p:strVal val="visible"/>
                                      </p:to>
                                    </p:set>
                                    <p:animEffect transition="in" filter="fade">
                                      <p:cBhvr>
                                        <p:cTn id="45" dur="1000"/>
                                        <p:tgtEl>
                                          <p:spTgt spid="53254"/>
                                        </p:tgtEl>
                                      </p:cBhvr>
                                    </p:animEffect>
                                    <p:anim calcmode="lin" valueType="num">
                                      <p:cBhvr>
                                        <p:cTn id="46" dur="1000" fill="hold"/>
                                        <p:tgtEl>
                                          <p:spTgt spid="53254"/>
                                        </p:tgtEl>
                                        <p:attrNameLst>
                                          <p:attrName>ppt_x</p:attrName>
                                        </p:attrNameLst>
                                      </p:cBhvr>
                                      <p:tavLst>
                                        <p:tav tm="0">
                                          <p:val>
                                            <p:strVal val="#ppt_x"/>
                                          </p:val>
                                        </p:tav>
                                        <p:tav tm="100000">
                                          <p:val>
                                            <p:strVal val="#ppt_x"/>
                                          </p:val>
                                        </p:tav>
                                      </p:tavLst>
                                    </p:anim>
                                    <p:anim calcmode="lin" valueType="num">
                                      <p:cBhvr>
                                        <p:cTn id="47" dur="1000" fill="hold"/>
                                        <p:tgtEl>
                                          <p:spTgt spid="532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p:bldP spid="53253" grpId="0"/>
      <p:bldP spid="5325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1B164C9-C9AC-FC1C-E60F-5761EB437D03}"/>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55298" name="Rectangle 3">
            <a:extLst>
              <a:ext uri="{FF2B5EF4-FFF2-40B4-BE49-F238E27FC236}">
                <a16:creationId xmlns:a16="http://schemas.microsoft.com/office/drawing/2014/main" id="{137384C5-6923-406A-8FD8-3D74C54FF3EF}"/>
              </a:ext>
            </a:extLst>
          </p:cNvPr>
          <p:cNvSpPr>
            <a:spLocks noGrp="1" noChangeArrowheads="1"/>
          </p:cNvSpPr>
          <p:nvPr>
            <p:ph type="body" idx="1"/>
          </p:nvPr>
        </p:nvSpPr>
        <p:spPr>
          <a:xfrm>
            <a:off x="2364259" y="1523893"/>
            <a:ext cx="8077200" cy="4953000"/>
          </a:xfrm>
          <a:solidFill>
            <a:schemeClr val="bg1"/>
          </a:solidFill>
        </p:spPr>
        <p:txBody>
          <a:bodyPr/>
          <a:lstStyle/>
          <a:p>
            <a:r>
              <a:rPr lang="en-US" altLang="en-US" sz="2400" dirty="0">
                <a:latin typeface="Cambria" panose="02040503050406030204" pitchFamily="18" charset="0"/>
                <a:ea typeface="Cambria" panose="02040503050406030204" pitchFamily="18" charset="0"/>
              </a:rPr>
              <a:t>For a point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close to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we approximate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2</a:t>
            </a:r>
            <a:r>
              <a:rPr lang="en-US" altLang="en-US" sz="2400" dirty="0">
                <a:latin typeface="Cambria" panose="02040503050406030204" pitchFamily="18" charset="0"/>
                <a:ea typeface="Cambria" panose="02040503050406030204" pitchFamily="18" charset="0"/>
                <a:sym typeface="Symbol" panose="05050102010706020507" pitchFamily="18" charset="2"/>
              </a:rPr>
              <a:t>) using the line passing through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with slope </a:t>
            </a:r>
            <a:r>
              <a:rPr lang="en-US" altLang="en-US" sz="2400" i="1" dirty="0">
                <a:latin typeface="Cambria" panose="02040503050406030204" pitchFamily="18" charset="0"/>
                <a:ea typeface="Cambria" panose="02040503050406030204" pitchFamily="18" charset="0"/>
                <a:sym typeface="Symbol" panose="05050102010706020507" pitchFamily="18" charset="2"/>
              </a:rPr>
              <a:t>f</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800" dirty="0">
                <a:latin typeface="Cambria" panose="02040503050406030204" pitchFamily="18" charset="0"/>
                <a:ea typeface="Cambria" panose="02040503050406030204" pitchFamily="18" charset="0"/>
                <a:sym typeface="Symbol" panose="05050102010706020507" pitchFamily="18" charset="2"/>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y</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a:t>
            </a:r>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r>
              <a:rPr lang="en-US" altLang="en-US" sz="2400" dirty="0">
                <a:latin typeface="Cambria" panose="02040503050406030204" pitchFamily="18" charset="0"/>
                <a:ea typeface="Cambria" panose="02040503050406030204" pitchFamily="18" charset="0"/>
              </a:rPr>
              <a:t>Thus we create a sequence </a:t>
            </a:r>
            <a:r>
              <a:rPr lang="en-US" altLang="en-US" sz="2400" i="1" dirty="0" err="1">
                <a:latin typeface="Cambria" panose="02040503050406030204" pitchFamily="18" charset="0"/>
                <a:ea typeface="Cambria" panose="02040503050406030204" pitchFamily="18" charset="0"/>
                <a:sym typeface="Symbol" panose="05050102010706020507" pitchFamily="18" charset="2"/>
              </a:rPr>
              <a:t>y</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of a</a:t>
            </a:r>
            <a:r>
              <a:rPr lang="en-US" altLang="en-US" sz="2400" dirty="0">
                <a:latin typeface="Cambria" panose="02040503050406030204" pitchFamily="18" charset="0"/>
                <a:ea typeface="Cambria" panose="02040503050406030204" pitchFamily="18" charset="0"/>
              </a:rPr>
              <a:t>pproximations to </a:t>
            </a:r>
            <a:r>
              <a:rPr lang="en-US" altLang="en-US" sz="2400" i="1"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a:t>
            </a:r>
            <a:r>
              <a:rPr lang="en-US" altLang="en-US" sz="2400" dirty="0">
                <a:latin typeface="Cambria" panose="02040503050406030204" pitchFamily="18" charset="0"/>
                <a:ea typeface="Cambria" panose="02040503050406030204" pitchFamily="18" charset="0"/>
              </a:rPr>
              <a:t>:</a:t>
            </a: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2400" dirty="0">
              <a:latin typeface="Cambria" panose="02040503050406030204" pitchFamily="18" charset="0"/>
              <a:ea typeface="Cambria" panose="02040503050406030204" pitchFamily="18" charset="0"/>
            </a:endParaRPr>
          </a:p>
          <a:p>
            <a:endParaRPr lang="en-US" altLang="en-US" sz="1200" dirty="0">
              <a:latin typeface="Cambria" panose="02040503050406030204" pitchFamily="18" charset="0"/>
              <a:ea typeface="Cambria" panose="02040503050406030204" pitchFamily="18" charset="0"/>
            </a:endParaRPr>
          </a:p>
          <a:p>
            <a:pPr>
              <a:buFontTx/>
              <a:buNone/>
            </a:pPr>
            <a:r>
              <a:rPr lang="en-US" altLang="en-US" sz="1200" dirty="0">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	where </a:t>
            </a:r>
            <a:r>
              <a:rPr lang="en-US" altLang="en-US" sz="1600" i="1" dirty="0" err="1">
                <a:solidFill>
                  <a:srgbClr val="FF0000"/>
                </a:solidFill>
                <a:latin typeface="Cambria" panose="02040503050406030204" pitchFamily="18" charset="0"/>
                <a:ea typeface="Cambria" panose="02040503050406030204" pitchFamily="18" charset="0"/>
                <a:sym typeface="Symbol" panose="05050102010706020507" pitchFamily="18" charset="2"/>
              </a:rPr>
              <a:t>f</a:t>
            </a:r>
            <a:r>
              <a:rPr lang="en-US" altLang="en-US" sz="1600" i="1" baseline="-25000" dirty="0" err="1">
                <a:solidFill>
                  <a:srgbClr val="FF0000"/>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FF0000"/>
                </a:solidFill>
                <a:latin typeface="Cambria" panose="02040503050406030204" pitchFamily="18" charset="0"/>
                <a:ea typeface="Cambria" panose="02040503050406030204" pitchFamily="18" charset="0"/>
                <a:sym typeface="Symbol" panose="05050102010706020507" pitchFamily="18" charset="2"/>
              </a:rPr>
              <a:t> = </a:t>
            </a:r>
            <a:r>
              <a:rPr lang="en-US" altLang="en-US" sz="1600" i="1" dirty="0">
                <a:solidFill>
                  <a:srgbClr val="FF0000"/>
                </a:solidFill>
                <a:latin typeface="Cambria" panose="02040503050406030204" pitchFamily="18" charset="0"/>
                <a:ea typeface="Cambria" panose="02040503050406030204" pitchFamily="18" charset="0"/>
                <a:sym typeface="Symbol" panose="05050102010706020507" pitchFamily="18" charset="2"/>
              </a:rPr>
              <a:t>f</a:t>
            </a:r>
            <a:r>
              <a:rPr lang="en-US" altLang="en-US" sz="1600" dirty="0">
                <a:solidFill>
                  <a:srgbClr val="FF0000"/>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FF0000"/>
                </a:solidFill>
                <a:latin typeface="Cambria" panose="02040503050406030204" pitchFamily="18" charset="0"/>
                <a:ea typeface="Cambria" panose="02040503050406030204" pitchFamily="18" charset="0"/>
                <a:sym typeface="Symbol" panose="05050102010706020507" pitchFamily="18" charset="2"/>
              </a:rPr>
              <a:t>t</a:t>
            </a:r>
            <a:r>
              <a:rPr lang="en-US" altLang="en-US" sz="1600" i="1" baseline="-25000" dirty="0" err="1">
                <a:solidFill>
                  <a:srgbClr val="FF0000"/>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FF0000"/>
                </a:solidFill>
                <a:latin typeface="Cambria" panose="02040503050406030204" pitchFamily="18" charset="0"/>
                <a:ea typeface="Cambria" panose="02040503050406030204" pitchFamily="18" charset="0"/>
                <a:sym typeface="Symbol" panose="05050102010706020507" pitchFamily="18" charset="2"/>
              </a:rPr>
              <a:t>, </a:t>
            </a:r>
            <a:r>
              <a:rPr lang="en-US" altLang="en-US" sz="1600" i="1" dirty="0" err="1">
                <a:solidFill>
                  <a:srgbClr val="FF0000"/>
                </a:solidFill>
                <a:latin typeface="Cambria" panose="02040503050406030204" pitchFamily="18" charset="0"/>
                <a:ea typeface="Cambria" panose="02040503050406030204" pitchFamily="18" charset="0"/>
                <a:sym typeface="Symbol" panose="05050102010706020507" pitchFamily="18" charset="2"/>
              </a:rPr>
              <a:t>y</a:t>
            </a:r>
            <a:r>
              <a:rPr lang="en-US" altLang="en-US" sz="1600" i="1" baseline="-25000" dirty="0" err="1">
                <a:solidFill>
                  <a:srgbClr val="FF0000"/>
                </a:solidFill>
                <a:latin typeface="Cambria" panose="02040503050406030204" pitchFamily="18" charset="0"/>
                <a:ea typeface="Cambria" panose="02040503050406030204" pitchFamily="18" charset="0"/>
                <a:sym typeface="Symbol" panose="05050102010706020507" pitchFamily="18" charset="2"/>
              </a:rPr>
              <a:t>n</a:t>
            </a:r>
            <a:r>
              <a:rPr lang="en-US" altLang="en-US" sz="1600" dirty="0">
                <a:solidFill>
                  <a:srgbClr val="FF0000"/>
                </a:solidFill>
                <a:latin typeface="Cambria" panose="02040503050406030204" pitchFamily="18" charset="0"/>
                <a:ea typeface="Cambria" panose="02040503050406030204" pitchFamily="18" charset="0"/>
                <a:sym typeface="Symbol" panose="05050102010706020507" pitchFamily="18" charset="2"/>
              </a:rPr>
              <a:t>).  </a:t>
            </a:r>
          </a:p>
          <a:p>
            <a:r>
              <a:rPr lang="en-US" altLang="en-US" sz="2400" dirty="0">
                <a:latin typeface="Cambria" panose="02040503050406030204" pitchFamily="18" charset="0"/>
                <a:ea typeface="Cambria" panose="02040503050406030204" pitchFamily="18" charset="0"/>
              </a:rPr>
              <a:t>For a uniform step size </a:t>
            </a:r>
            <a:r>
              <a:rPr lang="en-US" altLang="en-US" sz="2400" i="1" dirty="0">
                <a:latin typeface="Cambria" panose="02040503050406030204" pitchFamily="18" charset="0"/>
                <a:ea typeface="Cambria" panose="02040503050406030204" pitchFamily="18" charset="0"/>
              </a:rPr>
              <a:t>h</a:t>
            </a:r>
            <a:r>
              <a:rPr lang="en-US" altLang="en-US" sz="2400" dirty="0">
                <a:latin typeface="Cambria" panose="02040503050406030204" pitchFamily="18" charset="0"/>
                <a:ea typeface="Cambria" panose="02040503050406030204" pitchFamily="18" charset="0"/>
              </a:rPr>
              <a:t> = </a:t>
            </a:r>
            <a:r>
              <a:rPr lang="en-US" altLang="en-US" sz="2400" i="1" dirty="0" err="1">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err="1">
                <a:latin typeface="Cambria" panose="02040503050406030204" pitchFamily="18" charset="0"/>
                <a:ea typeface="Cambria" panose="02040503050406030204" pitchFamily="18" charset="0"/>
                <a:sym typeface="Symbol" panose="05050102010706020507" pitchFamily="18" charset="2"/>
              </a:rPr>
              <a:t>n</a:t>
            </a:r>
            <a:r>
              <a:rPr lang="en-US" altLang="en-US" sz="2400" dirty="0">
                <a:latin typeface="Cambria" panose="02040503050406030204" pitchFamily="18" charset="0"/>
                <a:ea typeface="Cambria" panose="02040503050406030204" pitchFamily="18" charset="0"/>
                <a:sym typeface="Symbol" panose="05050102010706020507" pitchFamily="18" charset="2"/>
              </a:rPr>
              <a:t> </a:t>
            </a:r>
            <a:r>
              <a:rPr lang="en-US" altLang="en-US" sz="2400" dirty="0">
                <a:latin typeface="Cambria" panose="02040503050406030204" pitchFamily="18" charset="0"/>
                <a:ea typeface="Cambria" panose="02040503050406030204" pitchFamily="18" charset="0"/>
              </a:rPr>
              <a:t>– </a:t>
            </a:r>
            <a:r>
              <a:rPr lang="en-US" altLang="en-US" sz="2400" i="1" dirty="0">
                <a:latin typeface="Cambria" panose="02040503050406030204" pitchFamily="18" charset="0"/>
                <a:ea typeface="Cambria" panose="02040503050406030204" pitchFamily="18" charset="0"/>
                <a:sym typeface="Symbol" panose="05050102010706020507" pitchFamily="18" charset="2"/>
              </a:rPr>
              <a:t>t</a:t>
            </a:r>
            <a:r>
              <a:rPr lang="en-US" altLang="en-US" sz="2400" i="1" baseline="-25000" dirty="0">
                <a:latin typeface="Cambria" panose="02040503050406030204" pitchFamily="18" charset="0"/>
                <a:ea typeface="Cambria" panose="02040503050406030204" pitchFamily="18" charset="0"/>
                <a:sym typeface="Symbol" panose="05050102010706020507" pitchFamily="18" charset="2"/>
              </a:rPr>
              <a:t>n</a:t>
            </a:r>
            <a:r>
              <a:rPr lang="en-US" altLang="en-US" sz="2400" baseline="-25000" dirty="0">
                <a:latin typeface="Cambria" panose="02040503050406030204" pitchFamily="18" charset="0"/>
                <a:ea typeface="Cambria" panose="02040503050406030204" pitchFamily="18" charset="0"/>
                <a:sym typeface="Symbol" panose="05050102010706020507" pitchFamily="18" charset="2"/>
              </a:rPr>
              <a:t>-1</a:t>
            </a:r>
            <a:r>
              <a:rPr lang="en-US" altLang="en-US" sz="2400" dirty="0">
                <a:latin typeface="Cambria" panose="02040503050406030204" pitchFamily="18" charset="0"/>
                <a:ea typeface="Cambria" panose="02040503050406030204" pitchFamily="18" charset="0"/>
                <a:sym typeface="Symbol" panose="05050102010706020507" pitchFamily="18" charset="2"/>
              </a:rPr>
              <a:t>, Euler’s formula becomes</a:t>
            </a:r>
            <a:endParaRPr lang="en-US" altLang="en-US" sz="2400" dirty="0">
              <a:latin typeface="Cambria" panose="02040503050406030204" pitchFamily="18" charset="0"/>
              <a:ea typeface="Cambria" panose="02040503050406030204" pitchFamily="18" charset="0"/>
            </a:endParaRPr>
          </a:p>
        </p:txBody>
      </p:sp>
      <mc:AlternateContent xmlns:mc="http://schemas.openxmlformats.org/markup-compatibility/2006" xmlns:a14="http://schemas.microsoft.com/office/drawing/2010/main">
        <mc:Choice Requires="a14">
          <p:sp>
            <p:nvSpPr>
              <p:cNvPr id="55299" name="Object 7">
                <a:extLst>
                  <a:ext uri="{FF2B5EF4-FFF2-40B4-BE49-F238E27FC236}">
                    <a16:creationId xmlns:a16="http://schemas.microsoft.com/office/drawing/2014/main" id="{8215FC5E-575E-42A1-B068-74CDF450F4F7}"/>
                  </a:ext>
                </a:extLst>
              </p:cNvPr>
              <p:cNvSpPr txBox="1"/>
              <p:nvPr/>
            </p:nvSpPr>
            <p:spPr bwMode="auto">
              <a:xfrm>
                <a:off x="3352800" y="3429001"/>
                <a:ext cx="3809972" cy="1649413"/>
              </a:xfrm>
              <a:prstGeom prst="rect">
                <a:avLst/>
              </a:prstGeom>
              <a:noFill/>
              <a:ln>
                <a:noFill/>
              </a:ln>
              <a:effectLst/>
            </p:spPr>
            <p:txBody>
              <a:bodyPr>
                <a:normAutofit/>
              </a:bodyPr>
              <a:lstStyle/>
              <a:p>
                <a:pPr/>
                <a14:m>
                  <m:oMathPara xmlns:m="http://schemas.openxmlformats.org/officeDocument/2006/math">
                    <m:oMathParaPr>
                      <m:jc m:val="left"/>
                    </m:oMathParaPr>
                    <m:oMath>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𝑓</m:t>
                          </m:r>
                        </m:e>
                        <m:sub>
                          <m:r>
                            <a:rPr lang="en-IN" i="1">
                              <a:solidFill>
                                <a:srgbClr val="FF0000"/>
                              </a:solidFill>
                              <a:latin typeface="Cambria Math" panose="02040503050406030204" pitchFamily="18" charset="0"/>
                            </a:rPr>
                            <m:t>0</m:t>
                          </m:r>
                        </m:sub>
                      </m:sSub>
                      <m:r>
                        <a:rPr lang="en-IN" i="1">
                          <a:solidFill>
                            <a:srgbClr val="FF0000"/>
                          </a:solidFill>
                          <a:latin typeface="Cambria Math" panose="02040503050406030204" pitchFamily="18" charset="0"/>
                        </a:rPr>
                        <m:t>⋅</m:t>
                      </m:r>
                      <m:d>
                        <m:dPr>
                          <m:ctrlPr>
                            <a:rPr lang="en-IN" i="1">
                              <a:solidFill>
                                <a:srgbClr val="FF0000"/>
                              </a:solidFill>
                              <a:latin typeface="Cambria Math" panose="02040503050406030204" pitchFamily="18" charset="0"/>
                            </a:rPr>
                          </m:ctrlPr>
                        </m:dPr>
                        <m:e>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0</m:t>
                              </m:r>
                            </m:sub>
                          </m:sSub>
                        </m:e>
                      </m:d>
                    </m:oMath>
                    <m:oMath>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2</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𝑓</m:t>
                          </m:r>
                        </m:e>
                        <m:sub>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d>
                        <m:dPr>
                          <m:ctrlPr>
                            <a:rPr lang="en-IN" i="1">
                              <a:solidFill>
                                <a:srgbClr val="FF0000"/>
                              </a:solidFill>
                              <a:latin typeface="Cambria Math" panose="02040503050406030204" pitchFamily="18" charset="0"/>
                            </a:rPr>
                          </m:ctrlPr>
                        </m:dPr>
                        <m:e>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2</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1</m:t>
                              </m:r>
                            </m:sub>
                          </m:sSub>
                        </m:e>
                      </m:d>
                    </m:oMath>
                    <m:oMath>
                      <m:r>
                        <a:rPr lang="en-IN" i="1">
                          <a:solidFill>
                            <a:srgbClr val="FF0000"/>
                          </a:solidFill>
                          <a:latin typeface="Cambria Math" panose="02040503050406030204" pitchFamily="18" charset="0"/>
                        </a:rPr>
                        <m:t>⋮</m:t>
                      </m:r>
                    </m:oMath>
                    <m:oMath>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𝑛</m:t>
                          </m:r>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𝑛</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𝑓</m:t>
                          </m:r>
                        </m:e>
                        <m:sub>
                          <m:r>
                            <a:rPr lang="en-IN" i="1">
                              <a:solidFill>
                                <a:srgbClr val="FF0000"/>
                              </a:solidFill>
                              <a:latin typeface="Cambria Math" panose="02040503050406030204" pitchFamily="18" charset="0"/>
                            </a:rPr>
                            <m:t>𝑛</m:t>
                          </m:r>
                        </m:sub>
                      </m:sSub>
                      <m:r>
                        <a:rPr lang="en-IN" i="1">
                          <a:solidFill>
                            <a:srgbClr val="FF0000"/>
                          </a:solidFill>
                          <a:latin typeface="Cambria Math" panose="02040503050406030204" pitchFamily="18" charset="0"/>
                        </a:rPr>
                        <m:t>⋅</m:t>
                      </m:r>
                      <m:d>
                        <m:dPr>
                          <m:ctrlPr>
                            <a:rPr lang="en-IN" i="1">
                              <a:solidFill>
                                <a:srgbClr val="FF0000"/>
                              </a:solidFill>
                              <a:latin typeface="Cambria Math" panose="02040503050406030204" pitchFamily="18" charset="0"/>
                            </a:rPr>
                          </m:ctrlPr>
                        </m:dPr>
                        <m:e>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𝑛</m:t>
                              </m:r>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𝑡</m:t>
                              </m:r>
                            </m:e>
                            <m:sub>
                              <m:r>
                                <a:rPr lang="en-IN" i="1">
                                  <a:solidFill>
                                    <a:srgbClr val="FF0000"/>
                                  </a:solidFill>
                                  <a:latin typeface="Cambria Math" panose="02040503050406030204" pitchFamily="18" charset="0"/>
                                </a:rPr>
                                <m:t>𝑛</m:t>
                              </m:r>
                            </m:sub>
                          </m:sSub>
                        </m:e>
                      </m:d>
                    </m:oMath>
                  </m:oMathPara>
                </a14:m>
                <a:endParaRPr lang="en-IN" dirty="0">
                  <a:solidFill>
                    <a:srgbClr val="FF0000"/>
                  </a:solidFill>
                </a:endParaRPr>
              </a:p>
            </p:txBody>
          </p:sp>
        </mc:Choice>
        <mc:Fallback xmlns="">
          <p:sp>
            <p:nvSpPr>
              <p:cNvPr id="55299" name="Object 7">
                <a:extLst>
                  <a:ext uri="{FF2B5EF4-FFF2-40B4-BE49-F238E27FC236}">
                    <a16:creationId xmlns:a16="http://schemas.microsoft.com/office/drawing/2014/main" id="{8215FC5E-575E-42A1-B068-74CDF450F4F7}"/>
                  </a:ext>
                </a:extLst>
              </p:cNvPr>
              <p:cNvSpPr txBox="1">
                <a:spLocks noRot="1" noChangeAspect="1" noMove="1" noResize="1" noEditPoints="1" noAdjustHandles="1" noChangeArrowheads="1" noChangeShapeType="1" noTextEdit="1"/>
              </p:cNvSpPr>
              <p:nvPr/>
            </p:nvSpPr>
            <p:spPr bwMode="auto">
              <a:xfrm>
                <a:off x="3352800" y="3429001"/>
                <a:ext cx="3809972" cy="1649413"/>
              </a:xfrm>
              <a:prstGeom prst="rect">
                <a:avLst/>
              </a:prstGeom>
              <a:blipFill>
                <a:blip r:embed="rId3"/>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0" name="Object 9">
                <a:extLst>
                  <a:ext uri="{FF2B5EF4-FFF2-40B4-BE49-F238E27FC236}">
                    <a16:creationId xmlns:a16="http://schemas.microsoft.com/office/drawing/2014/main" id="{E363FE1A-0F4D-4980-9F39-B954DA57CCA2}"/>
                  </a:ext>
                </a:extLst>
              </p:cNvPr>
              <p:cNvSpPr txBox="1"/>
              <p:nvPr/>
            </p:nvSpPr>
            <p:spPr bwMode="auto">
              <a:xfrm>
                <a:off x="3429000" y="2514601"/>
                <a:ext cx="2667000" cy="384175"/>
              </a:xfrm>
              <a:prstGeom prst="rect">
                <a:avLst/>
              </a:prstGeom>
              <a:noFill/>
              <a:ln>
                <a:noFill/>
              </a:ln>
              <a:effectLst/>
            </p:spPr>
            <p:txBody>
              <a:bodyPr>
                <a:normAutofit fontScale="85000" lnSpcReduction="10000"/>
              </a:bodyPr>
              <a:lstStyle/>
              <a:p>
                <a:pPr/>
                <a14:m>
                  <m:oMathPara xmlns:m="http://schemas.openxmlformats.org/officeDocument/2006/math">
                    <m:oMathParaPr>
                      <m:jc m:val="left"/>
                    </m:oMathParaPr>
                    <m:o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𝑓</m:t>
                      </m:r>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1</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𝑦</m:t>
                              </m:r>
                            </m:e>
                            <m:sub>
                              <m:r>
                                <a:rPr lang="en-IN" i="1">
                                  <a:solidFill>
                                    <a:srgbClr val="000000"/>
                                  </a:solidFill>
                                  <a:latin typeface="Cambria Math" panose="02040503050406030204" pitchFamily="18" charset="0"/>
                                </a:rPr>
                                <m:t>1</m:t>
                              </m:r>
                            </m:sub>
                          </m:sSub>
                        </m:e>
                      </m:d>
                      <m:d>
                        <m:dPr>
                          <m:ctrlPr>
                            <a:rPr lang="en-IN" i="1">
                              <a:solidFill>
                                <a:srgbClr val="000000"/>
                              </a:solidFill>
                              <a:latin typeface="Cambria Math" panose="02040503050406030204" pitchFamily="18" charset="0"/>
                            </a:rPr>
                          </m:ctrlPr>
                        </m:dPr>
                        <m:e>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2</m:t>
                              </m:r>
                            </m:sub>
                          </m:sSub>
                          <m:r>
                            <a:rPr lang="en-IN" i="1">
                              <a:solidFill>
                                <a:srgbClr val="000000"/>
                              </a:solidFill>
                              <a:latin typeface="Cambria Math" panose="02040503050406030204" pitchFamily="18" charset="0"/>
                            </a:rPr>
                            <m:t>−</m:t>
                          </m:r>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𝑡</m:t>
                              </m:r>
                            </m:e>
                            <m:sub>
                              <m:r>
                                <a:rPr lang="en-IN" i="1">
                                  <a:solidFill>
                                    <a:srgbClr val="000000"/>
                                  </a:solidFill>
                                  <a:latin typeface="Cambria Math" panose="02040503050406030204" pitchFamily="18" charset="0"/>
                                </a:rPr>
                                <m:t>1</m:t>
                              </m:r>
                            </m:sub>
                          </m:sSub>
                        </m:e>
                      </m:d>
                    </m:oMath>
                  </m:oMathPara>
                </a14:m>
                <a:endParaRPr lang="en-IN"/>
              </a:p>
            </p:txBody>
          </p:sp>
        </mc:Choice>
        <mc:Fallback xmlns="">
          <p:sp>
            <p:nvSpPr>
              <p:cNvPr id="55300" name="Object 9">
                <a:extLst>
                  <a:ext uri="{FF2B5EF4-FFF2-40B4-BE49-F238E27FC236}">
                    <a16:creationId xmlns:a16="http://schemas.microsoft.com/office/drawing/2014/main" id="{E363FE1A-0F4D-4980-9F39-B954DA57CCA2}"/>
                  </a:ext>
                </a:extLst>
              </p:cNvPr>
              <p:cNvSpPr txBox="1">
                <a:spLocks noRot="1" noChangeAspect="1" noMove="1" noResize="1" noEditPoints="1" noAdjustHandles="1" noChangeArrowheads="1" noChangeShapeType="1" noTextEdit="1"/>
              </p:cNvSpPr>
              <p:nvPr/>
            </p:nvSpPr>
            <p:spPr bwMode="auto">
              <a:xfrm>
                <a:off x="3429000" y="2514601"/>
                <a:ext cx="2667000" cy="384175"/>
              </a:xfrm>
              <a:prstGeom prst="rect">
                <a:avLst/>
              </a:prstGeom>
              <a:blipFill>
                <a:blip r:embed="rId4"/>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5301" name="Object 11">
                <a:extLst>
                  <a:ext uri="{FF2B5EF4-FFF2-40B4-BE49-F238E27FC236}">
                    <a16:creationId xmlns:a16="http://schemas.microsoft.com/office/drawing/2014/main" id="{4465FCF6-D5EF-45CD-9FD8-A4892F6CC87B}"/>
                  </a:ext>
                </a:extLst>
              </p:cNvPr>
              <p:cNvSpPr txBox="1"/>
              <p:nvPr/>
            </p:nvSpPr>
            <p:spPr bwMode="auto">
              <a:xfrm>
                <a:off x="4305300" y="5981647"/>
                <a:ext cx="3581400" cy="457200"/>
              </a:xfrm>
              <a:prstGeom prst="rect">
                <a:avLst/>
              </a:prstGeom>
              <a:noFill/>
              <a:ln>
                <a:noFill/>
              </a:ln>
              <a:effectLst/>
            </p:spPr>
            <p:txBody>
              <a:bodyPr>
                <a:normAutofit/>
              </a:bodyPr>
              <a:lstStyle/>
              <a:p>
                <a:pPr/>
                <a14:m>
                  <m:oMathPara xmlns:m="http://schemas.openxmlformats.org/officeDocument/2006/math">
                    <m:oMathParaPr>
                      <m:jc m:val="left"/>
                    </m:oMathParaPr>
                    <m:oMath>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𝑛</m:t>
                          </m:r>
                          <m:r>
                            <a:rPr lang="en-IN" i="1">
                              <a:solidFill>
                                <a:srgbClr val="FF0000"/>
                              </a:solidFill>
                              <a:latin typeface="Cambria Math" panose="02040503050406030204" pitchFamily="18" charset="0"/>
                            </a:rPr>
                            <m:t>+1</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𝑦</m:t>
                          </m:r>
                        </m:e>
                        <m:sub>
                          <m:r>
                            <a:rPr lang="en-IN" i="1">
                              <a:solidFill>
                                <a:srgbClr val="FF0000"/>
                              </a:solidFill>
                              <a:latin typeface="Cambria Math" panose="02040503050406030204" pitchFamily="18" charset="0"/>
                            </a:rPr>
                            <m:t>𝑛</m:t>
                          </m:r>
                        </m:sub>
                      </m:sSub>
                      <m:r>
                        <a:rPr lang="en-IN" i="1">
                          <a:solidFill>
                            <a:srgbClr val="FF0000"/>
                          </a:solidFill>
                          <a:latin typeface="Cambria Math" panose="02040503050406030204" pitchFamily="18" charset="0"/>
                        </a:rPr>
                        <m:t>+</m:t>
                      </m:r>
                      <m:sSub>
                        <m:sSubPr>
                          <m:ctrlPr>
                            <a:rPr lang="en-IN" i="1">
                              <a:solidFill>
                                <a:srgbClr val="FF0000"/>
                              </a:solidFill>
                              <a:latin typeface="Cambria Math" panose="02040503050406030204" pitchFamily="18" charset="0"/>
                            </a:rPr>
                          </m:ctrlPr>
                        </m:sSubPr>
                        <m:e>
                          <m:r>
                            <a:rPr lang="en-IN" i="1">
                              <a:solidFill>
                                <a:srgbClr val="FF0000"/>
                              </a:solidFill>
                              <a:latin typeface="Cambria Math" panose="02040503050406030204" pitchFamily="18" charset="0"/>
                            </a:rPr>
                            <m:t>𝑓</m:t>
                          </m:r>
                        </m:e>
                        <m:sub>
                          <m:r>
                            <a:rPr lang="en-IN" i="1">
                              <a:solidFill>
                                <a:srgbClr val="FF0000"/>
                              </a:solidFill>
                              <a:latin typeface="Cambria Math" panose="02040503050406030204" pitchFamily="18" charset="0"/>
                            </a:rPr>
                            <m:t>𝑛</m:t>
                          </m:r>
                        </m:sub>
                      </m:sSub>
                      <m:r>
                        <a:rPr lang="en-IN" i="1">
                          <a:solidFill>
                            <a:srgbClr val="FF0000"/>
                          </a:solidFill>
                          <a:latin typeface="Cambria Math" panose="02040503050406030204" pitchFamily="18" charset="0"/>
                        </a:rPr>
                        <m:t>ℎ</m:t>
                      </m:r>
                      <m:r>
                        <a:rPr lang="en-IN" i="1">
                          <a:solidFill>
                            <a:srgbClr val="FF0000"/>
                          </a:solidFill>
                          <a:latin typeface="Cambria Math" panose="02040503050406030204" pitchFamily="18" charset="0"/>
                        </a:rPr>
                        <m:t>,</m:t>
                      </m:r>
                      <m:r>
                        <a:rPr lang="en-IN" i="1">
                          <a:solidFill>
                            <a:srgbClr val="FF0000"/>
                          </a:solidFill>
                          <a:latin typeface="Cambria Math" panose="02040503050406030204" pitchFamily="18" charset="0"/>
                        </a:rPr>
                        <m:t>𝑛</m:t>
                      </m:r>
                      <m:r>
                        <a:rPr lang="en-IN" i="1">
                          <a:solidFill>
                            <a:srgbClr val="FF0000"/>
                          </a:solidFill>
                          <a:latin typeface="Cambria Math" panose="02040503050406030204" pitchFamily="18" charset="0"/>
                        </a:rPr>
                        <m:t>=0,1,2,…</m:t>
                      </m:r>
                    </m:oMath>
                  </m:oMathPara>
                </a14:m>
                <a:endParaRPr lang="en-IN" dirty="0">
                  <a:solidFill>
                    <a:srgbClr val="FF0000"/>
                  </a:solidFill>
                </a:endParaRPr>
              </a:p>
            </p:txBody>
          </p:sp>
        </mc:Choice>
        <mc:Fallback xmlns="">
          <p:sp>
            <p:nvSpPr>
              <p:cNvPr id="55301" name="Object 11">
                <a:extLst>
                  <a:ext uri="{FF2B5EF4-FFF2-40B4-BE49-F238E27FC236}">
                    <a16:creationId xmlns:a16="http://schemas.microsoft.com/office/drawing/2014/main" id="{4465FCF6-D5EF-45CD-9FD8-A4892F6CC87B}"/>
                  </a:ext>
                </a:extLst>
              </p:cNvPr>
              <p:cNvSpPr txBox="1">
                <a:spLocks noRot="1" noChangeAspect="1" noMove="1" noResize="1" noEditPoints="1" noAdjustHandles="1" noChangeArrowheads="1" noChangeShapeType="1" noTextEdit="1"/>
              </p:cNvSpPr>
              <p:nvPr/>
            </p:nvSpPr>
            <p:spPr bwMode="auto">
              <a:xfrm>
                <a:off x="4305300" y="5981647"/>
                <a:ext cx="3581400" cy="457200"/>
              </a:xfrm>
              <a:prstGeom prst="rect">
                <a:avLst/>
              </a:prstGeom>
              <a:blipFill>
                <a:blip r:embed="rId5"/>
                <a:stretch>
                  <a:fillRect/>
                </a:stretch>
              </a:blipFill>
              <a:ln>
                <a:noFill/>
              </a:ln>
              <a:effectLst/>
            </p:spPr>
            <p:txBody>
              <a:bodyPr/>
              <a:lstStyle/>
              <a:p>
                <a:r>
                  <a:rPr lang="en-IN">
                    <a:noFill/>
                  </a:rPr>
                  <a:t> </a:t>
                </a:r>
              </a:p>
            </p:txBody>
          </p:sp>
        </mc:Fallback>
      </mc:AlternateContent>
      <p:sp>
        <p:nvSpPr>
          <p:cNvPr id="55302" name="Rectangle 2">
            <a:extLst>
              <a:ext uri="{FF2B5EF4-FFF2-40B4-BE49-F238E27FC236}">
                <a16:creationId xmlns:a16="http://schemas.microsoft.com/office/drawing/2014/main" id="{6384F58B-23BE-495E-9144-0E2FD07D5CF3}"/>
              </a:ext>
            </a:extLst>
          </p:cNvPr>
          <p:cNvSpPr>
            <a:spLocks noGrp="1" noChangeArrowheads="1"/>
          </p:cNvSpPr>
          <p:nvPr>
            <p:ph type="title"/>
          </p:nvPr>
        </p:nvSpPr>
        <p:spPr>
          <a:xfrm>
            <a:off x="2152650" y="125414"/>
            <a:ext cx="7886700" cy="708454"/>
          </a:xfrm>
          <a:solidFill>
            <a:schemeClr val="bg1"/>
          </a:solidFill>
        </p:spPr>
        <p:txBody>
          <a:bodyPr>
            <a:normAutofit fontScale="90000"/>
          </a:bodyPr>
          <a:lstStyle/>
          <a:p>
            <a:r>
              <a:rPr lang="en-US" altLang="en-US" sz="3200" b="1" dirty="0">
                <a:solidFill>
                  <a:srgbClr val="FF0000"/>
                </a:solidFill>
                <a:latin typeface="Cambria" panose="02040503050406030204" pitchFamily="18" charset="0"/>
                <a:ea typeface="Cambria" panose="02040503050406030204" pitchFamily="18" charset="0"/>
              </a:rPr>
              <a:t>Euler’s Method: Tangent Line Approximation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F6BB9EF6-0B4A-79BA-2D9E-0584B3978D7F}"/>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10" name="TextBox 9">
            <a:extLst>
              <a:ext uri="{FF2B5EF4-FFF2-40B4-BE49-F238E27FC236}">
                <a16:creationId xmlns:a16="http://schemas.microsoft.com/office/drawing/2014/main" id="{01A96E18-E979-9E3C-2D58-AAA147C6EA59}"/>
              </a:ext>
            </a:extLst>
          </p:cNvPr>
          <p:cNvSpPr txBox="1"/>
          <p:nvPr/>
        </p:nvSpPr>
        <p:spPr>
          <a:xfrm>
            <a:off x="7138086" y="171105"/>
            <a:ext cx="4957260" cy="461665"/>
          </a:xfrm>
          <a:prstGeom prst="rect">
            <a:avLst/>
          </a:prstGeom>
          <a:solidFill>
            <a:schemeClr val="bg1"/>
          </a:solidFill>
        </p:spPr>
        <p:txBody>
          <a:bodyPr wrap="square">
            <a:spAutoFit/>
          </a:bodyPr>
          <a:lstStyle/>
          <a:p>
            <a:pPr algn="ctr"/>
            <a:r>
              <a:rPr lang="en-US" sz="2400" b="1" dirty="0">
                <a:solidFill>
                  <a:srgbClr val="FF0000"/>
                </a:solidFill>
                <a:latin typeface="Cambria" panose="02040503050406030204" pitchFamily="18" charset="0"/>
                <a:ea typeface="Cambria" panose="02040503050406030204" pitchFamily="18" charset="0"/>
              </a:rPr>
              <a:t>Love Affairs</a:t>
            </a:r>
          </a:p>
        </p:txBody>
      </p:sp>
      <p:pic>
        <p:nvPicPr>
          <p:cNvPr id="3" name="Picture 2">
            <a:extLst>
              <a:ext uri="{FF2B5EF4-FFF2-40B4-BE49-F238E27FC236}">
                <a16:creationId xmlns:a16="http://schemas.microsoft.com/office/drawing/2014/main" id="{E9810280-B1AD-4EAD-9E37-3E2FFE46E15D}"/>
              </a:ext>
            </a:extLst>
          </p:cNvPr>
          <p:cNvPicPr>
            <a:picLocks noChangeAspect="1"/>
          </p:cNvPicPr>
          <p:nvPr/>
        </p:nvPicPr>
        <p:blipFill>
          <a:blip r:embed="rId3"/>
          <a:stretch>
            <a:fillRect/>
          </a:stretch>
        </p:blipFill>
        <p:spPr>
          <a:xfrm>
            <a:off x="-93586" y="802489"/>
            <a:ext cx="8246639" cy="2895600"/>
          </a:xfrm>
          <a:prstGeom prst="rect">
            <a:avLst/>
          </a:prstGeom>
        </p:spPr>
      </p:pic>
      <p:pic>
        <p:nvPicPr>
          <p:cNvPr id="4" name="Picture 3">
            <a:extLst>
              <a:ext uri="{FF2B5EF4-FFF2-40B4-BE49-F238E27FC236}">
                <a16:creationId xmlns:a16="http://schemas.microsoft.com/office/drawing/2014/main" id="{881DF856-8C30-52FB-6C46-5757F73CBEDD}"/>
              </a:ext>
            </a:extLst>
          </p:cNvPr>
          <p:cNvPicPr>
            <a:picLocks noChangeAspect="1"/>
          </p:cNvPicPr>
          <p:nvPr/>
        </p:nvPicPr>
        <p:blipFill>
          <a:blip r:embed="rId4"/>
          <a:stretch>
            <a:fillRect/>
          </a:stretch>
        </p:blipFill>
        <p:spPr>
          <a:xfrm>
            <a:off x="96654" y="3698089"/>
            <a:ext cx="3157804" cy="1981200"/>
          </a:xfrm>
          <a:prstGeom prst="rect">
            <a:avLst/>
          </a:prstGeom>
        </p:spPr>
      </p:pic>
      <p:sp>
        <p:nvSpPr>
          <p:cNvPr id="7" name="TextBox 6">
            <a:extLst>
              <a:ext uri="{FF2B5EF4-FFF2-40B4-BE49-F238E27FC236}">
                <a16:creationId xmlns:a16="http://schemas.microsoft.com/office/drawing/2014/main" id="{F956B8F3-3047-00E7-6FDE-D4350B0CAC2F}"/>
              </a:ext>
            </a:extLst>
          </p:cNvPr>
          <p:cNvSpPr txBox="1"/>
          <p:nvPr/>
        </p:nvSpPr>
        <p:spPr>
          <a:xfrm>
            <a:off x="7702907" y="802489"/>
            <a:ext cx="4392440" cy="4524315"/>
          </a:xfrm>
          <a:prstGeom prst="rect">
            <a:avLst/>
          </a:prstGeom>
          <a:solidFill>
            <a:schemeClr val="bg1"/>
          </a:solidFill>
        </p:spPr>
        <p:txBody>
          <a:bodyPr wrap="square">
            <a:spAutoFit/>
          </a:bodyPr>
          <a:lstStyle/>
          <a:p>
            <a:r>
              <a:rPr lang="en-IN" sz="2400" b="0" i="0" dirty="0">
                <a:solidFill>
                  <a:srgbClr val="0E00FF"/>
                </a:solidFill>
                <a:effectLst/>
                <a:latin typeface="Menlo"/>
              </a:rPr>
              <a:t>function </a:t>
            </a:r>
            <a:r>
              <a:rPr lang="en-IN" sz="2400" b="0" i="0" dirty="0" err="1">
                <a:effectLst/>
                <a:latin typeface="Menlo"/>
              </a:rPr>
              <a:t>dydt</a:t>
            </a:r>
            <a:r>
              <a:rPr lang="en-IN" sz="2400" b="0" i="0" dirty="0">
                <a:effectLst/>
                <a:latin typeface="Menlo"/>
              </a:rPr>
              <a:t> = </a:t>
            </a:r>
            <a:r>
              <a:rPr lang="en-IN" sz="2400" b="0" i="0" dirty="0" err="1">
                <a:effectLst/>
                <a:latin typeface="Menlo"/>
              </a:rPr>
              <a:t>model_love_hate</a:t>
            </a:r>
            <a:r>
              <a:rPr lang="en-IN" sz="2400" b="0" i="0" dirty="0">
                <a:effectLst/>
                <a:latin typeface="Menlo"/>
              </a:rPr>
              <a:t>(</a:t>
            </a:r>
            <a:r>
              <a:rPr lang="en-IN" sz="2400" b="0" i="0" dirty="0" err="1">
                <a:effectLst/>
                <a:latin typeface="Menlo"/>
              </a:rPr>
              <a:t>t,M,a,b</a:t>
            </a:r>
            <a:r>
              <a:rPr lang="en-IN" sz="2400" b="0" i="0" dirty="0">
                <a:effectLst/>
                <a:latin typeface="Menlo"/>
              </a:rPr>
              <a:t>)</a:t>
            </a:r>
          </a:p>
          <a:p>
            <a:r>
              <a:rPr lang="en-IN" sz="2400" b="0" i="0" dirty="0">
                <a:effectLst/>
                <a:latin typeface="Menlo"/>
              </a:rPr>
              <a:t>x= M(1);</a:t>
            </a:r>
          </a:p>
          <a:p>
            <a:r>
              <a:rPr lang="en-IN" sz="2400" b="0" i="0" dirty="0">
                <a:effectLst/>
                <a:latin typeface="Menlo"/>
              </a:rPr>
              <a:t>y = M(2);</a:t>
            </a:r>
          </a:p>
          <a:p>
            <a:r>
              <a:rPr lang="en-IN" sz="2400" b="0" i="0" dirty="0">
                <a:solidFill>
                  <a:srgbClr val="008013"/>
                </a:solidFill>
                <a:effectLst/>
                <a:latin typeface="Menlo"/>
              </a:rPr>
              <a:t>%%% Cautious Lovers %%%</a:t>
            </a:r>
            <a:endParaRPr lang="en-IN" sz="2400" b="0" i="0" dirty="0">
              <a:effectLst/>
              <a:latin typeface="Menlo"/>
            </a:endParaRPr>
          </a:p>
          <a:p>
            <a:r>
              <a:rPr lang="en-IN" sz="2400" b="0" i="0" dirty="0">
                <a:solidFill>
                  <a:srgbClr val="008013"/>
                </a:solidFill>
                <a:effectLst/>
                <a:latin typeface="Menlo"/>
              </a:rPr>
              <a:t>% </a:t>
            </a:r>
            <a:r>
              <a:rPr lang="en-IN" sz="2400" b="0" i="0" dirty="0" err="1">
                <a:solidFill>
                  <a:srgbClr val="008013"/>
                </a:solidFill>
                <a:effectLst/>
                <a:latin typeface="Menlo"/>
              </a:rPr>
              <a:t>dx_dt</a:t>
            </a:r>
            <a:r>
              <a:rPr lang="en-IN" sz="2400" b="0" i="0" dirty="0">
                <a:solidFill>
                  <a:srgbClr val="008013"/>
                </a:solidFill>
                <a:effectLst/>
                <a:latin typeface="Menlo"/>
              </a:rPr>
              <a:t> = a*</a:t>
            </a:r>
            <a:r>
              <a:rPr lang="en-IN" sz="2400" b="0" i="0" dirty="0" err="1">
                <a:solidFill>
                  <a:srgbClr val="008013"/>
                </a:solidFill>
                <a:effectLst/>
                <a:latin typeface="Menlo"/>
              </a:rPr>
              <a:t>x+b</a:t>
            </a:r>
            <a:r>
              <a:rPr lang="en-IN" sz="2400" b="0" i="0" dirty="0">
                <a:solidFill>
                  <a:srgbClr val="008013"/>
                </a:solidFill>
                <a:effectLst/>
                <a:latin typeface="Menlo"/>
              </a:rPr>
              <a:t>*y;</a:t>
            </a:r>
            <a:endParaRPr lang="en-IN" sz="2400" b="0" i="0" dirty="0">
              <a:effectLst/>
              <a:latin typeface="Menlo"/>
            </a:endParaRPr>
          </a:p>
          <a:p>
            <a:r>
              <a:rPr lang="en-IN" sz="2400" b="0" i="0" dirty="0">
                <a:solidFill>
                  <a:srgbClr val="008013"/>
                </a:solidFill>
                <a:effectLst/>
                <a:latin typeface="Menlo"/>
              </a:rPr>
              <a:t>% </a:t>
            </a:r>
            <a:r>
              <a:rPr lang="en-IN" sz="2400" b="0" i="0" dirty="0" err="1">
                <a:solidFill>
                  <a:srgbClr val="008013"/>
                </a:solidFill>
                <a:effectLst/>
                <a:latin typeface="Menlo"/>
              </a:rPr>
              <a:t>dy_dt</a:t>
            </a:r>
            <a:r>
              <a:rPr lang="en-IN" sz="2400" b="0" i="0" dirty="0">
                <a:solidFill>
                  <a:srgbClr val="008013"/>
                </a:solidFill>
                <a:effectLst/>
                <a:latin typeface="Menlo"/>
              </a:rPr>
              <a:t> = b*</a:t>
            </a:r>
            <a:r>
              <a:rPr lang="en-IN" sz="2400" b="0" i="0" dirty="0" err="1">
                <a:solidFill>
                  <a:srgbClr val="008013"/>
                </a:solidFill>
                <a:effectLst/>
                <a:latin typeface="Menlo"/>
              </a:rPr>
              <a:t>x+a</a:t>
            </a:r>
            <a:r>
              <a:rPr lang="en-IN" sz="2400" b="0" i="0" dirty="0">
                <a:solidFill>
                  <a:srgbClr val="008013"/>
                </a:solidFill>
                <a:effectLst/>
                <a:latin typeface="Menlo"/>
              </a:rPr>
              <a:t>*y;</a:t>
            </a:r>
            <a:endParaRPr lang="en-IN" sz="2400" b="0" i="0" dirty="0">
              <a:effectLst/>
              <a:latin typeface="Menlo"/>
            </a:endParaRPr>
          </a:p>
          <a:p>
            <a:r>
              <a:rPr lang="en-IN" sz="2400" b="0" i="0" dirty="0">
                <a:solidFill>
                  <a:srgbClr val="008013"/>
                </a:solidFill>
                <a:effectLst/>
                <a:latin typeface="Menlo"/>
              </a:rPr>
              <a:t>%%% Love and Heat%%%</a:t>
            </a:r>
            <a:endParaRPr lang="en-IN" sz="2400" b="0" i="0" dirty="0">
              <a:effectLst/>
              <a:latin typeface="Menlo"/>
            </a:endParaRPr>
          </a:p>
          <a:p>
            <a:r>
              <a:rPr lang="en-IN" sz="2400" b="0" i="0" dirty="0" err="1">
                <a:effectLst/>
                <a:latin typeface="Menlo"/>
              </a:rPr>
              <a:t>dx_dt</a:t>
            </a:r>
            <a:r>
              <a:rPr lang="en-IN" sz="2400" b="0" i="0" dirty="0">
                <a:effectLst/>
                <a:latin typeface="Menlo"/>
              </a:rPr>
              <a:t> = a*y;</a:t>
            </a:r>
          </a:p>
          <a:p>
            <a:r>
              <a:rPr lang="en-IN" sz="2400" b="0" i="0" dirty="0" err="1">
                <a:effectLst/>
                <a:latin typeface="Menlo"/>
              </a:rPr>
              <a:t>dy_dt</a:t>
            </a:r>
            <a:r>
              <a:rPr lang="en-IN" sz="2400" b="0" i="0" dirty="0">
                <a:effectLst/>
                <a:latin typeface="Menlo"/>
              </a:rPr>
              <a:t> = -b*x;</a:t>
            </a:r>
          </a:p>
          <a:p>
            <a:r>
              <a:rPr lang="en-IN" sz="2400" b="0" i="0" dirty="0" err="1">
                <a:effectLst/>
                <a:latin typeface="Menlo"/>
              </a:rPr>
              <a:t>dydt</a:t>
            </a:r>
            <a:r>
              <a:rPr lang="en-IN" sz="2400" b="0" i="0" dirty="0">
                <a:effectLst/>
                <a:latin typeface="Menlo"/>
              </a:rPr>
              <a:t> = [</a:t>
            </a:r>
            <a:r>
              <a:rPr lang="en-IN" sz="2400" b="0" i="0" dirty="0" err="1">
                <a:effectLst/>
                <a:latin typeface="Menlo"/>
              </a:rPr>
              <a:t>dx_dt,dy_dt</a:t>
            </a:r>
            <a:r>
              <a:rPr lang="en-IN" sz="2400" b="0" i="0" dirty="0">
                <a:effectLst/>
                <a:latin typeface="Menlo"/>
              </a:rPr>
              <a:t>];</a:t>
            </a:r>
          </a:p>
          <a:p>
            <a:r>
              <a:rPr lang="en-IN" sz="2400" b="0" i="0" dirty="0">
                <a:solidFill>
                  <a:srgbClr val="0E00FF"/>
                </a:solidFill>
                <a:effectLst/>
                <a:latin typeface="Menlo"/>
              </a:rPr>
              <a:t>end</a:t>
            </a:r>
            <a:endParaRPr lang="en-IN" sz="2400" b="0" i="0" dirty="0">
              <a:effectLst/>
              <a:latin typeface="Menlo"/>
            </a:endParaRPr>
          </a:p>
        </p:txBody>
      </p:sp>
      <p:sp>
        <p:nvSpPr>
          <p:cNvPr id="9" name="TextBox 8">
            <a:extLst>
              <a:ext uri="{FF2B5EF4-FFF2-40B4-BE49-F238E27FC236}">
                <a16:creationId xmlns:a16="http://schemas.microsoft.com/office/drawing/2014/main" id="{EE21AA60-6F0B-35C8-6B68-682CB8CE4B5B}"/>
              </a:ext>
            </a:extLst>
          </p:cNvPr>
          <p:cNvSpPr txBox="1"/>
          <p:nvPr/>
        </p:nvSpPr>
        <p:spPr>
          <a:xfrm>
            <a:off x="3760613" y="3246719"/>
            <a:ext cx="3680002" cy="3416320"/>
          </a:xfrm>
          <a:prstGeom prst="rect">
            <a:avLst/>
          </a:prstGeom>
          <a:solidFill>
            <a:schemeClr val="bg1"/>
          </a:solidFill>
        </p:spPr>
        <p:style>
          <a:lnRef idx="1">
            <a:schemeClr val="accent1"/>
          </a:lnRef>
          <a:fillRef idx="2">
            <a:schemeClr val="accent1"/>
          </a:fillRef>
          <a:effectRef idx="1">
            <a:schemeClr val="accent1"/>
          </a:effectRef>
          <a:fontRef idx="minor">
            <a:schemeClr val="dk1"/>
          </a:fontRef>
        </p:style>
        <p:txBody>
          <a:bodyPr wrap="square">
            <a:spAutoFit/>
          </a:bodyPr>
          <a:lstStyle/>
          <a:p>
            <a:r>
              <a:rPr lang="en-IN" sz="1800" b="0" i="0" dirty="0" err="1">
                <a:effectLst/>
                <a:latin typeface="Menlo"/>
              </a:rPr>
              <a:t>init</a:t>
            </a:r>
            <a:r>
              <a:rPr lang="en-IN" sz="1800" b="0" i="0" dirty="0">
                <a:effectLst/>
                <a:latin typeface="Menlo"/>
              </a:rPr>
              <a:t> = [x0 y0]; </a:t>
            </a:r>
            <a:r>
              <a:rPr lang="en-IN" sz="1800" b="0" i="0" dirty="0">
                <a:solidFill>
                  <a:srgbClr val="008013"/>
                </a:solidFill>
                <a:effectLst/>
                <a:latin typeface="Menlo"/>
              </a:rPr>
              <a:t>% y0 = [v0, w0]</a:t>
            </a:r>
            <a:endParaRPr lang="en-IN" sz="1800" b="0" i="0" dirty="0">
              <a:effectLst/>
              <a:latin typeface="Menlo"/>
            </a:endParaRPr>
          </a:p>
          <a:p>
            <a:r>
              <a:rPr lang="en-IN" sz="1800" b="0" i="0" dirty="0">
                <a:effectLst/>
                <a:latin typeface="Menlo"/>
              </a:rPr>
              <a:t>t = </a:t>
            </a:r>
            <a:r>
              <a:rPr lang="en-IN" sz="1800" b="0" i="0" dirty="0" err="1">
                <a:effectLst/>
                <a:latin typeface="Menlo"/>
              </a:rPr>
              <a:t>linspace</a:t>
            </a:r>
            <a:r>
              <a:rPr lang="en-IN" sz="1800" b="0" i="0" dirty="0">
                <a:effectLst/>
                <a:latin typeface="Menlo"/>
              </a:rPr>
              <a:t>(0,10,5000)';</a:t>
            </a:r>
          </a:p>
          <a:p>
            <a:r>
              <a:rPr lang="en-IN" sz="1800" b="0" i="0" dirty="0" err="1">
                <a:effectLst/>
                <a:latin typeface="Menlo"/>
              </a:rPr>
              <a:t>y_euler</a:t>
            </a:r>
            <a:r>
              <a:rPr lang="en-IN" sz="1800" b="0" i="0" dirty="0">
                <a:effectLst/>
                <a:latin typeface="Menlo"/>
              </a:rPr>
              <a:t> = zeros(length(t), 2);</a:t>
            </a:r>
          </a:p>
          <a:p>
            <a:r>
              <a:rPr lang="en-IN" sz="1800" b="0" i="0" dirty="0" err="1">
                <a:effectLst/>
                <a:latin typeface="Menlo"/>
              </a:rPr>
              <a:t>y_euler</a:t>
            </a:r>
            <a:r>
              <a:rPr lang="en-IN" sz="1800" b="0" i="0" dirty="0">
                <a:effectLst/>
                <a:latin typeface="Menlo"/>
              </a:rPr>
              <a:t>(1, :) = </a:t>
            </a:r>
            <a:r>
              <a:rPr lang="en-IN" sz="1800" b="0" i="0" dirty="0" err="1">
                <a:effectLst/>
                <a:latin typeface="Menlo"/>
              </a:rPr>
              <a:t>init</a:t>
            </a:r>
            <a:r>
              <a:rPr lang="en-IN" sz="1800" b="0" i="0" dirty="0">
                <a:effectLst/>
                <a:latin typeface="Menlo"/>
              </a:rPr>
              <a:t>;</a:t>
            </a:r>
          </a:p>
          <a:p>
            <a:r>
              <a:rPr lang="en-IN" sz="1800" b="0" i="0" dirty="0">
                <a:effectLst/>
                <a:latin typeface="Menlo"/>
              </a:rPr>
              <a:t>h = t(2)-t(1); </a:t>
            </a:r>
            <a:r>
              <a:rPr lang="en-IN" sz="1800" b="0" i="0" dirty="0">
                <a:solidFill>
                  <a:srgbClr val="008013"/>
                </a:solidFill>
                <a:effectLst/>
                <a:latin typeface="Menlo"/>
              </a:rPr>
              <a:t>% Constant time step</a:t>
            </a:r>
            <a:endParaRPr lang="en-IN" sz="1800" b="0" i="0" dirty="0">
              <a:effectLst/>
              <a:latin typeface="Menlo"/>
            </a:endParaRPr>
          </a:p>
          <a:p>
            <a:r>
              <a:rPr lang="en-IN" sz="1800" b="0" i="0" dirty="0">
                <a:solidFill>
                  <a:srgbClr val="0E00FF"/>
                </a:solidFill>
                <a:effectLst/>
                <a:latin typeface="Menlo"/>
              </a:rPr>
              <a:t>for </a:t>
            </a:r>
            <a:r>
              <a:rPr lang="en-IN" sz="1800" b="0" i="0" dirty="0" err="1">
                <a:effectLst/>
                <a:latin typeface="Menlo"/>
              </a:rPr>
              <a:t>i</a:t>
            </a:r>
            <a:r>
              <a:rPr lang="en-IN" sz="1800" b="0" i="0" dirty="0">
                <a:effectLst/>
                <a:latin typeface="Menlo"/>
              </a:rPr>
              <a:t> = 2:length(t)</a:t>
            </a:r>
          </a:p>
          <a:p>
            <a:r>
              <a:rPr lang="en-IN" sz="1800" b="0" i="0" dirty="0">
                <a:effectLst/>
                <a:latin typeface="Menlo"/>
              </a:rPr>
              <a:t>k1 =</a:t>
            </a:r>
            <a:r>
              <a:rPr lang="en-IN" sz="1800" b="0" i="0" dirty="0" err="1">
                <a:effectLst/>
                <a:latin typeface="Menlo"/>
              </a:rPr>
              <a:t>model_love_hate</a:t>
            </a:r>
            <a:r>
              <a:rPr lang="en-IN" sz="1800" b="0" i="0" dirty="0">
                <a:effectLst/>
                <a:latin typeface="Menlo"/>
              </a:rPr>
              <a:t>(t(i-1), </a:t>
            </a:r>
            <a:r>
              <a:rPr lang="en-IN" sz="1800" b="0" i="0" dirty="0" err="1">
                <a:effectLst/>
                <a:latin typeface="Menlo"/>
              </a:rPr>
              <a:t>y_euler</a:t>
            </a:r>
            <a:r>
              <a:rPr lang="en-IN" sz="1800" b="0" i="0" dirty="0">
                <a:effectLst/>
                <a:latin typeface="Menlo"/>
              </a:rPr>
              <a:t>(i-1, :),</a:t>
            </a:r>
            <a:r>
              <a:rPr lang="en-IN" sz="1800" b="0" i="0" dirty="0" err="1">
                <a:effectLst/>
                <a:latin typeface="Menlo"/>
              </a:rPr>
              <a:t>a,b</a:t>
            </a:r>
            <a:r>
              <a:rPr lang="en-IN" sz="1800" b="0" i="0" dirty="0">
                <a:effectLst/>
                <a:latin typeface="Menlo"/>
              </a:rPr>
              <a:t>);</a:t>
            </a:r>
          </a:p>
          <a:p>
            <a:r>
              <a:rPr lang="en-IN" sz="1800" b="0" i="0" dirty="0" err="1">
                <a:effectLst/>
                <a:latin typeface="Menlo"/>
              </a:rPr>
              <a:t>y_euler</a:t>
            </a:r>
            <a:r>
              <a:rPr lang="en-IN" sz="1800" b="0" i="0" dirty="0">
                <a:effectLst/>
                <a:latin typeface="Menlo"/>
              </a:rPr>
              <a:t>(</a:t>
            </a:r>
            <a:r>
              <a:rPr lang="en-IN" sz="1800" b="0" i="0" dirty="0" err="1">
                <a:effectLst/>
                <a:latin typeface="Menlo"/>
              </a:rPr>
              <a:t>i</a:t>
            </a:r>
            <a:r>
              <a:rPr lang="en-IN" sz="1800" b="0" i="0" dirty="0">
                <a:effectLst/>
                <a:latin typeface="Menlo"/>
              </a:rPr>
              <a:t>, :) = </a:t>
            </a:r>
            <a:r>
              <a:rPr lang="en-IN" sz="1800" b="0" i="0" dirty="0" err="1">
                <a:effectLst/>
                <a:latin typeface="Menlo"/>
              </a:rPr>
              <a:t>y_euler</a:t>
            </a:r>
            <a:r>
              <a:rPr lang="en-IN" sz="1800" b="0" i="0" dirty="0">
                <a:effectLst/>
                <a:latin typeface="Menlo"/>
              </a:rPr>
              <a:t>(i-1, :)+h*k1;</a:t>
            </a:r>
          </a:p>
          <a:p>
            <a:r>
              <a:rPr lang="en-IN" sz="1800" b="0" i="0" dirty="0">
                <a:solidFill>
                  <a:srgbClr val="0E00FF"/>
                </a:solidFill>
                <a:effectLst/>
                <a:latin typeface="Menlo"/>
              </a:rPr>
              <a:t>end</a:t>
            </a:r>
            <a:endParaRPr lang="en-IN" sz="1800" b="0" i="0" dirty="0">
              <a:effectLst/>
              <a:latin typeface="Menlo"/>
            </a:endParaRPr>
          </a:p>
          <a:p>
            <a:br>
              <a:rPr lang="en-IN" sz="1800" b="0" i="0" dirty="0">
                <a:effectLst/>
                <a:latin typeface="Menlo"/>
              </a:rPr>
            </a:br>
            <a:endParaRPr lang="en-IN" sz="1800" b="0" i="0" dirty="0">
              <a:effectLst/>
              <a:latin typeface="Menlo"/>
            </a:endParaRPr>
          </a:p>
        </p:txBody>
      </p:sp>
    </p:spTree>
    <p:extLst>
      <p:ext uri="{BB962C8B-B14F-4D97-AF65-F5344CB8AC3E}">
        <p14:creationId xmlns:p14="http://schemas.microsoft.com/office/powerpoint/2010/main" val="309764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etwork Technology Background">
            <a:extLst>
              <a:ext uri="{FF2B5EF4-FFF2-40B4-BE49-F238E27FC236}">
                <a16:creationId xmlns:a16="http://schemas.microsoft.com/office/drawing/2014/main" id="{51B164C9-C9AC-FC1C-E60F-5761EB437D03}"/>
              </a:ext>
            </a:extLst>
          </p:cNvPr>
          <p:cNvPicPr>
            <a:picLocks noChangeAspect="1"/>
          </p:cNvPicPr>
          <p:nvPr/>
        </p:nvPicPr>
        <p:blipFill rotWithShape="1">
          <a:blip r:embed="rId2">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6" name="TextBox 5">
            <a:extLst>
              <a:ext uri="{FF2B5EF4-FFF2-40B4-BE49-F238E27FC236}">
                <a16:creationId xmlns:a16="http://schemas.microsoft.com/office/drawing/2014/main" id="{8BC74A0A-295C-9D35-D749-29A5A638EAD6}"/>
              </a:ext>
            </a:extLst>
          </p:cNvPr>
          <p:cNvSpPr txBox="1"/>
          <p:nvPr/>
        </p:nvSpPr>
        <p:spPr>
          <a:xfrm>
            <a:off x="320891" y="45194"/>
            <a:ext cx="11359978" cy="584775"/>
          </a:xfrm>
          <a:prstGeom prst="rect">
            <a:avLst/>
          </a:prstGeom>
          <a:solidFill>
            <a:schemeClr val="bg1"/>
          </a:solidFill>
        </p:spPr>
        <p:txBody>
          <a:bodyPr wrap="square">
            <a:spAutoFit/>
          </a:bodyPr>
          <a:lstStyle/>
          <a:p>
            <a:pPr algn="ctr"/>
            <a:r>
              <a:rPr lang="en-US" sz="3200" b="1" dirty="0">
                <a:solidFill>
                  <a:srgbClr val="FF0000"/>
                </a:solidFill>
                <a:latin typeface="Cambria" panose="02040503050406030204" pitchFamily="18" charset="0"/>
                <a:ea typeface="Cambria" panose="02040503050406030204" pitchFamily="18" charset="0"/>
                <a:cs typeface="Browallia New" pitchFamily="34" charset="-34"/>
              </a:rPr>
              <a:t>Infection spreading : Modelling</a:t>
            </a:r>
            <a:endParaRPr lang="en-US" sz="3200" b="1" dirty="0">
              <a:solidFill>
                <a:srgbClr val="FF0000"/>
              </a:solidFill>
              <a:latin typeface="Cambria" panose="02040503050406030204" pitchFamily="18" charset="0"/>
              <a:ea typeface="Cambria" panose="02040503050406030204" pitchFamily="18" charset="0"/>
            </a:endParaRPr>
          </a:p>
        </p:txBody>
      </p:sp>
      <p:pic>
        <p:nvPicPr>
          <p:cNvPr id="7" name="Picture 6" descr="Chart, line chart, histogram&#10;&#10;Description automatically generated">
            <a:extLst>
              <a:ext uri="{FF2B5EF4-FFF2-40B4-BE49-F238E27FC236}">
                <a16:creationId xmlns:a16="http://schemas.microsoft.com/office/drawing/2014/main" id="{942A744F-748F-B999-2ACC-248258C241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0214" y="665775"/>
            <a:ext cx="9124880" cy="6147031"/>
          </a:xfrm>
          <a:prstGeom prst="rect">
            <a:avLst/>
          </a:prstGeom>
        </p:spPr>
      </p:pic>
      <p:sp>
        <p:nvSpPr>
          <p:cNvPr id="8" name="Rectangle 5">
            <a:extLst>
              <a:ext uri="{FF2B5EF4-FFF2-40B4-BE49-F238E27FC236}">
                <a16:creationId xmlns:a16="http://schemas.microsoft.com/office/drawing/2014/main" id="{544F5B83-BA97-D860-74CA-FA6377AC8873}"/>
              </a:ext>
            </a:extLst>
          </p:cNvPr>
          <p:cNvSpPr txBox="1">
            <a:spLocks noChangeArrowheads="1"/>
          </p:cNvSpPr>
          <p:nvPr/>
        </p:nvSpPr>
        <p:spPr>
          <a:xfrm>
            <a:off x="504661" y="2213115"/>
            <a:ext cx="4973718" cy="1895199"/>
          </a:xfrm>
          <a:prstGeom prst="rect">
            <a:avLst/>
          </a:prstGeom>
        </p:spPr>
        <p:txBody>
          <a:bodyPr vert="horz" lIns="91440" tIns="45720" rIns="91440" bIns="45720" rtlCol="0" anchor="b">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algn="l" rtl="0">
              <a:lnSpc>
                <a:spcPct val="90000"/>
              </a:lnSpc>
              <a:spcAft>
                <a:spcPts val="600"/>
              </a:spcAft>
              <a:defRPr/>
            </a:pPr>
            <a:endParaRPr lang="en-US" sz="3300" dirty="0">
              <a:solidFill>
                <a:srgbClr val="4472C4"/>
              </a:solidFill>
              <a:latin typeface="Cambria" panose="02040503050406030204" pitchFamily="18" charset="0"/>
              <a:ea typeface="Cambria" panose="02040503050406030204" pitchFamily="18" charset="0"/>
            </a:endParaRPr>
          </a:p>
        </p:txBody>
      </p:sp>
      <p:pic>
        <p:nvPicPr>
          <p:cNvPr id="5" name="Picture 4" descr="A picture containing diagram&#10;&#10;Description automatically generated">
            <a:extLst>
              <a:ext uri="{FF2B5EF4-FFF2-40B4-BE49-F238E27FC236}">
                <a16:creationId xmlns:a16="http://schemas.microsoft.com/office/drawing/2014/main" id="{9080605C-83E0-AE3E-EA8E-701F18D1F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7440" y="2847597"/>
            <a:ext cx="4847343" cy="1584444"/>
          </a:xfrm>
          <a:prstGeom prst="rect">
            <a:avLst/>
          </a:prstGeom>
        </p:spPr>
      </p:pic>
    </p:spTree>
    <p:extLst>
      <p:ext uri="{BB962C8B-B14F-4D97-AF65-F5344CB8AC3E}">
        <p14:creationId xmlns:p14="http://schemas.microsoft.com/office/powerpoint/2010/main" val="3955102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0" y="0"/>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a:xfrm>
            <a:off x="8704186" y="6354964"/>
            <a:ext cx="2743200" cy="365125"/>
          </a:xfrm>
        </p:spPr>
        <p:txBody>
          <a:bodyPr/>
          <a:lstStyle/>
          <a:p>
            <a:fld id="{9DD21305-688C-4756-8C50-721FA3D12991}" type="slidenum">
              <a:rPr lang="he-IL" smtClean="0"/>
              <a:t>6</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662434" y="1097301"/>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3085596" y="135139"/>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134643" y="859677"/>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125243" y="1566596"/>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190557" y="1886947"/>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2CC3F9D7-311A-9668-EC62-21663070485A}"/>
              </a:ext>
            </a:extLst>
          </p:cNvPr>
          <p:cNvSpPr txBox="1">
            <a:spLocks/>
          </p:cNvSpPr>
          <p:nvPr/>
        </p:nvSpPr>
        <p:spPr bwMode="auto">
          <a:xfrm>
            <a:off x="3389141" y="2689467"/>
            <a:ext cx="5413718" cy="1346892"/>
          </a:xfrm>
          <a:prstGeom prst="rect">
            <a:avLst/>
          </a:prstGeom>
          <a:solidFill>
            <a:schemeClr val="bg1"/>
          </a:solidFill>
          <a:ln>
            <a:miter lim="800000"/>
            <a:headEnd/>
            <a:tailEnd/>
          </a:ln>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9263" indent="-449263">
              <a:defRPr/>
            </a:pPr>
            <a:r>
              <a:rPr lang="it-IT" sz="2000" dirty="0">
                <a:latin typeface="Cambria" panose="02040503050406030204" pitchFamily="18" charset="0"/>
                <a:ea typeface="Cambria" panose="02040503050406030204" pitchFamily="18" charset="0"/>
              </a:rPr>
              <a:t>Large population</a:t>
            </a:r>
          </a:p>
          <a:p>
            <a:pPr marL="449263" indent="-449263">
              <a:defRPr/>
            </a:pPr>
            <a:r>
              <a:rPr lang="it-IT" sz="2000" dirty="0">
                <a:latin typeface="Cambria" panose="02040503050406030204" pitchFamily="18" charset="0"/>
                <a:ea typeface="Cambria" panose="02040503050406030204" pitchFamily="18" charset="0"/>
              </a:rPr>
              <a:t>Single initial case </a:t>
            </a:r>
          </a:p>
          <a:p>
            <a:pPr marL="449263" indent="-449263">
              <a:defRPr/>
            </a:pPr>
            <a:r>
              <a:rPr lang="it-IT" sz="2000" dirty="0">
                <a:latin typeface="Cambria" panose="02040503050406030204" pitchFamily="18" charset="0"/>
                <a:ea typeface="Cambria" panose="02040503050406030204" pitchFamily="18" charset="0"/>
              </a:rPr>
              <a:t>Rest of the population is fully susceptible</a:t>
            </a:r>
          </a:p>
          <a:p>
            <a:pPr marL="449263" indent="-449263">
              <a:defRPr/>
            </a:pPr>
            <a:endParaRPr lang="it-IT" sz="20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defRPr/>
            </a:pPr>
            <a:endParaRPr lang="it-IT"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814617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1000"/>
                                        <p:tgtEl>
                                          <p:spTgt spid="4">
                                            <p:txEl>
                                              <p:pRg st="1" end="1"/>
                                            </p:txEl>
                                          </p:spTgt>
                                        </p:tgtEl>
                                      </p:cBhvr>
                                    </p:animEffect>
                                    <p:anim calcmode="lin" valueType="num">
                                      <p:cBhvr>
                                        <p:cTn id="14"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1000"/>
                                        <p:tgtEl>
                                          <p:spTgt spid="4">
                                            <p:txEl>
                                              <p:pRg st="2" end="2"/>
                                            </p:txEl>
                                          </p:spTgt>
                                        </p:tgtEl>
                                      </p:cBhvr>
                                    </p:animEffect>
                                    <p:anim calcmode="lin" valueType="num">
                                      <p:cBhvr>
                                        <p:cTn id="21"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7</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sp>
        <p:nvSpPr>
          <p:cNvPr id="8" name="Content Placeholder 2">
            <a:extLst>
              <a:ext uri="{FF2B5EF4-FFF2-40B4-BE49-F238E27FC236}">
                <a16:creationId xmlns:a16="http://schemas.microsoft.com/office/drawing/2014/main" id="{DA64C183-9848-2AA7-6617-B21584728D1D}"/>
              </a:ext>
            </a:extLst>
          </p:cNvPr>
          <p:cNvSpPr txBox="1">
            <a:spLocks/>
          </p:cNvSpPr>
          <p:nvPr/>
        </p:nvSpPr>
        <p:spPr bwMode="auto">
          <a:xfrm>
            <a:off x="3389141" y="2689467"/>
            <a:ext cx="5413718" cy="2846128"/>
          </a:xfrm>
          <a:prstGeom prst="rect">
            <a:avLst/>
          </a:prstGeom>
          <a:solidFill>
            <a:schemeClr val="bg1"/>
          </a:solidFill>
          <a:ln>
            <a:miter lim="800000"/>
            <a:headEnd/>
            <a:tailEnd/>
          </a:ln>
        </p:spPr>
        <p:txBody>
          <a:bodyPr vert="horz" wrap="square" lIns="91440" tIns="45720" rIns="91440" bIns="45720" numCol="1" anchor="t" anchorCtr="0" compatLnSpc="1">
            <a:prstTxWarp prst="textNoShape">
              <a:avLst/>
            </a:prstTxWarp>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49263" indent="-449263">
              <a:defRPr/>
            </a:pPr>
            <a:r>
              <a:rPr lang="it-IT" sz="2000" dirty="0">
                <a:latin typeface="Cambria" panose="02040503050406030204" pitchFamily="18" charset="0"/>
                <a:ea typeface="Cambria" panose="02040503050406030204" pitchFamily="18" charset="0"/>
              </a:rPr>
              <a:t>Large population</a:t>
            </a:r>
          </a:p>
          <a:p>
            <a:pPr marL="449263" indent="-449263">
              <a:defRPr/>
            </a:pPr>
            <a:r>
              <a:rPr lang="it-IT" sz="2000" dirty="0">
                <a:latin typeface="Cambria" panose="02040503050406030204" pitchFamily="18" charset="0"/>
                <a:ea typeface="Cambria" panose="02040503050406030204" pitchFamily="18" charset="0"/>
              </a:rPr>
              <a:t>Single initial case </a:t>
            </a:r>
          </a:p>
          <a:p>
            <a:pPr marL="449263" indent="-449263">
              <a:defRPr/>
            </a:pPr>
            <a:r>
              <a:rPr lang="it-IT" sz="2000" dirty="0">
                <a:latin typeface="Cambria" panose="02040503050406030204" pitchFamily="18" charset="0"/>
                <a:ea typeface="Cambria" panose="02040503050406030204" pitchFamily="18" charset="0"/>
              </a:rPr>
              <a:t>Rest of the population is fully susceptible</a:t>
            </a:r>
          </a:p>
          <a:p>
            <a:pPr marL="449263" indent="-449263">
              <a:defRPr/>
            </a:pPr>
            <a:endParaRPr lang="it-IT" sz="2000" dirty="0">
              <a:latin typeface="Cambria" panose="02040503050406030204" pitchFamily="18" charset="0"/>
              <a:ea typeface="Cambria" panose="02040503050406030204" pitchFamily="18" charset="0"/>
            </a:endParaRPr>
          </a:p>
          <a:p>
            <a:pPr>
              <a:spcBef>
                <a:spcPct val="0"/>
              </a:spcBef>
              <a:buFont typeface="Arial" panose="020B0604020202020204" pitchFamily="34" charset="0"/>
              <a:buNone/>
              <a:defRPr/>
            </a:pPr>
            <a:r>
              <a:rPr lang="it-IT" sz="2000" dirty="0">
                <a:solidFill>
                  <a:srgbClr val="0000FF"/>
                </a:solidFill>
                <a:latin typeface="Cambria" panose="02040503050406030204" pitchFamily="18" charset="0"/>
                <a:ea typeface="Cambria" panose="02040503050406030204" pitchFamily="18" charset="0"/>
              </a:rPr>
              <a:t>Examples:</a:t>
            </a:r>
          </a:p>
          <a:p>
            <a:pPr marL="742213" lvl="1" indent="-449263">
              <a:defRPr/>
            </a:pPr>
            <a:r>
              <a:rPr lang="it-IT" sz="1800" dirty="0">
                <a:latin typeface="Cambria" panose="02040503050406030204" pitchFamily="18" charset="0"/>
                <a:ea typeface="Cambria" panose="02040503050406030204" pitchFamily="18" charset="0"/>
              </a:rPr>
              <a:t>Chlamydia</a:t>
            </a:r>
          </a:p>
          <a:p>
            <a:pPr marL="742213" lvl="1" indent="-449263">
              <a:defRPr/>
            </a:pPr>
            <a:r>
              <a:rPr lang="it-IT" sz="1800" dirty="0">
                <a:latin typeface="Cambria" panose="02040503050406030204" pitchFamily="18" charset="0"/>
                <a:ea typeface="Cambria" panose="02040503050406030204" pitchFamily="18" charset="0"/>
              </a:rPr>
              <a:t>Human papilloma virus</a:t>
            </a:r>
          </a:p>
          <a:p>
            <a:pPr marL="742213" lvl="1" indent="-449263">
              <a:defRPr/>
            </a:pPr>
            <a:r>
              <a:rPr lang="it-IT" sz="1800" dirty="0">
                <a:latin typeface="Cambria" panose="02040503050406030204" pitchFamily="18" charset="0"/>
                <a:ea typeface="Cambria" panose="02040503050406030204" pitchFamily="18" charset="0"/>
              </a:rPr>
              <a:t>(Respiratory syncytial virus / influenza)</a:t>
            </a:r>
          </a:p>
          <a:p>
            <a:pPr>
              <a:spcBef>
                <a:spcPct val="0"/>
              </a:spcBef>
              <a:buFont typeface="Arial" panose="020B0604020202020204" pitchFamily="34" charset="0"/>
              <a:buNone/>
              <a:defRPr/>
            </a:pPr>
            <a:endParaRPr lang="it-IT" sz="2000" dirty="0">
              <a:latin typeface="Cambria" panose="02040503050406030204" pitchFamily="18" charset="0"/>
              <a:ea typeface="Cambria" panose="02040503050406030204" pitchFamily="18" charset="0"/>
            </a:endParaRPr>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942355" y="2998646"/>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942355" y="2998646"/>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942355" y="4026197"/>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942355" y="4026197"/>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942355" y="4776749"/>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942355" y="4776749"/>
                <a:ext cx="2183400" cy="369332"/>
              </a:xfrm>
              <a:prstGeom prst="rect">
                <a:avLst/>
              </a:prstGeom>
              <a:blipFill>
                <a:blip r:embed="rId7"/>
                <a:stretch>
                  <a:fillRect t="-13333" r="-2235" b="-23333"/>
                </a:stretch>
              </a:blipFill>
            </p:spPr>
            <p:txBody>
              <a:bodyPr/>
              <a:lstStyle/>
              <a:p>
                <a:r>
                  <a:rPr lang="en-IN">
                    <a:noFill/>
                  </a:rPr>
                  <a:t> </a:t>
                </a:r>
              </a:p>
            </p:txBody>
          </p:sp>
        </mc:Fallback>
      </mc:AlternateContent>
      <p:sp>
        <p:nvSpPr>
          <p:cNvPr id="40" name="TextBox 39">
            <a:extLst>
              <a:ext uri="{FF2B5EF4-FFF2-40B4-BE49-F238E27FC236}">
                <a16:creationId xmlns:a16="http://schemas.microsoft.com/office/drawing/2014/main" id="{288FEDC1-C8B0-E8AC-21F1-1FC4C8C6F0F0}"/>
              </a:ext>
            </a:extLst>
          </p:cNvPr>
          <p:cNvSpPr txBox="1"/>
          <p:nvPr/>
        </p:nvSpPr>
        <p:spPr>
          <a:xfrm>
            <a:off x="4536114" y="5752758"/>
            <a:ext cx="3119771" cy="923330"/>
          </a:xfrm>
          <a:prstGeom prst="rect">
            <a:avLst/>
          </a:prstGeom>
          <a:solidFill>
            <a:schemeClr val="bg1"/>
          </a:solidFill>
        </p:spPr>
        <p:txBody>
          <a:bodyPr wrap="square">
            <a:spAutoFit/>
          </a:bodyPr>
          <a:lstStyle/>
          <a:p>
            <a:r>
              <a:rPr lang="en-US" dirty="0">
                <a:solidFill>
                  <a:srgbClr val="0000FF"/>
                </a:solidFill>
                <a:latin typeface="Cambria" panose="02040503050406030204" pitchFamily="18" charset="0"/>
                <a:ea typeface="Cambria" panose="02040503050406030204" pitchFamily="18" charset="0"/>
              </a:rPr>
              <a:t>Assumptions:</a:t>
            </a:r>
          </a:p>
          <a:p>
            <a:pPr lvl="1"/>
            <a:r>
              <a:rPr lang="en-US" dirty="0">
                <a:latin typeface="Cambria" panose="02040503050406030204" pitchFamily="18" charset="0"/>
                <a:ea typeface="Cambria" panose="02040503050406030204" pitchFamily="18" charset="0"/>
              </a:rPr>
              <a:t>Homogeneous mixing</a:t>
            </a:r>
          </a:p>
          <a:p>
            <a:pPr lvl="1"/>
            <a:r>
              <a:rPr lang="en-US" dirty="0">
                <a:latin typeface="Cambria" panose="02040503050406030204" pitchFamily="18" charset="0"/>
                <a:ea typeface="Cambria" panose="02040503050406030204" pitchFamily="18" charset="0"/>
              </a:rPr>
              <a:t>Constant recovering rate</a:t>
            </a:r>
          </a:p>
        </p:txBody>
      </p:sp>
      <mc:AlternateContent xmlns:mc="http://schemas.openxmlformats.org/markup-compatibility/2006" xmlns:a14="http://schemas.microsoft.com/office/drawing/2010/main">
        <mc:Choice Requires="a14">
          <p:sp>
            <p:nvSpPr>
              <p:cNvPr id="41" name="Text Box 4">
                <a:extLst>
                  <a:ext uri="{FF2B5EF4-FFF2-40B4-BE49-F238E27FC236}">
                    <a16:creationId xmlns:a16="http://schemas.microsoft.com/office/drawing/2014/main" id="{69ED5BBE-510E-825A-CE59-8283E5EBEE4D}"/>
                  </a:ext>
                </a:extLst>
              </p:cNvPr>
              <p:cNvSpPr txBox="1">
                <a:spLocks noChangeArrowheads="1"/>
              </p:cNvSpPr>
              <p:nvPr/>
            </p:nvSpPr>
            <p:spPr bwMode="auto">
              <a:xfrm>
                <a:off x="8350182" y="1376958"/>
                <a:ext cx="3010632" cy="707886"/>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2000" i="1" dirty="0">
                    <a:latin typeface="Cambria" panose="02040503050406030204" pitchFamily="18" charset="0"/>
                    <a:ea typeface="Cambria" panose="02040503050406030204" pitchFamily="18" charset="0"/>
                  </a:rPr>
                  <a:t>s</a:t>
                </a:r>
                <a:r>
                  <a:rPr lang="en-US"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sym typeface="Symbol" panose="05050102010706020507" pitchFamily="18" charset="2"/>
                  </a:rPr>
                  <a:t></a:t>
                </a:r>
                <a:r>
                  <a:rPr lang="en-US" altLang="en-US" sz="2000" dirty="0">
                    <a:latin typeface="Cambria" panose="02040503050406030204" pitchFamily="18" charset="0"/>
                    <a:ea typeface="Cambria" panose="02040503050406030204" pitchFamily="18" charset="0"/>
                  </a:rPr>
                  <a:t> </a:t>
                </a:r>
                <a:r>
                  <a:rPr lang="en-US" altLang="en-US" sz="2000" i="1" dirty="0" err="1">
                    <a:latin typeface="Cambria" panose="02040503050406030204" pitchFamily="18" charset="0"/>
                    <a:ea typeface="Cambria" panose="02040503050406030204" pitchFamily="18" charset="0"/>
                  </a:rPr>
                  <a:t>i</a:t>
                </a:r>
                <a:r>
                  <a:rPr lang="en-US" altLang="en-US" sz="2000" dirty="0">
                    <a:latin typeface="Cambria" panose="02040503050406030204" pitchFamily="18" charset="0"/>
                    <a:ea typeface="Cambria" panose="02040503050406030204" pitchFamily="18" charset="0"/>
                  </a:rPr>
                  <a:t>	</a:t>
                </a:r>
                <a:r>
                  <a:rPr lang="en-US" altLang="en-US" sz="2000" i="1" dirty="0">
                    <a:latin typeface="Cambria" panose="02040503050406030204" pitchFamily="18" charset="0"/>
                    <a:ea typeface="Cambria" panose="02040503050406030204" pitchFamily="18" charset="0"/>
                    <a:sym typeface="Symbol" panose="05050102010706020507" pitchFamily="18" charset="2"/>
                  </a:rPr>
                  <a:t> </a:t>
                </a:r>
                <a:r>
                  <a:rPr lang="en-US" altLang="en-US" sz="2000" dirty="0">
                    <a:latin typeface="Cambria" panose="02040503050406030204" pitchFamily="18" charset="0"/>
                    <a:ea typeface="Cambria" panose="02040503050406030204" pitchFamily="18" charset="0"/>
                    <a:sym typeface="Symbol" panose="05050102010706020507" pitchFamily="18" charset="2"/>
                  </a:rPr>
                  <a:t> (infection rate)</a:t>
                </a:r>
                <a:endParaRPr lang="en-US" altLang="en-US" sz="2000" i="1" baseline="-25000" dirty="0">
                  <a:latin typeface="Cambria" panose="02040503050406030204" pitchFamily="18" charset="0"/>
                  <a:ea typeface="Cambria" panose="02040503050406030204" pitchFamily="18" charset="0"/>
                  <a:sym typeface="Symbol" panose="05050102010706020507" pitchFamily="18" charset="2"/>
                </a:endParaRPr>
              </a:p>
              <a:p>
                <a:pPr eaLnBrk="1" hangingPunct="1"/>
                <a:r>
                  <a:rPr lang="en-US" altLang="en-US" sz="2000" i="1" dirty="0" err="1">
                    <a:latin typeface="Cambria" panose="02040503050406030204" pitchFamily="18" charset="0"/>
                    <a:ea typeface="Cambria" panose="02040503050406030204" pitchFamily="18" charset="0"/>
                  </a:rPr>
                  <a:t>i</a:t>
                </a:r>
                <a:r>
                  <a:rPr lang="en-US" altLang="en-US" sz="2000" dirty="0">
                    <a:latin typeface="Cambria" panose="02040503050406030204" pitchFamily="18" charset="0"/>
                    <a:ea typeface="Cambria" panose="02040503050406030204" pitchFamily="18" charset="0"/>
                  </a:rPr>
                  <a:t> </a:t>
                </a:r>
                <a:r>
                  <a:rPr lang="en-US" altLang="en-US" sz="2000" dirty="0">
                    <a:latin typeface="Cambria" panose="02040503050406030204" pitchFamily="18" charset="0"/>
                    <a:ea typeface="Cambria" panose="02040503050406030204" pitchFamily="18" charset="0"/>
                    <a:sym typeface="Symbol" panose="05050102010706020507" pitchFamily="18" charset="2"/>
                  </a:rPr>
                  <a:t></a:t>
                </a:r>
                <a:r>
                  <a:rPr lang="en-US" altLang="en-US" sz="2000" dirty="0">
                    <a:latin typeface="Cambria" panose="02040503050406030204" pitchFamily="18" charset="0"/>
                    <a:ea typeface="Cambria" panose="02040503050406030204" pitchFamily="18" charset="0"/>
                  </a:rPr>
                  <a:t> </a:t>
                </a:r>
                <a:r>
                  <a:rPr lang="en-US" altLang="en-US" sz="2000" i="1" dirty="0">
                    <a:latin typeface="Cambria" panose="02040503050406030204" pitchFamily="18" charset="0"/>
                    <a:ea typeface="Cambria" panose="02040503050406030204" pitchFamily="18" charset="0"/>
                  </a:rPr>
                  <a:t>r</a:t>
                </a:r>
                <a:r>
                  <a:rPr lang="en-US" altLang="en-US" sz="2000" dirty="0">
                    <a:latin typeface="Cambria" panose="02040503050406030204" pitchFamily="18" charset="0"/>
                    <a:ea typeface="Cambria" panose="02040503050406030204" pitchFamily="18" charset="0"/>
                  </a:rPr>
                  <a:t>	</a:t>
                </a:r>
                <a14:m>
                  <m:oMath xmlns:m="http://schemas.openxmlformats.org/officeDocument/2006/math">
                    <m:r>
                      <a:rPr lang="en-US" altLang="en-US" sz="2000" b="0" i="1" smtClean="0">
                        <a:latin typeface="Cambria Math" panose="02040503050406030204" pitchFamily="18" charset="0"/>
                      </a:rPr>
                      <m:t>𝛾</m:t>
                    </m:r>
                  </m:oMath>
                </a14:m>
                <a:r>
                  <a:rPr lang="en-US" altLang="en-US" sz="2000" dirty="0">
                    <a:latin typeface="Cambria" panose="02040503050406030204" pitchFamily="18" charset="0"/>
                    <a:ea typeface="Cambria" panose="02040503050406030204" pitchFamily="18" charset="0"/>
                    <a:sym typeface="Symbol" panose="05050102010706020507" pitchFamily="18" charset="2"/>
                  </a:rPr>
                  <a:t>  (</a:t>
                </a:r>
                <a:r>
                  <a:rPr lang="en-US" altLang="en-US" sz="2000" dirty="0">
                    <a:latin typeface="Cambria" panose="02040503050406030204" pitchFamily="18" charset="0"/>
                    <a:ea typeface="Cambria" panose="02040503050406030204" pitchFamily="18" charset="0"/>
                  </a:rPr>
                  <a:t>recovery rate)</a:t>
                </a:r>
                <a:endParaRPr lang="en-US" altLang="en-US" sz="2000" dirty="0">
                  <a:latin typeface="Cambria" panose="02040503050406030204" pitchFamily="18" charset="0"/>
                  <a:ea typeface="Cambria" panose="02040503050406030204" pitchFamily="18" charset="0"/>
                  <a:sym typeface="Symbol" panose="05050102010706020507" pitchFamily="18" charset="2"/>
                </a:endParaRPr>
              </a:p>
            </p:txBody>
          </p:sp>
        </mc:Choice>
        <mc:Fallback xmlns="">
          <p:sp>
            <p:nvSpPr>
              <p:cNvPr id="41" name="Text Box 4">
                <a:extLst>
                  <a:ext uri="{FF2B5EF4-FFF2-40B4-BE49-F238E27FC236}">
                    <a16:creationId xmlns:a16="http://schemas.microsoft.com/office/drawing/2014/main" id="{69ED5BBE-510E-825A-CE59-8283E5EBEE4D}"/>
                  </a:ext>
                </a:extLst>
              </p:cNvPr>
              <p:cNvSpPr txBox="1">
                <a:spLocks noRot="1" noChangeAspect="1" noMove="1" noResize="1" noEditPoints="1" noAdjustHandles="1" noChangeArrowheads="1" noChangeShapeType="1" noTextEdit="1"/>
              </p:cNvSpPr>
              <p:nvPr/>
            </p:nvSpPr>
            <p:spPr bwMode="auto">
              <a:xfrm>
                <a:off x="8350182" y="1376958"/>
                <a:ext cx="3010632" cy="707886"/>
              </a:xfrm>
              <a:prstGeom prst="rect">
                <a:avLst/>
              </a:prstGeom>
              <a:blipFill>
                <a:blip r:embed="rId8"/>
                <a:stretch>
                  <a:fillRect l="-2227" t="-5172" r="-1012" b="-14655"/>
                </a:stretch>
              </a:blipFill>
              <a:ln>
                <a:noFill/>
              </a:ln>
              <a:effectLst/>
            </p:spPr>
            <p:txBody>
              <a:bodyPr/>
              <a:lstStyle/>
              <a:p>
                <a:r>
                  <a:rPr lang="en-IN">
                    <a:noFill/>
                  </a:rPr>
                  <a:t> </a:t>
                </a:r>
              </a:p>
            </p:txBody>
          </p:sp>
        </mc:Fallback>
      </mc:AlternateContent>
    </p:spTree>
    <p:extLst>
      <p:ext uri="{BB962C8B-B14F-4D97-AF65-F5344CB8AC3E}">
        <p14:creationId xmlns:p14="http://schemas.microsoft.com/office/powerpoint/2010/main" val="3990637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down)">
                                      <p:cBhvr>
                                        <p:cTn id="7" dur="500"/>
                                        <p:tgtEl>
                                          <p:spTgt spid="25"/>
                                        </p:tgtEl>
                                      </p:cBhvr>
                                    </p:animEffect>
                                  </p:childTnLst>
                                </p:cTn>
                              </p:par>
                              <p:par>
                                <p:cTn id="8" presetID="22" presetClass="entr" presetSubtype="4"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down)">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1000"/>
                                        <p:tgtEl>
                                          <p:spTgt spid="32"/>
                                        </p:tgtEl>
                                      </p:cBhvr>
                                    </p:animEffect>
                                    <p:anim calcmode="lin" valueType="num">
                                      <p:cBhvr>
                                        <p:cTn id="22" dur="1000" fill="hold"/>
                                        <p:tgtEl>
                                          <p:spTgt spid="32"/>
                                        </p:tgtEl>
                                        <p:attrNameLst>
                                          <p:attrName>ppt_x</p:attrName>
                                        </p:attrNameLst>
                                      </p:cBhvr>
                                      <p:tavLst>
                                        <p:tav tm="0">
                                          <p:val>
                                            <p:strVal val="#ppt_x"/>
                                          </p:val>
                                        </p:tav>
                                        <p:tav tm="100000">
                                          <p:val>
                                            <p:strVal val="#ppt_x"/>
                                          </p:val>
                                        </p:tav>
                                      </p:tavLst>
                                    </p:anim>
                                    <p:anim calcmode="lin" valueType="num">
                                      <p:cBhvr>
                                        <p:cTn id="23"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1000"/>
                                        <p:tgtEl>
                                          <p:spTgt spid="33"/>
                                        </p:tgtEl>
                                      </p:cBhvr>
                                    </p:animEffect>
                                    <p:anim calcmode="lin" valueType="num">
                                      <p:cBhvr>
                                        <p:cTn id="29" dur="1000" fill="hold"/>
                                        <p:tgtEl>
                                          <p:spTgt spid="33"/>
                                        </p:tgtEl>
                                        <p:attrNameLst>
                                          <p:attrName>ppt_x</p:attrName>
                                        </p:attrNameLst>
                                      </p:cBhvr>
                                      <p:tavLst>
                                        <p:tav tm="0">
                                          <p:val>
                                            <p:strVal val="#ppt_x"/>
                                          </p:val>
                                        </p:tav>
                                        <p:tav tm="100000">
                                          <p:val>
                                            <p:strVal val="#ppt_x"/>
                                          </p:val>
                                        </p:tav>
                                      </p:tavLst>
                                    </p:anim>
                                    <p:anim calcmode="lin" valueType="num">
                                      <p:cBhvr>
                                        <p:cTn id="3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 calcmode="lin" valueType="num">
                                      <p:cBhvr additive="base">
                                        <p:cTn id="35" dur="500" fill="hold"/>
                                        <p:tgtEl>
                                          <p:spTgt spid="37"/>
                                        </p:tgtEl>
                                        <p:attrNameLst>
                                          <p:attrName>ppt_x</p:attrName>
                                        </p:attrNameLst>
                                      </p:cBhvr>
                                      <p:tavLst>
                                        <p:tav tm="0">
                                          <p:val>
                                            <p:strVal val="#ppt_x"/>
                                          </p:val>
                                        </p:tav>
                                        <p:tav tm="100000">
                                          <p:val>
                                            <p:strVal val="#ppt_x"/>
                                          </p:val>
                                        </p:tav>
                                      </p:tavLst>
                                    </p:anim>
                                    <p:anim calcmode="lin" valueType="num">
                                      <p:cBhvr additive="base">
                                        <p:cTn id="3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7" grpId="0" animBg="1"/>
      <p:bldP spid="40" grpId="0" animBg="1"/>
      <p:bldP spid="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8</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4E0939-2000-2E8A-640E-5FB0FF0FBC49}"/>
                  </a:ext>
                </a:extLst>
              </p:cNvPr>
              <p:cNvSpPr/>
              <p:nvPr/>
            </p:nvSpPr>
            <p:spPr>
              <a:xfrm>
                <a:off x="3488976" y="2550182"/>
                <a:ext cx="4276056"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𝛽</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oMath>
                  </m:oMathPara>
                </a14:m>
                <a:endParaRPr lang="en-IN" dirty="0"/>
              </a:p>
            </p:txBody>
          </p:sp>
        </mc:Choice>
        <mc:Fallback xmlns="">
          <p:sp>
            <p:nvSpPr>
              <p:cNvPr id="7" name="Rectangle 6">
                <a:extLst>
                  <a:ext uri="{FF2B5EF4-FFF2-40B4-BE49-F238E27FC236}">
                    <a16:creationId xmlns:a16="http://schemas.microsoft.com/office/drawing/2014/main" id="{484E0939-2000-2E8A-640E-5FB0FF0FBC49}"/>
                  </a:ext>
                </a:extLst>
              </p:cNvPr>
              <p:cNvSpPr>
                <a:spLocks noRot="1" noChangeAspect="1" noMove="1" noResize="1" noEditPoints="1" noAdjustHandles="1" noChangeArrowheads="1" noChangeShapeType="1" noTextEdit="1"/>
              </p:cNvSpPr>
              <p:nvPr/>
            </p:nvSpPr>
            <p:spPr>
              <a:xfrm>
                <a:off x="3488976" y="2550182"/>
                <a:ext cx="4276056" cy="61824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2A3F29-CCF1-CCB3-CE19-F09ED9C30E69}"/>
                  </a:ext>
                </a:extLst>
              </p:cNvPr>
              <p:cNvSpPr txBox="1"/>
              <p:nvPr/>
            </p:nvSpPr>
            <p:spPr>
              <a:xfrm>
                <a:off x="3959106" y="3578918"/>
                <a:ext cx="2624373" cy="865493"/>
              </a:xfrm>
              <a:prstGeom prst="rect">
                <a:avLst/>
              </a:prstGeom>
              <a:solidFill>
                <a:schemeClr val="bg1"/>
              </a:solidFill>
            </p:spPr>
            <p:txBody>
              <a:bodyPr wrap="square" lIns="0" tIns="0" rIns="0" bIns="0" rtlCol="0">
                <a:spAutoFit/>
              </a:bodyPr>
              <a:lstStyle/>
              <a:p>
                <a:pPr/>
                <a14:m>
                  <m:oMathPara xmlns:m="http://schemas.openxmlformats.org/officeDocument/2006/math">
                    <m:oMath>
                      <m:nary>
                        <m:naryPr>
                          <m:limLoc m:val="undOvr"/>
                          <m:grow m:val="on"/>
                          <m:ctrlPr>
                            <a:rPr lang="en-IN" i="1">
                              <a:solidFill>
                                <a:srgbClr val="836967"/>
                              </a:solidFill>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0</m:t>
                              </m:r>
                            </m:sub>
                          </m:sSub>
                        </m:sub>
                        <m:sup>
                          <m:r>
                            <a:rPr lang="en-IN" i="1">
                              <a:latin typeface="Cambria Math" panose="02040503050406030204" pitchFamily="18" charset="0"/>
                            </a:rPr>
                            <m:t>𝜘</m:t>
                          </m:r>
                        </m:sup>
                        <m:e>
                          <m:f>
                            <m:fPr>
                              <m:ctrlPr>
                                <a:rPr lang="en-IN" i="0">
                                  <a:latin typeface="Cambria Math" panose="02040503050406030204" pitchFamily="18" charset="0"/>
                                </a:rPr>
                              </m:ctrlPr>
                            </m:fPr>
                            <m:num>
                              <m:r>
                                <a:rPr lang="en-IN" i="0">
                                  <a:latin typeface="Cambria Math" panose="02040503050406030204" pitchFamily="18" charset="0"/>
                                </a:rPr>
                                <m:t>ⅆ</m:t>
                              </m:r>
                              <m:r>
                                <a:rPr lang="en-IN" i="1">
                                  <a:latin typeface="Cambria Math" panose="02040503050406030204" pitchFamily="18" charset="0"/>
                                </a:rPr>
                                <m:t>𝑥</m:t>
                              </m:r>
                            </m:num>
                            <m:den>
                              <m:r>
                                <a:rPr lang="en-IN" i="1">
                                  <a:latin typeface="Cambria Math" panose="02040503050406030204" pitchFamily="18" charset="0"/>
                                </a:rPr>
                                <m:t>𝑝𝑥</m:t>
                              </m:r>
                              <m:r>
                                <a:rPr lang="en-IN" i="0">
                                  <a:latin typeface="Cambria Math" panose="02040503050406030204" pitchFamily="18" charset="0"/>
                                </a:rPr>
                                <m:t>−</m:t>
                              </m:r>
                              <m:r>
                                <a:rPr lang="en-IN" i="1">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e>
                      </m:nary>
                      <m:r>
                        <a:rPr lang="en-IN" i="0">
                          <a:latin typeface="Cambria Math" panose="02040503050406030204" pitchFamily="18" charset="0"/>
                        </a:rPr>
                        <m:t>=</m:t>
                      </m:r>
                      <m:nary>
                        <m:naryPr>
                          <m:limLoc m:val="undOvr"/>
                          <m:grow m:val="on"/>
                          <m:ctrlPr>
                            <a:rPr lang="en-IN" i="0">
                              <a:latin typeface="Cambria Math" panose="02040503050406030204" pitchFamily="18" charset="0"/>
                            </a:rPr>
                          </m:ctrlPr>
                        </m:naryPr>
                        <m:sub>
                          <m:r>
                            <a:rPr lang="en-IN" i="0">
                              <a:latin typeface="Cambria Math" panose="02040503050406030204" pitchFamily="18" charset="0"/>
                            </a:rPr>
                            <m:t>0</m:t>
                          </m:r>
                        </m:sub>
                        <m:sup>
                          <m:r>
                            <a:rPr lang="en-IN" i="1">
                              <a:latin typeface="Cambria Math" panose="02040503050406030204" pitchFamily="18" charset="0"/>
                            </a:rPr>
                            <m:t>𝑡</m:t>
                          </m:r>
                        </m:sup>
                        <m:e>
                          <m:r>
                            <a:rPr lang="en-IN" i="0">
                              <a:latin typeface="Cambria Math" panose="02040503050406030204" pitchFamily="18" charset="0"/>
                            </a:rPr>
                            <m:t>ⅆ</m:t>
                          </m:r>
                          <m:r>
                            <a:rPr lang="en-IN" i="1">
                              <a:latin typeface="Cambria Math" panose="02040503050406030204" pitchFamily="18" charset="0"/>
                            </a:rPr>
                            <m:t>𝑡</m:t>
                          </m:r>
                        </m:e>
                      </m:nary>
                    </m:oMath>
                  </m:oMathPara>
                </a14:m>
                <a:endParaRPr lang="en-IN" dirty="0"/>
              </a:p>
            </p:txBody>
          </p:sp>
        </mc:Choice>
        <mc:Fallback xmlns="">
          <p:sp>
            <p:nvSpPr>
              <p:cNvPr id="9" name="TextBox 8">
                <a:extLst>
                  <a:ext uri="{FF2B5EF4-FFF2-40B4-BE49-F238E27FC236}">
                    <a16:creationId xmlns:a16="http://schemas.microsoft.com/office/drawing/2014/main" id="{342A3F29-CCF1-CCB3-CE19-F09ED9C30E69}"/>
                  </a:ext>
                </a:extLst>
              </p:cNvPr>
              <p:cNvSpPr txBox="1">
                <a:spLocks noRot="1" noChangeAspect="1" noMove="1" noResize="1" noEditPoints="1" noAdjustHandles="1" noChangeArrowheads="1" noChangeShapeType="1" noTextEdit="1"/>
              </p:cNvSpPr>
              <p:nvPr/>
            </p:nvSpPr>
            <p:spPr>
              <a:xfrm>
                <a:off x="3959106" y="3578918"/>
                <a:ext cx="2624373" cy="865493"/>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71C3B44-821C-4E66-BABC-69AF18B9C839}"/>
                  </a:ext>
                </a:extLst>
              </p:cNvPr>
              <p:cNvSpPr txBox="1"/>
              <p:nvPr/>
            </p:nvSpPr>
            <p:spPr>
              <a:xfrm>
                <a:off x="6717319" y="3868075"/>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771C3B44-821C-4E66-BABC-69AF18B9C839}"/>
                  </a:ext>
                </a:extLst>
              </p:cNvPr>
              <p:cNvSpPr txBox="1">
                <a:spLocks noRot="1" noChangeAspect="1" noMove="1" noResize="1" noEditPoints="1" noAdjustHandles="1" noChangeArrowheads="1" noChangeShapeType="1" noTextEdit="1"/>
              </p:cNvSpPr>
              <p:nvPr/>
            </p:nvSpPr>
            <p:spPr>
              <a:xfrm>
                <a:off x="6717319" y="3868075"/>
                <a:ext cx="3098050" cy="369332"/>
              </a:xfrm>
              <a:prstGeom prst="rect">
                <a:avLst/>
              </a:prstGeom>
              <a:blipFill>
                <a:blip r:embed="rId10"/>
                <a:stretch>
                  <a:fillRect b="-13333"/>
                </a:stretch>
              </a:blipFill>
            </p:spPr>
            <p:txBody>
              <a:bodyPr/>
              <a:lstStyle/>
              <a:p>
                <a:r>
                  <a:rPr lang="en-IN">
                    <a:noFill/>
                  </a:rPr>
                  <a:t> </a:t>
                </a:r>
              </a:p>
            </p:txBody>
          </p:sp>
        </mc:Fallback>
      </mc:AlternateContent>
    </p:spTree>
    <p:extLst>
      <p:ext uri="{BB962C8B-B14F-4D97-AF65-F5344CB8AC3E}">
        <p14:creationId xmlns:p14="http://schemas.microsoft.com/office/powerpoint/2010/main" val="21865229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9</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4E0939-2000-2E8A-640E-5FB0FF0FBC49}"/>
                  </a:ext>
                </a:extLst>
              </p:cNvPr>
              <p:cNvSpPr/>
              <p:nvPr/>
            </p:nvSpPr>
            <p:spPr>
              <a:xfrm>
                <a:off x="3488976" y="2550182"/>
                <a:ext cx="4276056"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𝑖</m:t>
                          </m:r>
                        </m:e>
                      </m:d>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𝛽</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oMath>
                  </m:oMathPara>
                </a14:m>
                <a:endParaRPr lang="en-IN" dirty="0"/>
              </a:p>
            </p:txBody>
          </p:sp>
        </mc:Choice>
        <mc:Fallback xmlns="">
          <p:sp>
            <p:nvSpPr>
              <p:cNvPr id="7" name="Rectangle 6">
                <a:extLst>
                  <a:ext uri="{FF2B5EF4-FFF2-40B4-BE49-F238E27FC236}">
                    <a16:creationId xmlns:a16="http://schemas.microsoft.com/office/drawing/2014/main" id="{484E0939-2000-2E8A-640E-5FB0FF0FBC49}"/>
                  </a:ext>
                </a:extLst>
              </p:cNvPr>
              <p:cNvSpPr>
                <a:spLocks noRot="1" noChangeAspect="1" noMove="1" noResize="1" noEditPoints="1" noAdjustHandles="1" noChangeArrowheads="1" noChangeShapeType="1" noTextEdit="1"/>
              </p:cNvSpPr>
              <p:nvPr/>
            </p:nvSpPr>
            <p:spPr>
              <a:xfrm>
                <a:off x="3488976" y="2550182"/>
                <a:ext cx="4276056" cy="618246"/>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CE8A3E7-7888-F8FF-24D7-2440FFDAFDD8}"/>
                  </a:ext>
                </a:extLst>
              </p:cNvPr>
              <p:cNvSpPr txBox="1"/>
              <p:nvPr/>
            </p:nvSpPr>
            <p:spPr>
              <a:xfrm>
                <a:off x="3959106" y="5290018"/>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10" name="TextBox 9">
                <a:extLst>
                  <a:ext uri="{FF2B5EF4-FFF2-40B4-BE49-F238E27FC236}">
                    <a16:creationId xmlns:a16="http://schemas.microsoft.com/office/drawing/2014/main" id="{ACE8A3E7-7888-F8FF-24D7-2440FFDAFDD8}"/>
                  </a:ext>
                </a:extLst>
              </p:cNvPr>
              <p:cNvSpPr txBox="1">
                <a:spLocks noRot="1" noChangeAspect="1" noMove="1" noResize="1" noEditPoints="1" noAdjustHandles="1" noChangeArrowheads="1" noChangeShapeType="1" noTextEdit="1"/>
              </p:cNvSpPr>
              <p:nvPr/>
            </p:nvSpPr>
            <p:spPr>
              <a:xfrm>
                <a:off x="3959106" y="5290018"/>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9F4FA06-107F-D198-2206-D04C0E96DD2D}"/>
                  </a:ext>
                </a:extLst>
              </p:cNvPr>
              <p:cNvSpPr txBox="1"/>
              <p:nvPr/>
            </p:nvSpPr>
            <p:spPr>
              <a:xfrm>
                <a:off x="3959106" y="3578918"/>
                <a:ext cx="2624373" cy="865493"/>
              </a:xfrm>
              <a:prstGeom prst="rect">
                <a:avLst/>
              </a:prstGeom>
              <a:solidFill>
                <a:schemeClr val="bg1"/>
              </a:solidFill>
            </p:spPr>
            <p:txBody>
              <a:bodyPr wrap="square" lIns="0" tIns="0" rIns="0" bIns="0" rtlCol="0">
                <a:spAutoFit/>
              </a:bodyPr>
              <a:lstStyle/>
              <a:p>
                <a:pPr/>
                <a14:m>
                  <m:oMathPara xmlns:m="http://schemas.openxmlformats.org/officeDocument/2006/math">
                    <m:oMath>
                      <m:nary>
                        <m:naryPr>
                          <m:limLoc m:val="undOvr"/>
                          <m:grow m:val="on"/>
                          <m:ctrlPr>
                            <a:rPr lang="en-IN" i="1">
                              <a:solidFill>
                                <a:srgbClr val="836967"/>
                              </a:solidFill>
                              <a:latin typeface="Cambria Math" panose="02040503050406030204" pitchFamily="18" charset="0"/>
                            </a:rPr>
                          </m:ctrlPr>
                        </m:naryPr>
                        <m: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0</m:t>
                              </m:r>
                            </m:sub>
                          </m:sSub>
                        </m:sub>
                        <m:sup>
                          <m:r>
                            <a:rPr lang="en-IN" i="1">
                              <a:latin typeface="Cambria Math" panose="02040503050406030204" pitchFamily="18" charset="0"/>
                            </a:rPr>
                            <m:t>𝜘</m:t>
                          </m:r>
                        </m:sup>
                        <m:e>
                          <m:f>
                            <m:fPr>
                              <m:ctrlPr>
                                <a:rPr lang="en-IN" i="0">
                                  <a:latin typeface="Cambria Math" panose="02040503050406030204" pitchFamily="18" charset="0"/>
                                </a:rPr>
                              </m:ctrlPr>
                            </m:fPr>
                            <m:num>
                              <m:r>
                                <a:rPr lang="en-IN" i="0">
                                  <a:latin typeface="Cambria Math" panose="02040503050406030204" pitchFamily="18" charset="0"/>
                                </a:rPr>
                                <m:t>ⅆ</m:t>
                              </m:r>
                              <m:r>
                                <a:rPr lang="en-IN" i="1">
                                  <a:latin typeface="Cambria Math" panose="02040503050406030204" pitchFamily="18" charset="0"/>
                                </a:rPr>
                                <m:t>𝑥</m:t>
                              </m:r>
                            </m:num>
                            <m:den>
                              <m:r>
                                <a:rPr lang="en-IN" i="1">
                                  <a:latin typeface="Cambria Math" panose="02040503050406030204" pitchFamily="18" charset="0"/>
                                </a:rPr>
                                <m:t>𝑝𝑥</m:t>
                              </m:r>
                              <m:r>
                                <a:rPr lang="en-IN" i="0">
                                  <a:latin typeface="Cambria Math" panose="02040503050406030204" pitchFamily="18" charset="0"/>
                                </a:rPr>
                                <m:t>−</m:t>
                              </m:r>
                              <m:r>
                                <a:rPr lang="en-IN" i="1">
                                  <a:latin typeface="Cambria Math" panose="02040503050406030204" pitchFamily="18" charset="0"/>
                                </a:rPr>
                                <m:t>𝑞</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e>
                      </m:nary>
                      <m:r>
                        <a:rPr lang="en-IN" i="0">
                          <a:latin typeface="Cambria Math" panose="02040503050406030204" pitchFamily="18" charset="0"/>
                        </a:rPr>
                        <m:t>=</m:t>
                      </m:r>
                      <m:nary>
                        <m:naryPr>
                          <m:limLoc m:val="undOvr"/>
                          <m:grow m:val="on"/>
                          <m:ctrlPr>
                            <a:rPr lang="en-IN" i="0">
                              <a:latin typeface="Cambria Math" panose="02040503050406030204" pitchFamily="18" charset="0"/>
                            </a:rPr>
                          </m:ctrlPr>
                        </m:naryPr>
                        <m:sub>
                          <m:r>
                            <a:rPr lang="en-IN" i="0">
                              <a:latin typeface="Cambria Math" panose="02040503050406030204" pitchFamily="18" charset="0"/>
                            </a:rPr>
                            <m:t>0</m:t>
                          </m:r>
                        </m:sub>
                        <m:sup>
                          <m:r>
                            <a:rPr lang="en-IN" i="1">
                              <a:latin typeface="Cambria Math" panose="02040503050406030204" pitchFamily="18" charset="0"/>
                            </a:rPr>
                            <m:t>𝑡</m:t>
                          </m:r>
                        </m:sup>
                        <m:e>
                          <m:r>
                            <a:rPr lang="en-IN" i="0">
                              <a:latin typeface="Cambria Math" panose="02040503050406030204" pitchFamily="18" charset="0"/>
                            </a:rPr>
                            <m:t>ⅆ</m:t>
                          </m:r>
                          <m:r>
                            <a:rPr lang="en-IN" i="1">
                              <a:latin typeface="Cambria Math" panose="02040503050406030204" pitchFamily="18" charset="0"/>
                            </a:rPr>
                            <m:t>𝑡</m:t>
                          </m:r>
                        </m:e>
                      </m:nary>
                    </m:oMath>
                  </m:oMathPara>
                </a14:m>
                <a:endParaRPr lang="en-IN" dirty="0"/>
              </a:p>
            </p:txBody>
          </p:sp>
        </mc:Choice>
        <mc:Fallback xmlns="">
          <p:sp>
            <p:nvSpPr>
              <p:cNvPr id="4" name="TextBox 3">
                <a:extLst>
                  <a:ext uri="{FF2B5EF4-FFF2-40B4-BE49-F238E27FC236}">
                    <a16:creationId xmlns:a16="http://schemas.microsoft.com/office/drawing/2014/main" id="{49F4FA06-107F-D198-2206-D04C0E96DD2D}"/>
                  </a:ext>
                </a:extLst>
              </p:cNvPr>
              <p:cNvSpPr txBox="1">
                <a:spLocks noRot="1" noChangeAspect="1" noMove="1" noResize="1" noEditPoints="1" noAdjustHandles="1" noChangeArrowheads="1" noChangeShapeType="1" noTextEdit="1"/>
              </p:cNvSpPr>
              <p:nvPr/>
            </p:nvSpPr>
            <p:spPr>
              <a:xfrm>
                <a:off x="3959106" y="3578918"/>
                <a:ext cx="2624373" cy="865493"/>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017ABA-BA23-0DDE-81E9-E51A742557C9}"/>
                  </a:ext>
                </a:extLst>
              </p:cNvPr>
              <p:cNvSpPr txBox="1"/>
              <p:nvPr/>
            </p:nvSpPr>
            <p:spPr>
              <a:xfrm>
                <a:off x="6717319" y="3868075"/>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6" name="TextBox 5">
                <a:extLst>
                  <a:ext uri="{FF2B5EF4-FFF2-40B4-BE49-F238E27FC236}">
                    <a16:creationId xmlns:a16="http://schemas.microsoft.com/office/drawing/2014/main" id="{B4017ABA-BA23-0DDE-81E9-E51A742557C9}"/>
                  </a:ext>
                </a:extLst>
              </p:cNvPr>
              <p:cNvSpPr txBox="1">
                <a:spLocks noRot="1" noChangeAspect="1" noMove="1" noResize="1" noEditPoints="1" noAdjustHandles="1" noChangeArrowheads="1" noChangeShapeType="1" noTextEdit="1"/>
              </p:cNvSpPr>
              <p:nvPr/>
            </p:nvSpPr>
            <p:spPr>
              <a:xfrm>
                <a:off x="6717319" y="3868075"/>
                <a:ext cx="3098050" cy="369332"/>
              </a:xfrm>
              <a:prstGeom prst="rect">
                <a:avLst/>
              </a:prstGeom>
              <a:blipFill>
                <a:blip r:embed="rId11"/>
                <a:stretch>
                  <a:fillRect b="-13333"/>
                </a:stretch>
              </a:blipFill>
            </p:spPr>
            <p:txBody>
              <a:bodyPr/>
              <a:lstStyle/>
              <a:p>
                <a:r>
                  <a:rPr lang="en-IN">
                    <a:noFill/>
                  </a:rPr>
                  <a:t> </a:t>
                </a:r>
              </a:p>
            </p:txBody>
          </p:sp>
        </mc:Fallback>
      </mc:AlternateContent>
    </p:spTree>
    <p:extLst>
      <p:ext uri="{BB962C8B-B14F-4D97-AF65-F5344CB8AC3E}">
        <p14:creationId xmlns:p14="http://schemas.microsoft.com/office/powerpoint/2010/main" val="13401767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10</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0AB6B6-EB65-26A5-DD2D-39E928E672B5}"/>
                  </a:ext>
                </a:extLst>
              </p:cNvPr>
              <p:cNvSpPr txBox="1"/>
              <p:nvPr/>
            </p:nvSpPr>
            <p:spPr>
              <a:xfrm>
                <a:off x="2920167" y="3641149"/>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unc>
                        <m:funcPr>
                          <m:ctrlPr>
                            <a:rPr lang="en-US" i="1" smtClean="0">
                              <a:latin typeface="Cambria Math" panose="02040503050406030204" pitchFamily="18" charset="0"/>
                            </a:rPr>
                          </m:ctrlPr>
                        </m:funcP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4" name="TextBox 3">
                <a:extLst>
                  <a:ext uri="{FF2B5EF4-FFF2-40B4-BE49-F238E27FC236}">
                    <a16:creationId xmlns:a16="http://schemas.microsoft.com/office/drawing/2014/main" id="{7F0AB6B6-EB65-26A5-DD2D-39E928E672B5}"/>
                  </a:ext>
                </a:extLst>
              </p:cNvPr>
              <p:cNvSpPr txBox="1">
                <a:spLocks noRot="1" noChangeAspect="1" noMove="1" noResize="1" noEditPoints="1" noAdjustHandles="1" noChangeArrowheads="1" noChangeShapeType="1" noTextEdit="1"/>
              </p:cNvSpPr>
              <p:nvPr/>
            </p:nvSpPr>
            <p:spPr>
              <a:xfrm>
                <a:off x="2920167" y="3641149"/>
                <a:ext cx="4503629" cy="62235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A7D5DB-F07F-55FF-2962-12F029981A71}"/>
                  </a:ext>
                </a:extLst>
              </p:cNvPr>
              <p:cNvSpPr txBox="1"/>
              <p:nvPr/>
            </p:nvSpPr>
            <p:spPr>
              <a:xfrm>
                <a:off x="3071850" y="2409273"/>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8" name="TextBox 7">
                <a:extLst>
                  <a:ext uri="{FF2B5EF4-FFF2-40B4-BE49-F238E27FC236}">
                    <a16:creationId xmlns:a16="http://schemas.microsoft.com/office/drawing/2014/main" id="{71A7D5DB-F07F-55FF-2962-12F029981A71}"/>
                  </a:ext>
                </a:extLst>
              </p:cNvPr>
              <p:cNvSpPr txBox="1">
                <a:spLocks noRot="1" noChangeAspect="1" noMove="1" noResize="1" noEditPoints="1" noAdjustHandles="1" noChangeArrowheads="1" noChangeShapeType="1" noTextEdit="1"/>
              </p:cNvSpPr>
              <p:nvPr/>
            </p:nvSpPr>
            <p:spPr>
              <a:xfrm>
                <a:off x="3071850" y="2409273"/>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10"/>
                <a:stretch>
                  <a:fillRect b="-13115"/>
                </a:stretch>
              </a:blipFill>
            </p:spPr>
            <p:txBody>
              <a:bodyPr/>
              <a:lstStyle/>
              <a:p>
                <a:r>
                  <a:rPr lang="en-IN">
                    <a:noFill/>
                  </a:rPr>
                  <a:t> </a:t>
                </a:r>
              </a:p>
            </p:txBody>
          </p:sp>
        </mc:Fallback>
      </mc:AlternateContent>
    </p:spTree>
    <p:extLst>
      <p:ext uri="{BB962C8B-B14F-4D97-AF65-F5344CB8AC3E}">
        <p14:creationId xmlns:p14="http://schemas.microsoft.com/office/powerpoint/2010/main" val="28436643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11</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F0AB6B6-EB65-26A5-DD2D-39E928E672B5}"/>
                  </a:ext>
                </a:extLst>
              </p:cNvPr>
              <p:cNvSpPr txBox="1"/>
              <p:nvPr/>
            </p:nvSpPr>
            <p:spPr>
              <a:xfrm>
                <a:off x="2920167" y="3641149"/>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unc>
                        <m:funcPr>
                          <m:ctrlPr>
                            <a:rPr lang="en-US" i="1" smtClean="0">
                              <a:latin typeface="Cambria Math" panose="02040503050406030204" pitchFamily="18" charset="0"/>
                            </a:rPr>
                          </m:ctrlPr>
                        </m:funcP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4" name="TextBox 3">
                <a:extLst>
                  <a:ext uri="{FF2B5EF4-FFF2-40B4-BE49-F238E27FC236}">
                    <a16:creationId xmlns:a16="http://schemas.microsoft.com/office/drawing/2014/main" id="{7F0AB6B6-EB65-26A5-DD2D-39E928E672B5}"/>
                  </a:ext>
                </a:extLst>
              </p:cNvPr>
              <p:cNvSpPr txBox="1">
                <a:spLocks noRot="1" noChangeAspect="1" noMove="1" noResize="1" noEditPoints="1" noAdjustHandles="1" noChangeArrowheads="1" noChangeShapeType="1" noTextEdit="1"/>
              </p:cNvSpPr>
              <p:nvPr/>
            </p:nvSpPr>
            <p:spPr>
              <a:xfrm>
                <a:off x="2920167" y="3641149"/>
                <a:ext cx="4503629" cy="62235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1A7D5DB-F07F-55FF-2962-12F029981A71}"/>
                  </a:ext>
                </a:extLst>
              </p:cNvPr>
              <p:cNvSpPr txBox="1"/>
              <p:nvPr/>
            </p:nvSpPr>
            <p:spPr>
              <a:xfrm>
                <a:off x="3071850" y="2409273"/>
                <a:ext cx="4503629" cy="622350"/>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d>
                        <m:dPr>
                          <m:ctrlPr>
                            <a:rPr lang="en-US" i="1" smtClean="0">
                              <a:latin typeface="Cambria Math" panose="02040503050406030204" pitchFamily="18" charset="0"/>
                            </a:rPr>
                          </m:ctrlPr>
                        </m:dPr>
                        <m:e>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sSub>
                                    </m:den>
                                  </m:f>
                                </m:e>
                              </m:d>
                            </m:e>
                          </m:func>
                          <m:r>
                            <a:rPr lang="en-US" b="0" i="0" smtClean="0">
                              <a:latin typeface="Cambria Math" panose="02040503050406030204" pitchFamily="18" charset="0"/>
                            </a:rPr>
                            <m:t>−</m:t>
                          </m:r>
                          <m:func>
                            <m:funcPr>
                              <m:ctrlPr>
                                <a:rPr lang="en-US" b="0" i="0"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𝑞</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den>
                                  </m:f>
                                </m:e>
                              </m:d>
                            </m:e>
                          </m:func>
                        </m:e>
                      </m:d>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  </m:t>
                      </m:r>
                    </m:oMath>
                  </m:oMathPara>
                </a14:m>
                <a:endParaRPr lang="en-IN" dirty="0"/>
              </a:p>
            </p:txBody>
          </p:sp>
        </mc:Choice>
        <mc:Fallback xmlns="">
          <p:sp>
            <p:nvSpPr>
              <p:cNvPr id="8" name="TextBox 7">
                <a:extLst>
                  <a:ext uri="{FF2B5EF4-FFF2-40B4-BE49-F238E27FC236}">
                    <a16:creationId xmlns:a16="http://schemas.microsoft.com/office/drawing/2014/main" id="{71A7D5DB-F07F-55FF-2962-12F029981A71}"/>
                  </a:ext>
                </a:extLst>
              </p:cNvPr>
              <p:cNvSpPr txBox="1">
                <a:spLocks noRot="1" noChangeAspect="1" noMove="1" noResize="1" noEditPoints="1" noAdjustHandles="1" noChangeArrowheads="1" noChangeShapeType="1" noTextEdit="1"/>
              </p:cNvSpPr>
              <p:nvPr/>
            </p:nvSpPr>
            <p:spPr>
              <a:xfrm>
                <a:off x="3071850" y="2409273"/>
                <a:ext cx="4503629"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3DD777E-9C51-A5E6-08E5-B5D61F2584ED}"/>
                  </a:ext>
                </a:extLst>
              </p:cNvPr>
              <p:cNvSpPr txBox="1"/>
              <p:nvPr/>
            </p:nvSpPr>
            <p:spPr>
              <a:xfrm>
                <a:off x="2934344" y="4781151"/>
                <a:ext cx="4503629" cy="521425"/>
              </a:xfrm>
              <a:prstGeom prst="rect">
                <a:avLst/>
              </a:prstGeom>
              <a:solidFill>
                <a:schemeClr val="bg1"/>
              </a:solidFill>
            </p:spPr>
            <p:txBody>
              <a:bodyPr wrap="square" lIns="0" tIns="0" rIns="0" bIns="0" rtlCol="0">
                <a:spAutoFit/>
              </a:bodyPr>
              <a:lstStyle/>
              <a:p>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𝑝</m:t>
                          </m:r>
                        </m:num>
                        <m:den>
                          <m:r>
                            <a:rPr lang="en-US" b="0" i="1" smtClean="0">
                              <a:latin typeface="Cambria Math" panose="02040503050406030204" pitchFamily="18" charset="0"/>
                            </a:rPr>
                            <m:t>𝑥</m:t>
                          </m:r>
                        </m:den>
                      </m:f>
                      <m:r>
                        <a:rPr lang="en-US" b="0" i="1" smtClean="0">
                          <a:latin typeface="Cambria Math" panose="02040503050406030204" pitchFamily="18" charset="0"/>
                        </a:rPr>
                        <m:t>=</m:t>
                      </m:r>
                      <m:r>
                        <a:rPr lang="en-US" b="0" i="1" smtClean="0">
                          <a:latin typeface="Cambria Math" panose="02040503050406030204" pitchFamily="18" charset="0"/>
                        </a:rPr>
                        <m:t>𝑞</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𝑝𝑡</m:t>
                          </m:r>
                        </m:sup>
                      </m:sSup>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𝑞</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0</m:t>
                              </m:r>
                            </m:sub>
                          </m:sSub>
                        </m:den>
                      </m:f>
                      <m:r>
                        <a:rPr lang="en-US" b="0" i="1" smtClean="0">
                          <a:latin typeface="Cambria Math" panose="02040503050406030204" pitchFamily="18" charset="0"/>
                        </a:rPr>
                        <m:t>)  </m:t>
                      </m:r>
                    </m:oMath>
                  </m:oMathPara>
                </a14:m>
                <a:endParaRPr lang="en-IN" dirty="0"/>
              </a:p>
            </p:txBody>
          </p:sp>
        </mc:Choice>
        <mc:Fallback xmlns="">
          <p:sp>
            <p:nvSpPr>
              <p:cNvPr id="12" name="TextBox 11">
                <a:extLst>
                  <a:ext uri="{FF2B5EF4-FFF2-40B4-BE49-F238E27FC236}">
                    <a16:creationId xmlns:a16="http://schemas.microsoft.com/office/drawing/2014/main" id="{A3DD777E-9C51-A5E6-08E5-B5D61F2584ED}"/>
                  </a:ext>
                </a:extLst>
              </p:cNvPr>
              <p:cNvSpPr txBox="1">
                <a:spLocks noRot="1" noChangeAspect="1" noMove="1" noResize="1" noEditPoints="1" noAdjustHandles="1" noChangeArrowheads="1" noChangeShapeType="1" noTextEdit="1"/>
              </p:cNvSpPr>
              <p:nvPr/>
            </p:nvSpPr>
            <p:spPr>
              <a:xfrm>
                <a:off x="2934344" y="4781151"/>
                <a:ext cx="4503629" cy="521425"/>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11"/>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488F6C-CBCC-39EC-68B2-32A6F4264052}"/>
                  </a:ext>
                </a:extLst>
              </p:cNvPr>
              <p:cNvSpPr txBox="1"/>
              <p:nvPr/>
            </p:nvSpPr>
            <p:spPr>
              <a:xfrm>
                <a:off x="2845156" y="5528097"/>
                <a:ext cx="4503629" cy="700961"/>
              </a:xfrm>
              <a:prstGeom prst="rect">
                <a:avLst/>
              </a:prstGeom>
              <a:solidFill>
                <a:schemeClr val="bg1"/>
              </a:solidFill>
            </p:spPr>
            <p:txBody>
              <a:bodyPr wrap="square" lIns="0" tIns="0" rIns="0" bIns="0" rtlCol="0">
                <a:spAutoFit/>
              </a:bodyPr>
              <a:lstStyle/>
              <a:p>
                <a:pPr/>
                <a14:m>
                  <m:oMathPara xmlns:m="http://schemas.openxmlformats.org/officeDocument/2006/math">
                    <m:oMath>
                      <m:r>
                        <a:rPr lang="en-US" b="0" i="1" smtClean="0">
                          <a:solidFill>
                            <a:srgbClr val="0000FF"/>
                          </a:solidFill>
                          <a:latin typeface="Cambria Math" panose="02040503050406030204" pitchFamily="18" charset="0"/>
                        </a:rPr>
                        <m:t>𝑥</m:t>
                      </m:r>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r>
                            <a:rPr lang="en-US" b="0" i="1" smtClean="0">
                              <a:solidFill>
                                <a:srgbClr val="0000FF"/>
                              </a:solidFill>
                              <a:latin typeface="Cambria Math" panose="02040503050406030204" pitchFamily="18" charset="0"/>
                            </a:rPr>
                            <m:t>𝑝</m:t>
                          </m:r>
                        </m:num>
                        <m:den>
                          <m:r>
                            <a:rPr lang="en-US" i="1">
                              <a:solidFill>
                                <a:srgbClr val="0000FF"/>
                              </a:solidFill>
                              <a:latin typeface="Cambria Math" panose="02040503050406030204" pitchFamily="18" charset="0"/>
                            </a:rPr>
                            <m:t>𝑞</m:t>
                          </m:r>
                          <m:r>
                            <a:rPr lang="en-US" i="1">
                              <a:solidFill>
                                <a:srgbClr val="0000FF"/>
                              </a:solidFill>
                              <a:latin typeface="Cambria Math" panose="02040503050406030204" pitchFamily="18" charset="0"/>
                            </a:rPr>
                            <m:t>+</m:t>
                          </m:r>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𝑝𝑡</m:t>
                              </m:r>
                            </m:sup>
                          </m:sSup>
                          <m:r>
                            <a:rPr lang="en-US" i="1">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𝑝</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𝑞</m:t>
                              </m:r>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𝑥</m:t>
                                  </m:r>
                                </m:e>
                                <m:sub>
                                  <m:r>
                                    <a:rPr lang="en-US" i="1">
                                      <a:solidFill>
                                        <a:srgbClr val="0000FF"/>
                                      </a:solidFill>
                                      <a:latin typeface="Cambria Math" panose="02040503050406030204" pitchFamily="18" charset="0"/>
                                    </a:rPr>
                                    <m:t>0</m:t>
                                  </m:r>
                                </m:sub>
                              </m:sSub>
                            </m:num>
                            <m:den>
                              <m:sSub>
                                <m:sSubPr>
                                  <m:ctrlPr>
                                    <a:rPr lang="en-US" i="1">
                                      <a:solidFill>
                                        <a:srgbClr val="0000FF"/>
                                      </a:solidFill>
                                      <a:latin typeface="Cambria Math" panose="02040503050406030204" pitchFamily="18" charset="0"/>
                                    </a:rPr>
                                  </m:ctrlPr>
                                </m:sSubPr>
                                <m:e>
                                  <m:r>
                                    <a:rPr lang="en-US" i="1">
                                      <a:solidFill>
                                        <a:srgbClr val="0000FF"/>
                                      </a:solidFill>
                                      <a:latin typeface="Cambria Math" panose="02040503050406030204" pitchFamily="18" charset="0"/>
                                    </a:rPr>
                                    <m:t>𝑥</m:t>
                                  </m:r>
                                </m:e>
                                <m:sub>
                                  <m:r>
                                    <a:rPr lang="en-US" i="1">
                                      <a:solidFill>
                                        <a:srgbClr val="0000FF"/>
                                      </a:solidFill>
                                      <a:latin typeface="Cambria Math" panose="02040503050406030204" pitchFamily="18" charset="0"/>
                                    </a:rPr>
                                    <m:t>0</m:t>
                                  </m:r>
                                </m:sub>
                              </m:sSub>
                            </m:den>
                          </m:f>
                          <m:r>
                            <a:rPr lang="en-US" i="1">
                              <a:solidFill>
                                <a:srgbClr val="0000FF"/>
                              </a:solidFill>
                              <a:latin typeface="Cambria Math" panose="02040503050406030204" pitchFamily="18" charset="0"/>
                            </a:rPr>
                            <m:t>)  </m:t>
                          </m:r>
                          <m:r>
                            <m:rPr>
                              <m:nor/>
                            </m:rPr>
                            <a:rPr lang="en-IN" i="0" dirty="0">
                              <a:solidFill>
                                <a:srgbClr val="0000FF"/>
                              </a:solidFill>
                            </a:rPr>
                            <m:t> </m:t>
                          </m:r>
                        </m:den>
                      </m:f>
                    </m:oMath>
                  </m:oMathPara>
                </a14:m>
                <a:endParaRPr lang="en-US" b="0" i="1" dirty="0">
                  <a:solidFill>
                    <a:srgbClr val="0000FF"/>
                  </a:solidFill>
                  <a:latin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9F488F6C-CBCC-39EC-68B2-32A6F4264052}"/>
                  </a:ext>
                </a:extLst>
              </p:cNvPr>
              <p:cNvSpPr txBox="1">
                <a:spLocks noRot="1" noChangeAspect="1" noMove="1" noResize="1" noEditPoints="1" noAdjustHandles="1" noChangeArrowheads="1" noChangeShapeType="1" noTextEdit="1"/>
              </p:cNvSpPr>
              <p:nvPr/>
            </p:nvSpPr>
            <p:spPr>
              <a:xfrm>
                <a:off x="2845156" y="5528097"/>
                <a:ext cx="4503629" cy="700961"/>
              </a:xfrm>
              <a:prstGeom prst="rect">
                <a:avLst/>
              </a:prstGeom>
              <a:blipFill>
                <a:blip r:embed="rId1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705599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12</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568848" y="1098687"/>
            <a:ext cx="1556836"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SIS Dynamics </a:t>
            </a:r>
          </a:p>
        </p:txBody>
      </p:sp>
      <p:sp>
        <p:nvSpPr>
          <p:cNvPr id="11" name="TextBox 10">
            <a:extLst>
              <a:ext uri="{FF2B5EF4-FFF2-40B4-BE49-F238E27FC236}">
                <a16:creationId xmlns:a16="http://schemas.microsoft.com/office/drawing/2014/main" id="{90E77283-37FE-BEE7-0D17-7A8B5C56EC80}"/>
              </a:ext>
            </a:extLst>
          </p:cNvPr>
          <p:cNvSpPr txBox="1"/>
          <p:nvPr/>
        </p:nvSpPr>
        <p:spPr>
          <a:xfrm>
            <a:off x="2992010" y="136525"/>
            <a:ext cx="6017740" cy="523220"/>
          </a:xfrm>
          <a:prstGeom prst="rect">
            <a:avLst/>
          </a:prstGeom>
          <a:solidFill>
            <a:schemeClr val="bg1"/>
          </a:solidFill>
        </p:spPr>
        <p:txBody>
          <a:bodyPr wrap="square">
            <a:spAutoFit/>
          </a:bodyPr>
          <a:lstStyle/>
          <a:p>
            <a:r>
              <a:rPr lang="en-US" sz="2800" b="1" dirty="0">
                <a:solidFill>
                  <a:srgbClr val="FF0000"/>
                </a:solidFill>
                <a:latin typeface="Cambria" panose="02040503050406030204" pitchFamily="18" charset="0"/>
                <a:ea typeface="Cambria" panose="02040503050406030204" pitchFamily="18" charset="0"/>
                <a:cs typeface="Browallia New" pitchFamily="34" charset="-34"/>
              </a:rPr>
              <a:t>Epidemic Spreading : Modelling</a:t>
            </a:r>
            <a:endParaRPr lang="en-IN" sz="2800" b="1" dirty="0"/>
          </a:p>
        </p:txBody>
      </p:sp>
      <p:pic>
        <p:nvPicPr>
          <p:cNvPr id="20" name="Picture 19" descr="A picture containing diagram&#10;&#10;Description automatically generated">
            <a:extLst>
              <a:ext uri="{FF2B5EF4-FFF2-40B4-BE49-F238E27FC236}">
                <a16:creationId xmlns:a16="http://schemas.microsoft.com/office/drawing/2014/main" id="{7EDDE352-7C4F-58C1-01C1-70DD93F5D11E}"/>
              </a:ext>
            </a:extLst>
          </p:cNvPr>
          <p:cNvPicPr>
            <a:picLocks noChangeAspect="1"/>
          </p:cNvPicPr>
          <p:nvPr/>
        </p:nvPicPr>
        <p:blipFill rotWithShape="1">
          <a:blip r:embed="rId4">
            <a:extLst>
              <a:ext uri="{28A0092B-C50C-407E-A947-70E740481C1C}">
                <a14:useLocalDpi xmlns:a14="http://schemas.microsoft.com/office/drawing/2010/main" val="0"/>
              </a:ext>
            </a:extLst>
          </a:blip>
          <a:srcRect r="32505"/>
          <a:stretch/>
        </p:blipFill>
        <p:spPr>
          <a:xfrm>
            <a:off x="4041057" y="861063"/>
            <a:ext cx="3012552" cy="1346892"/>
          </a:xfrm>
          <a:prstGeom prst="rect">
            <a:avLst/>
          </a:prstGeom>
        </p:spPr>
      </p:pic>
      <p:cxnSp>
        <p:nvCxnSpPr>
          <p:cNvPr id="22" name="Straight Arrow Connector 21">
            <a:extLst>
              <a:ext uri="{FF2B5EF4-FFF2-40B4-BE49-F238E27FC236}">
                <a16:creationId xmlns:a16="http://schemas.microsoft.com/office/drawing/2014/main" id="{376CB290-A62A-3829-3ED7-B2155694D199}"/>
              </a:ext>
            </a:extLst>
          </p:cNvPr>
          <p:cNvCxnSpPr>
            <a:cxnSpLocks/>
          </p:cNvCxnSpPr>
          <p:nvPr/>
        </p:nvCxnSpPr>
        <p:spPr>
          <a:xfrm>
            <a:off x="5031657" y="1567982"/>
            <a:ext cx="1035698" cy="0"/>
          </a:xfrm>
          <a:prstGeom prst="straightConnector1">
            <a:avLst/>
          </a:prstGeom>
          <a:ln w="381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6EE751-C5DC-D19B-956C-33B0C78A9940}"/>
              </a:ext>
            </a:extLst>
          </p:cNvPr>
          <p:cNvCxnSpPr>
            <a:cxnSpLocks/>
          </p:cNvCxnSpPr>
          <p:nvPr/>
        </p:nvCxnSpPr>
        <p:spPr>
          <a:xfrm>
            <a:off x="5096971" y="1888333"/>
            <a:ext cx="877078" cy="0"/>
          </a:xfrm>
          <a:prstGeom prst="straightConnector1">
            <a:avLst/>
          </a:prstGeom>
          <a:ln w="38100">
            <a:solidFill>
              <a:schemeClr val="tx1">
                <a:lumMod val="65000"/>
                <a:lumOff val="35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8B4F3FE-3B0E-3D08-55DF-87252E61DF96}"/>
                  </a:ext>
                </a:extLst>
              </p:cNvPr>
              <p:cNvSpPr txBox="1"/>
              <p:nvPr/>
            </p:nvSpPr>
            <p:spPr>
              <a:xfrm>
                <a:off x="568848" y="1567982"/>
                <a:ext cx="1840568"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32" name="TextBox 31">
                <a:extLst>
                  <a:ext uri="{FF2B5EF4-FFF2-40B4-BE49-F238E27FC236}">
                    <a16:creationId xmlns:a16="http://schemas.microsoft.com/office/drawing/2014/main" id="{F8B4F3FE-3B0E-3D08-55DF-87252E61DF96}"/>
                  </a:ext>
                </a:extLst>
              </p:cNvPr>
              <p:cNvSpPr txBox="1">
                <a:spLocks noRot="1" noChangeAspect="1" noMove="1" noResize="1" noEditPoints="1" noAdjustHandles="1" noChangeArrowheads="1" noChangeShapeType="1" noTextEdit="1"/>
              </p:cNvSpPr>
              <p:nvPr/>
            </p:nvSpPr>
            <p:spPr>
              <a:xfrm>
                <a:off x="568848" y="1567982"/>
                <a:ext cx="1840568"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736543FE-DEC7-CD14-CA8B-DBF34E0AC9B8}"/>
                  </a:ext>
                </a:extLst>
              </p:cNvPr>
              <p:cNvSpPr/>
              <p:nvPr/>
            </p:nvSpPr>
            <p:spPr>
              <a:xfrm>
                <a:off x="568848" y="2595533"/>
                <a:ext cx="1840568" cy="618246"/>
              </a:xfrm>
              <a:prstGeom prst="rect">
                <a:avLst/>
              </a:prstGeom>
              <a:solidFill>
                <a:schemeClr val="bg1"/>
              </a:solidFill>
            </p:spPr>
            <p:txBody>
              <a:bodyPr wrap="squar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33" name="Rectangle 32">
                <a:extLst>
                  <a:ext uri="{FF2B5EF4-FFF2-40B4-BE49-F238E27FC236}">
                    <a16:creationId xmlns:a16="http://schemas.microsoft.com/office/drawing/2014/main" id="{736543FE-DEC7-CD14-CA8B-DBF34E0AC9B8}"/>
                  </a:ext>
                </a:extLst>
              </p:cNvPr>
              <p:cNvSpPr>
                <a:spLocks noRot="1" noChangeAspect="1" noMove="1" noResize="1" noEditPoints="1" noAdjustHandles="1" noChangeArrowheads="1" noChangeShapeType="1" noTextEdit="1"/>
              </p:cNvSpPr>
              <p:nvPr/>
            </p:nvSpPr>
            <p:spPr>
              <a:xfrm>
                <a:off x="568848" y="2595533"/>
                <a:ext cx="1840568"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CD9278D-6BE9-B894-9D0A-26A44F14BAE8}"/>
                  </a:ext>
                </a:extLst>
              </p:cNvPr>
              <p:cNvSpPr/>
              <p:nvPr/>
            </p:nvSpPr>
            <p:spPr>
              <a:xfrm>
                <a:off x="568848" y="3346085"/>
                <a:ext cx="2183400" cy="369332"/>
              </a:xfrm>
              <a:prstGeom prst="rect">
                <a:avLst/>
              </a:prstGeom>
              <a:solidFill>
                <a:schemeClr val="bg1"/>
              </a:solidFill>
            </p:spPr>
            <p:txBody>
              <a:bodyPr wrap="square">
                <a:spAutoFit/>
              </a:bodyPr>
              <a:lstStyle/>
              <a:p>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oMath>
                </a14:m>
                <a:r>
                  <a:rPr lang="en-IN" dirty="0"/>
                  <a:t> </a:t>
                </a:r>
                <a:r>
                  <a:rPr lang="en-IN" dirty="0">
                    <a:latin typeface="Cambria" panose="02040503050406030204" pitchFamily="18" charset="0"/>
                    <a:ea typeface="Cambria" panose="02040503050406030204" pitchFamily="18" charset="0"/>
                  </a:rPr>
                  <a:t>(Constant)</a:t>
                </a:r>
              </a:p>
            </p:txBody>
          </p:sp>
        </mc:Choice>
        <mc:Fallback xmlns="">
          <p:sp>
            <p:nvSpPr>
              <p:cNvPr id="37" name="Rectangle 36">
                <a:extLst>
                  <a:ext uri="{FF2B5EF4-FFF2-40B4-BE49-F238E27FC236}">
                    <a16:creationId xmlns:a16="http://schemas.microsoft.com/office/drawing/2014/main" id="{6CD9278D-6BE9-B894-9D0A-26A44F14BAE8}"/>
                  </a:ext>
                </a:extLst>
              </p:cNvPr>
              <p:cNvSpPr>
                <a:spLocks noRot="1" noChangeAspect="1" noMove="1" noResize="1" noEditPoints="1" noAdjustHandles="1" noChangeArrowheads="1" noChangeShapeType="1" noTextEdit="1"/>
              </p:cNvSpPr>
              <p:nvPr/>
            </p:nvSpPr>
            <p:spPr>
              <a:xfrm>
                <a:off x="568848" y="3346085"/>
                <a:ext cx="2183400" cy="369332"/>
              </a:xfrm>
              <a:prstGeom prst="rect">
                <a:avLst/>
              </a:prstGeom>
              <a:blipFill>
                <a:blip r:embed="rId7"/>
                <a:stretch>
                  <a:fillRect t="-13333" r="-2514"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70B637-8480-A0E9-A1A7-ABC6E1B4C45F}"/>
                  </a:ext>
                </a:extLst>
              </p:cNvPr>
              <p:cNvSpPr txBox="1"/>
              <p:nvPr/>
            </p:nvSpPr>
            <p:spPr>
              <a:xfrm>
                <a:off x="3615444" y="3124084"/>
                <a:ext cx="3098050" cy="369332"/>
              </a:xfrm>
              <a:prstGeom prst="rect">
                <a:avLst/>
              </a:prstGeom>
              <a:solidFill>
                <a:schemeClr val="bg1"/>
              </a:solidFill>
            </p:spPr>
            <p:txBody>
              <a:bodyPr wrap="square">
                <a:spAutoFit/>
              </a:bodyPr>
              <a:lstStyle/>
              <a:p>
                <a:pPr/>
                <a14:m>
                  <m:oMathPara xmlns:m="http://schemas.openxmlformats.org/officeDocument/2006/math">
                    <m:oMath>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r>
                            <a:rPr lang="en-US" b="0" i="1" smtClean="0">
                              <a:latin typeface="Cambria Math" panose="02040503050406030204" pitchFamily="18" charset="0"/>
                            </a:rPr>
                            <m:t>−</m:t>
                          </m:r>
                          <m:r>
                            <a:rPr lang="en-US" b="0" i="1" smtClean="0">
                              <a:latin typeface="Cambria Math" panose="02040503050406030204" pitchFamily="18" charset="0"/>
                            </a:rPr>
                            <m:t>𝛾</m:t>
                          </m:r>
                        </m:e>
                      </m:d>
                      <m:r>
                        <a:rPr lang="en-US" b="0" i="0" smtClean="0">
                          <a:latin typeface="Cambria Math" panose="02040503050406030204" pitchFamily="18" charset="0"/>
                        </a:rPr>
                        <m:t>;</m:t>
                      </m:r>
                      <m:r>
                        <m:rPr>
                          <m:sty m:val="p"/>
                        </m:rPr>
                        <a:rPr lang="en-US" b="0" i="0" smtClean="0">
                          <a:latin typeface="Cambria Math" panose="02040503050406030204" pitchFamily="18" charset="0"/>
                        </a:rPr>
                        <m:t>q</m:t>
                      </m:r>
                      <m:r>
                        <a:rPr lang="en-US" b="0" i="0" smtClean="0">
                          <a:latin typeface="Cambria Math" panose="02040503050406030204" pitchFamily="18" charset="0"/>
                        </a:rPr>
                        <m:t>=</m:t>
                      </m:r>
                      <m:r>
                        <a:rPr lang="en-US" b="0" i="1" smtClean="0">
                          <a:latin typeface="Cambria Math" panose="02040503050406030204" pitchFamily="18" charset="0"/>
                        </a:rPr>
                        <m:t>𝛽</m:t>
                      </m:r>
                    </m:oMath>
                  </m:oMathPara>
                </a14:m>
                <a:endParaRPr lang="en-IN" dirty="0"/>
              </a:p>
            </p:txBody>
          </p:sp>
        </mc:Choice>
        <mc:Fallback xmlns="">
          <p:sp>
            <p:nvSpPr>
              <p:cNvPr id="13" name="TextBox 12">
                <a:extLst>
                  <a:ext uri="{FF2B5EF4-FFF2-40B4-BE49-F238E27FC236}">
                    <a16:creationId xmlns:a16="http://schemas.microsoft.com/office/drawing/2014/main" id="{A570B637-8480-A0E9-A1A7-ABC6E1B4C45F}"/>
                  </a:ext>
                </a:extLst>
              </p:cNvPr>
              <p:cNvSpPr txBox="1">
                <a:spLocks noRot="1" noChangeAspect="1" noMove="1" noResize="1" noEditPoints="1" noAdjustHandles="1" noChangeArrowheads="1" noChangeShapeType="1" noTextEdit="1"/>
              </p:cNvSpPr>
              <p:nvPr/>
            </p:nvSpPr>
            <p:spPr>
              <a:xfrm>
                <a:off x="3615444" y="3124084"/>
                <a:ext cx="3098050" cy="369332"/>
              </a:xfrm>
              <a:prstGeom prst="rect">
                <a:avLst/>
              </a:prstGeom>
              <a:blipFill>
                <a:blip r:embed="rId8"/>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E51177-1FDD-4925-0CDE-87CA9317E184}"/>
                  </a:ext>
                </a:extLst>
              </p:cNvPr>
              <p:cNvSpPr txBox="1"/>
              <p:nvPr/>
            </p:nvSpPr>
            <p:spPr>
              <a:xfrm>
                <a:off x="3295518" y="3894147"/>
                <a:ext cx="4503629" cy="1030795"/>
              </a:xfrm>
              <a:prstGeom prst="rect">
                <a:avLst/>
              </a:prstGeom>
              <a:solidFill>
                <a:schemeClr val="bg1"/>
              </a:solidFill>
            </p:spPr>
            <p:txBody>
              <a:bodyPr wrap="square" lIns="0" tIns="0" rIns="0" bIns="0" rtlCol="0">
                <a:spAutoFit/>
              </a:bodyPr>
              <a:lstStyle/>
              <a:p>
                <a:pPr/>
                <a14:m>
                  <m:oMathPara xmlns:m="http://schemas.openxmlformats.org/officeDocument/2006/math">
                    <m:oMath>
                      <m:r>
                        <a:rPr lang="en-US" b="0" i="1" smtClean="0">
                          <a:solidFill>
                            <a:srgbClr val="0000FF"/>
                          </a:solidFill>
                          <a:latin typeface="Cambria Math" panose="02040503050406030204" pitchFamily="18" charset="0"/>
                        </a:rPr>
                        <m:t>𝑖</m:t>
                      </m:r>
                      <m:r>
                        <a:rPr lang="en-US" b="0" i="1" smtClean="0">
                          <a:solidFill>
                            <a:srgbClr val="0000FF"/>
                          </a:solidFill>
                          <a:latin typeface="Cambria Math" panose="02040503050406030204" pitchFamily="18" charset="0"/>
                        </a:rPr>
                        <m:t>=</m:t>
                      </m:r>
                      <m:f>
                        <m:fPr>
                          <m:ctrlPr>
                            <a:rPr lang="en-US" b="0" i="1" smtClean="0">
                              <a:solidFill>
                                <a:srgbClr val="0000FF"/>
                              </a:solidFill>
                              <a:latin typeface="Cambria Math" panose="02040503050406030204" pitchFamily="18" charset="0"/>
                            </a:rPr>
                          </m:ctrlPr>
                        </m:fPr>
                        <m:num>
                          <m:f>
                            <m:fPr>
                              <m:ctrlPr>
                                <a:rPr lang="en-US" b="0" i="1" smtClean="0">
                                  <a:solidFill>
                                    <a:srgbClr val="0000FF"/>
                                  </a:solidFill>
                                  <a:latin typeface="Cambria Math" panose="02040503050406030204" pitchFamily="18" charset="0"/>
                                </a:rPr>
                              </m:ctrlPr>
                            </m:fPr>
                            <m:num>
                              <m:r>
                                <a:rPr lang="en-US" b="0" i="1" smtClean="0">
                                  <a:solidFill>
                                    <a:srgbClr val="0000FF"/>
                                  </a:solidFill>
                                  <a:latin typeface="Cambria Math" panose="02040503050406030204" pitchFamily="18" charset="0"/>
                                </a:rPr>
                                <m:t>𝛽</m:t>
                              </m:r>
                              <m:r>
                                <a:rPr lang="en-US" b="0" i="1" smtClean="0">
                                  <a:solidFill>
                                    <a:srgbClr val="0000FF"/>
                                  </a:solidFill>
                                  <a:latin typeface="Cambria Math" panose="02040503050406030204" pitchFamily="18" charset="0"/>
                                </a:rPr>
                                <m:t> −</m:t>
                              </m:r>
                              <m:r>
                                <a:rPr lang="en-US" b="0" i="1" smtClean="0">
                                  <a:solidFill>
                                    <a:srgbClr val="0000FF"/>
                                  </a:solidFill>
                                  <a:latin typeface="Cambria Math" panose="02040503050406030204" pitchFamily="18" charset="0"/>
                                </a:rPr>
                                <m:t>𝛾</m:t>
                              </m:r>
                            </m:num>
                            <m:den>
                              <m:r>
                                <a:rPr lang="en-US" b="0" i="1" smtClean="0">
                                  <a:solidFill>
                                    <a:srgbClr val="0000FF"/>
                                  </a:solidFill>
                                  <a:latin typeface="Cambria Math" panose="02040503050406030204" pitchFamily="18" charset="0"/>
                                </a:rPr>
                                <m:t>𝛽</m:t>
                              </m:r>
                            </m:den>
                          </m:f>
                        </m:num>
                        <m:den>
                          <m:r>
                            <a:rPr lang="en-US" b="0" i="1" smtClean="0">
                              <a:solidFill>
                                <a:srgbClr val="0000FF"/>
                              </a:solidFill>
                              <a:latin typeface="Cambria Math" panose="02040503050406030204" pitchFamily="18" charset="0"/>
                            </a:rPr>
                            <m:t>1</m:t>
                          </m:r>
                          <m:r>
                            <a:rPr lang="en-US" i="1">
                              <a:solidFill>
                                <a:srgbClr val="0000FF"/>
                              </a:solidFill>
                              <a:latin typeface="Cambria Math" panose="02040503050406030204" pitchFamily="18" charset="0"/>
                            </a:rPr>
                            <m:t>+</m:t>
                          </m:r>
                          <m:d>
                            <m:dPr>
                              <m:ctrlPr>
                                <a:rPr lang="en-US" i="1">
                                  <a:solidFill>
                                    <a:srgbClr val="0000FF"/>
                                  </a:solidFill>
                                  <a:latin typeface="Cambria Math" panose="02040503050406030204" pitchFamily="18" charset="0"/>
                                </a:rPr>
                              </m:ctrlPr>
                            </m:dPr>
                            <m:e>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𝛾</m:t>
                                  </m:r>
                                </m:num>
                                <m:den>
                                  <m:r>
                                    <a:rPr lang="en-US" i="1">
                                      <a:solidFill>
                                        <a:srgbClr val="0000FF"/>
                                      </a:solidFill>
                                      <a:latin typeface="Cambria Math" panose="02040503050406030204" pitchFamily="18" charset="0"/>
                                    </a:rPr>
                                    <m:t>𝛽</m:t>
                                  </m:r>
                                  <m:r>
                                    <a:rPr lang="en-US" b="0" i="1" smtClean="0">
                                      <a:solidFill>
                                        <a:srgbClr val="0000FF"/>
                                      </a:solidFill>
                                      <a:latin typeface="Cambria Math" panose="02040503050406030204" pitchFamily="18" charset="0"/>
                                    </a:rPr>
                                    <m:t> </m:t>
                                  </m:r>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panose="02040503050406030204" pitchFamily="18" charset="0"/>
                                        </a:rPr>
                                        <m:t>𝑖</m:t>
                                      </m:r>
                                    </m:e>
                                    <m:sub>
                                      <m:r>
                                        <a:rPr lang="en-US" b="0" i="1" smtClean="0">
                                          <a:solidFill>
                                            <a:srgbClr val="0000FF"/>
                                          </a:solidFill>
                                          <a:latin typeface="Cambria Math" panose="02040503050406030204" pitchFamily="18" charset="0"/>
                                        </a:rPr>
                                        <m:t>0</m:t>
                                      </m:r>
                                    </m:sub>
                                  </m:sSub>
                                </m:den>
                              </m:f>
                              <m:r>
                                <a:rPr lang="en-US" b="0" i="1" smtClean="0">
                                  <a:solidFill>
                                    <a:srgbClr val="0000FF"/>
                                  </a:solidFill>
                                  <a:latin typeface="Cambria Math" panose="02040503050406030204" pitchFamily="18" charset="0"/>
                                </a:rPr>
                                <m:t>−1</m:t>
                              </m:r>
                            </m:e>
                          </m:d>
                          <m:sSup>
                            <m:sSupPr>
                              <m:ctrlPr>
                                <a:rPr lang="en-US" i="1">
                                  <a:solidFill>
                                    <a:srgbClr val="0000FF"/>
                                  </a:solidFill>
                                  <a:latin typeface="Cambria Math" panose="02040503050406030204" pitchFamily="18" charset="0"/>
                                </a:rPr>
                              </m:ctrlPr>
                            </m:sSupPr>
                            <m:e>
                              <m:r>
                                <a:rPr lang="en-US" i="1">
                                  <a:solidFill>
                                    <a:srgbClr val="0000FF"/>
                                  </a:solidFill>
                                  <a:latin typeface="Cambria Math" panose="02040503050406030204" pitchFamily="18" charset="0"/>
                                </a:rPr>
                                <m:t>𝑒</m:t>
                              </m:r>
                            </m:e>
                            <m:sup>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𝛾</m:t>
                              </m:r>
                              <m:r>
                                <a:rPr lang="en-US" i="1">
                                  <a:solidFill>
                                    <a:srgbClr val="0000FF"/>
                                  </a:solidFill>
                                  <a:latin typeface="Cambria Math" panose="02040503050406030204" pitchFamily="18" charset="0"/>
                                </a:rPr>
                                <m:t>)</m:t>
                              </m:r>
                              <m:r>
                                <a:rPr lang="en-US" i="1">
                                  <a:solidFill>
                                    <a:srgbClr val="0000FF"/>
                                  </a:solidFill>
                                  <a:latin typeface="Cambria Math" panose="02040503050406030204" pitchFamily="18" charset="0"/>
                                </a:rPr>
                                <m:t>𝑡</m:t>
                              </m:r>
                            </m:sup>
                          </m:sSup>
                        </m:den>
                      </m:f>
                    </m:oMath>
                  </m:oMathPara>
                </a14:m>
                <a:endParaRPr lang="en-US" b="0" i="1" dirty="0">
                  <a:solidFill>
                    <a:srgbClr val="0000FF"/>
                  </a:solidFill>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D5E51177-1FDD-4925-0CDE-87CA9317E184}"/>
                  </a:ext>
                </a:extLst>
              </p:cNvPr>
              <p:cNvSpPr txBox="1">
                <a:spLocks noRot="1" noChangeAspect="1" noMove="1" noResize="1" noEditPoints="1" noAdjustHandles="1" noChangeArrowheads="1" noChangeShapeType="1" noTextEdit="1"/>
              </p:cNvSpPr>
              <p:nvPr/>
            </p:nvSpPr>
            <p:spPr>
              <a:xfrm>
                <a:off x="3295518" y="3894147"/>
                <a:ext cx="4503629" cy="1030795"/>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051BEFB-A2A8-467E-4DFD-7A13FA09F8F9}"/>
                  </a:ext>
                </a:extLst>
              </p:cNvPr>
              <p:cNvSpPr txBox="1"/>
              <p:nvPr/>
            </p:nvSpPr>
            <p:spPr>
              <a:xfrm>
                <a:off x="3295518" y="5179608"/>
                <a:ext cx="4995156" cy="533095"/>
              </a:xfrm>
              <a:prstGeom prst="rect">
                <a:avLst/>
              </a:prstGeom>
              <a:solidFill>
                <a:schemeClr val="bg1"/>
              </a:solidFill>
            </p:spPr>
            <p:txBody>
              <a:bodyPr wrap="square">
                <a:spAutoFit/>
              </a:bodyPr>
              <a:lstStyle/>
              <a:p>
                <a14:m>
                  <m:oMath xmlns:m="http://schemas.openxmlformats.org/officeDocument/2006/math">
                    <m:sSub>
                      <m:sSubPr>
                        <m:ctrlPr>
                          <a:rPr lang="en-US" b="0" i="1" smtClean="0">
                            <a:solidFill>
                              <a:srgbClr val="0000FF"/>
                            </a:solidFill>
                            <a:latin typeface="Cambria Math" panose="02040503050406030204" pitchFamily="18" charset="0"/>
                          </a:rPr>
                        </m:ctrlPr>
                      </m:sSubPr>
                      <m:e>
                        <m:r>
                          <a:rPr lang="en-US" b="0" i="1" smtClean="0">
                            <a:solidFill>
                              <a:srgbClr val="0000FF"/>
                            </a:solidFill>
                            <a:latin typeface="Cambria Math" panose="02040503050406030204" pitchFamily="18" charset="0"/>
                          </a:rPr>
                          <m:t>𝑖</m:t>
                        </m:r>
                      </m:e>
                      <m:sub>
                        <m:r>
                          <a:rPr lang="en-US" b="0" i="1" smtClean="0">
                            <a:solidFill>
                              <a:srgbClr val="0000FF"/>
                            </a:solidFill>
                            <a:latin typeface="Cambria Math" panose="02040503050406030204" pitchFamily="18" charset="0"/>
                          </a:rPr>
                          <m:t>𝑒𝑒</m:t>
                        </m:r>
                      </m:sub>
                    </m:sSub>
                    <m:r>
                      <a:rPr lang="en-US" b="0" i="1" smtClean="0">
                        <a:solidFill>
                          <a:srgbClr val="0000FF"/>
                        </a:solidFill>
                        <a:latin typeface="Cambria Math" panose="02040503050406030204" pitchFamily="18" charset="0"/>
                      </a:rPr>
                      <m:t>=</m:t>
                    </m:r>
                    <m:f>
                      <m:fPr>
                        <m:ctrlPr>
                          <a:rPr lang="en-US" i="1">
                            <a:solidFill>
                              <a:srgbClr val="0000FF"/>
                            </a:solidFill>
                            <a:latin typeface="Cambria Math" panose="02040503050406030204" pitchFamily="18" charset="0"/>
                          </a:rPr>
                        </m:ctrlPr>
                      </m:fPr>
                      <m:num>
                        <m:r>
                          <a:rPr lang="en-US" i="1">
                            <a:solidFill>
                              <a:srgbClr val="0000FF"/>
                            </a:solidFill>
                            <a:latin typeface="Cambria Math" panose="02040503050406030204" pitchFamily="18" charset="0"/>
                          </a:rPr>
                          <m:t>𝛽</m:t>
                        </m:r>
                        <m:r>
                          <a:rPr lang="en-US" i="1">
                            <a:solidFill>
                              <a:srgbClr val="0000FF"/>
                            </a:solidFill>
                            <a:latin typeface="Cambria Math" panose="02040503050406030204" pitchFamily="18" charset="0"/>
                          </a:rPr>
                          <m:t> −</m:t>
                        </m:r>
                        <m:r>
                          <a:rPr lang="en-US" i="1">
                            <a:solidFill>
                              <a:srgbClr val="0000FF"/>
                            </a:solidFill>
                            <a:latin typeface="Cambria Math" panose="02040503050406030204" pitchFamily="18" charset="0"/>
                          </a:rPr>
                          <m:t>𝛾</m:t>
                        </m:r>
                      </m:num>
                      <m:den>
                        <m:r>
                          <a:rPr lang="en-US" i="1">
                            <a:solidFill>
                              <a:srgbClr val="0000FF"/>
                            </a:solidFill>
                            <a:latin typeface="Cambria Math" panose="02040503050406030204" pitchFamily="18" charset="0"/>
                          </a:rPr>
                          <m:t>𝛽</m:t>
                        </m:r>
                      </m:den>
                    </m:f>
                  </m:oMath>
                </a14:m>
                <a:r>
                  <a:rPr lang="en-IN" dirty="0">
                    <a:solidFill>
                      <a:srgbClr val="0000FF"/>
                    </a:solidFill>
                    <a:latin typeface="Cambria" panose="02040503050406030204" pitchFamily="18" charset="0"/>
                    <a:ea typeface="Cambria" panose="02040503050406030204" pitchFamily="18" charset="0"/>
                  </a:rPr>
                  <a:t>    endemic equilibrium, </a:t>
                </a:r>
                <a14:m>
                  <m:oMath xmlns:m="http://schemas.openxmlformats.org/officeDocument/2006/math">
                    <m:r>
                      <a:rPr lang="en-US" b="0" i="1" smtClean="0">
                        <a:solidFill>
                          <a:srgbClr val="0000FF"/>
                        </a:solidFill>
                        <a:latin typeface="Cambria Math" panose="02040503050406030204" pitchFamily="18" charset="0"/>
                      </a:rPr>
                      <m:t>𝑡</m:t>
                    </m:r>
                    <m:r>
                      <a:rPr lang="en-US" b="0" i="1" smtClean="0">
                        <a:solidFill>
                          <a:srgbClr val="0000FF"/>
                        </a:solidFill>
                        <a:latin typeface="Cambria Math" panose="02040503050406030204" pitchFamily="18" charset="0"/>
                      </a:rPr>
                      <m:t>→∞</m:t>
                    </m:r>
                  </m:oMath>
                </a14:m>
                <a:endParaRPr lang="en-IN" dirty="0">
                  <a:solidFill>
                    <a:srgbClr val="0000FF"/>
                  </a:solidFill>
                  <a:latin typeface="Cambria" panose="02040503050406030204" pitchFamily="18" charset="0"/>
                  <a:ea typeface="Cambria" panose="02040503050406030204" pitchFamily="18" charset="0"/>
                </a:endParaRPr>
              </a:p>
            </p:txBody>
          </p:sp>
        </mc:Choice>
        <mc:Fallback xmlns="">
          <p:sp>
            <p:nvSpPr>
              <p:cNvPr id="10" name="TextBox 9">
                <a:extLst>
                  <a:ext uri="{FF2B5EF4-FFF2-40B4-BE49-F238E27FC236}">
                    <a16:creationId xmlns:a16="http://schemas.microsoft.com/office/drawing/2014/main" id="{B051BEFB-A2A8-467E-4DFD-7A13FA09F8F9}"/>
                  </a:ext>
                </a:extLst>
              </p:cNvPr>
              <p:cNvSpPr txBox="1">
                <a:spLocks noRot="1" noChangeAspect="1" noMove="1" noResize="1" noEditPoints="1" noAdjustHandles="1" noChangeArrowheads="1" noChangeShapeType="1" noTextEdit="1"/>
              </p:cNvSpPr>
              <p:nvPr/>
            </p:nvSpPr>
            <p:spPr>
              <a:xfrm>
                <a:off x="3295518" y="5179608"/>
                <a:ext cx="4995156" cy="533095"/>
              </a:xfrm>
              <a:prstGeom prst="rect">
                <a:avLst/>
              </a:prstGeom>
              <a:blipFill>
                <a:blip r:embed="rId10"/>
                <a:stretch>
                  <a:fillRect b="-6897"/>
                </a:stretch>
              </a:blipFill>
            </p:spPr>
            <p:txBody>
              <a:bodyPr/>
              <a:lstStyle/>
              <a:p>
                <a:r>
                  <a:rPr lang="en-IN">
                    <a:noFill/>
                  </a:rPr>
                  <a:t> </a:t>
                </a:r>
              </a:p>
            </p:txBody>
          </p:sp>
        </mc:Fallback>
      </mc:AlternateContent>
    </p:spTree>
    <p:extLst>
      <p:ext uri="{BB962C8B-B14F-4D97-AF65-F5344CB8AC3E}">
        <p14:creationId xmlns:p14="http://schemas.microsoft.com/office/powerpoint/2010/main" val="29417464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13</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p:sp>
        <p:nvSpPr>
          <p:cNvPr id="11" name="TextBox 10">
            <a:extLst>
              <a:ext uri="{FF2B5EF4-FFF2-40B4-BE49-F238E27FC236}">
                <a16:creationId xmlns:a16="http://schemas.microsoft.com/office/drawing/2014/main" id="{90E77283-37FE-BEE7-0D17-7A8B5C56EC80}"/>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5"/>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6"/>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7"/>
                <a:stretch>
                  <a:fillRect l="-2799" t="-6569" r="-2239" b="-15328"/>
                </a:stretch>
              </a:blipFill>
              <a:ln>
                <a:noFill/>
              </a:ln>
              <a:effectLst/>
            </p:spPr>
            <p:txBody>
              <a:bodyPr/>
              <a:lstStyle/>
              <a:p>
                <a:r>
                  <a:rPr lang="en-IN">
                    <a:noFill/>
                  </a:rPr>
                  <a:t> </a:t>
                </a:r>
              </a:p>
            </p:txBody>
          </p:sp>
        </mc:Fallback>
      </mc:AlternateContent>
      <p:sp>
        <p:nvSpPr>
          <p:cNvPr id="14" name="TextBox 13">
            <a:extLst>
              <a:ext uri="{FF2B5EF4-FFF2-40B4-BE49-F238E27FC236}">
                <a16:creationId xmlns:a16="http://schemas.microsoft.com/office/drawing/2014/main" id="{9A075329-E3DA-7F7F-0DC6-62C1E292695A}"/>
              </a:ext>
            </a:extLst>
          </p:cNvPr>
          <p:cNvSpPr txBox="1"/>
          <p:nvPr/>
        </p:nvSpPr>
        <p:spPr>
          <a:xfrm>
            <a:off x="7997452" y="3945298"/>
            <a:ext cx="3583698" cy="923330"/>
          </a:xfrm>
          <a:prstGeom prst="rect">
            <a:avLst/>
          </a:prstGeom>
          <a:solidFill>
            <a:schemeClr val="bg1"/>
          </a:solidFill>
        </p:spPr>
        <p:txBody>
          <a:bodyPr wrap="square">
            <a:spAutoFit/>
          </a:bodyPr>
          <a:lstStyle/>
          <a:p>
            <a:r>
              <a:rPr lang="en-US" dirty="0">
                <a:solidFill>
                  <a:srgbClr val="0000FF"/>
                </a:solidFill>
                <a:latin typeface="Cambria" panose="02040503050406030204" pitchFamily="18" charset="0"/>
                <a:ea typeface="Cambria" panose="02040503050406030204" pitchFamily="18" charset="0"/>
              </a:rPr>
              <a:t>Assumptions:</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Homogeneous mixing</a:t>
            </a:r>
          </a:p>
          <a:p>
            <a:pPr marL="742950" lvl="1" indent="-285750">
              <a:buFont typeface="Arial" panose="020B0604020202020204" pitchFamily="34" charset="0"/>
              <a:buChar char="•"/>
            </a:pPr>
            <a:r>
              <a:rPr lang="en-US" dirty="0">
                <a:latin typeface="Cambria" panose="02040503050406030204" pitchFamily="18" charset="0"/>
                <a:ea typeface="Cambria" panose="02040503050406030204" pitchFamily="18" charset="0"/>
              </a:rPr>
              <a:t>Constant recovering rate</a:t>
            </a:r>
          </a:p>
        </p:txBody>
      </p:sp>
    </p:spTree>
    <p:extLst>
      <p:ext uri="{BB962C8B-B14F-4D97-AF65-F5344CB8AC3E}">
        <p14:creationId xmlns:p14="http://schemas.microsoft.com/office/powerpoint/2010/main" val="504703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 calcmode="lin" valueType="num">
                                      <p:cBhvr additive="base">
                                        <p:cTn id="21" dur="500" fill="hold"/>
                                        <p:tgtEl>
                                          <p:spTgt spid="36"/>
                                        </p:tgtEl>
                                        <p:attrNameLst>
                                          <p:attrName>ppt_x</p:attrName>
                                        </p:attrNameLst>
                                      </p:cBhvr>
                                      <p:tavLst>
                                        <p:tav tm="0">
                                          <p:val>
                                            <p:strVal val="#ppt_x"/>
                                          </p:val>
                                        </p:tav>
                                        <p:tav tm="100000">
                                          <p:val>
                                            <p:strVal val="#ppt_x"/>
                                          </p:val>
                                        </p:tav>
                                      </p:tavLst>
                                    </p:anim>
                                    <p:anim calcmode="lin" valueType="num">
                                      <p:cBhvr additive="base">
                                        <p:cTn id="22" dur="500" fill="hold"/>
                                        <p:tgtEl>
                                          <p:spTgt spid="3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1000"/>
                                        <p:tgtEl>
                                          <p:spTgt spid="19"/>
                                        </p:tgtEl>
                                      </p:cBhvr>
                                    </p:animEffect>
                                    <p:anim calcmode="lin" valueType="num">
                                      <p:cBhvr>
                                        <p:cTn id="32" dur="1000" fill="hold"/>
                                        <p:tgtEl>
                                          <p:spTgt spid="19"/>
                                        </p:tgtEl>
                                        <p:attrNameLst>
                                          <p:attrName>ppt_x</p:attrName>
                                        </p:attrNameLst>
                                      </p:cBhvr>
                                      <p:tavLst>
                                        <p:tav tm="0">
                                          <p:val>
                                            <p:strVal val="#ppt_x"/>
                                          </p:val>
                                        </p:tav>
                                        <p:tav tm="100000">
                                          <p:val>
                                            <p:strVal val="#ppt_x"/>
                                          </p:val>
                                        </p:tav>
                                      </p:tavLst>
                                    </p:anim>
                                    <p:anim calcmode="lin" valueType="num">
                                      <p:cBhvr>
                                        <p:cTn id="33" dur="100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9" grpId="0" animBg="1"/>
      <p:bldP spid="36"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14</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6"/>
                <a:stretch>
                  <a:fillRect/>
                </a:stretch>
              </a:blipFill>
            </p:spPr>
            <p:txBody>
              <a:bodyPr/>
              <a:lstStyle/>
              <a:p>
                <a:r>
                  <a:rPr lang="en-IN">
                    <a:noFill/>
                  </a:rPr>
                  <a:t> </a:t>
                </a:r>
              </a:p>
            </p:txBody>
          </p:sp>
        </mc:Fallback>
      </mc:AlternateContent>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8"/>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11"/>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14"/>
                <a:stretch>
                  <a:fillRect l="-2799" t="-6569" r="-2239" b="-15328"/>
                </a:stretch>
              </a:blipFill>
              <a:ln>
                <a:noFill/>
              </a:ln>
              <a:effectLst/>
            </p:spPr>
            <p:txBody>
              <a:bodyPr/>
              <a:lstStyle/>
              <a:p>
                <a:r>
                  <a:rPr lang="en-IN">
                    <a:noFill/>
                  </a:rPr>
                  <a:t> </a:t>
                </a:r>
              </a:p>
            </p:txBody>
          </p:sp>
        </mc:Fallback>
      </mc:AlternateContent>
      <p:sp>
        <p:nvSpPr>
          <p:cNvPr id="8" name="TextBox 7">
            <a:extLst>
              <a:ext uri="{FF2B5EF4-FFF2-40B4-BE49-F238E27FC236}">
                <a16:creationId xmlns:a16="http://schemas.microsoft.com/office/drawing/2014/main" id="{187E7F63-7660-8C10-E288-DB2E3B34D168}"/>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2089777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15</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6"/>
                <a:stretch>
                  <a:fillRect/>
                </a:stretch>
              </a:blipFill>
            </p:spPr>
            <p:txBody>
              <a:bodyPr/>
              <a:lstStyle/>
              <a:p>
                <a:r>
                  <a:rPr lang="en-IN">
                    <a:noFill/>
                  </a:rPr>
                  <a:t> </a:t>
                </a:r>
              </a:p>
            </p:txBody>
          </p:sp>
        </mc:Fallback>
      </mc:AlternateContent>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0972" y="4562203"/>
            <a:ext cx="4463396" cy="1346892"/>
          </a:xfrm>
          <a:prstGeom prst="rect">
            <a:avLst/>
          </a:prstGeom>
        </p:spPr>
      </p:pic>
      <mc:AlternateContent xmlns:mc="http://schemas.openxmlformats.org/markup-compatibility/2006" xmlns:a14="http://schemas.microsoft.com/office/drawing/2010/main">
        <mc:Choice Requires="a14">
          <p:sp>
            <p:nvSpPr>
              <p:cNvPr id="7" name="Object 6">
                <a:extLst>
                  <a:ext uri="{FF2B5EF4-FFF2-40B4-BE49-F238E27FC236}">
                    <a16:creationId xmlns:a16="http://schemas.microsoft.com/office/drawing/2014/main" id="{7EB09ED0-812B-CBB9-8AC1-EFB549A070CE}"/>
                  </a:ext>
                </a:extLst>
              </p:cNvPr>
              <p:cNvSpPr txBox="1"/>
              <p:nvPr/>
            </p:nvSpPr>
            <p:spPr bwMode="auto">
              <a:xfrm>
                <a:off x="9483789" y="2471884"/>
                <a:ext cx="1557337" cy="396875"/>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𝑟</m:t>
                      </m:r>
                      <m:r>
                        <a:rPr lang="en-IN" i="1">
                          <a:solidFill>
                            <a:srgbClr val="000000"/>
                          </a:solidFill>
                          <a:latin typeface="Cambria Math" panose="02040503050406030204" pitchFamily="18" charset="0"/>
                        </a:rPr>
                        <m:t>=1</m:t>
                      </m:r>
                    </m:oMath>
                  </m:oMathPara>
                </a14:m>
                <a:endParaRPr lang="en-IN" dirty="0"/>
              </a:p>
            </p:txBody>
          </p:sp>
        </mc:Choice>
        <mc:Fallback xmlns="">
          <p:sp>
            <p:nvSpPr>
              <p:cNvPr id="7" name="Object 6">
                <a:extLst>
                  <a:ext uri="{FF2B5EF4-FFF2-40B4-BE49-F238E27FC236}">
                    <a16:creationId xmlns:a16="http://schemas.microsoft.com/office/drawing/2014/main" id="{7EB09ED0-812B-CBB9-8AC1-EFB549A070CE}"/>
                  </a:ext>
                </a:extLst>
              </p:cNvPr>
              <p:cNvSpPr txBox="1">
                <a:spLocks noRot="1" noChangeAspect="1" noMove="1" noResize="1" noEditPoints="1" noAdjustHandles="1" noChangeArrowheads="1" noChangeShapeType="1" noTextEdit="1"/>
              </p:cNvSpPr>
              <p:nvPr/>
            </p:nvSpPr>
            <p:spPr bwMode="auto">
              <a:xfrm>
                <a:off x="9483789" y="2471884"/>
                <a:ext cx="1557337" cy="396875"/>
              </a:xfrm>
              <a:prstGeom prst="rect">
                <a:avLst/>
              </a:prstGeom>
              <a:blipFill>
                <a:blip r:embed="rId8"/>
                <a:stretch>
                  <a:fillRect/>
                </a:stretch>
              </a:blipFill>
              <a:ln>
                <a:noFill/>
              </a:ln>
              <a:effectLst/>
            </p:spPr>
            <p:txBody>
              <a:bodyPr/>
              <a:lstStyle/>
              <a:p>
                <a:r>
                  <a:rPr lang="en-IN">
                    <a:noFill/>
                  </a:rPr>
                  <a:t> </a:t>
                </a:r>
              </a:p>
            </p:txBody>
          </p:sp>
        </mc:Fallback>
      </mc:AlternateContent>
      <p:sp>
        <p:nvSpPr>
          <p:cNvPr id="12" name="Text Box 7">
            <a:extLst>
              <a:ext uri="{FF2B5EF4-FFF2-40B4-BE49-F238E27FC236}">
                <a16:creationId xmlns:a16="http://schemas.microsoft.com/office/drawing/2014/main" id="{C81839F0-5A0B-5B84-1EF9-AFBFD1FF54E4}"/>
              </a:ext>
            </a:extLst>
          </p:cNvPr>
          <p:cNvSpPr txBox="1">
            <a:spLocks noChangeArrowheads="1"/>
          </p:cNvSpPr>
          <p:nvPr/>
        </p:nvSpPr>
        <p:spPr bwMode="auto">
          <a:xfrm>
            <a:off x="3643090" y="1266343"/>
            <a:ext cx="5463355" cy="923330"/>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sz="1800" i="1" dirty="0"/>
              <a:t>s=S/N</a:t>
            </a:r>
            <a:r>
              <a:rPr lang="en-US" altLang="en-US" sz="1800" dirty="0"/>
              <a:t>: </a:t>
            </a:r>
            <a:r>
              <a:rPr lang="en-US" altLang="en-US" sz="1800" i="1" dirty="0"/>
              <a:t>density</a:t>
            </a:r>
            <a:r>
              <a:rPr lang="en-US" altLang="en-US" sz="1800" dirty="0"/>
              <a:t> of </a:t>
            </a:r>
            <a:r>
              <a:rPr lang="en-US" altLang="en-US" sz="1800" dirty="0">
                <a:solidFill>
                  <a:srgbClr val="FF0000"/>
                </a:solidFill>
              </a:rPr>
              <a:t>Susceptible</a:t>
            </a:r>
            <a:r>
              <a:rPr lang="en-US" altLang="en-US" sz="1800" dirty="0"/>
              <a:t> individuals</a:t>
            </a:r>
            <a:endParaRPr lang="en-US" altLang="en-US" sz="1800" i="1" baseline="-25000" dirty="0">
              <a:sym typeface="Symbol" panose="05050102010706020507" pitchFamily="18" charset="2"/>
            </a:endParaRPr>
          </a:p>
          <a:p>
            <a:pPr eaLnBrk="1" hangingPunct="1"/>
            <a:r>
              <a:rPr lang="en-US" altLang="en-US" sz="1800" i="1" dirty="0" err="1"/>
              <a:t>i</a:t>
            </a:r>
            <a:r>
              <a:rPr lang="en-US" altLang="en-US" sz="1800" i="1" dirty="0"/>
              <a:t>=I/N</a:t>
            </a:r>
            <a:r>
              <a:rPr lang="en-US" altLang="en-US" sz="1800" dirty="0"/>
              <a:t>: </a:t>
            </a:r>
            <a:r>
              <a:rPr lang="en-US" altLang="en-US" sz="1800" i="1" dirty="0"/>
              <a:t>density</a:t>
            </a:r>
            <a:r>
              <a:rPr lang="en-US" altLang="en-US" sz="1800" dirty="0"/>
              <a:t> of </a:t>
            </a:r>
            <a:r>
              <a:rPr lang="en-US" altLang="en-US" sz="1800" dirty="0">
                <a:solidFill>
                  <a:srgbClr val="FF0000"/>
                </a:solidFill>
              </a:rPr>
              <a:t>Infective</a:t>
            </a:r>
            <a:r>
              <a:rPr lang="en-US" altLang="en-US" sz="1800" dirty="0"/>
              <a:t> individuals</a:t>
            </a:r>
          </a:p>
          <a:p>
            <a:pPr eaLnBrk="1" hangingPunct="1"/>
            <a:r>
              <a:rPr lang="en-US" altLang="en-US" sz="1800" i="1" dirty="0"/>
              <a:t>r=R/N</a:t>
            </a:r>
            <a:r>
              <a:rPr lang="en-US" altLang="en-US" sz="1800" dirty="0"/>
              <a:t>: </a:t>
            </a:r>
            <a:r>
              <a:rPr lang="en-US" altLang="en-US" sz="1800" i="1" dirty="0"/>
              <a:t>density</a:t>
            </a:r>
            <a:r>
              <a:rPr lang="en-US" altLang="en-US" sz="1800" dirty="0"/>
              <a:t> of </a:t>
            </a:r>
            <a:r>
              <a:rPr lang="en-US" altLang="en-US" sz="1800" dirty="0">
                <a:solidFill>
                  <a:srgbClr val="FF0000"/>
                </a:solidFill>
              </a:rPr>
              <a:t>Removed (recovered/dead)</a:t>
            </a:r>
            <a:r>
              <a:rPr lang="en-US" altLang="en-US" sz="1800" dirty="0"/>
              <a:t> individuals</a:t>
            </a:r>
          </a:p>
        </p:txBody>
      </p:sp>
      <p:grpSp>
        <p:nvGrpSpPr>
          <p:cNvPr id="13" name="Group 16">
            <a:extLst>
              <a:ext uri="{FF2B5EF4-FFF2-40B4-BE49-F238E27FC236}">
                <a16:creationId xmlns:a16="http://schemas.microsoft.com/office/drawing/2014/main" id="{40C4FDBF-83C5-C003-203C-515A1A9201A4}"/>
              </a:ext>
            </a:extLst>
          </p:cNvPr>
          <p:cNvGrpSpPr>
            <a:grpSpLocks/>
          </p:cNvGrpSpPr>
          <p:nvPr/>
        </p:nvGrpSpPr>
        <p:grpSpPr bwMode="auto">
          <a:xfrm>
            <a:off x="4471257" y="3107049"/>
            <a:ext cx="6538913" cy="879475"/>
            <a:chOff x="1872" y="2141"/>
            <a:chExt cx="4119" cy="554"/>
          </a:xfrm>
          <a:solidFill>
            <a:schemeClr val="bg1"/>
          </a:solidFill>
        </p:grpSpPr>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DB3ECC9F-1F82-DB4E-09F2-6620CAA52E69}"/>
                    </a:ext>
                  </a:extLst>
                </p:cNvPr>
                <p:cNvSpPr txBox="1"/>
                <p:nvPr/>
              </p:nvSpPr>
              <p:spPr bwMode="auto">
                <a:xfrm>
                  <a:off x="2880" y="2141"/>
                  <a:ext cx="1820" cy="554"/>
                </a:xfrm>
                <a:prstGeom prst="rect">
                  <a:avLst/>
                </a:prstGeom>
                <a:grp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𝑡</m:t>
                            </m:r>
                            <m:r>
                              <a:rPr lang="en-IN" i="1">
                                <a:solidFill>
                                  <a:srgbClr val="000000"/>
                                </a:solidFill>
                                <a:latin typeface="Cambria Math" panose="02040503050406030204" pitchFamily="18" charset="0"/>
                              </a:rPr>
                              <m:t>)</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𝛽</m:t>
                        </m:r>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𝛾</m:t>
                        </m:r>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𝑖</m:t>
                        </m:r>
                        <m:r>
                          <a:rPr lang="en-IN" i="1">
                            <a:solidFill>
                              <a:srgbClr val="000000"/>
                            </a:solidFill>
                            <a:latin typeface="Cambria Math" panose="02040503050406030204" pitchFamily="18" charset="0"/>
                          </a:rPr>
                          <m:t>&gt;0</m:t>
                        </m:r>
                      </m:oMath>
                    </m:oMathPara>
                  </a14:m>
                  <a:endParaRPr lang="en-IN" dirty="0"/>
                </a:p>
              </p:txBody>
            </p:sp>
          </mc:Choice>
          <mc:Fallback xmlns="">
            <p:sp>
              <p:nvSpPr>
                <p:cNvPr id="14" name="Object 5">
                  <a:extLst>
                    <a:ext uri="{FF2B5EF4-FFF2-40B4-BE49-F238E27FC236}">
                      <a16:creationId xmlns:a16="http://schemas.microsoft.com/office/drawing/2014/main" id="{DB3ECC9F-1F82-DB4E-09F2-6620CAA52E69}"/>
                    </a:ext>
                  </a:extLst>
                </p:cNvPr>
                <p:cNvSpPr txBox="1">
                  <a:spLocks noRot="1" noChangeAspect="1" noMove="1" noResize="1" noEditPoints="1" noAdjustHandles="1" noChangeArrowheads="1" noChangeShapeType="1" noTextEdit="1"/>
                </p:cNvSpPr>
                <p:nvPr/>
              </p:nvSpPr>
              <p:spPr bwMode="auto">
                <a:xfrm>
                  <a:off x="2880" y="2141"/>
                  <a:ext cx="1820" cy="554"/>
                </a:xfrm>
                <a:prstGeom prst="rect">
                  <a:avLst/>
                </a:prstGeom>
                <a:blipFill>
                  <a:blip r:embed="rId9"/>
                  <a:stretch>
                    <a:fillRect/>
                  </a:stretch>
                </a:blipFill>
                <a:ln w="38100">
                  <a:solidFill>
                    <a:srgbClr val="FF0000"/>
                  </a:solidFill>
                  <a:miter lim="800000"/>
                  <a:headEnd/>
                  <a:tailEnd/>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Object 10">
                  <a:extLst>
                    <a:ext uri="{FF2B5EF4-FFF2-40B4-BE49-F238E27FC236}">
                      <a16:creationId xmlns:a16="http://schemas.microsoft.com/office/drawing/2014/main" id="{CFA6D0D6-2D9C-F59D-D70A-208E880A9269}"/>
                    </a:ext>
                  </a:extLst>
                </p:cNvPr>
                <p:cNvSpPr txBox="1"/>
                <p:nvPr/>
              </p:nvSpPr>
              <p:spPr bwMode="auto">
                <a:xfrm>
                  <a:off x="5153" y="2270"/>
                  <a:ext cx="838" cy="286"/>
                </a:xfrm>
                <a:prstGeom prst="rect">
                  <a:avLst/>
                </a:prstGeom>
                <a:grpFill/>
                <a:ln>
                  <a:noFill/>
                </a:ln>
                <a:effectLst/>
              </p:spPr>
              <p:txBody>
                <a:bodyPr>
                  <a:normAutofit/>
                </a:bodyPr>
                <a:lstStyle/>
                <a:p>
                  <a:pPr/>
                  <a14:m>
                    <m:oMathPara xmlns:m="http://schemas.openxmlformats.org/officeDocument/2006/math">
                      <m:oMathParaPr>
                        <m:jc m:val="left"/>
                      </m:oMathParaPr>
                      <m:oMath>
                        <m:r>
                          <a:rPr lang="en-IN" i="1">
                            <a:solidFill>
                              <a:srgbClr val="000000"/>
                            </a:solidFill>
                            <a:latin typeface="Cambria Math" panose="02040503050406030204" pitchFamily="18" charset="0"/>
                          </a:rPr>
                          <m:t>(</m:t>
                        </m:r>
                        <m:r>
                          <a:rPr lang="en-IN" i="1">
                            <a:solidFill>
                              <a:srgbClr val="000000"/>
                            </a:solidFill>
                            <a:latin typeface="Cambria Math" panose="02040503050406030204" pitchFamily="18" charset="0"/>
                          </a:rPr>
                          <m:t>𝑠</m:t>
                        </m:r>
                        <m:r>
                          <a:rPr lang="en-IN" i="1">
                            <a:solidFill>
                              <a:srgbClr val="000000"/>
                            </a:solidFill>
                            <a:latin typeface="Cambria Math" panose="02040503050406030204" pitchFamily="18" charset="0"/>
                          </a:rPr>
                          <m:t>(0)≈1)</m:t>
                        </m:r>
                      </m:oMath>
                    </m:oMathPara>
                  </a14:m>
                  <a:endParaRPr lang="en-IN" dirty="0"/>
                </a:p>
              </p:txBody>
            </p:sp>
          </mc:Choice>
          <mc:Fallback xmlns="">
            <p:sp>
              <p:nvSpPr>
                <p:cNvPr id="17" name="Object 10">
                  <a:extLst>
                    <a:ext uri="{FF2B5EF4-FFF2-40B4-BE49-F238E27FC236}">
                      <a16:creationId xmlns:a16="http://schemas.microsoft.com/office/drawing/2014/main" id="{CFA6D0D6-2D9C-F59D-D70A-208E880A9269}"/>
                    </a:ext>
                  </a:extLst>
                </p:cNvPr>
                <p:cNvSpPr txBox="1">
                  <a:spLocks noRot="1" noChangeAspect="1" noMove="1" noResize="1" noEditPoints="1" noAdjustHandles="1" noChangeArrowheads="1" noChangeShapeType="1" noTextEdit="1"/>
                </p:cNvSpPr>
                <p:nvPr/>
              </p:nvSpPr>
              <p:spPr bwMode="auto">
                <a:xfrm>
                  <a:off x="5153" y="2270"/>
                  <a:ext cx="838" cy="286"/>
                </a:xfrm>
                <a:prstGeom prst="rect">
                  <a:avLst/>
                </a:prstGeom>
                <a:blipFill>
                  <a:blip r:embed="rId10"/>
                  <a:stretch>
                    <a:fillRect l="-1376"/>
                  </a:stretch>
                </a:blipFill>
                <a:ln>
                  <a:noFill/>
                </a:ln>
                <a:effectLst/>
              </p:spPr>
              <p:txBody>
                <a:bodyPr/>
                <a:lstStyle/>
                <a:p>
                  <a:r>
                    <a:rPr lang="en-IN">
                      <a:noFill/>
                    </a:rPr>
                    <a:t> </a:t>
                  </a:r>
                </a:p>
              </p:txBody>
            </p:sp>
          </mc:Fallback>
        </mc:AlternateContent>
        <p:sp>
          <p:nvSpPr>
            <p:cNvPr id="18" name="AutoShape 12">
              <a:extLst>
                <a:ext uri="{FF2B5EF4-FFF2-40B4-BE49-F238E27FC236}">
                  <a16:creationId xmlns:a16="http://schemas.microsoft.com/office/drawing/2014/main" id="{60A5B3B0-6E44-CC23-8506-5B322373D9D5}"/>
                </a:ext>
              </a:extLst>
            </p:cNvPr>
            <p:cNvSpPr>
              <a:spLocks noChangeArrowheads="1"/>
            </p:cNvSpPr>
            <p:nvPr/>
          </p:nvSpPr>
          <p:spPr bwMode="auto">
            <a:xfrm>
              <a:off x="1872" y="2286"/>
              <a:ext cx="615" cy="306"/>
            </a:xfrm>
            <a:prstGeom prst="rightArrow">
              <a:avLst>
                <a:gd name="adj1" fmla="val 50000"/>
                <a:gd name="adj2" fmla="val 50245"/>
              </a:avLst>
            </a:pr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US" altLang="en-US"/>
            </a:p>
          </p:txBody>
        </p:sp>
      </p:grpSp>
      <mc:AlternateContent xmlns:mc="http://schemas.openxmlformats.org/markup-compatibility/2006" xmlns:a14="http://schemas.microsoft.com/office/drawing/2010/main">
        <mc:Choice Requires="a14">
          <p:sp>
            <p:nvSpPr>
              <p:cNvPr id="19" name="Object 13">
                <a:extLst>
                  <a:ext uri="{FF2B5EF4-FFF2-40B4-BE49-F238E27FC236}">
                    <a16:creationId xmlns:a16="http://schemas.microsoft.com/office/drawing/2014/main" id="{7DD45D80-4ABA-DE5C-DC19-42D99031ED0B}"/>
                  </a:ext>
                </a:extLst>
              </p:cNvPr>
              <p:cNvSpPr txBox="1"/>
              <p:nvPr/>
            </p:nvSpPr>
            <p:spPr bwMode="auto">
              <a:xfrm>
                <a:off x="8944833" y="1531188"/>
                <a:ext cx="2635250" cy="963612"/>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m:d>
                        <m:dPr>
                          <m:ctrlPr>
                            <a:rPr lang="en-IN" i="1">
                              <a:solidFill>
                                <a:srgbClr val="000000"/>
                              </a:solidFill>
                              <a:latin typeface="Cambria Math" panose="02040503050406030204" pitchFamily="18" charset="0"/>
                            </a:rPr>
                          </m:ctrlPr>
                        </m:dPr>
                        <m:e>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𝑑𝑠</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𝑑𝑖</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𝑑𝑟</m:t>
                              </m:r>
                            </m:num>
                            <m:den>
                              <m:r>
                                <a:rPr lang="en-IN" i="1">
                                  <a:solidFill>
                                    <a:srgbClr val="000000"/>
                                  </a:solidFill>
                                  <a:latin typeface="Cambria Math" panose="02040503050406030204" pitchFamily="18" charset="0"/>
                                </a:rPr>
                                <m:t>𝑑𝑡</m:t>
                              </m:r>
                            </m:den>
                          </m:f>
                          <m:r>
                            <a:rPr lang="en-IN" i="1">
                              <a:solidFill>
                                <a:srgbClr val="000000"/>
                              </a:solidFill>
                              <a:latin typeface="Cambria Math" panose="02040503050406030204" pitchFamily="18" charset="0"/>
                            </a:rPr>
                            <m:t>=0</m:t>
                          </m:r>
                        </m:e>
                      </m:d>
                    </m:oMath>
                  </m:oMathPara>
                </a14:m>
                <a:endParaRPr lang="en-IN" dirty="0"/>
              </a:p>
            </p:txBody>
          </p:sp>
        </mc:Choice>
        <mc:Fallback xmlns="">
          <p:sp>
            <p:nvSpPr>
              <p:cNvPr id="19" name="Object 13">
                <a:extLst>
                  <a:ext uri="{FF2B5EF4-FFF2-40B4-BE49-F238E27FC236}">
                    <a16:creationId xmlns:a16="http://schemas.microsoft.com/office/drawing/2014/main" id="{7DD45D80-4ABA-DE5C-DC19-42D99031ED0B}"/>
                  </a:ext>
                </a:extLst>
              </p:cNvPr>
              <p:cNvSpPr txBox="1">
                <a:spLocks noRot="1" noChangeAspect="1" noMove="1" noResize="1" noEditPoints="1" noAdjustHandles="1" noChangeArrowheads="1" noChangeShapeType="1" noTextEdit="1"/>
              </p:cNvSpPr>
              <p:nvPr/>
            </p:nvSpPr>
            <p:spPr bwMode="auto">
              <a:xfrm>
                <a:off x="8944833" y="1531188"/>
                <a:ext cx="2635250" cy="963612"/>
              </a:xfrm>
              <a:prstGeom prst="rect">
                <a:avLst/>
              </a:prstGeom>
              <a:blipFill>
                <a:blip r:embed="rId11"/>
                <a:stretch>
                  <a:fillRect/>
                </a:stretch>
              </a:blipFill>
              <a:ln>
                <a:noFill/>
              </a:ln>
              <a:effectLst/>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Object 8">
                <a:extLst>
                  <a:ext uri="{FF2B5EF4-FFF2-40B4-BE49-F238E27FC236}">
                    <a16:creationId xmlns:a16="http://schemas.microsoft.com/office/drawing/2014/main" id="{C12DE65D-A805-CDA8-89F3-C61A2BDD3F9B}"/>
                  </a:ext>
                </a:extLst>
              </p:cNvPr>
              <p:cNvSpPr txBox="1"/>
              <p:nvPr/>
            </p:nvSpPr>
            <p:spPr bwMode="auto">
              <a:xfrm>
                <a:off x="9902825" y="4210050"/>
                <a:ext cx="1530350" cy="936625"/>
              </a:xfrm>
              <a:prstGeom prst="rect">
                <a:avLst/>
              </a:prstGeom>
              <a:solidFill>
                <a:schemeClr val="bg1"/>
              </a:solid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sSub>
                        <m:sSubPr>
                          <m:ctrlPr>
                            <a:rPr lang="en-IN" i="1">
                              <a:solidFill>
                                <a:srgbClr val="000000"/>
                              </a:solidFill>
                              <a:latin typeface="Cambria Math" panose="02040503050406030204" pitchFamily="18" charset="0"/>
                            </a:rPr>
                          </m:ctrlPr>
                        </m:sSubPr>
                        <m:e>
                          <m:r>
                            <a:rPr lang="en-IN" i="1">
                              <a:solidFill>
                                <a:srgbClr val="000000"/>
                              </a:solidFill>
                              <a:latin typeface="Cambria Math" panose="02040503050406030204" pitchFamily="18" charset="0"/>
                            </a:rPr>
                            <m:t>𝑅</m:t>
                          </m:r>
                        </m:e>
                        <m:sub>
                          <m:r>
                            <a:rPr lang="en-IN" i="1">
                              <a:solidFill>
                                <a:srgbClr val="000000"/>
                              </a:solidFill>
                              <a:latin typeface="Cambria Math" panose="02040503050406030204" pitchFamily="18" charset="0"/>
                            </a:rPr>
                            <m:t>𝑜</m:t>
                          </m:r>
                        </m:sub>
                      </m:sSub>
                      <m:r>
                        <a:rPr lang="en-IN" i="1">
                          <a:solidFill>
                            <a:srgbClr val="000000"/>
                          </a:solidFill>
                          <a:latin typeface="Cambria Math" panose="02040503050406030204" pitchFamily="18" charset="0"/>
                        </a:rPr>
                        <m:t>≡</m:t>
                      </m:r>
                      <m:f>
                        <m:fPr>
                          <m:ctrlPr>
                            <a:rPr lang="en-IN" i="1">
                              <a:solidFill>
                                <a:srgbClr val="000000"/>
                              </a:solidFill>
                              <a:latin typeface="Cambria Math" panose="02040503050406030204" pitchFamily="18" charset="0"/>
                            </a:rPr>
                          </m:ctrlPr>
                        </m:fPr>
                        <m:num>
                          <m:r>
                            <a:rPr lang="en-IN" i="1">
                              <a:solidFill>
                                <a:srgbClr val="000000"/>
                              </a:solidFill>
                              <a:latin typeface="Cambria Math" panose="02040503050406030204" pitchFamily="18" charset="0"/>
                            </a:rPr>
                            <m:t>𝛽</m:t>
                          </m:r>
                        </m:num>
                        <m:den>
                          <m:r>
                            <a:rPr lang="en-US" b="0" i="1" smtClean="0">
                              <a:solidFill>
                                <a:srgbClr val="000000"/>
                              </a:solidFill>
                              <a:latin typeface="Cambria Math" panose="02040503050406030204" pitchFamily="18" charset="0"/>
                            </a:rPr>
                            <m:t>𝛾</m:t>
                          </m:r>
                        </m:den>
                      </m:f>
                      <m:r>
                        <a:rPr lang="en-IN" i="1">
                          <a:solidFill>
                            <a:srgbClr val="000000"/>
                          </a:solidFill>
                          <a:latin typeface="Cambria Math" panose="02040503050406030204" pitchFamily="18" charset="0"/>
                        </a:rPr>
                        <m:t>&gt;1</m:t>
                      </m:r>
                    </m:oMath>
                  </m:oMathPara>
                </a14:m>
                <a:endParaRPr lang="en-IN" dirty="0"/>
              </a:p>
            </p:txBody>
          </p:sp>
        </mc:Choice>
        <mc:Fallback xmlns="">
          <p:sp>
            <p:nvSpPr>
              <p:cNvPr id="28" name="Object 8">
                <a:extLst>
                  <a:ext uri="{FF2B5EF4-FFF2-40B4-BE49-F238E27FC236}">
                    <a16:creationId xmlns:a16="http://schemas.microsoft.com/office/drawing/2014/main" id="{C12DE65D-A805-CDA8-89F3-C61A2BDD3F9B}"/>
                  </a:ext>
                </a:extLst>
              </p:cNvPr>
              <p:cNvSpPr txBox="1">
                <a:spLocks noRot="1" noChangeAspect="1" noMove="1" noResize="1" noEditPoints="1" noAdjustHandles="1" noChangeArrowheads="1" noChangeShapeType="1" noTextEdit="1"/>
              </p:cNvSpPr>
              <p:nvPr/>
            </p:nvSpPr>
            <p:spPr bwMode="auto">
              <a:xfrm>
                <a:off x="9902825" y="4210050"/>
                <a:ext cx="1530350" cy="936625"/>
              </a:xfrm>
              <a:prstGeom prst="rect">
                <a:avLst/>
              </a:prstGeom>
              <a:blipFill>
                <a:blip r:embed="rId12"/>
                <a:stretch>
                  <a:fillRect/>
                </a:stretch>
              </a:blipFill>
              <a:ln w="38100">
                <a:solidFill>
                  <a:srgbClr val="FF0000"/>
                </a:solidFill>
                <a:miter lim="800000"/>
                <a:headEnd/>
                <a:tailEnd/>
              </a:ln>
              <a:effectLst/>
            </p:spPr>
            <p:txBody>
              <a:bodyPr/>
              <a:lstStyle/>
              <a:p>
                <a:r>
                  <a:rPr lang="en-IN">
                    <a:noFill/>
                  </a:rPr>
                  <a:t> </a:t>
                </a:r>
              </a:p>
            </p:txBody>
          </p:sp>
        </mc:Fallback>
      </mc:AlternateContent>
      <p:grpSp>
        <p:nvGrpSpPr>
          <p:cNvPr id="29" name="Group 28">
            <a:extLst>
              <a:ext uri="{FF2B5EF4-FFF2-40B4-BE49-F238E27FC236}">
                <a16:creationId xmlns:a16="http://schemas.microsoft.com/office/drawing/2014/main" id="{7832389C-E02C-C1AC-70C4-8B20F365691A}"/>
              </a:ext>
            </a:extLst>
          </p:cNvPr>
          <p:cNvGrpSpPr>
            <a:grpSpLocks/>
          </p:cNvGrpSpPr>
          <p:nvPr/>
        </p:nvGrpSpPr>
        <p:grpSpPr bwMode="auto">
          <a:xfrm>
            <a:off x="6888163" y="4096474"/>
            <a:ext cx="2792412" cy="852487"/>
            <a:chOff x="4218781" y="4496594"/>
            <a:chExt cx="2791619" cy="852488"/>
          </a:xfrm>
          <a:solidFill>
            <a:schemeClr val="bg1"/>
          </a:solidFill>
        </p:grpSpPr>
        <p:sp>
          <p:nvSpPr>
            <p:cNvPr id="30" name="AutoShape 9">
              <a:extLst>
                <a:ext uri="{FF2B5EF4-FFF2-40B4-BE49-F238E27FC236}">
                  <a16:creationId xmlns:a16="http://schemas.microsoft.com/office/drawing/2014/main" id="{5A9EBE2B-D0A4-D4D7-CE15-0FD2B5CC02DF}"/>
                </a:ext>
              </a:extLst>
            </p:cNvPr>
            <p:cNvSpPr>
              <a:spLocks noChangeArrowheads="1"/>
            </p:cNvSpPr>
            <p:nvPr/>
          </p:nvSpPr>
          <p:spPr bwMode="auto">
            <a:xfrm rot="5400000">
              <a:off x="4159250" y="4556125"/>
              <a:ext cx="852488" cy="733425"/>
            </a:xfrm>
            <a:custGeom>
              <a:avLst/>
              <a:gdLst>
                <a:gd name="T0" fmla="*/ 598123 w 21600"/>
                <a:gd name="T1" fmla="*/ 0 h 21600"/>
                <a:gd name="T2" fmla="*/ 358242 w 21600"/>
                <a:gd name="T3" fmla="*/ 177550 h 21600"/>
                <a:gd name="T4" fmla="*/ 0 w 21600"/>
                <a:gd name="T5" fmla="*/ 443892 h 21600"/>
                <a:gd name="T6" fmla="*/ 358242 w 21600"/>
                <a:gd name="T7" fmla="*/ 532650 h 21600"/>
                <a:gd name="T8" fmla="*/ 716524 w 21600"/>
                <a:gd name="T9" fmla="*/ 370108 h 21600"/>
                <a:gd name="T10" fmla="*/ 836464 w 21600"/>
                <a:gd name="T11" fmla="*/ 17755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3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grp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mc:AlternateContent xmlns:mc="http://schemas.openxmlformats.org/markup-compatibility/2006" xmlns:a14="http://schemas.microsoft.com/office/drawing/2010/main">
          <mc:Choice Requires="a14">
            <p:sp>
              <p:nvSpPr>
                <p:cNvPr id="31" name="Object 1">
                  <a:extLst>
                    <a:ext uri="{FF2B5EF4-FFF2-40B4-BE49-F238E27FC236}">
                      <a16:creationId xmlns:a16="http://schemas.microsoft.com/office/drawing/2014/main" id="{F7A2D8AD-3800-08DC-597E-98B567A129E0}"/>
                    </a:ext>
                  </a:extLst>
                </p:cNvPr>
                <p:cNvSpPr txBox="1"/>
                <p:nvPr/>
              </p:nvSpPr>
              <p:spPr bwMode="auto">
                <a:xfrm>
                  <a:off x="5029200" y="4802188"/>
                  <a:ext cx="1981200" cy="476250"/>
                </a:xfrm>
                <a:prstGeom prst="rect">
                  <a:avLst/>
                </a:prstGeom>
                <a:solidFill>
                  <a:schemeClr val="bg1"/>
                </a:solidFill>
                <a:ln w="38100">
                  <a:solidFill>
                    <a:srgbClr val="FF0000"/>
                  </a:solidFill>
                  <a:miter lim="800000"/>
                  <a:headEnd/>
                  <a:tailEnd/>
                </a:ln>
                <a:effectLst/>
              </p:spPr>
              <p:txBody>
                <a:bodyPr>
                  <a:normAutofit/>
                </a:bodyPr>
                <a:lstStyle/>
                <a:p>
                  <a:pPr/>
                  <a14:m>
                    <m:oMathPara xmlns:m="http://schemas.openxmlformats.org/officeDocument/2006/math">
                      <m:oMathParaPr>
                        <m:jc m:val="left"/>
                      </m:oMathParaPr>
                      <m:oMath>
                        <m:r>
                          <a:rPr lang="en-IN" i="1" smtClean="0">
                            <a:solidFill>
                              <a:srgbClr val="000000"/>
                            </a:solidFill>
                            <a:latin typeface="Cambria Math" panose="02040503050406030204" pitchFamily="18" charset="0"/>
                          </a:rPr>
                          <m:t>𝛽</m:t>
                        </m:r>
                        <m:r>
                          <a:rPr lang="en-IN" i="1" smtClean="0">
                            <a:solidFill>
                              <a:srgbClr val="000000"/>
                            </a:solidFill>
                            <a:latin typeface="Cambria Math" panose="02040503050406030204" pitchFamily="18" charset="0"/>
                          </a:rPr>
                          <m:t>𝑠</m:t>
                        </m:r>
                        <m:r>
                          <a:rPr lang="en-IN" i="1" smtClean="0">
                            <a:solidFill>
                              <a:srgbClr val="000000"/>
                            </a:solidFill>
                            <a:latin typeface="Cambria Math" panose="02040503050406030204" pitchFamily="18" charset="0"/>
                          </a:rPr>
                          <m:t>(0)−</m:t>
                        </m:r>
                        <m:r>
                          <a:rPr lang="en-US" b="0" i="1" smtClean="0">
                            <a:solidFill>
                              <a:srgbClr val="000000"/>
                            </a:solidFill>
                            <a:latin typeface="Cambria Math" panose="02040503050406030204" pitchFamily="18" charset="0"/>
                          </a:rPr>
                          <m:t>𝛾</m:t>
                        </m:r>
                        <m:r>
                          <a:rPr lang="en-IN" i="1">
                            <a:solidFill>
                              <a:srgbClr val="000000"/>
                            </a:solidFill>
                            <a:latin typeface="Cambria Math" panose="02040503050406030204" pitchFamily="18" charset="0"/>
                          </a:rPr>
                          <m:t>&gt;0</m:t>
                        </m:r>
                      </m:oMath>
                    </m:oMathPara>
                  </a14:m>
                  <a:endParaRPr lang="en-IN" dirty="0"/>
                </a:p>
              </p:txBody>
            </p:sp>
          </mc:Choice>
          <mc:Fallback xmlns="">
            <p:sp>
              <p:nvSpPr>
                <p:cNvPr id="31" name="Object 1">
                  <a:extLst>
                    <a:ext uri="{FF2B5EF4-FFF2-40B4-BE49-F238E27FC236}">
                      <a16:creationId xmlns:a16="http://schemas.microsoft.com/office/drawing/2014/main" id="{F7A2D8AD-3800-08DC-597E-98B567A129E0}"/>
                    </a:ext>
                  </a:extLst>
                </p:cNvPr>
                <p:cNvSpPr txBox="1">
                  <a:spLocks noRot="1" noChangeAspect="1" noMove="1" noResize="1" noEditPoints="1" noAdjustHandles="1" noChangeArrowheads="1" noChangeShapeType="1" noTextEdit="1"/>
                </p:cNvSpPr>
                <p:nvPr/>
              </p:nvSpPr>
              <p:spPr bwMode="auto">
                <a:xfrm>
                  <a:off x="5029200" y="4802188"/>
                  <a:ext cx="1981200" cy="476250"/>
                </a:xfrm>
                <a:prstGeom prst="rect">
                  <a:avLst/>
                </a:prstGeom>
                <a:blipFill>
                  <a:blip r:embed="rId13"/>
                  <a:stretch>
                    <a:fillRect/>
                  </a:stretch>
                </a:blipFill>
                <a:ln w="38100">
                  <a:solidFill>
                    <a:srgbClr val="FF0000"/>
                  </a:solidFill>
                  <a:miter lim="800000"/>
                  <a:headEnd/>
                  <a:tailEnd/>
                </a:ln>
                <a:effectLst/>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36" name="Text Box 4">
                <a:extLst>
                  <a:ext uri="{FF2B5EF4-FFF2-40B4-BE49-F238E27FC236}">
                    <a16:creationId xmlns:a16="http://schemas.microsoft.com/office/drawing/2014/main" id="{A92DA810-DA38-DCFD-D540-A7918E998237}"/>
                  </a:ext>
                </a:extLst>
              </p:cNvPr>
              <p:cNvSpPr txBox="1">
                <a:spLocks noChangeArrowheads="1"/>
              </p:cNvSpPr>
              <p:nvPr/>
            </p:nvSpPr>
            <p:spPr bwMode="auto">
              <a:xfrm>
                <a:off x="4465074" y="2154549"/>
                <a:ext cx="3264035" cy="830997"/>
              </a:xfrm>
              <a:prstGeom prst="rect">
                <a:avLst/>
              </a:prstGeom>
              <a:solidFill>
                <a:schemeClr val="bg1"/>
              </a:solidFill>
              <a:ln>
                <a:noFill/>
              </a:ln>
              <a:effec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en-US" i="1" dirty="0"/>
                  <a:t>s</a:t>
                </a:r>
                <a:r>
                  <a:rPr lang="en-US" altLang="en-US" dirty="0"/>
                  <a:t> </a:t>
                </a:r>
                <a:r>
                  <a:rPr lang="en-US" altLang="en-US" dirty="0">
                    <a:sym typeface="Symbol" panose="05050102010706020507" pitchFamily="18" charset="2"/>
                  </a:rPr>
                  <a:t></a:t>
                </a:r>
                <a:r>
                  <a:rPr lang="en-US" altLang="en-US" dirty="0"/>
                  <a:t> </a:t>
                </a:r>
                <a:r>
                  <a:rPr lang="en-US" altLang="en-US" i="1" dirty="0" err="1"/>
                  <a:t>i</a:t>
                </a:r>
                <a:r>
                  <a:rPr lang="en-US" altLang="en-US" dirty="0"/>
                  <a:t>	</a:t>
                </a:r>
                <a:r>
                  <a:rPr lang="en-US" altLang="en-US" i="1" dirty="0">
                    <a:sym typeface="Symbol" panose="05050102010706020507" pitchFamily="18" charset="2"/>
                  </a:rPr>
                  <a:t> </a:t>
                </a:r>
                <a:r>
                  <a:rPr lang="en-US" altLang="en-US" dirty="0">
                    <a:sym typeface="Symbol" panose="05050102010706020507" pitchFamily="18" charset="2"/>
                  </a:rPr>
                  <a:t> (infection rate)</a:t>
                </a:r>
                <a:endParaRPr lang="en-US" altLang="en-US" i="1" baseline="-25000" dirty="0">
                  <a:sym typeface="Symbol" panose="05050102010706020507" pitchFamily="18" charset="2"/>
                </a:endParaRPr>
              </a:p>
              <a:p>
                <a:pPr eaLnBrk="1" hangingPunct="1"/>
                <a:r>
                  <a:rPr lang="en-US" altLang="en-US" i="1" dirty="0" err="1"/>
                  <a:t>i</a:t>
                </a:r>
                <a:r>
                  <a:rPr lang="en-US" altLang="en-US" dirty="0"/>
                  <a:t> </a:t>
                </a:r>
                <a:r>
                  <a:rPr lang="en-US" altLang="en-US" dirty="0">
                    <a:sym typeface="Symbol" panose="05050102010706020507" pitchFamily="18" charset="2"/>
                  </a:rPr>
                  <a:t></a:t>
                </a:r>
                <a:r>
                  <a:rPr lang="en-US" altLang="en-US" dirty="0"/>
                  <a:t> </a:t>
                </a:r>
                <a:r>
                  <a:rPr lang="en-US" altLang="en-US" i="1" dirty="0"/>
                  <a:t>r</a:t>
                </a:r>
                <a:r>
                  <a:rPr lang="en-US" altLang="en-US" dirty="0"/>
                  <a:t>	</a:t>
                </a:r>
                <a14:m>
                  <m:oMath xmlns:m="http://schemas.openxmlformats.org/officeDocument/2006/math">
                    <m:r>
                      <a:rPr lang="en-US" altLang="en-US" b="0" i="1" smtClean="0">
                        <a:latin typeface="Cambria Math" panose="02040503050406030204" pitchFamily="18" charset="0"/>
                      </a:rPr>
                      <m:t>𝛾</m:t>
                    </m:r>
                  </m:oMath>
                </a14:m>
                <a:r>
                  <a:rPr lang="en-US" altLang="en-US" dirty="0">
                    <a:sym typeface="Symbol" panose="05050102010706020507" pitchFamily="18" charset="2"/>
                  </a:rPr>
                  <a:t>  (</a:t>
                </a:r>
                <a:r>
                  <a:rPr lang="en-US" altLang="en-US" dirty="0"/>
                  <a:t>recovery rate)</a:t>
                </a:r>
                <a:endParaRPr lang="en-US" altLang="en-US" dirty="0">
                  <a:sym typeface="Symbol" panose="05050102010706020507" pitchFamily="18" charset="2"/>
                </a:endParaRPr>
              </a:p>
            </p:txBody>
          </p:sp>
        </mc:Choice>
        <mc:Fallback xmlns="">
          <p:sp>
            <p:nvSpPr>
              <p:cNvPr id="36" name="Text Box 4">
                <a:extLst>
                  <a:ext uri="{FF2B5EF4-FFF2-40B4-BE49-F238E27FC236}">
                    <a16:creationId xmlns:a16="http://schemas.microsoft.com/office/drawing/2014/main" id="{A92DA810-DA38-DCFD-D540-A7918E998237}"/>
                  </a:ext>
                </a:extLst>
              </p:cNvPr>
              <p:cNvSpPr txBox="1">
                <a:spLocks noRot="1" noChangeAspect="1" noMove="1" noResize="1" noEditPoints="1" noAdjustHandles="1" noChangeArrowheads="1" noChangeShapeType="1" noTextEdit="1"/>
              </p:cNvSpPr>
              <p:nvPr/>
            </p:nvSpPr>
            <p:spPr bwMode="auto">
              <a:xfrm>
                <a:off x="4465074" y="2154549"/>
                <a:ext cx="3264035" cy="830997"/>
              </a:xfrm>
              <a:prstGeom prst="rect">
                <a:avLst/>
              </a:prstGeom>
              <a:blipFill>
                <a:blip r:embed="rId14"/>
                <a:stretch>
                  <a:fillRect l="-2799" t="-6569" r="-2239" b="-15328"/>
                </a:stretch>
              </a:blipFill>
              <a:ln>
                <a:noFill/>
              </a:ln>
              <a:effectLst/>
            </p:spPr>
            <p:txBody>
              <a:bodyPr/>
              <a:lstStyle/>
              <a:p>
                <a:r>
                  <a:rPr lang="en-IN">
                    <a:noFill/>
                  </a:rPr>
                  <a:t> </a:t>
                </a:r>
              </a:p>
            </p:txBody>
          </p:sp>
        </mc:Fallback>
      </mc:AlternateContent>
      <p:sp>
        <p:nvSpPr>
          <p:cNvPr id="8" name="TextBox 7">
            <a:extLst>
              <a:ext uri="{FF2B5EF4-FFF2-40B4-BE49-F238E27FC236}">
                <a16:creationId xmlns:a16="http://schemas.microsoft.com/office/drawing/2014/main" id="{41E24F62-76FA-6B34-FD3D-49FA8589A005}"/>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4390600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65D346DF-3D53-987B-A7CA-BEA0A9C6909D}"/>
              </a:ext>
            </a:extLst>
          </p:cNvPr>
          <p:cNvPicPr>
            <a:picLocks noChangeAspect="1"/>
          </p:cNvPicPr>
          <p:nvPr/>
        </p:nvPicPr>
        <p:blipFill rotWithShape="1">
          <a:blip r:embed="rId3">
            <a:alphaModFix amt="70000"/>
            <a:duotone>
              <a:schemeClr val="accent5">
                <a:shade val="45000"/>
                <a:satMod val="135000"/>
              </a:schemeClr>
              <a:prstClr val="white"/>
            </a:duotone>
          </a:blip>
          <a:srcRect r="-1" b="3428"/>
          <a:stretch/>
        </p:blipFill>
        <p:spPr>
          <a:xfrm>
            <a:off x="-10487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16</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585690"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 Dynamics </a:t>
            </a:r>
          </a:p>
        </p:txBody>
      </p:sp>
      <p:sp>
        <p:nvSpPr>
          <p:cNvPr id="8" name="Rectangle 7">
            <a:extLst>
              <a:ext uri="{FF2B5EF4-FFF2-40B4-BE49-F238E27FC236}">
                <a16:creationId xmlns:a16="http://schemas.microsoft.com/office/drawing/2014/main" id="{533CD7F3-AF71-4AE0-B217-21A7FD5489E5}"/>
              </a:ext>
            </a:extLst>
          </p:cNvPr>
          <p:cNvSpPr/>
          <p:nvPr/>
        </p:nvSpPr>
        <p:spPr>
          <a:xfrm>
            <a:off x="6189690" y="6409592"/>
            <a:ext cx="4065921" cy="369332"/>
          </a:xfrm>
          <a:prstGeom prst="rect">
            <a:avLst/>
          </a:prstGeom>
          <a:solidFill>
            <a:schemeClr val="bg1"/>
          </a:solidFill>
        </p:spPr>
        <p:txBody>
          <a:bodyPr wrap="none">
            <a:spAutoFit/>
          </a:bodyPr>
          <a:lstStyle/>
          <a:p>
            <a:r>
              <a:rPr lang="en-IN" dirty="0"/>
              <a:t>Science 368, 742–746 (2020), </a:t>
            </a:r>
            <a:r>
              <a:rPr lang="en-IN" dirty="0">
                <a:solidFill>
                  <a:srgbClr val="231F20"/>
                </a:solidFill>
                <a:latin typeface="AdvTT1ef22648.B"/>
              </a:rPr>
              <a:t>Maier et al </a:t>
            </a:r>
            <a:endParaRPr lang="en-IN" dirty="0"/>
          </a:p>
        </p:txBody>
      </p:sp>
      <p:sp>
        <p:nvSpPr>
          <p:cNvPr id="9" name="Rectangle 8">
            <a:extLst>
              <a:ext uri="{FF2B5EF4-FFF2-40B4-BE49-F238E27FC236}">
                <a16:creationId xmlns:a16="http://schemas.microsoft.com/office/drawing/2014/main" id="{E03C2A06-A08F-473D-9078-7E3B118FACDA}"/>
              </a:ext>
            </a:extLst>
          </p:cNvPr>
          <p:cNvSpPr/>
          <p:nvPr/>
        </p:nvSpPr>
        <p:spPr>
          <a:xfrm>
            <a:off x="482368" y="5935601"/>
            <a:ext cx="4572000" cy="646331"/>
          </a:xfrm>
          <a:prstGeom prst="rect">
            <a:avLst/>
          </a:prstGeom>
          <a:solidFill>
            <a:schemeClr val="bg1"/>
          </a:solidFill>
        </p:spPr>
        <p:txBody>
          <a:bodyPr>
            <a:spAutoFit/>
          </a:bodyPr>
          <a:lstStyle/>
          <a:p>
            <a:r>
              <a:rPr lang="en-IN" dirty="0"/>
              <a:t>http://rocs.hu-berlin.de/corona/docs/forecast/model/</a:t>
            </a:r>
          </a:p>
        </p:txBody>
      </p:sp>
      <p:pic>
        <p:nvPicPr>
          <p:cNvPr id="10" name="Picture 9" descr="A picture containing diagram&#10;&#10;Description automatically generated">
            <a:extLst>
              <a:ext uri="{FF2B5EF4-FFF2-40B4-BE49-F238E27FC236}">
                <a16:creationId xmlns:a16="http://schemas.microsoft.com/office/drawing/2014/main" id="{BF0E687B-3A0D-4EEE-A883-6863B19114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591362"/>
            <a:ext cx="4120592" cy="1346892"/>
          </a:xfrm>
          <a:prstGeom prst="rect">
            <a:avLst/>
          </a:prstGeom>
        </p:spPr>
      </p:pic>
      <p:pic>
        <p:nvPicPr>
          <p:cNvPr id="16" name="Picture 15" descr="Chart, scatter chart&#10;&#10;Description automatically generated">
            <a:extLst>
              <a:ext uri="{FF2B5EF4-FFF2-40B4-BE49-F238E27FC236}">
                <a16:creationId xmlns:a16="http://schemas.microsoft.com/office/drawing/2014/main" id="{E4A69763-BA8B-41A5-8FFE-0796FFAB07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9590" y="1772811"/>
            <a:ext cx="4466118" cy="441056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C926AAE-C56C-B0E8-799B-294133F7FC20}"/>
                  </a:ext>
                </a:extLst>
              </p:cNvPr>
              <p:cNvSpPr txBox="1"/>
              <p:nvPr/>
            </p:nvSpPr>
            <p:spPr>
              <a:xfrm>
                <a:off x="2444584" y="2504124"/>
                <a:ext cx="147065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𝑠</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oMath>
                  </m:oMathPara>
                </a14:m>
                <a:endParaRPr lang="en-US" dirty="0"/>
              </a:p>
              <a:p>
                <a:endParaRPr lang="en-IN" dirty="0"/>
              </a:p>
            </p:txBody>
          </p:sp>
        </mc:Choice>
        <mc:Fallback xmlns="">
          <p:sp>
            <p:nvSpPr>
              <p:cNvPr id="7" name="TextBox 6">
                <a:extLst>
                  <a:ext uri="{FF2B5EF4-FFF2-40B4-BE49-F238E27FC236}">
                    <a16:creationId xmlns:a16="http://schemas.microsoft.com/office/drawing/2014/main" id="{EC926AAE-C56C-B0E8-799B-294133F7FC20}"/>
                  </a:ext>
                </a:extLst>
              </p:cNvPr>
              <p:cNvSpPr txBox="1">
                <a:spLocks noRot="1" noChangeAspect="1" noMove="1" noResize="1" noEditPoints="1" noAdjustHandles="1" noChangeArrowheads="1" noChangeShapeType="1" noTextEdit="1"/>
              </p:cNvSpPr>
              <p:nvPr/>
            </p:nvSpPr>
            <p:spPr>
              <a:xfrm>
                <a:off x="2444584" y="2504124"/>
                <a:ext cx="1470659" cy="895245"/>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1BCAB970-FF61-D429-694E-F01003B2D116}"/>
                  </a:ext>
                </a:extLst>
              </p:cNvPr>
              <p:cNvSpPr/>
              <p:nvPr/>
            </p:nvSpPr>
            <p:spPr>
              <a:xfrm>
                <a:off x="2444585" y="3197960"/>
                <a:ext cx="1674561"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𝑖</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b="0" i="1" smtClean="0">
                          <a:latin typeface="Cambria Math" panose="02040503050406030204" pitchFamily="18" charset="0"/>
                        </a:rPr>
                        <m:t>𝑠</m:t>
                      </m:r>
                      <m:r>
                        <a:rPr lang="en-US" i="1">
                          <a:latin typeface="Cambria Math" panose="02040503050406030204" pitchFamily="18" charset="0"/>
                        </a:rPr>
                        <m:t> </m:t>
                      </m:r>
                      <m:r>
                        <a:rPr lang="en-US" b="0" i="1" smtClean="0">
                          <a:latin typeface="Cambria Math" panose="02040503050406030204" pitchFamily="18" charset="0"/>
                        </a:rPr>
                        <m:t>𝑖</m:t>
                      </m:r>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2" name="Rectangle 11">
                <a:extLst>
                  <a:ext uri="{FF2B5EF4-FFF2-40B4-BE49-F238E27FC236}">
                    <a16:creationId xmlns:a16="http://schemas.microsoft.com/office/drawing/2014/main" id="{1BCAB970-FF61-D429-694E-F01003B2D116}"/>
                  </a:ext>
                </a:extLst>
              </p:cNvPr>
              <p:cNvSpPr>
                <a:spLocks noRot="1" noChangeAspect="1" noMove="1" noResize="1" noEditPoints="1" noAdjustHandles="1" noChangeArrowheads="1" noChangeShapeType="1" noTextEdit="1"/>
              </p:cNvSpPr>
              <p:nvPr/>
            </p:nvSpPr>
            <p:spPr>
              <a:xfrm>
                <a:off x="2444585" y="3197960"/>
                <a:ext cx="1674561" cy="61824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450D0357-9857-9A91-9194-F1A9C4BE7E3E}"/>
                  </a:ext>
                </a:extLst>
              </p:cNvPr>
              <p:cNvSpPr/>
              <p:nvPr/>
            </p:nvSpPr>
            <p:spPr>
              <a:xfrm>
                <a:off x="2444585" y="3816206"/>
                <a:ext cx="1003352"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m:t>
                          </m:r>
                          <m:r>
                            <a:rPr lang="en-US" b="0" i="1" smtClean="0">
                              <a:latin typeface="Cambria Math" panose="02040503050406030204" pitchFamily="18" charset="0"/>
                            </a:rPr>
                            <m:t>𝑟</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b="0" i="1" smtClean="0">
                          <a:latin typeface="Cambria Math" panose="02040503050406030204" pitchFamily="18" charset="0"/>
                        </a:rPr>
                        <m:t>𝑖</m:t>
                      </m:r>
                    </m:oMath>
                  </m:oMathPara>
                </a14:m>
                <a:endParaRPr lang="en-IN" dirty="0"/>
              </a:p>
            </p:txBody>
          </p:sp>
        </mc:Choice>
        <mc:Fallback xmlns="">
          <p:sp>
            <p:nvSpPr>
              <p:cNvPr id="13" name="Rectangle 12">
                <a:extLst>
                  <a:ext uri="{FF2B5EF4-FFF2-40B4-BE49-F238E27FC236}">
                    <a16:creationId xmlns:a16="http://schemas.microsoft.com/office/drawing/2014/main" id="{450D0357-9857-9A91-9194-F1A9C4BE7E3E}"/>
                  </a:ext>
                </a:extLst>
              </p:cNvPr>
              <p:cNvSpPr>
                <a:spLocks noRot="1" noChangeAspect="1" noMove="1" noResize="1" noEditPoints="1" noAdjustHandles="1" noChangeArrowheads="1" noChangeShapeType="1" noTextEdit="1"/>
              </p:cNvSpPr>
              <p:nvPr/>
            </p:nvSpPr>
            <p:spPr>
              <a:xfrm>
                <a:off x="2444585" y="3816206"/>
                <a:ext cx="1003352" cy="618246"/>
              </a:xfrm>
              <a:prstGeom prst="rect">
                <a:avLst/>
              </a:prstGeom>
              <a:blipFill>
                <a:blip r:embed="rId8"/>
                <a:stretch>
                  <a:fillRect/>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CB72797D-5AA5-5CA5-48DC-7E120A0EA149}"/>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300111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etwork Technology Background">
            <a:extLst>
              <a:ext uri="{FF2B5EF4-FFF2-40B4-BE49-F238E27FC236}">
                <a16:creationId xmlns:a16="http://schemas.microsoft.com/office/drawing/2014/main" id="{C55E291A-7D83-6063-B15C-3EEE24B56850}"/>
              </a:ext>
            </a:extLst>
          </p:cNvPr>
          <p:cNvPicPr>
            <a:picLocks noChangeAspect="1"/>
          </p:cNvPicPr>
          <p:nvPr/>
        </p:nvPicPr>
        <p:blipFill rotWithShape="1">
          <a:blip r:embed="rId4">
            <a:alphaModFix amt="70000"/>
            <a:duotone>
              <a:schemeClr val="accent5">
                <a:shade val="45000"/>
                <a:satMod val="135000"/>
              </a:schemeClr>
              <a:prstClr val="white"/>
            </a:duotone>
          </a:blip>
          <a:srcRect r="-1" b="3428"/>
          <a:stretch/>
        </p:blipFill>
        <p:spPr>
          <a:xfrm>
            <a:off x="-93586" y="1386"/>
            <a:ext cx="12188932" cy="6856614"/>
          </a:xfrm>
          <a:prstGeom prst="rect">
            <a:avLst/>
          </a:prstGeom>
          <a:solidFill>
            <a:srgbClr val="000000">
              <a:shade val="95000"/>
            </a:srgbClr>
          </a:solidFill>
          <a:ln w="444500" cap="sq">
            <a:solidFill>
              <a:srgbClr val="000000"/>
            </a:solidFill>
            <a:miter lim="800000"/>
          </a:ln>
          <a:effectLst>
            <a:outerShdw blurRad="254000" dist="190500" dir="2700000" sy="90000" algn="bl" rotWithShape="0">
              <a:srgbClr val="000000">
                <a:alpha val="40000"/>
              </a:srgbClr>
            </a:outerShdw>
          </a:effectLst>
        </p:spPr>
      </p:pic>
      <p:sp>
        <p:nvSpPr>
          <p:cNvPr id="2" name="Slide Number Placeholder 1">
            <a:extLst>
              <a:ext uri="{FF2B5EF4-FFF2-40B4-BE49-F238E27FC236}">
                <a16:creationId xmlns:a16="http://schemas.microsoft.com/office/drawing/2014/main" id="{30E084EA-3AD2-41E6-B8B2-A152211EA950}"/>
              </a:ext>
            </a:extLst>
          </p:cNvPr>
          <p:cNvSpPr>
            <a:spLocks noGrp="1"/>
          </p:cNvSpPr>
          <p:nvPr>
            <p:ph type="sldNum" sz="quarter" idx="12"/>
          </p:nvPr>
        </p:nvSpPr>
        <p:spPr/>
        <p:txBody>
          <a:bodyPr/>
          <a:lstStyle/>
          <a:p>
            <a:fld id="{9DD21305-688C-4756-8C50-721FA3D12991}" type="slidenum">
              <a:rPr lang="he-IL" smtClean="0"/>
              <a:t>17</a:t>
            </a:fld>
            <a:endParaRPr lang="he-IL"/>
          </a:p>
        </p:txBody>
      </p:sp>
      <p:sp>
        <p:nvSpPr>
          <p:cNvPr id="5" name="TextBox 4">
            <a:extLst>
              <a:ext uri="{FF2B5EF4-FFF2-40B4-BE49-F238E27FC236}">
                <a16:creationId xmlns:a16="http://schemas.microsoft.com/office/drawing/2014/main" id="{C4E7F075-0029-4B78-B9B6-89F7A65D16D6}"/>
              </a:ext>
            </a:extLst>
          </p:cNvPr>
          <p:cNvSpPr txBox="1"/>
          <p:nvPr/>
        </p:nvSpPr>
        <p:spPr>
          <a:xfrm>
            <a:off x="2057400" y="1441655"/>
            <a:ext cx="1794081" cy="369332"/>
          </a:xfrm>
          <a:prstGeom prst="rect">
            <a:avLst/>
          </a:prstGeom>
          <a:solidFill>
            <a:schemeClr val="bg1"/>
          </a:solidFill>
        </p:spPr>
        <p:txBody>
          <a:bodyPr wrap="none" rtlCol="0">
            <a:spAutoFit/>
          </a:bodyPr>
          <a:lstStyle/>
          <a:p>
            <a:r>
              <a:rPr lang="en-IN" dirty="0">
                <a:solidFill>
                  <a:srgbClr val="0000FF"/>
                </a:solidFill>
                <a:latin typeface="Cambria" panose="02040503050406030204" pitchFamily="18" charset="0"/>
                <a:ea typeface="Cambria" panose="02040503050406030204" pitchFamily="18" charset="0"/>
              </a:rPr>
              <a:t>SIR-X Dynamics </a:t>
            </a:r>
          </a:p>
        </p:txBody>
      </p:sp>
      <p:sp>
        <p:nvSpPr>
          <p:cNvPr id="8" name="Rectangle 7">
            <a:extLst>
              <a:ext uri="{FF2B5EF4-FFF2-40B4-BE49-F238E27FC236}">
                <a16:creationId xmlns:a16="http://schemas.microsoft.com/office/drawing/2014/main" id="{533CD7F3-AF71-4AE0-B217-21A7FD5489E5}"/>
              </a:ext>
            </a:extLst>
          </p:cNvPr>
          <p:cNvSpPr/>
          <p:nvPr/>
        </p:nvSpPr>
        <p:spPr>
          <a:xfrm>
            <a:off x="6189690" y="6409592"/>
            <a:ext cx="4065921" cy="369332"/>
          </a:xfrm>
          <a:prstGeom prst="rect">
            <a:avLst/>
          </a:prstGeom>
          <a:solidFill>
            <a:schemeClr val="bg1"/>
          </a:solidFill>
        </p:spPr>
        <p:txBody>
          <a:bodyPr wrap="none">
            <a:spAutoFit/>
          </a:bodyPr>
          <a:lstStyle/>
          <a:p>
            <a:r>
              <a:rPr lang="en-IN" dirty="0"/>
              <a:t>Science 368, 742–746 (2020), </a:t>
            </a:r>
            <a:r>
              <a:rPr lang="en-IN" dirty="0">
                <a:solidFill>
                  <a:srgbClr val="231F20"/>
                </a:solidFill>
                <a:latin typeface="AdvTT1ef22648.B"/>
              </a:rPr>
              <a:t>Maier et al </a:t>
            </a:r>
            <a:endParaRPr lang="en-IN" dirty="0"/>
          </a:p>
        </p:txBody>
      </p:sp>
      <p:sp>
        <p:nvSpPr>
          <p:cNvPr id="9" name="Rectangle 8">
            <a:extLst>
              <a:ext uri="{FF2B5EF4-FFF2-40B4-BE49-F238E27FC236}">
                <a16:creationId xmlns:a16="http://schemas.microsoft.com/office/drawing/2014/main" id="{E03C2A06-A08F-473D-9078-7E3B118FACDA}"/>
              </a:ext>
            </a:extLst>
          </p:cNvPr>
          <p:cNvSpPr/>
          <p:nvPr/>
        </p:nvSpPr>
        <p:spPr>
          <a:xfrm>
            <a:off x="1165295" y="6144686"/>
            <a:ext cx="4572000" cy="646331"/>
          </a:xfrm>
          <a:prstGeom prst="rect">
            <a:avLst/>
          </a:prstGeom>
          <a:solidFill>
            <a:schemeClr val="bg1"/>
          </a:solidFill>
        </p:spPr>
        <p:txBody>
          <a:bodyPr>
            <a:spAutoFit/>
          </a:bodyPr>
          <a:lstStyle/>
          <a:p>
            <a:r>
              <a:rPr lang="en-IN" dirty="0"/>
              <a:t>http://rocs.hu-berlin.de/corona/docs/forecast/model/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40E97A-9788-489C-B9EB-0F7B7B0A3391}"/>
                  </a:ext>
                </a:extLst>
              </p:cNvPr>
              <p:cNvSpPr txBox="1"/>
              <p:nvPr/>
            </p:nvSpPr>
            <p:spPr>
              <a:xfrm>
                <a:off x="2152288" y="2628451"/>
                <a:ext cx="2248629" cy="895245"/>
              </a:xfrm>
              <a:prstGeom prst="rect">
                <a:avLst/>
              </a:prstGeom>
              <a:solidFill>
                <a:schemeClr val="bg1"/>
              </a:solidFill>
            </p:spPr>
            <p:txBody>
              <a:bodyPr wrap="none" rtlCol="0">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𝑑𝑆</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i="1">
                          <a:latin typeface="Cambria Math" panose="02040503050406030204" pitchFamily="18" charset="0"/>
                        </a:rPr>
                        <m:t>𝑆𝐼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𝑆</m:t>
                      </m:r>
                      <m:r>
                        <a:rPr lang="en-US" i="1">
                          <a:solidFill>
                            <a:srgbClr val="FF0000"/>
                          </a:solidFill>
                          <a:latin typeface="Cambria Math" panose="02040503050406030204" pitchFamily="18" charset="0"/>
                        </a:rPr>
                        <m:t> </m:t>
                      </m:r>
                    </m:oMath>
                  </m:oMathPara>
                </a14:m>
                <a:endParaRPr lang="en-US" dirty="0"/>
              </a:p>
              <a:p>
                <a:endParaRPr lang="en-IN" dirty="0"/>
              </a:p>
            </p:txBody>
          </p:sp>
        </mc:Choice>
        <mc:Fallback xmlns="">
          <p:sp>
            <p:nvSpPr>
              <p:cNvPr id="4" name="TextBox 3">
                <a:extLst>
                  <a:ext uri="{FF2B5EF4-FFF2-40B4-BE49-F238E27FC236}">
                    <a16:creationId xmlns:a16="http://schemas.microsoft.com/office/drawing/2014/main" id="{F940E97A-9788-489C-B9EB-0F7B7B0A3391}"/>
                  </a:ext>
                </a:extLst>
              </p:cNvPr>
              <p:cNvSpPr txBox="1">
                <a:spLocks noRot="1" noChangeAspect="1" noMove="1" noResize="1" noEditPoints="1" noAdjustHandles="1" noChangeArrowheads="1" noChangeShapeType="1" noTextEdit="1"/>
              </p:cNvSpPr>
              <p:nvPr/>
            </p:nvSpPr>
            <p:spPr>
              <a:xfrm>
                <a:off x="2152288" y="2628451"/>
                <a:ext cx="2248629" cy="895245"/>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BCB170F-A8F0-4171-B3DE-1E21FD510CBD}"/>
                  </a:ext>
                </a:extLst>
              </p:cNvPr>
              <p:cNvSpPr/>
              <p:nvPr/>
            </p:nvSpPr>
            <p:spPr>
              <a:xfrm>
                <a:off x="2145509" y="3348295"/>
                <a:ext cx="2777555"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𝑑𝐼</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𝛽</m:t>
                      </m:r>
                      <m:r>
                        <a:rPr lang="en-US" i="1">
                          <a:latin typeface="Cambria Math" panose="02040503050406030204" pitchFamily="18" charset="0"/>
                        </a:rPr>
                        <m:t>𝑆</m:t>
                      </m:r>
                      <m:r>
                        <a:rPr lang="en-US" i="1">
                          <a:latin typeface="Cambria Math" panose="02040503050406030204" pitchFamily="18" charset="0"/>
                        </a:rPr>
                        <m:t> </m:t>
                      </m:r>
                      <m:r>
                        <a:rPr lang="en-US" i="1">
                          <a:latin typeface="Cambria Math" panose="02040503050406030204" pitchFamily="18" charset="0"/>
                        </a:rPr>
                        <m:t>𝐼</m:t>
                      </m:r>
                      <m:r>
                        <a:rPr lang="en-US" i="1">
                          <a:latin typeface="Cambria Math" panose="02040503050406030204" pitchFamily="18" charset="0"/>
                        </a:rPr>
                        <m:t>−</m:t>
                      </m:r>
                      <m:r>
                        <a:rPr lang="en-IN" i="1">
                          <a:latin typeface="Cambria Math" panose="02040503050406030204" pitchFamily="18" charset="0"/>
                        </a:rPr>
                        <m:t>𝛾</m:t>
                      </m:r>
                      <m:r>
                        <a:rPr lang="en-US" i="1">
                          <a:latin typeface="Cambria Math" panose="02040503050406030204" pitchFamily="18" charset="0"/>
                        </a:rPr>
                        <m:t>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𝐼</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𝑘𝐼</m:t>
                      </m:r>
                    </m:oMath>
                  </m:oMathPara>
                </a14:m>
                <a:endParaRPr lang="en-IN" dirty="0"/>
              </a:p>
            </p:txBody>
          </p:sp>
        </mc:Choice>
        <mc:Fallback xmlns="">
          <p:sp>
            <p:nvSpPr>
              <p:cNvPr id="6" name="Rectangle 5">
                <a:extLst>
                  <a:ext uri="{FF2B5EF4-FFF2-40B4-BE49-F238E27FC236}">
                    <a16:creationId xmlns:a16="http://schemas.microsoft.com/office/drawing/2014/main" id="{FBCB170F-A8F0-4171-B3DE-1E21FD510CBD}"/>
                  </a:ext>
                </a:extLst>
              </p:cNvPr>
              <p:cNvSpPr>
                <a:spLocks noRot="1" noChangeAspect="1" noMove="1" noResize="1" noEditPoints="1" noAdjustHandles="1" noChangeArrowheads="1" noChangeShapeType="1" noTextEdit="1"/>
              </p:cNvSpPr>
              <p:nvPr/>
            </p:nvSpPr>
            <p:spPr>
              <a:xfrm>
                <a:off x="2145509" y="3348295"/>
                <a:ext cx="2777555" cy="618246"/>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B5D0B76-326B-48A0-85E3-97D2563E4C2A}"/>
                  </a:ext>
                </a:extLst>
              </p:cNvPr>
              <p:cNvSpPr/>
              <p:nvPr/>
            </p:nvSpPr>
            <p:spPr>
              <a:xfrm>
                <a:off x="2154021" y="3945231"/>
                <a:ext cx="1679499" cy="618246"/>
              </a:xfrm>
              <a:prstGeom prst="rect">
                <a:avLst/>
              </a:prstGeom>
              <a:solidFill>
                <a:schemeClr val="bg1"/>
              </a:solidFill>
            </p:spPr>
            <p:txBody>
              <a:bodyPr wrap="none">
                <a:spAutoFit/>
              </a:bodyPr>
              <a:lstStyle/>
              <a:p>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𝑑𝑅</m:t>
                          </m:r>
                        </m:num>
                        <m:den>
                          <m:r>
                            <a:rPr lang="en-US" i="1">
                              <a:latin typeface="Cambria Math" panose="02040503050406030204" pitchFamily="18" charset="0"/>
                            </a:rPr>
                            <m:t>𝑑𝑡</m:t>
                          </m:r>
                        </m:den>
                      </m:f>
                      <m:r>
                        <a:rPr lang="en-US" i="1">
                          <a:latin typeface="Cambria Math" panose="02040503050406030204" pitchFamily="18" charset="0"/>
                        </a:rPr>
                        <m:t>=</m:t>
                      </m:r>
                      <m:r>
                        <a:rPr lang="en-IN" i="1">
                          <a:latin typeface="Cambria Math" panose="02040503050406030204" pitchFamily="18" charset="0"/>
                        </a:rPr>
                        <m:t>𝛾</m:t>
                      </m:r>
                      <m:r>
                        <a:rPr lang="en-US" i="1">
                          <a:latin typeface="Cambria Math" panose="02040503050406030204" pitchFamily="18" charset="0"/>
                        </a:rPr>
                        <m:t>𝐼</m:t>
                      </m:r>
                      <m:r>
                        <a:rPr lang="en-US" i="1">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r>
                        <a:rPr lang="en-US" i="1">
                          <a:solidFill>
                            <a:srgbClr val="FF0000"/>
                          </a:solidFill>
                          <a:latin typeface="Cambria Math" panose="02040503050406030204" pitchFamily="18" charset="0"/>
                        </a:rPr>
                        <m:t>𝑆</m:t>
                      </m:r>
                    </m:oMath>
                  </m:oMathPara>
                </a14:m>
                <a:endParaRPr lang="en-IN" dirty="0"/>
              </a:p>
            </p:txBody>
          </p:sp>
        </mc:Choice>
        <mc:Fallback xmlns="">
          <p:sp>
            <p:nvSpPr>
              <p:cNvPr id="15" name="Rectangle 14">
                <a:extLst>
                  <a:ext uri="{FF2B5EF4-FFF2-40B4-BE49-F238E27FC236}">
                    <a16:creationId xmlns:a16="http://schemas.microsoft.com/office/drawing/2014/main" id="{4B5D0B76-326B-48A0-85E3-97D2563E4C2A}"/>
                  </a:ext>
                </a:extLst>
              </p:cNvPr>
              <p:cNvSpPr>
                <a:spLocks noRot="1" noChangeAspect="1" noMove="1" noResize="1" noEditPoints="1" noAdjustHandles="1" noChangeArrowheads="1" noChangeShapeType="1" noTextEdit="1"/>
              </p:cNvSpPr>
              <p:nvPr/>
            </p:nvSpPr>
            <p:spPr>
              <a:xfrm>
                <a:off x="2154021" y="3945231"/>
                <a:ext cx="1679499" cy="618246"/>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46408978-89D7-4356-980F-D228625B8093}"/>
                  </a:ext>
                </a:extLst>
              </p:cNvPr>
              <p:cNvSpPr/>
              <p:nvPr/>
            </p:nvSpPr>
            <p:spPr>
              <a:xfrm>
                <a:off x="2152287" y="4574552"/>
                <a:ext cx="1756828" cy="618246"/>
              </a:xfrm>
              <a:prstGeom prst="rect">
                <a:avLst/>
              </a:prstGeom>
              <a:solidFill>
                <a:schemeClr val="bg1"/>
              </a:solidFill>
            </p:spPr>
            <p:txBody>
              <a:bodyPr wrap="none">
                <a:spAutoFit/>
              </a:bodyPr>
              <a:lstStyle/>
              <a:p>
                <a:pPr/>
                <a14:m>
                  <m:oMathPara xmlns:m="http://schemas.openxmlformats.org/officeDocument/2006/math">
                    <m:oMath>
                      <m:f>
                        <m:fPr>
                          <m:ctrlPr>
                            <a:rPr lang="en-US" i="1">
                              <a:solidFill>
                                <a:srgbClr val="FF0000"/>
                              </a:solidFill>
                              <a:latin typeface="Cambria Math" panose="02040503050406030204" pitchFamily="18" charset="0"/>
                            </a:rPr>
                          </m:ctrlPr>
                        </m:fPr>
                        <m:num>
                          <m:r>
                            <a:rPr lang="en-US" i="1">
                              <a:solidFill>
                                <a:srgbClr val="FF0000"/>
                              </a:solidFill>
                              <a:latin typeface="Cambria Math" panose="02040503050406030204" pitchFamily="18" charset="0"/>
                            </a:rPr>
                            <m:t>𝑑𝑋</m:t>
                          </m:r>
                        </m:num>
                        <m:den>
                          <m:r>
                            <a:rPr lang="en-US" i="1">
                              <a:solidFill>
                                <a:srgbClr val="FF0000"/>
                              </a:solidFill>
                              <a:latin typeface="Cambria Math" panose="02040503050406030204" pitchFamily="18" charset="0"/>
                            </a:rPr>
                            <m:t>𝑑𝑡</m:t>
                          </m:r>
                        </m:den>
                      </m:f>
                      <m:r>
                        <a:rPr lang="en-US" i="1">
                          <a:solidFill>
                            <a:srgbClr val="FF0000"/>
                          </a:solidFill>
                          <a:latin typeface="Cambria Math" panose="02040503050406030204" pitchFamily="18" charset="0"/>
                        </a:rPr>
                        <m:t>=</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𝑘</m:t>
                          </m:r>
                          <m:r>
                            <a:rPr lang="en-US" i="1">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𝑘</m:t>
                              </m:r>
                            </m:e>
                            <m:sub>
                              <m:r>
                                <a:rPr lang="en-US" i="1">
                                  <a:solidFill>
                                    <a:srgbClr val="FF0000"/>
                                  </a:solidFill>
                                  <a:latin typeface="Cambria Math" panose="02040503050406030204" pitchFamily="18" charset="0"/>
                                </a:rPr>
                                <m:t>0</m:t>
                              </m:r>
                            </m:sub>
                          </m:sSub>
                        </m:e>
                      </m:d>
                      <m:r>
                        <a:rPr lang="en-US" i="1">
                          <a:solidFill>
                            <a:srgbClr val="FF0000"/>
                          </a:solidFill>
                          <a:latin typeface="Cambria Math" panose="02040503050406030204" pitchFamily="18" charset="0"/>
                        </a:rPr>
                        <m:t>𝐼</m:t>
                      </m:r>
                    </m:oMath>
                  </m:oMathPara>
                </a14:m>
                <a:endParaRPr lang="en-IN" dirty="0"/>
              </a:p>
            </p:txBody>
          </p:sp>
        </mc:Choice>
        <mc:Fallback xmlns="">
          <p:sp>
            <p:nvSpPr>
              <p:cNvPr id="16" name="Rectangle 15">
                <a:extLst>
                  <a:ext uri="{FF2B5EF4-FFF2-40B4-BE49-F238E27FC236}">
                    <a16:creationId xmlns:a16="http://schemas.microsoft.com/office/drawing/2014/main" id="{46408978-89D7-4356-980F-D228625B8093}"/>
                  </a:ext>
                </a:extLst>
              </p:cNvPr>
              <p:cNvSpPr>
                <a:spLocks noRot="1" noChangeAspect="1" noMove="1" noResize="1" noEditPoints="1" noAdjustHandles="1" noChangeArrowheads="1" noChangeShapeType="1" noTextEdit="1"/>
              </p:cNvSpPr>
              <p:nvPr/>
            </p:nvSpPr>
            <p:spPr>
              <a:xfrm>
                <a:off x="2152287" y="4574552"/>
                <a:ext cx="1756828" cy="618246"/>
              </a:xfrm>
              <a:prstGeom prst="rect">
                <a:avLst/>
              </a:prstGeom>
              <a:blipFill>
                <a:blip r:embed="rId8"/>
                <a:stretch>
                  <a:fillRect/>
                </a:stretch>
              </a:blipFill>
            </p:spPr>
            <p:txBody>
              <a:bodyPr/>
              <a:lstStyle/>
              <a:p>
                <a:r>
                  <a:rPr lang="en-IN">
                    <a:noFill/>
                  </a:rPr>
                  <a:t> </a:t>
                </a:r>
              </a:p>
            </p:txBody>
          </p:sp>
        </mc:Fallback>
      </mc:AlternateContent>
      <p:cxnSp>
        <p:nvCxnSpPr>
          <p:cNvPr id="10" name="Straight Arrow Connector 9">
            <a:extLst>
              <a:ext uri="{FF2B5EF4-FFF2-40B4-BE49-F238E27FC236}">
                <a16:creationId xmlns:a16="http://schemas.microsoft.com/office/drawing/2014/main" id="{1F8D2C2D-34CE-4492-A472-C1F7B9D5DBD6}"/>
              </a:ext>
            </a:extLst>
          </p:cNvPr>
          <p:cNvCxnSpPr>
            <a:cxnSpLocks/>
          </p:cNvCxnSpPr>
          <p:nvPr/>
        </p:nvCxnSpPr>
        <p:spPr>
          <a:xfrm flipV="1">
            <a:off x="2438400" y="5192799"/>
            <a:ext cx="0" cy="449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A69B190-09D8-4D22-AD7F-2F0C90436612}"/>
              </a:ext>
            </a:extLst>
          </p:cNvPr>
          <p:cNvSpPr txBox="1"/>
          <p:nvPr/>
        </p:nvSpPr>
        <p:spPr>
          <a:xfrm>
            <a:off x="1524000" y="5593106"/>
            <a:ext cx="2474780" cy="369332"/>
          </a:xfrm>
          <a:prstGeom prst="rect">
            <a:avLst/>
          </a:prstGeom>
          <a:solidFill>
            <a:schemeClr val="bg1"/>
          </a:solidFill>
        </p:spPr>
        <p:txBody>
          <a:bodyPr wrap="none" rtlCol="0">
            <a:spAutoFit/>
          </a:bodyPr>
          <a:lstStyle/>
          <a:p>
            <a:r>
              <a:rPr lang="en-US" dirty="0">
                <a:latin typeface="Cambria" panose="02040503050406030204" pitchFamily="18" charset="0"/>
                <a:ea typeface="Cambria" panose="02040503050406030204" pitchFamily="18" charset="0"/>
              </a:rPr>
              <a:t>Quarantined Individual</a:t>
            </a:r>
            <a:endParaRPr lang="en-IN" dirty="0">
              <a:latin typeface="Cambria" panose="02040503050406030204" pitchFamily="18" charset="0"/>
              <a:ea typeface="Cambria" panose="02040503050406030204" pitchFamily="18" charset="0"/>
            </a:endParaRPr>
          </a:p>
        </p:txBody>
      </p:sp>
      <p:pic>
        <p:nvPicPr>
          <p:cNvPr id="18" name="Picture 17" descr="Chart, scatter chart&#10;&#10;Description automatically generated">
            <a:extLst>
              <a:ext uri="{FF2B5EF4-FFF2-40B4-BE49-F238E27FC236}">
                <a16:creationId xmlns:a16="http://schemas.microsoft.com/office/drawing/2014/main" id="{731860FA-1F23-43A3-BFDD-972657DA6CE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75527" y="1350049"/>
            <a:ext cx="4812846" cy="4800600"/>
          </a:xfrm>
          <a:prstGeom prst="rect">
            <a:avLst/>
          </a:prstGeom>
        </p:spPr>
      </p:pic>
      <p:sp>
        <p:nvSpPr>
          <p:cNvPr id="7" name="TextBox 6">
            <a:extLst>
              <a:ext uri="{FF2B5EF4-FFF2-40B4-BE49-F238E27FC236}">
                <a16:creationId xmlns:a16="http://schemas.microsoft.com/office/drawing/2014/main" id="{FF571E32-0CC4-5744-553A-6100211DD7EB}"/>
              </a:ext>
            </a:extLst>
          </p:cNvPr>
          <p:cNvSpPr txBox="1"/>
          <p:nvPr/>
        </p:nvSpPr>
        <p:spPr>
          <a:xfrm>
            <a:off x="-93586" y="14626"/>
            <a:ext cx="2579688" cy="523220"/>
          </a:xfrm>
          <a:prstGeom prst="rect">
            <a:avLst/>
          </a:prstGeom>
          <a:solidFill>
            <a:schemeClr val="bg1"/>
          </a:solidFill>
        </p:spPr>
        <p:txBody>
          <a:bodyPr wrap="square">
            <a:spAutoFit/>
          </a:bodyPr>
          <a:lstStyle/>
          <a:p>
            <a:pPr algn="ctr"/>
            <a:r>
              <a:rPr lang="en-US" sz="2800" b="1" dirty="0">
                <a:solidFill>
                  <a:srgbClr val="FF0000"/>
                </a:solidFill>
                <a:latin typeface="Cambria" panose="02040503050406030204" pitchFamily="18" charset="0"/>
                <a:ea typeface="Cambria" panose="02040503050406030204" pitchFamily="18" charset="0"/>
                <a:cs typeface="Browallia New" pitchFamily="34" charset="-34"/>
              </a:rPr>
              <a:t>SIR Modelling</a:t>
            </a:r>
            <a:endParaRPr lang="en-IN" sz="2800" b="1" dirty="0"/>
          </a:p>
        </p:txBody>
      </p:sp>
    </p:spTree>
    <p:extLst>
      <p:ext uri="{BB962C8B-B14F-4D97-AF65-F5344CB8AC3E}">
        <p14:creationId xmlns:p14="http://schemas.microsoft.com/office/powerpoint/2010/main" val="1755473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5" grpId="0" animBg="1"/>
      <p:bldP spid="16" grpId="0" animBg="1"/>
      <p:bldP spid="11" grpId="0" animBg="1"/>
    </p:bldLst>
  </p:timing>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9AF7F3-4597-3B9A-3C83-4C8BF43D5AD6}"/>
              </a:ext>
            </a:extLst>
          </p:cNvPr>
          <p:cNvPicPr>
            <a:picLocks noChangeAspect="1"/>
          </p:cNvPicPr>
          <p:nvPr/>
        </p:nvPicPr>
        <p:blipFill>
          <a:blip r:embed="rId2"/>
          <a:stretch>
            <a:fillRect/>
          </a:stretch>
        </p:blipFill>
        <p:spPr>
          <a:xfrm>
            <a:off x="643467" y="1457748"/>
            <a:ext cx="5294716" cy="3942501"/>
          </a:xfrm>
          <a:prstGeom prst="rect">
            <a:avLst/>
          </a:prstGeom>
        </p:spPr>
      </p:pic>
      <p:pic>
        <p:nvPicPr>
          <p:cNvPr id="3" name="Picture 2">
            <a:extLst>
              <a:ext uri="{FF2B5EF4-FFF2-40B4-BE49-F238E27FC236}">
                <a16:creationId xmlns:a16="http://schemas.microsoft.com/office/drawing/2014/main" id="{8908B69F-7FF2-3B8F-4506-3E997530B068}"/>
              </a:ext>
            </a:extLst>
          </p:cNvPr>
          <p:cNvPicPr>
            <a:picLocks noChangeAspect="1"/>
          </p:cNvPicPr>
          <p:nvPr/>
        </p:nvPicPr>
        <p:blipFill>
          <a:blip r:embed="rId3"/>
          <a:stretch>
            <a:fillRect/>
          </a:stretch>
        </p:blipFill>
        <p:spPr>
          <a:xfrm>
            <a:off x="6253817" y="1457749"/>
            <a:ext cx="5294715" cy="3942501"/>
          </a:xfrm>
          <a:prstGeom prst="rect">
            <a:avLst/>
          </a:prstGeom>
        </p:spPr>
      </p:pic>
    </p:spTree>
    <p:extLst>
      <p:ext uri="{BB962C8B-B14F-4D97-AF65-F5344CB8AC3E}">
        <p14:creationId xmlns:p14="http://schemas.microsoft.com/office/powerpoint/2010/main" val="227898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EC5866-1A03-B254-9ED7-CF1E8229C0D9}"/>
              </a:ext>
            </a:extLst>
          </p:cNvPr>
          <p:cNvPicPr>
            <a:picLocks noChangeAspect="1"/>
          </p:cNvPicPr>
          <p:nvPr/>
        </p:nvPicPr>
        <p:blipFill>
          <a:blip r:embed="rId2"/>
          <a:stretch>
            <a:fillRect/>
          </a:stretch>
        </p:blipFill>
        <p:spPr>
          <a:xfrm>
            <a:off x="982981" y="1629923"/>
            <a:ext cx="4822027" cy="3590532"/>
          </a:xfrm>
          <a:prstGeom prst="rect">
            <a:avLst/>
          </a:prstGeom>
        </p:spPr>
      </p:pic>
      <p:pic>
        <p:nvPicPr>
          <p:cNvPr id="3" name="Picture 2">
            <a:extLst>
              <a:ext uri="{FF2B5EF4-FFF2-40B4-BE49-F238E27FC236}">
                <a16:creationId xmlns:a16="http://schemas.microsoft.com/office/drawing/2014/main" id="{22EBAB93-94D3-8A26-B11A-918DC434A6F2}"/>
              </a:ext>
            </a:extLst>
          </p:cNvPr>
          <p:cNvPicPr>
            <a:picLocks noChangeAspect="1"/>
          </p:cNvPicPr>
          <p:nvPr/>
        </p:nvPicPr>
        <p:blipFill>
          <a:blip r:embed="rId3"/>
          <a:stretch>
            <a:fillRect/>
          </a:stretch>
        </p:blipFill>
        <p:spPr>
          <a:xfrm>
            <a:off x="6448478" y="1780719"/>
            <a:ext cx="4818888" cy="3588195"/>
          </a:xfrm>
          <a:prstGeom prst="rect">
            <a:avLst/>
          </a:prstGeom>
        </p:spPr>
      </p:pic>
    </p:spTree>
    <p:extLst>
      <p:ext uri="{BB962C8B-B14F-4D97-AF65-F5344CB8AC3E}">
        <p14:creationId xmlns:p14="http://schemas.microsoft.com/office/powerpoint/2010/main" val="636608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Network Technology Background">
            <a:extLst>
              <a:ext uri="{FF2B5EF4-FFF2-40B4-BE49-F238E27FC236}">
                <a16:creationId xmlns:a16="http://schemas.microsoft.com/office/drawing/2014/main" id="{BCE6824B-C8A6-8990-8E44-59DF2B0E8A3D}"/>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pic>
        <p:nvPicPr>
          <p:cNvPr id="6" name="Picture 5">
            <a:extLst>
              <a:ext uri="{FF2B5EF4-FFF2-40B4-BE49-F238E27FC236}">
                <a16:creationId xmlns:a16="http://schemas.microsoft.com/office/drawing/2014/main" id="{195AC6DE-7BAB-FEA1-B97D-E2F3A6E63332}"/>
              </a:ext>
            </a:extLst>
          </p:cNvPr>
          <p:cNvPicPr>
            <a:picLocks noChangeAspect="1"/>
          </p:cNvPicPr>
          <p:nvPr/>
        </p:nvPicPr>
        <p:blipFill>
          <a:blip r:embed="rId3"/>
          <a:stretch>
            <a:fillRect/>
          </a:stretch>
        </p:blipFill>
        <p:spPr>
          <a:xfrm>
            <a:off x="2135542" y="1188422"/>
            <a:ext cx="7920916" cy="3028585"/>
          </a:xfrm>
          <a:prstGeom prst="rect">
            <a:avLst/>
          </a:prstGeom>
        </p:spPr>
      </p:pic>
      <p:sp>
        <p:nvSpPr>
          <p:cNvPr id="7" name="TextBox 6">
            <a:extLst>
              <a:ext uri="{FF2B5EF4-FFF2-40B4-BE49-F238E27FC236}">
                <a16:creationId xmlns:a16="http://schemas.microsoft.com/office/drawing/2014/main" id="{A77C19EF-92E3-F249-FDC1-520DB84DA236}"/>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07175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0F8EFA8C-D057-1D8F-76E1-8CBF5087D21C}"/>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8CE18BB9-BDD6-904F-C4F6-467A60967A54}"/>
              </a:ext>
            </a:extLst>
          </p:cNvPr>
          <p:cNvPicPr>
            <a:picLocks noChangeAspect="1"/>
          </p:cNvPicPr>
          <p:nvPr/>
        </p:nvPicPr>
        <p:blipFill>
          <a:blip r:embed="rId3"/>
          <a:stretch>
            <a:fillRect/>
          </a:stretch>
        </p:blipFill>
        <p:spPr>
          <a:xfrm>
            <a:off x="2854000" y="1325600"/>
            <a:ext cx="6484001" cy="1748019"/>
          </a:xfrm>
          <a:prstGeom prst="rect">
            <a:avLst/>
          </a:prstGeom>
        </p:spPr>
      </p:pic>
      <p:pic>
        <p:nvPicPr>
          <p:cNvPr id="8" name="Picture 7">
            <a:extLst>
              <a:ext uri="{FF2B5EF4-FFF2-40B4-BE49-F238E27FC236}">
                <a16:creationId xmlns:a16="http://schemas.microsoft.com/office/drawing/2014/main" id="{99AC5196-A880-6A98-EA08-453BF5C07933}"/>
              </a:ext>
            </a:extLst>
          </p:cNvPr>
          <p:cNvPicPr>
            <a:picLocks noChangeAspect="1"/>
          </p:cNvPicPr>
          <p:nvPr/>
        </p:nvPicPr>
        <p:blipFill>
          <a:blip r:embed="rId4"/>
          <a:srcRect r="62214"/>
          <a:stretch>
            <a:fillRect/>
          </a:stretch>
        </p:blipFill>
        <p:spPr>
          <a:xfrm>
            <a:off x="3162475" y="3257294"/>
            <a:ext cx="2216922" cy="2915381"/>
          </a:xfrm>
          <a:prstGeom prst="rect">
            <a:avLst/>
          </a:prstGeom>
        </p:spPr>
      </p:pic>
      <p:pic>
        <p:nvPicPr>
          <p:cNvPr id="5" name="Picture 4">
            <a:extLst>
              <a:ext uri="{FF2B5EF4-FFF2-40B4-BE49-F238E27FC236}">
                <a16:creationId xmlns:a16="http://schemas.microsoft.com/office/drawing/2014/main" id="{2C605894-747A-3786-5059-EA567956C6DF}"/>
              </a:ext>
            </a:extLst>
          </p:cNvPr>
          <p:cNvPicPr>
            <a:picLocks noChangeAspect="1"/>
          </p:cNvPicPr>
          <p:nvPr/>
        </p:nvPicPr>
        <p:blipFill>
          <a:blip r:embed="rId5"/>
          <a:stretch>
            <a:fillRect/>
          </a:stretch>
        </p:blipFill>
        <p:spPr>
          <a:xfrm>
            <a:off x="1867583" y="6457259"/>
            <a:ext cx="1748019" cy="163310"/>
          </a:xfrm>
          <a:prstGeom prst="rect">
            <a:avLst/>
          </a:prstGeom>
        </p:spPr>
      </p:pic>
    </p:spTree>
    <p:extLst>
      <p:ext uri="{BB962C8B-B14F-4D97-AF65-F5344CB8AC3E}">
        <p14:creationId xmlns:p14="http://schemas.microsoft.com/office/powerpoint/2010/main" val="348339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8C9A7-D2E7-B2D5-71E1-1D876C352AE1}"/>
            </a:ext>
          </a:extLst>
        </p:cNvPr>
        <p:cNvGrpSpPr/>
        <p:nvPr/>
      </p:nvGrpSpPr>
      <p:grpSpPr>
        <a:xfrm>
          <a:off x="0" y="0"/>
          <a:ext cx="0" cy="0"/>
          <a:chOff x="0" y="0"/>
          <a:chExt cx="0" cy="0"/>
        </a:xfrm>
      </p:grpSpPr>
      <p:pic>
        <p:nvPicPr>
          <p:cNvPr id="6" name="Picture 5" descr="Network Technology Background">
            <a:extLst>
              <a:ext uri="{FF2B5EF4-FFF2-40B4-BE49-F238E27FC236}">
                <a16:creationId xmlns:a16="http://schemas.microsoft.com/office/drawing/2014/main" id="{1241BB88-2985-882E-8002-4D0D7BE9EDA0}"/>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693CB996-B238-CBA4-F0EF-D39431500E11}"/>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65BBC81-18C7-C708-2A88-10C9EAD75D79}"/>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AA6C8985-BDD0-065B-812A-214166A8FCAC}"/>
              </a:ext>
            </a:extLst>
          </p:cNvPr>
          <p:cNvPicPr>
            <a:picLocks noChangeAspect="1"/>
          </p:cNvPicPr>
          <p:nvPr/>
        </p:nvPicPr>
        <p:blipFill>
          <a:blip r:embed="rId3"/>
          <a:stretch>
            <a:fillRect/>
          </a:stretch>
        </p:blipFill>
        <p:spPr>
          <a:xfrm>
            <a:off x="2854000" y="1325600"/>
            <a:ext cx="6484001" cy="1748019"/>
          </a:xfrm>
          <a:prstGeom prst="rect">
            <a:avLst/>
          </a:prstGeom>
        </p:spPr>
      </p:pic>
      <p:pic>
        <p:nvPicPr>
          <p:cNvPr id="8" name="Picture 7">
            <a:extLst>
              <a:ext uri="{FF2B5EF4-FFF2-40B4-BE49-F238E27FC236}">
                <a16:creationId xmlns:a16="http://schemas.microsoft.com/office/drawing/2014/main" id="{1EED565D-9AB7-72C4-C8E9-8A9E340AB5CF}"/>
              </a:ext>
            </a:extLst>
          </p:cNvPr>
          <p:cNvPicPr>
            <a:picLocks noChangeAspect="1"/>
          </p:cNvPicPr>
          <p:nvPr/>
        </p:nvPicPr>
        <p:blipFill>
          <a:blip r:embed="rId4"/>
          <a:stretch>
            <a:fillRect/>
          </a:stretch>
        </p:blipFill>
        <p:spPr>
          <a:xfrm>
            <a:off x="3162474" y="3257294"/>
            <a:ext cx="5867053" cy="2915381"/>
          </a:xfrm>
          <a:prstGeom prst="rect">
            <a:avLst/>
          </a:prstGeom>
        </p:spPr>
      </p:pic>
      <p:pic>
        <p:nvPicPr>
          <p:cNvPr id="5" name="Picture 4">
            <a:extLst>
              <a:ext uri="{FF2B5EF4-FFF2-40B4-BE49-F238E27FC236}">
                <a16:creationId xmlns:a16="http://schemas.microsoft.com/office/drawing/2014/main" id="{AE5E4072-4BEF-21C2-38C5-A13BA7C33187}"/>
              </a:ext>
            </a:extLst>
          </p:cNvPr>
          <p:cNvPicPr>
            <a:picLocks noChangeAspect="1"/>
          </p:cNvPicPr>
          <p:nvPr/>
        </p:nvPicPr>
        <p:blipFill>
          <a:blip r:embed="rId5"/>
          <a:stretch>
            <a:fillRect/>
          </a:stretch>
        </p:blipFill>
        <p:spPr>
          <a:xfrm>
            <a:off x="1867583" y="6457259"/>
            <a:ext cx="1748019" cy="163310"/>
          </a:xfrm>
          <a:prstGeom prst="rect">
            <a:avLst/>
          </a:prstGeom>
        </p:spPr>
      </p:pic>
    </p:spTree>
    <p:extLst>
      <p:ext uri="{BB962C8B-B14F-4D97-AF65-F5344CB8AC3E}">
        <p14:creationId xmlns:p14="http://schemas.microsoft.com/office/powerpoint/2010/main" val="172786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Network Technology Background">
            <a:extLst>
              <a:ext uri="{FF2B5EF4-FFF2-40B4-BE49-F238E27FC236}">
                <a16:creationId xmlns:a16="http://schemas.microsoft.com/office/drawing/2014/main" id="{69B1EB42-991E-1212-8738-0934288424C9}"/>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8CE18BB9-BDD6-904F-C4F6-467A60967A54}"/>
              </a:ext>
            </a:extLst>
          </p:cNvPr>
          <p:cNvPicPr>
            <a:picLocks noChangeAspect="1"/>
          </p:cNvPicPr>
          <p:nvPr/>
        </p:nvPicPr>
        <p:blipFill>
          <a:blip r:embed="rId3"/>
          <a:stretch>
            <a:fillRect/>
          </a:stretch>
        </p:blipFill>
        <p:spPr>
          <a:xfrm>
            <a:off x="2854000" y="1325600"/>
            <a:ext cx="6484001" cy="1748019"/>
          </a:xfrm>
          <a:prstGeom prst="rect">
            <a:avLst/>
          </a:prstGeom>
        </p:spPr>
      </p:pic>
      <p:pic>
        <p:nvPicPr>
          <p:cNvPr id="10" name="Picture 9">
            <a:extLst>
              <a:ext uri="{FF2B5EF4-FFF2-40B4-BE49-F238E27FC236}">
                <a16:creationId xmlns:a16="http://schemas.microsoft.com/office/drawing/2014/main" id="{F1B8C690-F61E-32A9-1119-1AF3B6D9B96E}"/>
              </a:ext>
            </a:extLst>
          </p:cNvPr>
          <p:cNvPicPr>
            <a:picLocks noChangeAspect="1"/>
          </p:cNvPicPr>
          <p:nvPr/>
        </p:nvPicPr>
        <p:blipFill>
          <a:blip r:embed="rId4">
            <a:grayscl/>
          </a:blip>
          <a:stretch>
            <a:fillRect/>
          </a:stretch>
        </p:blipFill>
        <p:spPr>
          <a:xfrm>
            <a:off x="2712270" y="4013233"/>
            <a:ext cx="7142891" cy="2046141"/>
          </a:xfrm>
          <a:prstGeom prst="rect">
            <a:avLst/>
          </a:prstGeom>
        </p:spPr>
      </p:pic>
    </p:spTree>
    <p:extLst>
      <p:ext uri="{BB962C8B-B14F-4D97-AF65-F5344CB8AC3E}">
        <p14:creationId xmlns:p14="http://schemas.microsoft.com/office/powerpoint/2010/main" val="16174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Network Technology Background">
            <a:extLst>
              <a:ext uri="{FF2B5EF4-FFF2-40B4-BE49-F238E27FC236}">
                <a16:creationId xmlns:a16="http://schemas.microsoft.com/office/drawing/2014/main" id="{C8C4F569-1026-53A9-1018-A2EA6007661B}"/>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A4DC0A7-15F1-36A6-D71B-7AE4CB89A9C9}"/>
              </a:ext>
            </a:extLst>
          </p:cNvPr>
          <p:cNvPicPr>
            <a:picLocks noChangeAspect="1"/>
          </p:cNvPicPr>
          <p:nvPr/>
        </p:nvPicPr>
        <p:blipFill>
          <a:blip r:embed="rId3"/>
          <a:stretch>
            <a:fillRect/>
          </a:stretch>
        </p:blipFill>
        <p:spPr>
          <a:xfrm>
            <a:off x="2343879" y="2223631"/>
            <a:ext cx="7504241" cy="2011948"/>
          </a:xfrm>
          <a:prstGeom prst="rect">
            <a:avLst/>
          </a:prstGeom>
        </p:spPr>
      </p:pic>
      <p:pic>
        <p:nvPicPr>
          <p:cNvPr id="8" name="Picture 7">
            <a:extLst>
              <a:ext uri="{FF2B5EF4-FFF2-40B4-BE49-F238E27FC236}">
                <a16:creationId xmlns:a16="http://schemas.microsoft.com/office/drawing/2014/main" id="{9B766573-9850-64F4-C76D-BA5F5992107D}"/>
              </a:ext>
            </a:extLst>
          </p:cNvPr>
          <p:cNvPicPr>
            <a:picLocks noChangeAspect="1"/>
          </p:cNvPicPr>
          <p:nvPr/>
        </p:nvPicPr>
        <p:blipFill>
          <a:blip r:embed="rId4"/>
          <a:stretch>
            <a:fillRect/>
          </a:stretch>
        </p:blipFill>
        <p:spPr>
          <a:xfrm>
            <a:off x="1752022" y="6493651"/>
            <a:ext cx="1748019" cy="163310"/>
          </a:xfrm>
          <a:prstGeom prst="rect">
            <a:avLst/>
          </a:prstGeom>
        </p:spPr>
      </p:pic>
    </p:spTree>
    <p:extLst>
      <p:ext uri="{BB962C8B-B14F-4D97-AF65-F5344CB8AC3E}">
        <p14:creationId xmlns:p14="http://schemas.microsoft.com/office/powerpoint/2010/main" val="17321581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Network Technology Background">
            <a:extLst>
              <a:ext uri="{FF2B5EF4-FFF2-40B4-BE49-F238E27FC236}">
                <a16:creationId xmlns:a16="http://schemas.microsoft.com/office/drawing/2014/main" id="{AFB68408-98A7-66E2-BD09-17E019AA5B91}"/>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910250" y="43350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883409" y="273900"/>
            <a:ext cx="7453352" cy="444096"/>
          </a:xfrm>
          <a:prstGeom prst="rect">
            <a:avLst/>
          </a:prstGeom>
          <a:solidFill>
            <a:schemeClr val="bg1"/>
          </a:solidFill>
        </p:spPr>
        <p:txBody>
          <a:bodyPr wrap="square">
            <a:spAutoFit/>
          </a:bodyPr>
          <a:lstStyle/>
          <a:p>
            <a:pPr algn="l"/>
            <a:r>
              <a:rPr lang="en-US" sz="2286" b="1" dirty="0">
                <a:solidFill>
                  <a:srgbClr val="0000FF"/>
                </a:solidFill>
                <a:latin typeface="Cambria" panose="02040503050406030204" pitchFamily="18" charset="0"/>
                <a:ea typeface="Cambria" panose="02040503050406030204" pitchFamily="18" charset="0"/>
              </a:rPr>
              <a:t>Graph Laplacian</a:t>
            </a:r>
            <a:endParaRPr lang="en-IN" sz="2286" b="1" dirty="0">
              <a:solidFill>
                <a:srgbClr val="0000FF"/>
              </a:solidFill>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0042981A-D857-AD8A-F804-0EACF74936AB}"/>
              </a:ext>
            </a:extLst>
          </p:cNvPr>
          <p:cNvPicPr>
            <a:picLocks noChangeAspect="1"/>
          </p:cNvPicPr>
          <p:nvPr/>
        </p:nvPicPr>
        <p:blipFill>
          <a:blip r:embed="rId3"/>
          <a:stretch>
            <a:fillRect/>
          </a:stretch>
        </p:blipFill>
        <p:spPr>
          <a:xfrm>
            <a:off x="1897145" y="3425084"/>
            <a:ext cx="8224471" cy="1966222"/>
          </a:xfrm>
          <a:prstGeom prst="rect">
            <a:avLst/>
          </a:prstGeom>
        </p:spPr>
      </p:pic>
      <p:pic>
        <p:nvPicPr>
          <p:cNvPr id="9" name="Picture 8">
            <a:extLst>
              <a:ext uri="{FF2B5EF4-FFF2-40B4-BE49-F238E27FC236}">
                <a16:creationId xmlns:a16="http://schemas.microsoft.com/office/drawing/2014/main" id="{720610F2-F591-4C7C-637D-D17A6DF19EA3}"/>
              </a:ext>
            </a:extLst>
          </p:cNvPr>
          <p:cNvPicPr>
            <a:picLocks noChangeAspect="1"/>
          </p:cNvPicPr>
          <p:nvPr/>
        </p:nvPicPr>
        <p:blipFill>
          <a:blip r:embed="rId4"/>
          <a:stretch>
            <a:fillRect/>
          </a:stretch>
        </p:blipFill>
        <p:spPr>
          <a:xfrm>
            <a:off x="1893705" y="6457259"/>
            <a:ext cx="1748019" cy="163310"/>
          </a:xfrm>
          <a:prstGeom prst="rect">
            <a:avLst/>
          </a:prstGeom>
        </p:spPr>
      </p:pic>
    </p:spTree>
    <p:extLst>
      <p:ext uri="{BB962C8B-B14F-4D97-AF65-F5344CB8AC3E}">
        <p14:creationId xmlns:p14="http://schemas.microsoft.com/office/powerpoint/2010/main" val="3200768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Network Technology Background">
            <a:extLst>
              <a:ext uri="{FF2B5EF4-FFF2-40B4-BE49-F238E27FC236}">
                <a16:creationId xmlns:a16="http://schemas.microsoft.com/office/drawing/2014/main" id="{5E3FEAC7-4E3E-2146-6F38-EF3456EEE041}"/>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871942" y="449283"/>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pic>
        <p:nvPicPr>
          <p:cNvPr id="9" name="Picture 8">
            <a:extLst>
              <a:ext uri="{FF2B5EF4-FFF2-40B4-BE49-F238E27FC236}">
                <a16:creationId xmlns:a16="http://schemas.microsoft.com/office/drawing/2014/main" id="{720610F2-F591-4C7C-637D-D17A6DF19EA3}"/>
              </a:ext>
            </a:extLst>
          </p:cNvPr>
          <p:cNvPicPr>
            <a:picLocks noChangeAspect="1"/>
          </p:cNvPicPr>
          <p:nvPr/>
        </p:nvPicPr>
        <p:blipFill>
          <a:blip r:embed="rId3"/>
          <a:stretch>
            <a:fillRect/>
          </a:stretch>
        </p:blipFill>
        <p:spPr>
          <a:xfrm>
            <a:off x="1893705" y="6457259"/>
            <a:ext cx="1748019" cy="163310"/>
          </a:xfrm>
          <a:prstGeom prst="rect">
            <a:avLst/>
          </a:prstGeom>
        </p:spPr>
      </p:pic>
      <p:pic>
        <p:nvPicPr>
          <p:cNvPr id="5" name="Picture 4">
            <a:extLst>
              <a:ext uri="{FF2B5EF4-FFF2-40B4-BE49-F238E27FC236}">
                <a16:creationId xmlns:a16="http://schemas.microsoft.com/office/drawing/2014/main" id="{39C3DB03-6BA3-F544-9258-C417D1702EAA}"/>
              </a:ext>
            </a:extLst>
          </p:cNvPr>
          <p:cNvPicPr>
            <a:picLocks noChangeAspect="1"/>
          </p:cNvPicPr>
          <p:nvPr/>
        </p:nvPicPr>
        <p:blipFill>
          <a:blip r:embed="rId4"/>
          <a:stretch>
            <a:fillRect/>
          </a:stretch>
        </p:blipFill>
        <p:spPr>
          <a:xfrm>
            <a:off x="4221231" y="2442912"/>
            <a:ext cx="3542492" cy="241018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E9C9F4-75E1-F3FA-4B2C-9BCB633451A6}"/>
                  </a:ext>
                </a:extLst>
              </p:cNvPr>
              <p:cNvSpPr txBox="1"/>
              <p:nvPr/>
            </p:nvSpPr>
            <p:spPr>
              <a:xfrm>
                <a:off x="3352434" y="1073062"/>
                <a:ext cx="5984327" cy="365934"/>
              </a:xfrm>
              <a:prstGeom prst="rect">
                <a:avLst/>
              </a:prstGeom>
              <a:solidFill>
                <a:schemeClr val="bg1"/>
              </a:solidFill>
            </p:spPr>
            <p:txBody>
              <a:bodyPr wrap="square">
                <a:spAutoFit/>
              </a:bodyPr>
              <a:lstStyle/>
              <a:p>
                <a:r>
                  <a:rPr lang="en-US" sz="1778" dirty="0">
                    <a:latin typeface="Cambria" panose="02040503050406030204" pitchFamily="18" charset="0"/>
                    <a:ea typeface="Cambria" panose="02040503050406030204" pitchFamily="18" charset="0"/>
                  </a:rPr>
                  <a:t>Suppose we have a network with </a:t>
                </a:r>
                <a14:m>
                  <m:oMath xmlns:m="http://schemas.openxmlformats.org/officeDocument/2006/math">
                    <m:r>
                      <a:rPr lang="en-US" sz="1778" i="1" dirty="0">
                        <a:latin typeface="Cambria Math" panose="02040503050406030204" pitchFamily="18" charset="0"/>
                      </a:rPr>
                      <m:t>𝑐</m:t>
                    </m:r>
                    <m:r>
                      <a:rPr lang="en-US" sz="1778" i="1" dirty="0">
                        <a:latin typeface="Cambria Math" panose="02040503050406030204" pitchFamily="18" charset="0"/>
                      </a:rPr>
                      <m:t> </m:t>
                    </m:r>
                  </m:oMath>
                </a14:m>
                <a:r>
                  <a:rPr lang="en-US" sz="1778" dirty="0">
                    <a:latin typeface="Cambria" panose="02040503050406030204" pitchFamily="18" charset="0"/>
                    <a:ea typeface="Cambria" panose="02040503050406030204" pitchFamily="18" charset="0"/>
                  </a:rPr>
                  <a:t>different components</a:t>
                </a:r>
                <a:endParaRPr lang="en-IN" sz="1778" dirty="0">
                  <a:latin typeface="Cambria" panose="02040503050406030204" pitchFamily="18" charset="0"/>
                  <a:ea typeface="Cambria" panose="02040503050406030204" pitchFamily="18" charset="0"/>
                </a:endParaRPr>
              </a:p>
            </p:txBody>
          </p:sp>
        </mc:Choice>
        <mc:Fallback xmlns="">
          <p:sp>
            <p:nvSpPr>
              <p:cNvPr id="10" name="TextBox 9">
                <a:extLst>
                  <a:ext uri="{FF2B5EF4-FFF2-40B4-BE49-F238E27FC236}">
                    <a16:creationId xmlns:a16="http://schemas.microsoft.com/office/drawing/2014/main" id="{24E9C9F4-75E1-F3FA-4B2C-9BCB633451A6}"/>
                  </a:ext>
                </a:extLst>
              </p:cNvPr>
              <p:cNvSpPr txBox="1">
                <a:spLocks noRot="1" noChangeAspect="1" noMove="1" noResize="1" noEditPoints="1" noAdjustHandles="1" noChangeArrowheads="1" noChangeShapeType="1" noTextEdit="1"/>
              </p:cNvSpPr>
              <p:nvPr/>
            </p:nvSpPr>
            <p:spPr>
              <a:xfrm>
                <a:off x="3352434" y="1073062"/>
                <a:ext cx="5984327" cy="365934"/>
              </a:xfrm>
              <a:prstGeom prst="rect">
                <a:avLst/>
              </a:prstGeom>
              <a:blipFill>
                <a:blip r:embed="rId5"/>
                <a:stretch>
                  <a:fillRect l="-815" t="-6667"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35D0DB4-4F68-1A03-8C72-4117C7952479}"/>
                  </a:ext>
                </a:extLst>
              </p:cNvPr>
              <p:cNvSpPr txBox="1"/>
              <p:nvPr/>
            </p:nvSpPr>
            <p:spPr>
              <a:xfrm>
                <a:off x="3466320" y="1690526"/>
                <a:ext cx="4950486" cy="365934"/>
              </a:xfrm>
              <a:prstGeom prst="rect">
                <a:avLst/>
              </a:prstGeom>
              <a:solidFill>
                <a:schemeClr val="bg1"/>
              </a:solidFill>
            </p:spPr>
            <p:txBody>
              <a:bodyPr wrap="square">
                <a:spAutoFit/>
              </a:bodyPr>
              <a:lstStyle/>
              <a:p>
                <a:r>
                  <a:rPr lang="en-US" sz="1778" dirty="0">
                    <a:latin typeface="Cambria" panose="02040503050406030204" pitchFamily="18" charset="0"/>
                    <a:ea typeface="Cambria" panose="02040503050406030204" pitchFamily="18" charset="0"/>
                  </a:rPr>
                  <a:t>The components have sizes </a:t>
                </a:r>
                <a14:m>
                  <m:oMath xmlns:m="http://schemas.openxmlformats.org/officeDocument/2006/math">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1</m:t>
                        </m:r>
                      </m:sub>
                    </m:sSub>
                    <m:r>
                      <a:rPr lang="en-US" sz="1778" i="1" dirty="0">
                        <a:latin typeface="Cambria Math" panose="02040503050406030204" pitchFamily="18" charset="0"/>
                        <a:ea typeface="Cambria" panose="02040503050406030204" pitchFamily="18" charset="0"/>
                      </a:rPr>
                      <m:t>, </m:t>
                    </m:r>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2</m:t>
                        </m:r>
                      </m:sub>
                    </m:sSub>
                    <m:r>
                      <a:rPr lang="en-US" sz="1778" i="1" dirty="0">
                        <a:latin typeface="Cambria Math" panose="02040503050406030204" pitchFamily="18" charset="0"/>
                        <a:ea typeface="Cambria" panose="02040503050406030204" pitchFamily="18" charset="0"/>
                      </a:rPr>
                      <m:t>, … , </m:t>
                    </m:r>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𝑐</m:t>
                        </m:r>
                      </m:sub>
                    </m:sSub>
                  </m:oMath>
                </a14:m>
                <a:endParaRPr lang="en-IN" sz="1778" dirty="0">
                  <a:latin typeface="Cambria" panose="02040503050406030204" pitchFamily="18" charset="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D35D0DB4-4F68-1A03-8C72-4117C7952479}"/>
                  </a:ext>
                </a:extLst>
              </p:cNvPr>
              <p:cNvSpPr txBox="1">
                <a:spLocks noRot="1" noChangeAspect="1" noMove="1" noResize="1" noEditPoints="1" noAdjustHandles="1" noChangeArrowheads="1" noChangeShapeType="1" noTextEdit="1"/>
              </p:cNvSpPr>
              <p:nvPr/>
            </p:nvSpPr>
            <p:spPr>
              <a:xfrm>
                <a:off x="3466320" y="1690526"/>
                <a:ext cx="4950486" cy="365934"/>
              </a:xfrm>
              <a:prstGeom prst="rect">
                <a:avLst/>
              </a:prstGeom>
              <a:blipFill>
                <a:blip r:embed="rId6"/>
                <a:stretch>
                  <a:fillRect l="-985" t="-6667" b="-23333"/>
                </a:stretch>
              </a:blipFill>
            </p:spPr>
            <p:txBody>
              <a:bodyPr/>
              <a:lstStyle/>
              <a:p>
                <a:r>
                  <a:rPr lang="en-IN">
                    <a:noFill/>
                  </a:rPr>
                  <a:t> </a:t>
                </a:r>
              </a:p>
            </p:txBody>
          </p:sp>
        </mc:Fallback>
      </mc:AlternateContent>
      <p:sp>
        <p:nvSpPr>
          <p:cNvPr id="14" name="TextBox 13">
            <a:extLst>
              <a:ext uri="{FF2B5EF4-FFF2-40B4-BE49-F238E27FC236}">
                <a16:creationId xmlns:a16="http://schemas.microsoft.com/office/drawing/2014/main" id="{7658B5CE-2AAE-33F9-5B57-5F38BA462D90}"/>
              </a:ext>
            </a:extLst>
          </p:cNvPr>
          <p:cNvSpPr txBox="1"/>
          <p:nvPr/>
        </p:nvSpPr>
        <p:spPr>
          <a:xfrm>
            <a:off x="1910824" y="435719"/>
            <a:ext cx="8236486" cy="444096"/>
          </a:xfrm>
          <a:prstGeom prst="rect">
            <a:avLst/>
          </a:prstGeom>
          <a:solidFill>
            <a:schemeClr val="bg1"/>
          </a:solidFill>
        </p:spPr>
        <p:txBody>
          <a:bodyPr wrap="square">
            <a:spAutoFit/>
          </a:bodyPr>
          <a:lstStyle/>
          <a:p>
            <a:r>
              <a:rPr lang="en-US" sz="2286" b="1" dirty="0">
                <a:solidFill>
                  <a:srgbClr val="0000FF"/>
                </a:solidFill>
                <a:latin typeface="Cambria" panose="02040503050406030204" pitchFamily="18" charset="0"/>
                <a:ea typeface="Cambria" panose="02040503050406030204" pitchFamily="18" charset="0"/>
              </a:rPr>
              <a:t>Connected Components and the algebraic connectivity</a:t>
            </a:r>
            <a:endParaRPr lang="en-IN" sz="2286" b="1" dirty="0">
              <a:solidFill>
                <a:srgbClr val="0000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0310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Network Technology Background">
            <a:extLst>
              <a:ext uri="{FF2B5EF4-FFF2-40B4-BE49-F238E27FC236}">
                <a16:creationId xmlns:a16="http://schemas.microsoft.com/office/drawing/2014/main" id="{5E3FEAC7-4E3E-2146-6F38-EF3456EEE041}"/>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871942" y="459011"/>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910824" y="435719"/>
            <a:ext cx="8236486" cy="444096"/>
          </a:xfrm>
          <a:prstGeom prst="rect">
            <a:avLst/>
          </a:prstGeom>
          <a:solidFill>
            <a:schemeClr val="bg1"/>
          </a:solidFill>
        </p:spPr>
        <p:txBody>
          <a:bodyPr wrap="square">
            <a:spAutoFit/>
          </a:bodyPr>
          <a:lstStyle/>
          <a:p>
            <a:r>
              <a:rPr lang="en-US" sz="2286" b="1" dirty="0">
                <a:solidFill>
                  <a:srgbClr val="0000FF"/>
                </a:solidFill>
                <a:latin typeface="Cambria" panose="02040503050406030204" pitchFamily="18" charset="0"/>
                <a:ea typeface="Cambria" panose="02040503050406030204" pitchFamily="18" charset="0"/>
              </a:rPr>
              <a:t>Connected Components and the algebraic connectivity</a:t>
            </a:r>
            <a:endParaRPr lang="en-IN" sz="2286" b="1" dirty="0">
              <a:solidFill>
                <a:srgbClr val="0000FF"/>
              </a:solidFill>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720610F2-F591-4C7C-637D-D17A6DF19EA3}"/>
              </a:ext>
            </a:extLst>
          </p:cNvPr>
          <p:cNvPicPr>
            <a:picLocks noChangeAspect="1"/>
          </p:cNvPicPr>
          <p:nvPr/>
        </p:nvPicPr>
        <p:blipFill>
          <a:blip r:embed="rId3"/>
          <a:stretch>
            <a:fillRect/>
          </a:stretch>
        </p:blipFill>
        <p:spPr>
          <a:xfrm>
            <a:off x="1893705" y="6457259"/>
            <a:ext cx="1748019" cy="163310"/>
          </a:xfrm>
          <a:prstGeom prst="rect">
            <a:avLst/>
          </a:prstGeom>
        </p:spPr>
      </p:pic>
      <p:pic>
        <p:nvPicPr>
          <p:cNvPr id="5" name="Picture 4">
            <a:extLst>
              <a:ext uri="{FF2B5EF4-FFF2-40B4-BE49-F238E27FC236}">
                <a16:creationId xmlns:a16="http://schemas.microsoft.com/office/drawing/2014/main" id="{39C3DB03-6BA3-F544-9258-C417D1702EAA}"/>
              </a:ext>
            </a:extLst>
          </p:cNvPr>
          <p:cNvPicPr>
            <a:picLocks noChangeAspect="1"/>
          </p:cNvPicPr>
          <p:nvPr/>
        </p:nvPicPr>
        <p:blipFill>
          <a:blip r:embed="rId4"/>
          <a:stretch>
            <a:fillRect/>
          </a:stretch>
        </p:blipFill>
        <p:spPr>
          <a:xfrm>
            <a:off x="3771953" y="1559120"/>
            <a:ext cx="3542492" cy="241018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4E9C9F4-75E1-F3FA-4B2C-9BCB633451A6}"/>
                  </a:ext>
                </a:extLst>
              </p:cNvPr>
              <p:cNvSpPr txBox="1"/>
              <p:nvPr/>
            </p:nvSpPr>
            <p:spPr>
              <a:xfrm>
                <a:off x="3352434" y="1073062"/>
                <a:ext cx="5984327" cy="365934"/>
              </a:xfrm>
              <a:prstGeom prst="rect">
                <a:avLst/>
              </a:prstGeom>
              <a:solidFill>
                <a:schemeClr val="bg1"/>
              </a:solidFill>
            </p:spPr>
            <p:txBody>
              <a:bodyPr wrap="square">
                <a:spAutoFit/>
              </a:bodyPr>
              <a:lstStyle/>
              <a:p>
                <a:r>
                  <a:rPr lang="en-US" sz="1778" dirty="0">
                    <a:latin typeface="Cambria" panose="02040503050406030204" pitchFamily="18" charset="0"/>
                    <a:ea typeface="Cambria" panose="02040503050406030204" pitchFamily="18" charset="0"/>
                  </a:rPr>
                  <a:t>Suppose we have a network with </a:t>
                </a:r>
                <a14:m>
                  <m:oMath xmlns:m="http://schemas.openxmlformats.org/officeDocument/2006/math">
                    <m:r>
                      <a:rPr lang="en-US" sz="1778" i="1" dirty="0">
                        <a:latin typeface="Cambria Math" panose="02040503050406030204" pitchFamily="18" charset="0"/>
                      </a:rPr>
                      <m:t>𝑐</m:t>
                    </m:r>
                    <m:r>
                      <a:rPr lang="en-US" sz="1778" i="1" dirty="0">
                        <a:latin typeface="Cambria Math" panose="02040503050406030204" pitchFamily="18" charset="0"/>
                      </a:rPr>
                      <m:t> </m:t>
                    </m:r>
                  </m:oMath>
                </a14:m>
                <a:r>
                  <a:rPr lang="en-US" sz="1778" dirty="0">
                    <a:latin typeface="Cambria" panose="02040503050406030204" pitchFamily="18" charset="0"/>
                    <a:ea typeface="Cambria" panose="02040503050406030204" pitchFamily="18" charset="0"/>
                  </a:rPr>
                  <a:t>different components</a:t>
                </a:r>
                <a:endParaRPr lang="en-IN" sz="1778" dirty="0">
                  <a:latin typeface="Cambria" panose="02040503050406030204" pitchFamily="18" charset="0"/>
                  <a:ea typeface="Cambria" panose="02040503050406030204" pitchFamily="18" charset="0"/>
                </a:endParaRPr>
              </a:p>
            </p:txBody>
          </p:sp>
        </mc:Choice>
        <mc:Fallback xmlns="">
          <p:sp>
            <p:nvSpPr>
              <p:cNvPr id="10" name="TextBox 9">
                <a:extLst>
                  <a:ext uri="{FF2B5EF4-FFF2-40B4-BE49-F238E27FC236}">
                    <a16:creationId xmlns:a16="http://schemas.microsoft.com/office/drawing/2014/main" id="{24E9C9F4-75E1-F3FA-4B2C-9BCB633451A6}"/>
                  </a:ext>
                </a:extLst>
              </p:cNvPr>
              <p:cNvSpPr txBox="1">
                <a:spLocks noRot="1" noChangeAspect="1" noMove="1" noResize="1" noEditPoints="1" noAdjustHandles="1" noChangeArrowheads="1" noChangeShapeType="1" noTextEdit="1"/>
              </p:cNvSpPr>
              <p:nvPr/>
            </p:nvSpPr>
            <p:spPr>
              <a:xfrm>
                <a:off x="3352434" y="1073062"/>
                <a:ext cx="5984327" cy="365934"/>
              </a:xfrm>
              <a:prstGeom prst="rect">
                <a:avLst/>
              </a:prstGeom>
              <a:blipFill>
                <a:blip r:embed="rId5"/>
                <a:stretch>
                  <a:fillRect l="-815" t="-6667" b="-23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35D0DB4-4F68-1A03-8C72-4117C7952479}"/>
                  </a:ext>
                </a:extLst>
              </p:cNvPr>
              <p:cNvSpPr txBox="1"/>
              <p:nvPr/>
            </p:nvSpPr>
            <p:spPr>
              <a:xfrm>
                <a:off x="3466321" y="1422291"/>
                <a:ext cx="4950486" cy="365934"/>
              </a:xfrm>
              <a:prstGeom prst="rect">
                <a:avLst/>
              </a:prstGeom>
              <a:solidFill>
                <a:schemeClr val="bg1"/>
              </a:solidFill>
            </p:spPr>
            <p:txBody>
              <a:bodyPr wrap="square">
                <a:spAutoFit/>
              </a:bodyPr>
              <a:lstStyle/>
              <a:p>
                <a:r>
                  <a:rPr lang="en-US" sz="1778" dirty="0">
                    <a:latin typeface="Cambria" panose="02040503050406030204" pitchFamily="18" charset="0"/>
                    <a:ea typeface="Cambria" panose="02040503050406030204" pitchFamily="18" charset="0"/>
                  </a:rPr>
                  <a:t>The components have sizes </a:t>
                </a:r>
                <a14:m>
                  <m:oMath xmlns:m="http://schemas.openxmlformats.org/officeDocument/2006/math">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1</m:t>
                        </m:r>
                      </m:sub>
                    </m:sSub>
                    <m:r>
                      <a:rPr lang="en-US" sz="1778" i="1" dirty="0">
                        <a:latin typeface="Cambria Math" panose="02040503050406030204" pitchFamily="18" charset="0"/>
                        <a:ea typeface="Cambria" panose="02040503050406030204" pitchFamily="18" charset="0"/>
                      </a:rPr>
                      <m:t>, </m:t>
                    </m:r>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2</m:t>
                        </m:r>
                      </m:sub>
                    </m:sSub>
                    <m:r>
                      <a:rPr lang="en-US" sz="1778" i="1" dirty="0">
                        <a:latin typeface="Cambria Math" panose="02040503050406030204" pitchFamily="18" charset="0"/>
                        <a:ea typeface="Cambria" panose="02040503050406030204" pitchFamily="18" charset="0"/>
                      </a:rPr>
                      <m:t>, … , </m:t>
                    </m:r>
                    <m:sSub>
                      <m:sSubPr>
                        <m:ctrlPr>
                          <a:rPr lang="en-US" sz="1778" i="1" dirty="0">
                            <a:latin typeface="Cambria Math" panose="02040503050406030204" pitchFamily="18" charset="0"/>
                            <a:ea typeface="Cambria" panose="02040503050406030204" pitchFamily="18" charset="0"/>
                          </a:rPr>
                        </m:ctrlPr>
                      </m:sSubPr>
                      <m:e>
                        <m:r>
                          <a:rPr lang="en-US" sz="1778" i="1" dirty="0">
                            <a:latin typeface="Cambria Math" panose="02040503050406030204" pitchFamily="18" charset="0"/>
                            <a:ea typeface="Cambria" panose="02040503050406030204" pitchFamily="18" charset="0"/>
                          </a:rPr>
                          <m:t>𝑛</m:t>
                        </m:r>
                      </m:e>
                      <m:sub>
                        <m:r>
                          <a:rPr lang="en-US" sz="1778" i="1" dirty="0">
                            <a:latin typeface="Cambria Math" panose="02040503050406030204" pitchFamily="18" charset="0"/>
                            <a:ea typeface="Cambria" panose="02040503050406030204" pitchFamily="18" charset="0"/>
                          </a:rPr>
                          <m:t>𝑐</m:t>
                        </m:r>
                      </m:sub>
                    </m:sSub>
                  </m:oMath>
                </a14:m>
                <a:endParaRPr lang="en-IN" sz="1778" dirty="0">
                  <a:latin typeface="Cambria" panose="02040503050406030204" pitchFamily="18" charset="0"/>
                  <a:ea typeface="Cambria" panose="02040503050406030204" pitchFamily="18" charset="0"/>
                </a:endParaRPr>
              </a:p>
            </p:txBody>
          </p:sp>
        </mc:Choice>
        <mc:Fallback xmlns="">
          <p:sp>
            <p:nvSpPr>
              <p:cNvPr id="13" name="TextBox 12">
                <a:extLst>
                  <a:ext uri="{FF2B5EF4-FFF2-40B4-BE49-F238E27FC236}">
                    <a16:creationId xmlns:a16="http://schemas.microsoft.com/office/drawing/2014/main" id="{D35D0DB4-4F68-1A03-8C72-4117C7952479}"/>
                  </a:ext>
                </a:extLst>
              </p:cNvPr>
              <p:cNvSpPr txBox="1">
                <a:spLocks noRot="1" noChangeAspect="1" noMove="1" noResize="1" noEditPoints="1" noAdjustHandles="1" noChangeArrowheads="1" noChangeShapeType="1" noTextEdit="1"/>
              </p:cNvSpPr>
              <p:nvPr/>
            </p:nvSpPr>
            <p:spPr>
              <a:xfrm>
                <a:off x="3466321" y="1422291"/>
                <a:ext cx="4950486" cy="365934"/>
              </a:xfrm>
              <a:prstGeom prst="rect">
                <a:avLst/>
              </a:prstGeom>
              <a:blipFill>
                <a:blip r:embed="rId6"/>
                <a:stretch>
                  <a:fillRect l="-985" t="-6667" b="-23333"/>
                </a:stretch>
              </a:blipFill>
            </p:spPr>
            <p:txBody>
              <a:bodyPr/>
              <a:lstStyle/>
              <a:p>
                <a:r>
                  <a:rPr lang="en-IN">
                    <a:noFill/>
                  </a:rPr>
                  <a:t> </a:t>
                </a:r>
              </a:p>
            </p:txBody>
          </p:sp>
        </mc:Fallback>
      </mc:AlternateContent>
      <p:pic>
        <p:nvPicPr>
          <p:cNvPr id="3" name="Picture 2">
            <a:extLst>
              <a:ext uri="{FF2B5EF4-FFF2-40B4-BE49-F238E27FC236}">
                <a16:creationId xmlns:a16="http://schemas.microsoft.com/office/drawing/2014/main" id="{B42495A8-5CAB-6333-F61C-9498F055836E}"/>
              </a:ext>
            </a:extLst>
          </p:cNvPr>
          <p:cNvPicPr>
            <a:picLocks noChangeAspect="1"/>
          </p:cNvPicPr>
          <p:nvPr/>
        </p:nvPicPr>
        <p:blipFill>
          <a:blip r:embed="rId7"/>
          <a:stretch>
            <a:fillRect/>
          </a:stretch>
        </p:blipFill>
        <p:spPr>
          <a:xfrm>
            <a:off x="2028379" y="4106138"/>
            <a:ext cx="1887134" cy="2110929"/>
          </a:xfrm>
          <a:prstGeom prst="rect">
            <a:avLst/>
          </a:prstGeom>
        </p:spPr>
      </p:pic>
      <p:pic>
        <p:nvPicPr>
          <p:cNvPr id="8" name="Picture 7">
            <a:extLst>
              <a:ext uri="{FF2B5EF4-FFF2-40B4-BE49-F238E27FC236}">
                <a16:creationId xmlns:a16="http://schemas.microsoft.com/office/drawing/2014/main" id="{28FB8C2B-E22A-C7A4-6061-34B4765CBD98}"/>
              </a:ext>
            </a:extLst>
          </p:cNvPr>
          <p:cNvPicPr>
            <a:picLocks noChangeAspect="1"/>
          </p:cNvPicPr>
          <p:nvPr/>
        </p:nvPicPr>
        <p:blipFill>
          <a:blip r:embed="rId8"/>
          <a:stretch>
            <a:fillRect/>
          </a:stretch>
        </p:blipFill>
        <p:spPr>
          <a:xfrm>
            <a:off x="3993174" y="4846509"/>
            <a:ext cx="6018012" cy="638061"/>
          </a:xfrm>
          <a:prstGeom prst="rect">
            <a:avLst/>
          </a:prstGeom>
        </p:spPr>
      </p:pic>
    </p:spTree>
    <p:extLst>
      <p:ext uri="{BB962C8B-B14F-4D97-AF65-F5344CB8AC3E}">
        <p14:creationId xmlns:p14="http://schemas.microsoft.com/office/powerpoint/2010/main" val="3211883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Network Technology Background">
            <a:extLst>
              <a:ext uri="{FF2B5EF4-FFF2-40B4-BE49-F238E27FC236}">
                <a16:creationId xmlns:a16="http://schemas.microsoft.com/office/drawing/2014/main" id="{5E3FEAC7-4E3E-2146-6F38-EF3456EEE041}"/>
              </a:ext>
            </a:extLst>
          </p:cNvPr>
          <p:cNvPicPr>
            <a:picLocks noChangeAspect="1"/>
          </p:cNvPicPr>
          <p:nvPr/>
        </p:nvPicPr>
        <p:blipFill rotWithShape="1">
          <a:blip r:embed="rId2">
            <a:alphaModFix amt="60000"/>
            <a:duotone>
              <a:schemeClr val="accent1">
                <a:shade val="45000"/>
                <a:satMod val="135000"/>
              </a:schemeClr>
              <a:prstClr val="white"/>
            </a:duotone>
          </a:blip>
          <a:srcRect r="-1" b="3428"/>
          <a:stretch/>
        </p:blipFill>
        <p:spPr>
          <a:xfrm>
            <a:off x="1871942" y="449283"/>
            <a:ext cx="8139243" cy="599099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Date Placeholder 3">
            <a:extLst>
              <a:ext uri="{FF2B5EF4-FFF2-40B4-BE49-F238E27FC236}">
                <a16:creationId xmlns:a16="http://schemas.microsoft.com/office/drawing/2014/main" id="{97A50288-11DF-526D-0232-63D435A28BF4}"/>
              </a:ext>
            </a:extLst>
          </p:cNvPr>
          <p:cNvSpPr>
            <a:spLocks noGrp="1"/>
          </p:cNvSpPr>
          <p:nvPr>
            <p:ph type="dt" sz="half" idx="10"/>
          </p:nvPr>
        </p:nvSpPr>
        <p:spPr/>
        <p:txBody>
          <a:bodyPr/>
          <a:lstStyle/>
          <a:p>
            <a:fld id="{B27A9E18-5371-4FC2-8521-7ECB04290999}" type="datetime1">
              <a:rPr lang="en-US" smtClean="0"/>
              <a:pPr/>
              <a:t>8/3/2026</a:t>
            </a:fld>
            <a:endParaRPr lang="en-IN"/>
          </a:p>
        </p:txBody>
      </p:sp>
      <p:sp>
        <p:nvSpPr>
          <p:cNvPr id="7" name="TextBox 6">
            <a:extLst>
              <a:ext uri="{FF2B5EF4-FFF2-40B4-BE49-F238E27FC236}">
                <a16:creationId xmlns:a16="http://schemas.microsoft.com/office/drawing/2014/main" id="{A77C19EF-92E3-F249-FDC1-520DB84DA236}"/>
              </a:ext>
            </a:extLst>
          </p:cNvPr>
          <p:cNvSpPr txBox="1"/>
          <p:nvPr/>
        </p:nvSpPr>
        <p:spPr>
          <a:xfrm>
            <a:off x="1910824" y="435719"/>
            <a:ext cx="8236486" cy="444096"/>
          </a:xfrm>
          <a:prstGeom prst="rect">
            <a:avLst/>
          </a:prstGeom>
          <a:solidFill>
            <a:schemeClr val="bg1"/>
          </a:solidFill>
        </p:spPr>
        <p:txBody>
          <a:bodyPr wrap="square">
            <a:spAutoFit/>
          </a:bodyPr>
          <a:lstStyle/>
          <a:p>
            <a:r>
              <a:rPr lang="en-US" sz="2286" b="1" dirty="0">
                <a:solidFill>
                  <a:srgbClr val="0000FF"/>
                </a:solidFill>
                <a:latin typeface="Cambria" panose="02040503050406030204" pitchFamily="18" charset="0"/>
                <a:ea typeface="Cambria" panose="02040503050406030204" pitchFamily="18" charset="0"/>
              </a:rPr>
              <a:t>Connected Components and the algebraic connectivity</a:t>
            </a:r>
            <a:endParaRPr lang="en-IN" sz="2286" b="1" dirty="0">
              <a:solidFill>
                <a:srgbClr val="0000FF"/>
              </a:solidFill>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720610F2-F591-4C7C-637D-D17A6DF19EA3}"/>
              </a:ext>
            </a:extLst>
          </p:cNvPr>
          <p:cNvPicPr>
            <a:picLocks noChangeAspect="1"/>
          </p:cNvPicPr>
          <p:nvPr/>
        </p:nvPicPr>
        <p:blipFill>
          <a:blip r:embed="rId3"/>
          <a:stretch>
            <a:fillRect/>
          </a:stretch>
        </p:blipFill>
        <p:spPr>
          <a:xfrm>
            <a:off x="1893705" y="6457259"/>
            <a:ext cx="1748019" cy="163310"/>
          </a:xfrm>
          <a:prstGeom prst="rect">
            <a:avLst/>
          </a:prstGeom>
        </p:spPr>
      </p:pic>
      <p:pic>
        <p:nvPicPr>
          <p:cNvPr id="6" name="Picture 5">
            <a:extLst>
              <a:ext uri="{FF2B5EF4-FFF2-40B4-BE49-F238E27FC236}">
                <a16:creationId xmlns:a16="http://schemas.microsoft.com/office/drawing/2014/main" id="{715D9B01-5647-D3BF-BAED-F87E16B2A985}"/>
              </a:ext>
            </a:extLst>
          </p:cNvPr>
          <p:cNvPicPr>
            <a:picLocks noChangeAspect="1"/>
          </p:cNvPicPr>
          <p:nvPr/>
        </p:nvPicPr>
        <p:blipFill>
          <a:blip r:embed="rId4"/>
          <a:stretch>
            <a:fillRect/>
          </a:stretch>
        </p:blipFill>
        <p:spPr>
          <a:xfrm>
            <a:off x="2180815" y="1828587"/>
            <a:ext cx="7368811" cy="2487732"/>
          </a:xfrm>
          <a:prstGeom prst="rect">
            <a:avLst/>
          </a:prstGeom>
        </p:spPr>
      </p:pic>
    </p:spTree>
    <p:extLst>
      <p:ext uri="{BB962C8B-B14F-4D97-AF65-F5344CB8AC3E}">
        <p14:creationId xmlns:p14="http://schemas.microsoft.com/office/powerpoint/2010/main" val="3033603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4" name="TextBox 3">
            <a:extLst>
              <a:ext uri="{FF2B5EF4-FFF2-40B4-BE49-F238E27FC236}">
                <a16:creationId xmlns:a16="http://schemas.microsoft.com/office/drawing/2014/main" id="{ED661BDF-C13D-A546-CAB6-14436F1CDC46}"/>
              </a:ext>
            </a:extLst>
          </p:cNvPr>
          <p:cNvSpPr txBox="1"/>
          <p:nvPr/>
        </p:nvSpPr>
        <p:spPr>
          <a:xfrm>
            <a:off x="1651590" y="2636874"/>
            <a:ext cx="9144000" cy="928806"/>
          </a:xfrm>
          <a:prstGeom prst="rect">
            <a:avLst/>
          </a:prstGeom>
          <a:solidFill>
            <a:schemeClr val="tx1"/>
          </a:solidFill>
        </p:spPr>
        <p:txBody>
          <a:bodyPr vert="horz" lIns="91440" tIns="45720" rIns="91440" bIns="45720" rtlCol="0" anchor="b">
            <a:normAutofit/>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a:t>
            </a:r>
          </a:p>
        </p:txBody>
      </p:sp>
    </p:spTree>
    <p:extLst>
      <p:ext uri="{BB962C8B-B14F-4D97-AF65-F5344CB8AC3E}">
        <p14:creationId xmlns:p14="http://schemas.microsoft.com/office/powerpoint/2010/main" val="884323895"/>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General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3" name="Picture 2">
            <a:extLst>
              <a:ext uri="{FF2B5EF4-FFF2-40B4-BE49-F238E27FC236}">
                <a16:creationId xmlns:a16="http://schemas.microsoft.com/office/drawing/2014/main" id="{8A53F22D-502D-974D-B3F6-6EEE9DE0A324}"/>
              </a:ext>
            </a:extLst>
          </p:cNvPr>
          <p:cNvPicPr>
            <a:picLocks noChangeAspect="1"/>
          </p:cNvPicPr>
          <p:nvPr/>
        </p:nvPicPr>
        <p:blipFill>
          <a:blip r:embed="rId3"/>
          <a:stretch>
            <a:fillRect/>
          </a:stretch>
        </p:blipFill>
        <p:spPr>
          <a:xfrm>
            <a:off x="3538530" y="1481665"/>
            <a:ext cx="5114940" cy="1070150"/>
          </a:xfrm>
          <a:prstGeom prst="rect">
            <a:avLst/>
          </a:prstGeom>
        </p:spPr>
      </p:pic>
      <p:pic>
        <p:nvPicPr>
          <p:cNvPr id="9" name="Picture 8">
            <a:extLst>
              <a:ext uri="{FF2B5EF4-FFF2-40B4-BE49-F238E27FC236}">
                <a16:creationId xmlns:a16="http://schemas.microsoft.com/office/drawing/2014/main" id="{AB1ED508-A1D6-5C45-21AB-DA8F5282013B}"/>
              </a:ext>
            </a:extLst>
          </p:cNvPr>
          <p:cNvPicPr>
            <a:picLocks noChangeAspect="1"/>
          </p:cNvPicPr>
          <p:nvPr/>
        </p:nvPicPr>
        <p:blipFill>
          <a:blip r:embed="rId4"/>
          <a:stretch>
            <a:fillRect/>
          </a:stretch>
        </p:blipFill>
        <p:spPr>
          <a:xfrm>
            <a:off x="2932649" y="3328925"/>
            <a:ext cx="6156581" cy="1032933"/>
          </a:xfrm>
          <a:prstGeom prst="rect">
            <a:avLst/>
          </a:prstGeom>
        </p:spPr>
      </p:pic>
    </p:spTree>
    <p:extLst>
      <p:ext uri="{BB962C8B-B14F-4D97-AF65-F5344CB8AC3E}">
        <p14:creationId xmlns:p14="http://schemas.microsoft.com/office/powerpoint/2010/main" val="3552623236"/>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4" name="Picture 3">
            <a:extLst>
              <a:ext uri="{FF2B5EF4-FFF2-40B4-BE49-F238E27FC236}">
                <a16:creationId xmlns:a16="http://schemas.microsoft.com/office/drawing/2014/main" id="{ACAB249B-A6A7-3244-F277-9880D8A42570}"/>
              </a:ext>
            </a:extLst>
          </p:cNvPr>
          <p:cNvPicPr>
            <a:picLocks noChangeAspect="1"/>
          </p:cNvPicPr>
          <p:nvPr/>
        </p:nvPicPr>
        <p:blipFill>
          <a:blip r:embed="rId3"/>
          <a:stretch>
            <a:fillRect/>
          </a:stretch>
        </p:blipFill>
        <p:spPr>
          <a:xfrm>
            <a:off x="3104486" y="1519405"/>
            <a:ext cx="5770375" cy="2139244"/>
          </a:xfrm>
          <a:prstGeom prst="rect">
            <a:avLst/>
          </a:prstGeom>
        </p:spPr>
      </p:pic>
      <p:pic>
        <p:nvPicPr>
          <p:cNvPr id="8" name="Picture 7">
            <a:extLst>
              <a:ext uri="{FF2B5EF4-FFF2-40B4-BE49-F238E27FC236}">
                <a16:creationId xmlns:a16="http://schemas.microsoft.com/office/drawing/2014/main" id="{3307D49F-F288-B593-BEE2-FBAA5A2A8231}"/>
              </a:ext>
            </a:extLst>
          </p:cNvPr>
          <p:cNvPicPr>
            <a:picLocks noChangeAspect="1"/>
          </p:cNvPicPr>
          <p:nvPr/>
        </p:nvPicPr>
        <p:blipFill>
          <a:blip r:embed="rId4"/>
          <a:stretch>
            <a:fillRect/>
          </a:stretch>
        </p:blipFill>
        <p:spPr>
          <a:xfrm>
            <a:off x="3070408" y="953580"/>
            <a:ext cx="5838529" cy="496711"/>
          </a:xfrm>
          <a:prstGeom prst="rect">
            <a:avLst/>
          </a:prstGeom>
        </p:spPr>
      </p:pic>
    </p:spTree>
    <p:extLst>
      <p:ext uri="{BB962C8B-B14F-4D97-AF65-F5344CB8AC3E}">
        <p14:creationId xmlns:p14="http://schemas.microsoft.com/office/powerpoint/2010/main" val="2632732666"/>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4" name="Picture 3">
            <a:extLst>
              <a:ext uri="{FF2B5EF4-FFF2-40B4-BE49-F238E27FC236}">
                <a16:creationId xmlns:a16="http://schemas.microsoft.com/office/drawing/2014/main" id="{ACAB249B-A6A7-3244-F277-9880D8A42570}"/>
              </a:ext>
            </a:extLst>
          </p:cNvPr>
          <p:cNvPicPr>
            <a:picLocks noChangeAspect="1"/>
          </p:cNvPicPr>
          <p:nvPr/>
        </p:nvPicPr>
        <p:blipFill>
          <a:blip r:embed="rId3"/>
          <a:stretch>
            <a:fillRect/>
          </a:stretch>
        </p:blipFill>
        <p:spPr>
          <a:xfrm>
            <a:off x="3104486" y="1519405"/>
            <a:ext cx="5770375" cy="2139244"/>
          </a:xfrm>
          <a:prstGeom prst="rect">
            <a:avLst/>
          </a:prstGeom>
        </p:spPr>
      </p:pic>
      <p:pic>
        <p:nvPicPr>
          <p:cNvPr id="8" name="Picture 7">
            <a:extLst>
              <a:ext uri="{FF2B5EF4-FFF2-40B4-BE49-F238E27FC236}">
                <a16:creationId xmlns:a16="http://schemas.microsoft.com/office/drawing/2014/main" id="{3307D49F-F288-B593-BEE2-FBAA5A2A8231}"/>
              </a:ext>
            </a:extLst>
          </p:cNvPr>
          <p:cNvPicPr>
            <a:picLocks noChangeAspect="1"/>
          </p:cNvPicPr>
          <p:nvPr/>
        </p:nvPicPr>
        <p:blipFill>
          <a:blip r:embed="rId4"/>
          <a:stretch>
            <a:fillRect/>
          </a:stretch>
        </p:blipFill>
        <p:spPr>
          <a:xfrm>
            <a:off x="3070408" y="953580"/>
            <a:ext cx="5838529" cy="496711"/>
          </a:xfrm>
          <a:prstGeom prst="rect">
            <a:avLst/>
          </a:prstGeom>
        </p:spPr>
      </p:pic>
      <p:pic>
        <p:nvPicPr>
          <p:cNvPr id="13" name="Picture 12">
            <a:extLst>
              <a:ext uri="{FF2B5EF4-FFF2-40B4-BE49-F238E27FC236}">
                <a16:creationId xmlns:a16="http://schemas.microsoft.com/office/drawing/2014/main" id="{CE7BCEC3-98F1-8223-5A92-EB754FAA079A}"/>
              </a:ext>
            </a:extLst>
          </p:cNvPr>
          <p:cNvPicPr>
            <a:picLocks noChangeAspect="1"/>
          </p:cNvPicPr>
          <p:nvPr/>
        </p:nvPicPr>
        <p:blipFill>
          <a:blip r:embed="rId5"/>
          <a:stretch>
            <a:fillRect/>
          </a:stretch>
        </p:blipFill>
        <p:spPr>
          <a:xfrm>
            <a:off x="3161280" y="4441587"/>
            <a:ext cx="5747657" cy="1377244"/>
          </a:xfrm>
          <a:prstGeom prst="rect">
            <a:avLst/>
          </a:prstGeom>
        </p:spPr>
      </p:pic>
    </p:spTree>
    <p:extLst>
      <p:ext uri="{BB962C8B-B14F-4D97-AF65-F5344CB8AC3E}">
        <p14:creationId xmlns:p14="http://schemas.microsoft.com/office/powerpoint/2010/main" val="3857381154"/>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13" name="Picture 12">
            <a:extLst>
              <a:ext uri="{FF2B5EF4-FFF2-40B4-BE49-F238E27FC236}">
                <a16:creationId xmlns:a16="http://schemas.microsoft.com/office/drawing/2014/main" id="{CE7BCEC3-98F1-8223-5A92-EB754FAA079A}"/>
              </a:ext>
            </a:extLst>
          </p:cNvPr>
          <p:cNvPicPr>
            <a:picLocks noChangeAspect="1"/>
          </p:cNvPicPr>
          <p:nvPr/>
        </p:nvPicPr>
        <p:blipFill>
          <a:blip r:embed="rId3"/>
          <a:stretch>
            <a:fillRect/>
          </a:stretch>
        </p:blipFill>
        <p:spPr>
          <a:xfrm>
            <a:off x="3097485" y="975373"/>
            <a:ext cx="5747657" cy="1377244"/>
          </a:xfrm>
          <a:prstGeom prst="rect">
            <a:avLst/>
          </a:prstGeom>
        </p:spPr>
      </p:pic>
      <p:pic>
        <p:nvPicPr>
          <p:cNvPr id="3" name="Picture 2">
            <a:extLst>
              <a:ext uri="{FF2B5EF4-FFF2-40B4-BE49-F238E27FC236}">
                <a16:creationId xmlns:a16="http://schemas.microsoft.com/office/drawing/2014/main" id="{84A18919-8672-049E-9D8D-A726F0323079}"/>
              </a:ext>
            </a:extLst>
          </p:cNvPr>
          <p:cNvPicPr>
            <a:picLocks noChangeAspect="1"/>
          </p:cNvPicPr>
          <p:nvPr/>
        </p:nvPicPr>
        <p:blipFill>
          <a:blip r:embed="rId4"/>
          <a:stretch>
            <a:fillRect/>
          </a:stretch>
        </p:blipFill>
        <p:spPr>
          <a:xfrm>
            <a:off x="2394549" y="2510268"/>
            <a:ext cx="7185386" cy="2299654"/>
          </a:xfrm>
          <a:prstGeom prst="rect">
            <a:avLst/>
          </a:prstGeom>
        </p:spPr>
      </p:pic>
      <p:pic>
        <p:nvPicPr>
          <p:cNvPr id="9" name="Picture 8">
            <a:extLst>
              <a:ext uri="{FF2B5EF4-FFF2-40B4-BE49-F238E27FC236}">
                <a16:creationId xmlns:a16="http://schemas.microsoft.com/office/drawing/2014/main" id="{D0F1D369-02F1-2B86-A2FB-68D4398468BF}"/>
              </a:ext>
            </a:extLst>
          </p:cNvPr>
          <p:cNvPicPr>
            <a:picLocks noChangeAspect="1"/>
          </p:cNvPicPr>
          <p:nvPr/>
        </p:nvPicPr>
        <p:blipFill>
          <a:blip r:embed="rId5"/>
          <a:stretch>
            <a:fillRect/>
          </a:stretch>
        </p:blipFill>
        <p:spPr>
          <a:xfrm>
            <a:off x="2773288" y="4918869"/>
            <a:ext cx="6071854" cy="1108488"/>
          </a:xfrm>
          <a:prstGeom prst="rect">
            <a:avLst/>
          </a:prstGeom>
        </p:spPr>
      </p:pic>
    </p:spTree>
    <p:extLst>
      <p:ext uri="{BB962C8B-B14F-4D97-AF65-F5344CB8AC3E}">
        <p14:creationId xmlns:p14="http://schemas.microsoft.com/office/powerpoint/2010/main" val="1649750750"/>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9" name="Picture 8">
            <a:extLst>
              <a:ext uri="{FF2B5EF4-FFF2-40B4-BE49-F238E27FC236}">
                <a16:creationId xmlns:a16="http://schemas.microsoft.com/office/drawing/2014/main" id="{D0F1D369-02F1-2B86-A2FB-68D4398468BF}"/>
              </a:ext>
            </a:extLst>
          </p:cNvPr>
          <p:cNvPicPr>
            <a:picLocks noChangeAspect="1"/>
          </p:cNvPicPr>
          <p:nvPr/>
        </p:nvPicPr>
        <p:blipFill>
          <a:blip r:embed="rId3"/>
          <a:stretch>
            <a:fillRect/>
          </a:stretch>
        </p:blipFill>
        <p:spPr>
          <a:xfrm>
            <a:off x="2709493" y="1314432"/>
            <a:ext cx="6071854" cy="1108488"/>
          </a:xfrm>
          <a:prstGeom prst="rect">
            <a:avLst/>
          </a:prstGeom>
        </p:spPr>
      </p:pic>
      <p:pic>
        <p:nvPicPr>
          <p:cNvPr id="4" name="Picture 3">
            <a:extLst>
              <a:ext uri="{FF2B5EF4-FFF2-40B4-BE49-F238E27FC236}">
                <a16:creationId xmlns:a16="http://schemas.microsoft.com/office/drawing/2014/main" id="{3200B02C-57FF-8F4D-533F-E0D5AAF0C47C}"/>
              </a:ext>
            </a:extLst>
          </p:cNvPr>
          <p:cNvPicPr>
            <a:picLocks noChangeAspect="1"/>
          </p:cNvPicPr>
          <p:nvPr/>
        </p:nvPicPr>
        <p:blipFill>
          <a:blip r:embed="rId4"/>
          <a:stretch>
            <a:fillRect/>
          </a:stretch>
        </p:blipFill>
        <p:spPr>
          <a:xfrm>
            <a:off x="2194181" y="2923959"/>
            <a:ext cx="7854355" cy="2775091"/>
          </a:xfrm>
          <a:prstGeom prst="rect">
            <a:avLst/>
          </a:prstGeom>
        </p:spPr>
      </p:pic>
    </p:spTree>
    <p:extLst>
      <p:ext uri="{BB962C8B-B14F-4D97-AF65-F5344CB8AC3E}">
        <p14:creationId xmlns:p14="http://schemas.microsoft.com/office/powerpoint/2010/main" val="402458386"/>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4" name="Picture 3">
            <a:extLst>
              <a:ext uri="{FF2B5EF4-FFF2-40B4-BE49-F238E27FC236}">
                <a16:creationId xmlns:a16="http://schemas.microsoft.com/office/drawing/2014/main" id="{3200B02C-57FF-8F4D-533F-E0D5AAF0C47C}"/>
              </a:ext>
            </a:extLst>
          </p:cNvPr>
          <p:cNvPicPr>
            <a:picLocks noChangeAspect="1"/>
          </p:cNvPicPr>
          <p:nvPr/>
        </p:nvPicPr>
        <p:blipFill>
          <a:blip r:embed="rId3"/>
          <a:stretch>
            <a:fillRect/>
          </a:stretch>
        </p:blipFill>
        <p:spPr>
          <a:xfrm>
            <a:off x="1928367" y="1063261"/>
            <a:ext cx="7854355" cy="2775091"/>
          </a:xfrm>
          <a:prstGeom prst="rect">
            <a:avLst/>
          </a:prstGeom>
        </p:spPr>
      </p:pic>
      <p:pic>
        <p:nvPicPr>
          <p:cNvPr id="3" name="Picture 2">
            <a:extLst>
              <a:ext uri="{FF2B5EF4-FFF2-40B4-BE49-F238E27FC236}">
                <a16:creationId xmlns:a16="http://schemas.microsoft.com/office/drawing/2014/main" id="{A7651C4C-BFCE-B51D-E266-29BC53B7277E}"/>
              </a:ext>
            </a:extLst>
          </p:cNvPr>
          <p:cNvPicPr>
            <a:picLocks noChangeAspect="1"/>
          </p:cNvPicPr>
          <p:nvPr/>
        </p:nvPicPr>
        <p:blipFill>
          <a:blip r:embed="rId4"/>
          <a:stretch>
            <a:fillRect/>
          </a:stretch>
        </p:blipFill>
        <p:spPr>
          <a:xfrm>
            <a:off x="2340324" y="3848979"/>
            <a:ext cx="6718010" cy="2531655"/>
          </a:xfrm>
          <a:prstGeom prst="rect">
            <a:avLst/>
          </a:prstGeom>
        </p:spPr>
      </p:pic>
    </p:spTree>
    <p:extLst>
      <p:ext uri="{BB962C8B-B14F-4D97-AF65-F5344CB8AC3E}">
        <p14:creationId xmlns:p14="http://schemas.microsoft.com/office/powerpoint/2010/main" val="2147460898"/>
      </p:ext>
    </p:extLst>
  </p:cSld>
  <p:clrMapOvr>
    <a:overrideClrMapping bg1="dk1" tx1="lt1" bg2="dk2" tx2="lt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3" name="Picture 2">
            <a:extLst>
              <a:ext uri="{FF2B5EF4-FFF2-40B4-BE49-F238E27FC236}">
                <a16:creationId xmlns:a16="http://schemas.microsoft.com/office/drawing/2014/main" id="{A7651C4C-BFCE-B51D-E266-29BC53B7277E}"/>
              </a:ext>
            </a:extLst>
          </p:cNvPr>
          <p:cNvPicPr>
            <a:picLocks noChangeAspect="1"/>
          </p:cNvPicPr>
          <p:nvPr/>
        </p:nvPicPr>
        <p:blipFill>
          <a:blip r:embed="rId3"/>
          <a:stretch>
            <a:fillRect/>
          </a:stretch>
        </p:blipFill>
        <p:spPr>
          <a:xfrm>
            <a:off x="1675936" y="955822"/>
            <a:ext cx="7705525" cy="2903796"/>
          </a:xfrm>
          <a:prstGeom prst="rect">
            <a:avLst/>
          </a:prstGeom>
        </p:spPr>
      </p:pic>
      <p:pic>
        <p:nvPicPr>
          <p:cNvPr id="7" name="Picture 6">
            <a:extLst>
              <a:ext uri="{FF2B5EF4-FFF2-40B4-BE49-F238E27FC236}">
                <a16:creationId xmlns:a16="http://schemas.microsoft.com/office/drawing/2014/main" id="{BD8C1A92-34D8-9B38-0A39-65A7165C8D8A}"/>
              </a:ext>
            </a:extLst>
          </p:cNvPr>
          <p:cNvPicPr>
            <a:picLocks noChangeAspect="1"/>
          </p:cNvPicPr>
          <p:nvPr/>
        </p:nvPicPr>
        <p:blipFill>
          <a:blip r:embed="rId4"/>
          <a:stretch>
            <a:fillRect/>
          </a:stretch>
        </p:blipFill>
        <p:spPr>
          <a:xfrm>
            <a:off x="1675936" y="3996733"/>
            <a:ext cx="8042222" cy="2647375"/>
          </a:xfrm>
          <a:prstGeom prst="rect">
            <a:avLst/>
          </a:prstGeom>
        </p:spPr>
      </p:pic>
    </p:spTree>
    <p:extLst>
      <p:ext uri="{BB962C8B-B14F-4D97-AF65-F5344CB8AC3E}">
        <p14:creationId xmlns:p14="http://schemas.microsoft.com/office/powerpoint/2010/main" val="3130142442"/>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4" name="Picture 3">
            <a:extLst>
              <a:ext uri="{FF2B5EF4-FFF2-40B4-BE49-F238E27FC236}">
                <a16:creationId xmlns:a16="http://schemas.microsoft.com/office/drawing/2014/main" id="{8092F8A2-12DB-839F-8DE8-EDF8AB4ABDA1}"/>
              </a:ext>
            </a:extLst>
          </p:cNvPr>
          <p:cNvPicPr>
            <a:picLocks noChangeAspect="1"/>
          </p:cNvPicPr>
          <p:nvPr/>
        </p:nvPicPr>
        <p:blipFill>
          <a:blip r:embed="rId3"/>
          <a:stretch>
            <a:fillRect/>
          </a:stretch>
        </p:blipFill>
        <p:spPr>
          <a:xfrm>
            <a:off x="2396991" y="1216967"/>
            <a:ext cx="7251696" cy="4173739"/>
          </a:xfrm>
          <a:prstGeom prst="rect">
            <a:avLst/>
          </a:prstGeom>
        </p:spPr>
      </p:pic>
    </p:spTree>
    <p:extLst>
      <p:ext uri="{BB962C8B-B14F-4D97-AF65-F5344CB8AC3E}">
        <p14:creationId xmlns:p14="http://schemas.microsoft.com/office/powerpoint/2010/main" val="90830097"/>
      </p:ext>
    </p:extLst>
  </p:cSld>
  <p:clrMapOvr>
    <a:overrideClrMapping bg1="dk1" tx1="lt1" bg2="dk2" tx2="lt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3" name="Picture 2">
            <a:extLst>
              <a:ext uri="{FF2B5EF4-FFF2-40B4-BE49-F238E27FC236}">
                <a16:creationId xmlns:a16="http://schemas.microsoft.com/office/drawing/2014/main" id="{C73B41BB-70FC-6191-3470-112A08DB5C7D}"/>
              </a:ext>
            </a:extLst>
          </p:cNvPr>
          <p:cNvPicPr>
            <a:picLocks noChangeAspect="1"/>
          </p:cNvPicPr>
          <p:nvPr/>
        </p:nvPicPr>
        <p:blipFill>
          <a:blip r:embed="rId3"/>
          <a:stretch>
            <a:fillRect/>
          </a:stretch>
        </p:blipFill>
        <p:spPr>
          <a:xfrm>
            <a:off x="1163087" y="1693792"/>
            <a:ext cx="8338141" cy="2272152"/>
          </a:xfrm>
          <a:prstGeom prst="rect">
            <a:avLst/>
          </a:prstGeom>
        </p:spPr>
      </p:pic>
      <p:pic>
        <p:nvPicPr>
          <p:cNvPr id="8" name="Picture 7">
            <a:extLst>
              <a:ext uri="{FF2B5EF4-FFF2-40B4-BE49-F238E27FC236}">
                <a16:creationId xmlns:a16="http://schemas.microsoft.com/office/drawing/2014/main" id="{D9DB7B71-D7FC-C333-01AF-22C3C3AAADDA}"/>
              </a:ext>
            </a:extLst>
          </p:cNvPr>
          <p:cNvPicPr>
            <a:picLocks noChangeAspect="1"/>
          </p:cNvPicPr>
          <p:nvPr/>
        </p:nvPicPr>
        <p:blipFill>
          <a:blip r:embed="rId4"/>
          <a:stretch>
            <a:fillRect/>
          </a:stretch>
        </p:blipFill>
        <p:spPr>
          <a:xfrm>
            <a:off x="1672724" y="4256338"/>
            <a:ext cx="6892838" cy="1815739"/>
          </a:xfrm>
          <a:prstGeom prst="rect">
            <a:avLst/>
          </a:prstGeom>
        </p:spPr>
      </p:pic>
    </p:spTree>
    <p:extLst>
      <p:ext uri="{BB962C8B-B14F-4D97-AF65-F5344CB8AC3E}">
        <p14:creationId xmlns:p14="http://schemas.microsoft.com/office/powerpoint/2010/main" val="1912767226"/>
      </p:ext>
    </p:extLst>
  </p:cSld>
  <p:clrMapOvr>
    <a:overrideClrMapping bg1="dk1" tx1="lt1" bg2="dk2" tx2="lt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550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Diffusion Dynamics</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4" name="Picture 3">
            <a:extLst>
              <a:ext uri="{FF2B5EF4-FFF2-40B4-BE49-F238E27FC236}">
                <a16:creationId xmlns:a16="http://schemas.microsoft.com/office/drawing/2014/main" id="{96B90129-A889-41BF-9E7A-7F1115AD7901}"/>
              </a:ext>
            </a:extLst>
          </p:cNvPr>
          <p:cNvPicPr>
            <a:picLocks noChangeAspect="1"/>
          </p:cNvPicPr>
          <p:nvPr/>
        </p:nvPicPr>
        <p:blipFill>
          <a:blip r:embed="rId3"/>
          <a:stretch>
            <a:fillRect/>
          </a:stretch>
        </p:blipFill>
        <p:spPr>
          <a:xfrm>
            <a:off x="1747349" y="1508870"/>
            <a:ext cx="8107337" cy="3840257"/>
          </a:xfrm>
          <a:prstGeom prst="rect">
            <a:avLst/>
          </a:prstGeom>
        </p:spPr>
      </p:pic>
    </p:spTree>
    <p:extLst>
      <p:ext uri="{BB962C8B-B14F-4D97-AF65-F5344CB8AC3E}">
        <p14:creationId xmlns:p14="http://schemas.microsoft.com/office/powerpoint/2010/main" val="1073004540"/>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1646812" y="342899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Tree>
    <p:extLst>
      <p:ext uri="{BB962C8B-B14F-4D97-AF65-F5344CB8AC3E}">
        <p14:creationId xmlns:p14="http://schemas.microsoft.com/office/powerpoint/2010/main" val="625320500"/>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pic>
        <p:nvPicPr>
          <p:cNvPr id="11" name="Picture 10">
            <a:extLst>
              <a:ext uri="{FF2B5EF4-FFF2-40B4-BE49-F238E27FC236}">
                <a16:creationId xmlns:a16="http://schemas.microsoft.com/office/drawing/2014/main" id="{E28B91F7-CB2A-CBCC-9E12-EA2A01C93106}"/>
              </a:ext>
            </a:extLst>
          </p:cNvPr>
          <p:cNvPicPr>
            <a:picLocks noChangeAspect="1"/>
          </p:cNvPicPr>
          <p:nvPr/>
        </p:nvPicPr>
        <p:blipFill>
          <a:blip r:embed="rId3"/>
          <a:stretch>
            <a:fillRect/>
          </a:stretch>
        </p:blipFill>
        <p:spPr>
          <a:xfrm>
            <a:off x="1156284" y="1512712"/>
            <a:ext cx="8778531" cy="2846638"/>
          </a:xfrm>
          <a:prstGeom prst="rect">
            <a:avLst/>
          </a:prstGeom>
        </p:spPr>
      </p:pic>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3" name="Picture 2">
            <a:extLst>
              <a:ext uri="{FF2B5EF4-FFF2-40B4-BE49-F238E27FC236}">
                <a16:creationId xmlns:a16="http://schemas.microsoft.com/office/drawing/2014/main" id="{908F3E36-C5BF-6043-1817-0530DDA2CBE4}"/>
              </a:ext>
            </a:extLst>
          </p:cNvPr>
          <p:cNvPicPr>
            <a:picLocks noChangeAspect="1"/>
          </p:cNvPicPr>
          <p:nvPr/>
        </p:nvPicPr>
        <p:blipFill>
          <a:blip r:embed="rId4"/>
          <a:stretch>
            <a:fillRect/>
          </a:stretch>
        </p:blipFill>
        <p:spPr>
          <a:xfrm>
            <a:off x="3397840" y="4675690"/>
            <a:ext cx="4895555" cy="1339195"/>
          </a:xfrm>
          <a:prstGeom prst="rect">
            <a:avLst/>
          </a:prstGeom>
        </p:spPr>
      </p:pic>
      <p:sp>
        <p:nvSpPr>
          <p:cNvPr id="4" name="TextBox 3">
            <a:extLst>
              <a:ext uri="{FF2B5EF4-FFF2-40B4-BE49-F238E27FC236}">
                <a16:creationId xmlns:a16="http://schemas.microsoft.com/office/drawing/2014/main" id="{A10DD767-D2FF-205B-1BC8-58A6467227DB}"/>
              </a:ext>
            </a:extLst>
          </p:cNvPr>
          <p:cNvSpPr txBox="1"/>
          <p:nvPr/>
        </p:nvSpPr>
        <p:spPr>
          <a:xfrm>
            <a:off x="7814931" y="2751365"/>
            <a:ext cx="1888659" cy="369332"/>
          </a:xfrm>
          <a:prstGeom prst="rect">
            <a:avLst/>
          </a:prstGeom>
          <a:solidFill>
            <a:schemeClr val="tx1"/>
          </a:solidFill>
        </p:spPr>
        <p:txBody>
          <a:bodyPr wrap="none" rtlCol="0">
            <a:spAutoFit/>
          </a:bodyPr>
          <a:lstStyle/>
          <a:p>
            <a:r>
              <a:rPr lang="en-US" dirty="0">
                <a:solidFill>
                  <a:srgbClr val="0000FF"/>
                </a:solidFill>
              </a:rPr>
              <a:t>Infected dynamics</a:t>
            </a:r>
            <a:endParaRPr lang="en-IN" dirty="0">
              <a:solidFill>
                <a:srgbClr val="0000FF"/>
              </a:solidFill>
            </a:endParaRPr>
          </a:p>
        </p:txBody>
      </p:sp>
      <p:pic>
        <p:nvPicPr>
          <p:cNvPr id="8" name="Picture 7">
            <a:extLst>
              <a:ext uri="{FF2B5EF4-FFF2-40B4-BE49-F238E27FC236}">
                <a16:creationId xmlns:a16="http://schemas.microsoft.com/office/drawing/2014/main" id="{F21DCCFE-5529-938F-E470-C8136C0E7A56}"/>
              </a:ext>
            </a:extLst>
          </p:cNvPr>
          <p:cNvPicPr>
            <a:picLocks noChangeAspect="1"/>
          </p:cNvPicPr>
          <p:nvPr/>
        </p:nvPicPr>
        <p:blipFill>
          <a:blip r:embed="rId5"/>
          <a:stretch>
            <a:fillRect/>
          </a:stretch>
        </p:blipFill>
        <p:spPr>
          <a:xfrm>
            <a:off x="9381461" y="5202274"/>
            <a:ext cx="976875" cy="406400"/>
          </a:xfrm>
          <a:prstGeom prst="rect">
            <a:avLst/>
          </a:prstGeom>
        </p:spPr>
      </p:pic>
    </p:spTree>
    <p:extLst>
      <p:ext uri="{BB962C8B-B14F-4D97-AF65-F5344CB8AC3E}">
        <p14:creationId xmlns:p14="http://schemas.microsoft.com/office/powerpoint/2010/main" val="701019264"/>
      </p:ext>
    </p:extLst>
  </p:cSld>
  <p:clrMapOvr>
    <a:overrideClrMapping bg1="dk1" tx1="lt1" bg2="dk2" tx2="lt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pic>
        <p:nvPicPr>
          <p:cNvPr id="11" name="Picture 10">
            <a:extLst>
              <a:ext uri="{FF2B5EF4-FFF2-40B4-BE49-F238E27FC236}">
                <a16:creationId xmlns:a16="http://schemas.microsoft.com/office/drawing/2014/main" id="{E28B91F7-CB2A-CBCC-9E12-EA2A01C93106}"/>
              </a:ext>
            </a:extLst>
          </p:cNvPr>
          <p:cNvPicPr>
            <a:picLocks noChangeAspect="1"/>
          </p:cNvPicPr>
          <p:nvPr/>
        </p:nvPicPr>
        <p:blipFill rotWithShape="1">
          <a:blip r:embed="rId3"/>
          <a:srcRect b="33726"/>
          <a:stretch/>
        </p:blipFill>
        <p:spPr>
          <a:xfrm>
            <a:off x="1156284" y="1512712"/>
            <a:ext cx="9518804" cy="1645158"/>
          </a:xfrm>
          <a:prstGeom prst="rect">
            <a:avLst/>
          </a:prstGeom>
        </p:spPr>
      </p:pic>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sp>
        <p:nvSpPr>
          <p:cNvPr id="4" name="TextBox 3">
            <a:extLst>
              <a:ext uri="{FF2B5EF4-FFF2-40B4-BE49-F238E27FC236}">
                <a16:creationId xmlns:a16="http://schemas.microsoft.com/office/drawing/2014/main" id="{A10DD767-D2FF-205B-1BC8-58A6467227DB}"/>
              </a:ext>
            </a:extLst>
          </p:cNvPr>
          <p:cNvSpPr txBox="1"/>
          <p:nvPr/>
        </p:nvSpPr>
        <p:spPr>
          <a:xfrm>
            <a:off x="7889359" y="2282087"/>
            <a:ext cx="1888659" cy="369332"/>
          </a:xfrm>
          <a:prstGeom prst="rect">
            <a:avLst/>
          </a:prstGeom>
          <a:solidFill>
            <a:schemeClr val="tx1"/>
          </a:solidFill>
        </p:spPr>
        <p:txBody>
          <a:bodyPr wrap="none" rtlCol="0">
            <a:spAutoFit/>
          </a:bodyPr>
          <a:lstStyle/>
          <a:p>
            <a:r>
              <a:rPr lang="en-US" dirty="0">
                <a:solidFill>
                  <a:srgbClr val="0000FF"/>
                </a:solidFill>
              </a:rPr>
              <a:t>Infected dynamics</a:t>
            </a:r>
            <a:endParaRPr lang="en-IN" dirty="0">
              <a:solidFill>
                <a:srgbClr val="0000FF"/>
              </a:solidFill>
            </a:endParaRPr>
          </a:p>
        </p:txBody>
      </p:sp>
    </p:spTree>
    <p:extLst>
      <p:ext uri="{BB962C8B-B14F-4D97-AF65-F5344CB8AC3E}">
        <p14:creationId xmlns:p14="http://schemas.microsoft.com/office/powerpoint/2010/main" val="3321918180"/>
      </p:ext>
    </p:extLst>
  </p:cSld>
  <p:clrMapOvr>
    <a:overrideClrMapping bg1="dk1" tx1="lt1" bg2="dk2" tx2="lt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C5070ED-175A-559A-BA22-C5B2119E9951}"/>
                  </a:ext>
                </a:extLst>
              </p:cNvPr>
              <p:cNvSpPr txBox="1"/>
              <p:nvPr/>
            </p:nvSpPr>
            <p:spPr>
              <a:xfrm>
                <a:off x="1424763" y="1674674"/>
                <a:ext cx="9516807" cy="1477328"/>
              </a:xfrm>
              <a:prstGeom prst="rect">
                <a:avLst/>
              </a:prstGeom>
              <a:solidFill>
                <a:schemeClr val="tx1"/>
              </a:solidFill>
            </p:spPr>
            <p:txBody>
              <a:bodyPr wrap="square">
                <a:spAutoFit/>
              </a:bodyPr>
              <a:lstStyle/>
              <a:p>
                <a:pPr marL="285750" indent="-285750" algn="l">
                  <a:buFont typeface="Arial" panose="020B0604020202020204" pitchFamily="34" charset="0"/>
                  <a:buChar char="•"/>
                </a:pPr>
                <a:r>
                  <a:rPr lang="en-US" sz="1800" b="0" i="0" u="none" strike="noStrike" baseline="0" dirty="0">
                    <a:solidFill>
                      <a:schemeClr val="bg1"/>
                    </a:solidFill>
                    <a:latin typeface="Cambria" panose="02040503050406030204" pitchFamily="18" charset="0"/>
                    <a:ea typeface="Cambria" panose="02040503050406030204" pitchFamily="18" charset="0"/>
                  </a:rPr>
                  <a:t>We start with a single infected node chosen uniformly at random, or a </a:t>
                </a:r>
                <a:r>
                  <a:rPr lang="en-IN" sz="1800" b="0" i="0" u="none" strike="noStrike" baseline="0" dirty="0">
                    <a:solidFill>
                      <a:schemeClr val="bg1"/>
                    </a:solidFill>
                    <a:latin typeface="Cambria" panose="02040503050406030204" pitchFamily="18" charset="0"/>
                    <a:ea typeface="Cambria" panose="02040503050406030204" pitchFamily="18" charset="0"/>
                  </a:rPr>
                  <a:t>small fraction of nodes</a:t>
                </a:r>
              </a:p>
              <a:p>
                <a:pPr marL="285750" indent="-285750" algn="l">
                  <a:buFont typeface="Arial" panose="020B0604020202020204" pitchFamily="34" charset="0"/>
                  <a:buChar char="•"/>
                </a:pPr>
                <a:r>
                  <a:rPr lang="en-US" sz="1800" b="0" i="0" u="none" strike="noStrike" baseline="0" dirty="0">
                    <a:solidFill>
                      <a:schemeClr val="bg1"/>
                    </a:solidFill>
                    <a:latin typeface="Cambria" panose="02040503050406030204" pitchFamily="18" charset="0"/>
                    <a:ea typeface="Cambria" panose="02040503050406030204" pitchFamily="18" charset="0"/>
                  </a:rPr>
                  <a:t>In the limit of large network size the initial conditions are: </a:t>
                </a:r>
                <a14:m>
                  <m:oMath xmlns:m="http://schemas.openxmlformats.org/officeDocument/2006/math">
                    <m:sSub>
                      <m:sSubPr>
                        <m:ctrlPr>
                          <a:rPr lang="en-US" sz="1800" b="0" i="1" u="none" strike="noStrike" baseline="0" dirty="0" smtClean="0">
                            <a:solidFill>
                              <a:schemeClr val="bg1"/>
                            </a:solidFill>
                            <a:latin typeface="Cambria Math" panose="02040503050406030204" pitchFamily="18" charset="0"/>
                          </a:rPr>
                        </m:ctrlPr>
                      </m:sSubPr>
                      <m:e>
                        <m:r>
                          <a:rPr lang="en-US" sz="1800" b="0" i="1" u="none" strike="noStrike" baseline="0" dirty="0" smtClean="0">
                            <a:solidFill>
                              <a:schemeClr val="bg1"/>
                            </a:solidFill>
                            <a:latin typeface="Cambria Math" panose="02040503050406030204" pitchFamily="18" charset="0"/>
                          </a:rPr>
                          <m:t>𝑥</m:t>
                        </m:r>
                      </m:e>
                      <m:sub>
                        <m:r>
                          <a:rPr lang="en-US" sz="1800" b="0" i="1" u="none" strike="noStrike" baseline="0" dirty="0" smtClean="0">
                            <a:solidFill>
                              <a:schemeClr val="bg1"/>
                            </a:solidFill>
                            <a:latin typeface="Cambria Math" panose="02040503050406030204" pitchFamily="18" charset="0"/>
                          </a:rPr>
                          <m:t>𝑖</m:t>
                        </m:r>
                      </m:sub>
                    </m:sSub>
                    <m:r>
                      <a:rPr lang="en-US" sz="1100" b="0" i="1" u="none" strike="noStrike" baseline="0" dirty="0" smtClean="0">
                        <a:solidFill>
                          <a:schemeClr val="bg1"/>
                        </a:solidFill>
                        <a:latin typeface="Cambria Math" panose="02040503050406030204" pitchFamily="18" charset="0"/>
                      </a:rPr>
                      <m:t> </m:t>
                    </m:r>
                    <m:r>
                      <a:rPr lang="en-US" sz="1800" b="0" i="1" u="none" strike="noStrike" baseline="0" dirty="0" smtClean="0">
                        <a:solidFill>
                          <a:schemeClr val="bg1"/>
                        </a:solidFill>
                        <a:latin typeface="Cambria Math" panose="02040503050406030204" pitchFamily="18" charset="0"/>
                      </a:rPr>
                      <m:t>= 0, </m:t>
                    </m:r>
                    <m:r>
                      <m:rPr>
                        <m:sty m:val="p"/>
                      </m:rPr>
                      <a:rPr lang="en-US" sz="1800" b="0" i="0" u="none" strike="noStrike" baseline="0" dirty="0" smtClean="0">
                        <a:solidFill>
                          <a:schemeClr val="bg1"/>
                        </a:solidFill>
                        <a:latin typeface="Cambria Math" panose="02040503050406030204" pitchFamily="18" charset="0"/>
                      </a:rPr>
                      <m:t>and</m:t>
                    </m:r>
                  </m:oMath>
                </a14:m>
                <a:r>
                  <a:rPr lang="en-US" sz="1800" b="0" u="none" strike="noStrike" baseline="0" dirty="0">
                    <a:solidFill>
                      <a:schemeClr val="bg1"/>
                    </a:solidFill>
                    <a:latin typeface="Cambria" panose="02040503050406030204" pitchFamily="18" charset="0"/>
                    <a:ea typeface="Cambria" panose="02040503050406030204" pitchFamily="18" charset="0"/>
                  </a:rPr>
                  <a:t> </a:t>
                </a:r>
                <a14:m>
                  <m:oMath xmlns:m="http://schemas.openxmlformats.org/officeDocument/2006/math">
                    <m:sSub>
                      <m:sSubPr>
                        <m:ctrlPr>
                          <a:rPr lang="en-IN" sz="1800" b="0" i="1" u="none" strike="noStrike" baseline="0" dirty="0" smtClean="0">
                            <a:solidFill>
                              <a:schemeClr val="bg1"/>
                            </a:solidFill>
                            <a:latin typeface="Cambria Math" panose="02040503050406030204" pitchFamily="18" charset="0"/>
                          </a:rPr>
                        </m:ctrlPr>
                      </m:sSubPr>
                      <m:e>
                        <m:r>
                          <a:rPr lang="en-IN" sz="1800" b="0" i="1" u="none" strike="noStrike" baseline="0" dirty="0" smtClean="0">
                            <a:solidFill>
                              <a:schemeClr val="bg1"/>
                            </a:solidFill>
                            <a:latin typeface="Cambria Math" panose="02040503050406030204" pitchFamily="18" charset="0"/>
                          </a:rPr>
                          <m:t>𝑠</m:t>
                        </m:r>
                      </m:e>
                      <m:sub>
                        <m:r>
                          <a:rPr lang="en-US" sz="1800" b="0" i="1" u="none" strike="noStrike" baseline="0" dirty="0" smtClean="0">
                            <a:solidFill>
                              <a:schemeClr val="bg1"/>
                            </a:solidFill>
                            <a:latin typeface="Cambria Math" panose="02040503050406030204" pitchFamily="18" charset="0"/>
                          </a:rPr>
                          <m:t>𝑖</m:t>
                        </m:r>
                      </m:sub>
                    </m:sSub>
                    <m:r>
                      <a:rPr lang="en-IN" sz="1100" b="0" i="1" u="none" strike="noStrike" baseline="0" dirty="0" smtClean="0">
                        <a:solidFill>
                          <a:schemeClr val="bg1"/>
                        </a:solidFill>
                        <a:latin typeface="Cambria Math" panose="02040503050406030204" pitchFamily="18" charset="0"/>
                      </a:rPr>
                      <m:t> </m:t>
                    </m:r>
                    <m:r>
                      <a:rPr lang="en-IN" sz="1800" b="0" i="1" u="none" strike="noStrike" baseline="0" dirty="0" smtClean="0">
                        <a:solidFill>
                          <a:schemeClr val="bg1"/>
                        </a:solidFill>
                        <a:latin typeface="Cambria Math" panose="02040503050406030204" pitchFamily="18" charset="0"/>
                      </a:rPr>
                      <m:t>= 1</m:t>
                    </m:r>
                  </m:oMath>
                </a14:m>
                <a:endParaRPr lang="en-IN" sz="1800" b="0" i="0" u="none" strike="noStrike" baseline="0" dirty="0">
                  <a:solidFill>
                    <a:schemeClr val="bg1"/>
                  </a:solidFill>
                  <a:latin typeface="Cambria" panose="02040503050406030204" pitchFamily="18" charset="0"/>
                  <a:ea typeface="Cambria" panose="02040503050406030204" pitchFamily="18" charset="0"/>
                </a:endParaRPr>
              </a:p>
              <a:p>
                <a:pPr marL="285750" indent="-285750" algn="l">
                  <a:buFont typeface="Arial" panose="020B0604020202020204" pitchFamily="34" charset="0"/>
                  <a:buChar char="•"/>
                </a:pPr>
                <a:r>
                  <a:rPr lang="en-US" sz="1800" b="0" i="0" u="none" strike="noStrike" baseline="0" dirty="0">
                    <a:solidFill>
                      <a:schemeClr val="bg1"/>
                    </a:solidFill>
                    <a:latin typeface="Cambria" panose="02040503050406030204" pitchFamily="18" charset="0"/>
                    <a:ea typeface="Cambria" panose="02040503050406030204" pitchFamily="18" charset="0"/>
                  </a:rPr>
                  <a:t>The equations are coupled set of 𝑛 non-linear differential equations.</a:t>
                </a:r>
              </a:p>
              <a:p>
                <a:pPr marL="285750" indent="-285750" algn="l">
                  <a:buFont typeface="Arial" panose="020B0604020202020204" pitchFamily="34" charset="0"/>
                  <a:buChar char="•"/>
                </a:pPr>
                <a:r>
                  <a:rPr lang="en-US" sz="1800" b="0" i="0" u="none" strike="noStrike" baseline="0" dirty="0">
                    <a:solidFill>
                      <a:schemeClr val="bg1"/>
                    </a:solidFill>
                    <a:latin typeface="Cambria" panose="02040503050406030204" pitchFamily="18" charset="0"/>
                    <a:ea typeface="Cambria" panose="02040503050406030204" pitchFamily="18" charset="0"/>
                  </a:rPr>
                  <a:t>Can not be solved in closed form for general 𝐴</a:t>
                </a:r>
                <a:r>
                  <a:rPr lang="en-US" sz="1100" b="0" i="0" u="none" strike="noStrike" baseline="0" dirty="0">
                    <a:solidFill>
                      <a:schemeClr val="bg1"/>
                    </a:solidFill>
                    <a:latin typeface="Cambria" panose="02040503050406030204" pitchFamily="18" charset="0"/>
                    <a:ea typeface="Cambria" panose="02040503050406030204" pitchFamily="18" charset="0"/>
                  </a:rPr>
                  <a:t>𝑖𝑗.</a:t>
                </a:r>
              </a:p>
              <a:p>
                <a:pPr marL="285750" indent="-285750" algn="l">
                  <a:buFont typeface="Arial" panose="020B0604020202020204" pitchFamily="34" charset="0"/>
                  <a:buChar char="•"/>
                </a:pPr>
                <a:r>
                  <a:rPr lang="en-US" sz="1800" b="0" i="0" u="none" strike="noStrike" baseline="0" dirty="0">
                    <a:solidFill>
                      <a:schemeClr val="bg1"/>
                    </a:solidFill>
                    <a:latin typeface="Cambria" panose="02040503050406030204" pitchFamily="18" charset="0"/>
                    <a:ea typeface="Cambria" panose="02040503050406030204" pitchFamily="18" charset="0"/>
                  </a:rPr>
                  <a:t>Let us therefore consider suitable limits.</a:t>
                </a:r>
                <a:endParaRPr lang="en-IN" dirty="0">
                  <a:solidFill>
                    <a:schemeClr val="bg1"/>
                  </a:solidFill>
                  <a:latin typeface="Cambria" panose="02040503050406030204" pitchFamily="18" charset="0"/>
                  <a:ea typeface="Cambria" panose="02040503050406030204" pitchFamily="18" charset="0"/>
                </a:endParaRPr>
              </a:p>
            </p:txBody>
          </p:sp>
        </mc:Choice>
        <mc:Fallback xmlns="">
          <p:sp>
            <p:nvSpPr>
              <p:cNvPr id="3" name="TextBox 2">
                <a:extLst>
                  <a:ext uri="{FF2B5EF4-FFF2-40B4-BE49-F238E27FC236}">
                    <a16:creationId xmlns:a16="http://schemas.microsoft.com/office/drawing/2014/main" id="{AC5070ED-175A-559A-BA22-C5B2119E9951}"/>
                  </a:ext>
                </a:extLst>
              </p:cNvPr>
              <p:cNvSpPr txBox="1">
                <a:spLocks noRot="1" noChangeAspect="1" noMove="1" noResize="1" noEditPoints="1" noAdjustHandles="1" noChangeArrowheads="1" noChangeShapeType="1" noTextEdit="1"/>
              </p:cNvSpPr>
              <p:nvPr/>
            </p:nvSpPr>
            <p:spPr>
              <a:xfrm>
                <a:off x="1424763" y="1674674"/>
                <a:ext cx="9516807" cy="1477328"/>
              </a:xfrm>
              <a:prstGeom prst="rect">
                <a:avLst/>
              </a:prstGeom>
              <a:blipFill>
                <a:blip r:embed="rId3"/>
                <a:stretch>
                  <a:fillRect l="-448" t="-2893" r="-256" b="-53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25EE489-A3B8-6319-16C1-9099DFA92305}"/>
                  </a:ext>
                </a:extLst>
              </p:cNvPr>
              <p:cNvSpPr txBox="1"/>
              <p:nvPr/>
            </p:nvSpPr>
            <p:spPr>
              <a:xfrm>
                <a:off x="1424763" y="3705999"/>
                <a:ext cx="9010206" cy="646331"/>
              </a:xfrm>
              <a:prstGeom prst="rect">
                <a:avLst/>
              </a:prstGeom>
              <a:solidFill>
                <a:schemeClr val="tx1"/>
              </a:solidFill>
            </p:spPr>
            <p:txBody>
              <a:bodyPr wrap="square">
                <a:spAutoFit/>
              </a:bodyPr>
              <a:lstStyle/>
              <a:p>
                <a:pPr marL="285750" indent="-285750" algn="l">
                  <a:buFont typeface="Arial" panose="020B0604020202020204" pitchFamily="34" charset="0"/>
                  <a:buChar char="•"/>
                </a:pPr>
                <a:r>
                  <a:rPr lang="en-US" sz="1800" b="0" i="0" u="none" strike="noStrike" baseline="0" dirty="0">
                    <a:solidFill>
                      <a:srgbClr val="0000FF"/>
                    </a:solidFill>
                    <a:latin typeface="Cambria" panose="02040503050406030204" pitchFamily="18" charset="0"/>
                    <a:ea typeface="Cambria" panose="02040503050406030204" pitchFamily="18" charset="0"/>
                  </a:rPr>
                  <a:t>For large </a:t>
                </a:r>
                <a14:m>
                  <m:oMath xmlns:m="http://schemas.openxmlformats.org/officeDocument/2006/math">
                    <m:r>
                      <a:rPr lang="en-US" sz="1800" b="0" i="1" u="none" strike="noStrike" baseline="0" dirty="0" smtClean="0">
                        <a:solidFill>
                          <a:srgbClr val="0000FF"/>
                        </a:solidFill>
                        <a:latin typeface="Cambria Math" panose="02040503050406030204" pitchFamily="18" charset="0"/>
                      </a:rPr>
                      <m:t>𝑛</m:t>
                    </m:r>
                  </m:oMath>
                </a14:m>
                <a:r>
                  <a:rPr lang="en-US" sz="1800" b="0" i="0" u="none" strike="noStrike" baseline="0" dirty="0">
                    <a:solidFill>
                      <a:srgbClr val="0000FF"/>
                    </a:solidFill>
                    <a:latin typeface="Cambria" panose="02040503050406030204" pitchFamily="18" charset="0"/>
                    <a:ea typeface="Cambria" panose="02040503050406030204" pitchFamily="18" charset="0"/>
                  </a:rPr>
                  <a:t> and assuming initial conditions as above </a:t>
                </a:r>
                <a14:m>
                  <m:oMath xmlns:m="http://schemas.openxmlformats.org/officeDocument/2006/math">
                    <m:sSub>
                      <m:sSubPr>
                        <m:ctrlPr>
                          <a:rPr lang="en-US" sz="1800" b="0" i="1" u="none" strike="noStrike" baseline="0" dirty="0" smtClean="0">
                            <a:solidFill>
                              <a:srgbClr val="0000FF"/>
                            </a:solidFill>
                            <a:latin typeface="Cambria Math" panose="02040503050406030204" pitchFamily="18" charset="0"/>
                          </a:rPr>
                        </m:ctrlPr>
                      </m:sSubPr>
                      <m:e>
                        <m:r>
                          <a:rPr lang="en-US" sz="1800" b="0" i="1" u="none" strike="noStrike" baseline="0" dirty="0" smtClean="0">
                            <a:solidFill>
                              <a:srgbClr val="0000FF"/>
                            </a:solidFill>
                            <a:latin typeface="Cambria Math" panose="02040503050406030204" pitchFamily="18" charset="0"/>
                          </a:rPr>
                          <m:t>𝑥</m:t>
                        </m:r>
                      </m:e>
                      <m:sub>
                        <m:r>
                          <a:rPr lang="en-US" sz="1100" b="0" i="1" u="none" strike="noStrike" baseline="0" dirty="0">
                            <a:solidFill>
                              <a:srgbClr val="0000FF"/>
                            </a:solidFill>
                            <a:latin typeface="Cambria Math" panose="02040503050406030204" pitchFamily="18" charset="0"/>
                          </a:rPr>
                          <m:t>𝑖</m:t>
                        </m:r>
                      </m:sub>
                    </m:sSub>
                  </m:oMath>
                </a14:m>
                <a:r>
                  <a:rPr lang="en-US" sz="1100" b="0" i="0" u="none" strike="noStrike" baseline="0" dirty="0">
                    <a:solidFill>
                      <a:srgbClr val="0000FF"/>
                    </a:solidFill>
                    <a:latin typeface="Cambria" panose="02040503050406030204" pitchFamily="18" charset="0"/>
                    <a:ea typeface="Cambria" panose="02040503050406030204" pitchFamily="18" charset="0"/>
                  </a:rPr>
                  <a:t> </a:t>
                </a:r>
                <a:r>
                  <a:rPr lang="en-US" sz="1800" b="0" i="0" u="none" strike="noStrike" baseline="0" dirty="0">
                    <a:solidFill>
                      <a:srgbClr val="0000FF"/>
                    </a:solidFill>
                    <a:latin typeface="Cambria" panose="02040503050406030204" pitchFamily="18" charset="0"/>
                    <a:ea typeface="Cambria" panose="02040503050406030204" pitchFamily="18" charset="0"/>
                  </a:rPr>
                  <a:t>will be small.</a:t>
                </a:r>
              </a:p>
              <a:p>
                <a:pPr marL="285750" indent="-285750" algn="l">
                  <a:buFont typeface="Arial" panose="020B0604020202020204" pitchFamily="34" charset="0"/>
                  <a:buChar char="•"/>
                </a:pPr>
                <a:r>
                  <a:rPr lang="en-US" sz="1800" b="0" i="0" u="none" strike="noStrike" baseline="0" dirty="0">
                    <a:solidFill>
                      <a:srgbClr val="0000FF"/>
                    </a:solidFill>
                    <a:latin typeface="Cambria" panose="02040503050406030204" pitchFamily="18" charset="0"/>
                    <a:ea typeface="Cambria" panose="02040503050406030204" pitchFamily="18" charset="0"/>
                  </a:rPr>
                  <a:t>We can ignore terms of quadratic order in small quantities.</a:t>
                </a:r>
                <a:endParaRPr lang="en-IN" dirty="0">
                  <a:solidFill>
                    <a:srgbClr val="0000FF"/>
                  </a:solidFill>
                  <a:latin typeface="Cambria" panose="02040503050406030204" pitchFamily="18" charset="0"/>
                  <a:ea typeface="Cambria" panose="02040503050406030204" pitchFamily="18" charset="0"/>
                </a:endParaRPr>
              </a:p>
            </p:txBody>
          </p:sp>
        </mc:Choice>
        <mc:Fallback xmlns="">
          <p:sp>
            <p:nvSpPr>
              <p:cNvPr id="8" name="TextBox 7">
                <a:extLst>
                  <a:ext uri="{FF2B5EF4-FFF2-40B4-BE49-F238E27FC236}">
                    <a16:creationId xmlns:a16="http://schemas.microsoft.com/office/drawing/2014/main" id="{E25EE489-A3B8-6319-16C1-9099DFA92305}"/>
                  </a:ext>
                </a:extLst>
              </p:cNvPr>
              <p:cNvSpPr txBox="1">
                <a:spLocks noRot="1" noChangeAspect="1" noMove="1" noResize="1" noEditPoints="1" noAdjustHandles="1" noChangeArrowheads="1" noChangeShapeType="1" noTextEdit="1"/>
              </p:cNvSpPr>
              <p:nvPr/>
            </p:nvSpPr>
            <p:spPr>
              <a:xfrm>
                <a:off x="1424763" y="3705999"/>
                <a:ext cx="9010206" cy="646331"/>
              </a:xfrm>
              <a:prstGeom prst="rect">
                <a:avLst/>
              </a:prstGeom>
              <a:blipFill>
                <a:blip r:embed="rId4"/>
                <a:stretch>
                  <a:fillRect l="-474" t="-6604" b="-13208"/>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37A93FD8-27CB-460D-C2E3-98BED359C08F}"/>
              </a:ext>
            </a:extLst>
          </p:cNvPr>
          <p:cNvPicPr>
            <a:picLocks noChangeAspect="1"/>
          </p:cNvPicPr>
          <p:nvPr/>
        </p:nvPicPr>
        <p:blipFill>
          <a:blip r:embed="rId5"/>
          <a:stretch>
            <a:fillRect/>
          </a:stretch>
        </p:blipFill>
        <p:spPr>
          <a:xfrm>
            <a:off x="7445144" y="4906327"/>
            <a:ext cx="1681133" cy="756356"/>
          </a:xfrm>
          <a:prstGeom prst="rect">
            <a:avLst/>
          </a:prstGeom>
        </p:spPr>
      </p:pic>
      <p:pic>
        <p:nvPicPr>
          <p:cNvPr id="15" name="Picture 14">
            <a:extLst>
              <a:ext uri="{FF2B5EF4-FFF2-40B4-BE49-F238E27FC236}">
                <a16:creationId xmlns:a16="http://schemas.microsoft.com/office/drawing/2014/main" id="{7366D551-5737-1979-3F8C-B8533B892580}"/>
              </a:ext>
            </a:extLst>
          </p:cNvPr>
          <p:cNvPicPr>
            <a:picLocks noChangeAspect="1"/>
          </p:cNvPicPr>
          <p:nvPr/>
        </p:nvPicPr>
        <p:blipFill rotWithShape="1">
          <a:blip r:embed="rId6">
            <a:duotone>
              <a:prstClr val="black"/>
              <a:schemeClr val="accent4">
                <a:tint val="45000"/>
                <a:satMod val="400000"/>
              </a:schemeClr>
            </a:duotone>
          </a:blip>
          <a:srcRect l="24618" t="31273" r="27661" b="32682"/>
          <a:stretch/>
        </p:blipFill>
        <p:spPr>
          <a:xfrm>
            <a:off x="1993937" y="4670305"/>
            <a:ext cx="4189229" cy="1026042"/>
          </a:xfrm>
          <a:prstGeom prst="rect">
            <a:avLst/>
          </a:prstGeom>
        </p:spPr>
      </p:pic>
      <p:cxnSp>
        <p:nvCxnSpPr>
          <p:cNvPr id="17" name="Straight Arrow Connector 16">
            <a:extLst>
              <a:ext uri="{FF2B5EF4-FFF2-40B4-BE49-F238E27FC236}">
                <a16:creationId xmlns:a16="http://schemas.microsoft.com/office/drawing/2014/main" id="{7C5705A6-01CF-E846-7F71-FBAFD9E1B7E8}"/>
              </a:ext>
            </a:extLst>
          </p:cNvPr>
          <p:cNvCxnSpPr>
            <a:endCxn id="13" idx="1"/>
          </p:cNvCxnSpPr>
          <p:nvPr/>
        </p:nvCxnSpPr>
        <p:spPr>
          <a:xfrm>
            <a:off x="6422064" y="5152723"/>
            <a:ext cx="1023080" cy="131782"/>
          </a:xfrm>
          <a:prstGeom prst="straightConnector1">
            <a:avLst/>
          </a:prstGeom>
          <a:ln w="38100">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7993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13" name="Picture 12">
            <a:extLst>
              <a:ext uri="{FF2B5EF4-FFF2-40B4-BE49-F238E27FC236}">
                <a16:creationId xmlns:a16="http://schemas.microsoft.com/office/drawing/2014/main" id="{37A93FD8-27CB-460D-C2E3-98BED359C08F}"/>
              </a:ext>
            </a:extLst>
          </p:cNvPr>
          <p:cNvPicPr>
            <a:picLocks noChangeAspect="1"/>
          </p:cNvPicPr>
          <p:nvPr/>
        </p:nvPicPr>
        <p:blipFill>
          <a:blip r:embed="rId3"/>
          <a:stretch>
            <a:fillRect/>
          </a:stretch>
        </p:blipFill>
        <p:spPr>
          <a:xfrm>
            <a:off x="4180948" y="1440113"/>
            <a:ext cx="3250828" cy="1462575"/>
          </a:xfrm>
          <a:prstGeom prst="rect">
            <a:avLst/>
          </a:prstGeom>
        </p:spPr>
      </p:pic>
      <p:pic>
        <p:nvPicPr>
          <p:cNvPr id="4" name="Picture 3">
            <a:extLst>
              <a:ext uri="{FF2B5EF4-FFF2-40B4-BE49-F238E27FC236}">
                <a16:creationId xmlns:a16="http://schemas.microsoft.com/office/drawing/2014/main" id="{88CAE4FF-E921-1B41-F11C-D9E77F810352}"/>
              </a:ext>
            </a:extLst>
          </p:cNvPr>
          <p:cNvPicPr>
            <a:picLocks noChangeAspect="1"/>
          </p:cNvPicPr>
          <p:nvPr/>
        </p:nvPicPr>
        <p:blipFill>
          <a:blip r:embed="rId4"/>
          <a:stretch>
            <a:fillRect/>
          </a:stretch>
        </p:blipFill>
        <p:spPr>
          <a:xfrm>
            <a:off x="3266946" y="3623863"/>
            <a:ext cx="2132838" cy="894973"/>
          </a:xfrm>
          <a:prstGeom prst="rect">
            <a:avLst/>
          </a:prstGeom>
        </p:spPr>
      </p:pic>
      <p:pic>
        <p:nvPicPr>
          <p:cNvPr id="9" name="Picture 8">
            <a:extLst>
              <a:ext uri="{FF2B5EF4-FFF2-40B4-BE49-F238E27FC236}">
                <a16:creationId xmlns:a16="http://schemas.microsoft.com/office/drawing/2014/main" id="{D739B80D-14BE-2835-9E1D-4C56606D1B43}"/>
              </a:ext>
            </a:extLst>
          </p:cNvPr>
          <p:cNvPicPr>
            <a:picLocks noChangeAspect="1"/>
          </p:cNvPicPr>
          <p:nvPr/>
        </p:nvPicPr>
        <p:blipFill>
          <a:blip r:embed="rId5"/>
          <a:stretch>
            <a:fillRect/>
          </a:stretch>
        </p:blipFill>
        <p:spPr>
          <a:xfrm>
            <a:off x="6096000" y="3417768"/>
            <a:ext cx="3150595" cy="1462575"/>
          </a:xfrm>
          <a:prstGeom prst="rect">
            <a:avLst/>
          </a:prstGeom>
        </p:spPr>
      </p:pic>
    </p:spTree>
    <p:extLst>
      <p:ext uri="{BB962C8B-B14F-4D97-AF65-F5344CB8AC3E}">
        <p14:creationId xmlns:p14="http://schemas.microsoft.com/office/powerpoint/2010/main" val="1241303556"/>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13" name="Picture 12">
            <a:extLst>
              <a:ext uri="{FF2B5EF4-FFF2-40B4-BE49-F238E27FC236}">
                <a16:creationId xmlns:a16="http://schemas.microsoft.com/office/drawing/2014/main" id="{37A93FD8-27CB-460D-C2E3-98BED359C08F}"/>
              </a:ext>
            </a:extLst>
          </p:cNvPr>
          <p:cNvPicPr>
            <a:picLocks noChangeAspect="1"/>
          </p:cNvPicPr>
          <p:nvPr/>
        </p:nvPicPr>
        <p:blipFill>
          <a:blip r:embed="rId3"/>
          <a:stretch>
            <a:fillRect/>
          </a:stretch>
        </p:blipFill>
        <p:spPr>
          <a:xfrm>
            <a:off x="3947031" y="655662"/>
            <a:ext cx="3250828" cy="1462575"/>
          </a:xfrm>
          <a:prstGeom prst="rect">
            <a:avLst/>
          </a:prstGeom>
        </p:spPr>
      </p:pic>
      <p:pic>
        <p:nvPicPr>
          <p:cNvPr id="4" name="Picture 3">
            <a:extLst>
              <a:ext uri="{FF2B5EF4-FFF2-40B4-BE49-F238E27FC236}">
                <a16:creationId xmlns:a16="http://schemas.microsoft.com/office/drawing/2014/main" id="{88CAE4FF-E921-1B41-F11C-D9E77F810352}"/>
              </a:ext>
            </a:extLst>
          </p:cNvPr>
          <p:cNvPicPr>
            <a:picLocks noChangeAspect="1"/>
          </p:cNvPicPr>
          <p:nvPr/>
        </p:nvPicPr>
        <p:blipFill>
          <a:blip r:embed="rId4"/>
          <a:stretch>
            <a:fillRect/>
          </a:stretch>
        </p:blipFill>
        <p:spPr>
          <a:xfrm>
            <a:off x="7450642" y="1020985"/>
            <a:ext cx="2132838" cy="894973"/>
          </a:xfrm>
          <a:prstGeom prst="rect">
            <a:avLst/>
          </a:prstGeom>
        </p:spPr>
      </p:pic>
      <p:pic>
        <p:nvPicPr>
          <p:cNvPr id="9" name="Picture 8">
            <a:extLst>
              <a:ext uri="{FF2B5EF4-FFF2-40B4-BE49-F238E27FC236}">
                <a16:creationId xmlns:a16="http://schemas.microsoft.com/office/drawing/2014/main" id="{D739B80D-14BE-2835-9E1D-4C56606D1B43}"/>
              </a:ext>
            </a:extLst>
          </p:cNvPr>
          <p:cNvPicPr>
            <a:picLocks noChangeAspect="1"/>
          </p:cNvPicPr>
          <p:nvPr/>
        </p:nvPicPr>
        <p:blipFill>
          <a:blip r:embed="rId5"/>
          <a:stretch>
            <a:fillRect/>
          </a:stretch>
        </p:blipFill>
        <p:spPr>
          <a:xfrm>
            <a:off x="306762" y="1966424"/>
            <a:ext cx="3150595" cy="1462575"/>
          </a:xfrm>
          <a:prstGeom prst="rect">
            <a:avLst/>
          </a:prstGeom>
        </p:spPr>
      </p:pic>
      <p:pic>
        <p:nvPicPr>
          <p:cNvPr id="3" name="Picture 2">
            <a:extLst>
              <a:ext uri="{FF2B5EF4-FFF2-40B4-BE49-F238E27FC236}">
                <a16:creationId xmlns:a16="http://schemas.microsoft.com/office/drawing/2014/main" id="{36D8E225-4A29-BDFF-41E8-E7300E9102B9}"/>
              </a:ext>
            </a:extLst>
          </p:cNvPr>
          <p:cNvPicPr>
            <a:picLocks noChangeAspect="1"/>
          </p:cNvPicPr>
          <p:nvPr/>
        </p:nvPicPr>
        <p:blipFill>
          <a:blip r:embed="rId6"/>
          <a:stretch>
            <a:fillRect/>
          </a:stretch>
        </p:blipFill>
        <p:spPr>
          <a:xfrm>
            <a:off x="3457357" y="3792443"/>
            <a:ext cx="6264595" cy="2299200"/>
          </a:xfrm>
          <a:prstGeom prst="rect">
            <a:avLst/>
          </a:prstGeom>
        </p:spPr>
      </p:pic>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97C9B92C-97B9-0605-F7F1-5B3AD4884FC8}"/>
                  </a:ext>
                </a:extLst>
              </p:cNvPr>
              <p:cNvSpPr/>
              <p:nvPr/>
            </p:nvSpPr>
            <p:spPr>
              <a:xfrm>
                <a:off x="4695173" y="4736644"/>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7" name="Oval 6">
                <a:extLst>
                  <a:ext uri="{FF2B5EF4-FFF2-40B4-BE49-F238E27FC236}">
                    <a16:creationId xmlns:a16="http://schemas.microsoft.com/office/drawing/2014/main" id="{97C9B92C-97B9-0605-F7F1-5B3AD4884FC8}"/>
                  </a:ext>
                </a:extLst>
              </p:cNvPr>
              <p:cNvSpPr>
                <a:spLocks noRot="1" noChangeAspect="1" noMove="1" noResize="1" noEditPoints="1" noAdjustHandles="1" noChangeArrowheads="1" noChangeShapeType="1" noTextEdit="1"/>
              </p:cNvSpPr>
              <p:nvPr/>
            </p:nvSpPr>
            <p:spPr>
              <a:xfrm>
                <a:off x="4695173" y="4736644"/>
                <a:ext cx="801860" cy="355329"/>
              </a:xfrm>
              <a:prstGeom prst="ellipse">
                <a:avLst/>
              </a:prstGeom>
              <a:blipFill>
                <a:blip r:embed="rId7"/>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02957CCC-4CF7-082E-FFBC-1AA6FB89622C}"/>
                  </a:ext>
                </a:extLst>
              </p:cNvPr>
              <p:cNvSpPr/>
              <p:nvPr/>
            </p:nvSpPr>
            <p:spPr>
              <a:xfrm>
                <a:off x="6294039" y="4749798"/>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8" name="Oval 7">
                <a:extLst>
                  <a:ext uri="{FF2B5EF4-FFF2-40B4-BE49-F238E27FC236}">
                    <a16:creationId xmlns:a16="http://schemas.microsoft.com/office/drawing/2014/main" id="{02957CCC-4CF7-082E-FFBC-1AA6FB89622C}"/>
                  </a:ext>
                </a:extLst>
              </p:cNvPr>
              <p:cNvSpPr>
                <a:spLocks noRot="1" noChangeAspect="1" noMove="1" noResize="1" noEditPoints="1" noAdjustHandles="1" noChangeArrowheads="1" noChangeShapeType="1" noTextEdit="1"/>
              </p:cNvSpPr>
              <p:nvPr/>
            </p:nvSpPr>
            <p:spPr>
              <a:xfrm>
                <a:off x="6294039" y="4749798"/>
                <a:ext cx="801860" cy="355329"/>
              </a:xfrm>
              <a:prstGeom prst="ellipse">
                <a:avLst/>
              </a:prstGeom>
              <a:blipFill>
                <a:blip r:embed="rId7"/>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1DEA0DB8-0953-C10B-FB53-BC9223DEA51E}"/>
                  </a:ext>
                </a:extLst>
              </p:cNvPr>
              <p:cNvSpPr/>
              <p:nvPr/>
            </p:nvSpPr>
            <p:spPr>
              <a:xfrm>
                <a:off x="7715201" y="4764378"/>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11" name="Oval 10">
                <a:extLst>
                  <a:ext uri="{FF2B5EF4-FFF2-40B4-BE49-F238E27FC236}">
                    <a16:creationId xmlns:a16="http://schemas.microsoft.com/office/drawing/2014/main" id="{1DEA0DB8-0953-C10B-FB53-BC9223DEA51E}"/>
                  </a:ext>
                </a:extLst>
              </p:cNvPr>
              <p:cNvSpPr>
                <a:spLocks noRot="1" noChangeAspect="1" noMove="1" noResize="1" noEditPoints="1" noAdjustHandles="1" noChangeArrowheads="1" noChangeShapeType="1" noTextEdit="1"/>
              </p:cNvSpPr>
              <p:nvPr/>
            </p:nvSpPr>
            <p:spPr>
              <a:xfrm>
                <a:off x="7715201" y="4764378"/>
                <a:ext cx="801860" cy="355329"/>
              </a:xfrm>
              <a:prstGeom prst="ellipse">
                <a:avLst/>
              </a:prstGeom>
              <a:blipFill>
                <a:blip r:embed="rId8"/>
                <a:stretch>
                  <a:fillRect/>
                </a:stretch>
              </a:blipFill>
              <a:ln>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3648953491"/>
      </p:ext>
    </p:extLst>
  </p:cSld>
  <p:clrMapOvr>
    <a:overrideClrMapping bg1="dk1" tx1="lt1" bg2="dk2" tx2="lt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grpSp>
        <p:nvGrpSpPr>
          <p:cNvPr id="2" name="Group 1">
            <a:extLst>
              <a:ext uri="{FF2B5EF4-FFF2-40B4-BE49-F238E27FC236}">
                <a16:creationId xmlns:a16="http://schemas.microsoft.com/office/drawing/2014/main" id="{903DC0EF-1506-DA86-8A54-9DBD168DE4A9}"/>
              </a:ext>
            </a:extLst>
          </p:cNvPr>
          <p:cNvGrpSpPr/>
          <p:nvPr/>
        </p:nvGrpSpPr>
        <p:grpSpPr>
          <a:xfrm>
            <a:off x="2963702" y="1283159"/>
            <a:ext cx="6264595" cy="2299200"/>
            <a:chOff x="3457357" y="3792443"/>
            <a:chExt cx="6264595" cy="2299200"/>
          </a:xfrm>
        </p:grpSpPr>
        <p:pic>
          <p:nvPicPr>
            <p:cNvPr id="3" name="Picture 2">
              <a:extLst>
                <a:ext uri="{FF2B5EF4-FFF2-40B4-BE49-F238E27FC236}">
                  <a16:creationId xmlns:a16="http://schemas.microsoft.com/office/drawing/2014/main" id="{36D8E225-4A29-BDFF-41E8-E7300E9102B9}"/>
                </a:ext>
              </a:extLst>
            </p:cNvPr>
            <p:cNvPicPr>
              <a:picLocks noChangeAspect="1"/>
            </p:cNvPicPr>
            <p:nvPr/>
          </p:nvPicPr>
          <p:blipFill>
            <a:blip r:embed="rId3"/>
            <a:stretch>
              <a:fillRect/>
            </a:stretch>
          </p:blipFill>
          <p:spPr>
            <a:xfrm>
              <a:off x="3457357" y="3792443"/>
              <a:ext cx="6264595" cy="2299200"/>
            </a:xfrm>
            <a:prstGeom prst="rect">
              <a:avLst/>
            </a:prstGeom>
          </p:spPr>
        </p:pic>
        <mc:AlternateContent xmlns:mc="http://schemas.openxmlformats.org/markup-compatibility/2006" xmlns:a14="http://schemas.microsoft.com/office/drawing/2010/main">
          <mc:Choice Requires="a14">
            <p:sp>
              <p:nvSpPr>
                <p:cNvPr id="7" name="Oval 6">
                  <a:extLst>
                    <a:ext uri="{FF2B5EF4-FFF2-40B4-BE49-F238E27FC236}">
                      <a16:creationId xmlns:a16="http://schemas.microsoft.com/office/drawing/2014/main" id="{97C9B92C-97B9-0605-F7F1-5B3AD4884FC8}"/>
                    </a:ext>
                  </a:extLst>
                </p:cNvPr>
                <p:cNvSpPr/>
                <p:nvPr/>
              </p:nvSpPr>
              <p:spPr>
                <a:xfrm>
                  <a:off x="4695173" y="4736644"/>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7" name="Oval 6">
                  <a:extLst>
                    <a:ext uri="{FF2B5EF4-FFF2-40B4-BE49-F238E27FC236}">
                      <a16:creationId xmlns:a16="http://schemas.microsoft.com/office/drawing/2014/main" id="{97C9B92C-97B9-0605-F7F1-5B3AD4884FC8}"/>
                    </a:ext>
                  </a:extLst>
                </p:cNvPr>
                <p:cNvSpPr>
                  <a:spLocks noRot="1" noChangeAspect="1" noMove="1" noResize="1" noEditPoints="1" noAdjustHandles="1" noChangeArrowheads="1" noChangeShapeType="1" noTextEdit="1"/>
                </p:cNvSpPr>
                <p:nvPr/>
              </p:nvSpPr>
              <p:spPr>
                <a:xfrm>
                  <a:off x="4695173" y="4736644"/>
                  <a:ext cx="801860" cy="355329"/>
                </a:xfrm>
                <a:prstGeom prst="ellipse">
                  <a:avLst/>
                </a:prstGeom>
                <a:blipFill>
                  <a:blip r:embed="rId4"/>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02957CCC-4CF7-082E-FFBC-1AA6FB89622C}"/>
                    </a:ext>
                  </a:extLst>
                </p:cNvPr>
                <p:cNvSpPr/>
                <p:nvPr/>
              </p:nvSpPr>
              <p:spPr>
                <a:xfrm>
                  <a:off x="6294039" y="4749798"/>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8" name="Oval 7">
                  <a:extLst>
                    <a:ext uri="{FF2B5EF4-FFF2-40B4-BE49-F238E27FC236}">
                      <a16:creationId xmlns:a16="http://schemas.microsoft.com/office/drawing/2014/main" id="{02957CCC-4CF7-082E-FFBC-1AA6FB89622C}"/>
                    </a:ext>
                  </a:extLst>
                </p:cNvPr>
                <p:cNvSpPr>
                  <a:spLocks noRot="1" noChangeAspect="1" noMove="1" noResize="1" noEditPoints="1" noAdjustHandles="1" noChangeArrowheads="1" noChangeShapeType="1" noTextEdit="1"/>
                </p:cNvSpPr>
                <p:nvPr/>
              </p:nvSpPr>
              <p:spPr>
                <a:xfrm>
                  <a:off x="6294039" y="4749798"/>
                  <a:ext cx="801860" cy="355329"/>
                </a:xfrm>
                <a:prstGeom prst="ellipse">
                  <a:avLst/>
                </a:prstGeom>
                <a:blipFill>
                  <a:blip r:embed="rId5"/>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a:extLst>
                    <a:ext uri="{FF2B5EF4-FFF2-40B4-BE49-F238E27FC236}">
                      <a16:creationId xmlns:a16="http://schemas.microsoft.com/office/drawing/2014/main" id="{1DEA0DB8-0953-C10B-FB53-BC9223DEA51E}"/>
                    </a:ext>
                  </a:extLst>
                </p:cNvPr>
                <p:cNvSpPr/>
                <p:nvPr/>
              </p:nvSpPr>
              <p:spPr>
                <a:xfrm>
                  <a:off x="7715201" y="4764378"/>
                  <a:ext cx="801860" cy="355329"/>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200" i="1" dirty="0" smtClean="0">
                            <a:solidFill>
                              <a:schemeClr val="bg1"/>
                            </a:solidFill>
                            <a:latin typeface="Cambria Math" panose="02040503050406030204" pitchFamily="18" charset="0"/>
                          </a:rPr>
                          <m:t>𝑟</m:t>
                        </m:r>
                        <m:r>
                          <a:rPr lang="en-US" sz="1200" i="1" dirty="0" smtClean="0">
                            <a:solidFill>
                              <a:schemeClr val="bg1"/>
                            </a:solidFill>
                            <a:latin typeface="Cambria Math" panose="02040503050406030204" pitchFamily="18" charset="0"/>
                          </a:rPr>
                          <m:t>=1</m:t>
                        </m:r>
                      </m:oMath>
                    </m:oMathPara>
                  </a14:m>
                  <a:endParaRPr lang="en-IN" sz="1200" dirty="0">
                    <a:solidFill>
                      <a:schemeClr val="bg1"/>
                    </a:solidFill>
                  </a:endParaRPr>
                </a:p>
              </p:txBody>
            </p:sp>
          </mc:Choice>
          <mc:Fallback xmlns="">
            <p:sp>
              <p:nvSpPr>
                <p:cNvPr id="11" name="Oval 10">
                  <a:extLst>
                    <a:ext uri="{FF2B5EF4-FFF2-40B4-BE49-F238E27FC236}">
                      <a16:creationId xmlns:a16="http://schemas.microsoft.com/office/drawing/2014/main" id="{1DEA0DB8-0953-C10B-FB53-BC9223DEA51E}"/>
                    </a:ext>
                  </a:extLst>
                </p:cNvPr>
                <p:cNvSpPr>
                  <a:spLocks noRot="1" noChangeAspect="1" noMove="1" noResize="1" noEditPoints="1" noAdjustHandles="1" noChangeArrowheads="1" noChangeShapeType="1" noTextEdit="1"/>
                </p:cNvSpPr>
                <p:nvPr/>
              </p:nvSpPr>
              <p:spPr>
                <a:xfrm>
                  <a:off x="7715201" y="4764378"/>
                  <a:ext cx="801860" cy="355329"/>
                </a:xfrm>
                <a:prstGeom prst="ellipse">
                  <a:avLst/>
                </a:prstGeom>
                <a:blipFill>
                  <a:blip r:embed="rId5"/>
                  <a:stretch>
                    <a:fillRect/>
                  </a:stretch>
                </a:blipFill>
                <a:ln>
                  <a:solidFill>
                    <a:schemeClr val="tx1"/>
                  </a:solidFill>
                </a:ln>
              </p:spPr>
              <p:txBody>
                <a:bodyPr/>
                <a:lstStyle/>
                <a:p>
                  <a:r>
                    <a:rPr lang="en-IN">
                      <a:noFill/>
                    </a:rPr>
                    <a:t> </a:t>
                  </a:r>
                </a:p>
              </p:txBody>
            </p:sp>
          </mc:Fallback>
        </mc:AlternateContent>
      </p:grpSp>
      <p:pic>
        <p:nvPicPr>
          <p:cNvPr id="15" name="Picture 14">
            <a:extLst>
              <a:ext uri="{FF2B5EF4-FFF2-40B4-BE49-F238E27FC236}">
                <a16:creationId xmlns:a16="http://schemas.microsoft.com/office/drawing/2014/main" id="{0B6A8EEB-6C82-8FC5-3A75-B80E40E9BAFA}"/>
              </a:ext>
            </a:extLst>
          </p:cNvPr>
          <p:cNvPicPr>
            <a:picLocks noChangeAspect="1"/>
          </p:cNvPicPr>
          <p:nvPr/>
        </p:nvPicPr>
        <p:blipFill>
          <a:blip r:embed="rId6"/>
          <a:stretch>
            <a:fillRect/>
          </a:stretch>
        </p:blipFill>
        <p:spPr>
          <a:xfrm>
            <a:off x="3815922" y="3955983"/>
            <a:ext cx="4770783" cy="1196622"/>
          </a:xfrm>
          <a:prstGeom prst="rect">
            <a:avLst/>
          </a:prstGeom>
        </p:spPr>
      </p:pic>
      <p:pic>
        <p:nvPicPr>
          <p:cNvPr id="16" name="Picture 15">
            <a:extLst>
              <a:ext uri="{FF2B5EF4-FFF2-40B4-BE49-F238E27FC236}">
                <a16:creationId xmlns:a16="http://schemas.microsoft.com/office/drawing/2014/main" id="{321D92CE-5A66-A4FF-BA84-3073A8363E77}"/>
              </a:ext>
            </a:extLst>
          </p:cNvPr>
          <p:cNvPicPr>
            <a:picLocks noChangeAspect="1"/>
          </p:cNvPicPr>
          <p:nvPr/>
        </p:nvPicPr>
        <p:blipFill>
          <a:blip r:embed="rId7"/>
          <a:stretch>
            <a:fillRect/>
          </a:stretch>
        </p:blipFill>
        <p:spPr>
          <a:xfrm>
            <a:off x="332674" y="3037884"/>
            <a:ext cx="3150595" cy="1462575"/>
          </a:xfrm>
          <a:prstGeom prst="rect">
            <a:avLst/>
          </a:prstGeom>
        </p:spPr>
      </p:pic>
      <p:pic>
        <p:nvPicPr>
          <p:cNvPr id="18" name="Picture 17">
            <a:extLst>
              <a:ext uri="{FF2B5EF4-FFF2-40B4-BE49-F238E27FC236}">
                <a16:creationId xmlns:a16="http://schemas.microsoft.com/office/drawing/2014/main" id="{38EE79E1-890F-0269-B497-2AF6B9C4BB58}"/>
              </a:ext>
            </a:extLst>
          </p:cNvPr>
          <p:cNvPicPr>
            <a:picLocks noChangeAspect="1"/>
          </p:cNvPicPr>
          <p:nvPr/>
        </p:nvPicPr>
        <p:blipFill>
          <a:blip r:embed="rId8"/>
          <a:stretch>
            <a:fillRect/>
          </a:stretch>
        </p:blipFill>
        <p:spPr>
          <a:xfrm>
            <a:off x="3429715" y="5330451"/>
            <a:ext cx="5543195" cy="1309511"/>
          </a:xfrm>
          <a:prstGeom prst="rect">
            <a:avLst/>
          </a:prstGeom>
        </p:spPr>
      </p:pic>
    </p:spTree>
    <p:extLst>
      <p:ext uri="{BB962C8B-B14F-4D97-AF65-F5344CB8AC3E}">
        <p14:creationId xmlns:p14="http://schemas.microsoft.com/office/powerpoint/2010/main" val="236897922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Network Technology Background">
            <a:extLst>
              <a:ext uri="{FF2B5EF4-FFF2-40B4-BE49-F238E27FC236}">
                <a16:creationId xmlns:a16="http://schemas.microsoft.com/office/drawing/2014/main" id="{D21DCAC3-D6C5-DC38-15ED-48C6525B21DC}"/>
              </a:ext>
            </a:extLst>
          </p:cNvPr>
          <p:cNvPicPr>
            <a:picLocks noChangeAspect="1"/>
          </p:cNvPicPr>
          <p:nvPr/>
        </p:nvPicPr>
        <p:blipFill rotWithShape="1">
          <a:blip r:embed="rId2">
            <a:alphaModFix amt="50000"/>
          </a:blip>
          <a:srcRect b="3433"/>
          <a:stretch/>
        </p:blipFill>
        <p:spPr>
          <a:xfrm>
            <a:off x="20" y="1"/>
            <a:ext cx="12191980" cy="6857999"/>
          </a:xfrm>
          <a:prstGeom prst="rect">
            <a:avLst/>
          </a:prstGeom>
          <a:solidFill>
            <a:srgbClr val="000000">
              <a:shade val="95000"/>
            </a:srgbClr>
          </a:solidFill>
        </p:spPr>
      </p:pic>
      <p:sp>
        <p:nvSpPr>
          <p:cNvPr id="6" name="TextBox 5">
            <a:extLst>
              <a:ext uri="{FF2B5EF4-FFF2-40B4-BE49-F238E27FC236}">
                <a16:creationId xmlns:a16="http://schemas.microsoft.com/office/drawing/2014/main" id="{73CE618E-8389-7575-DE87-A30FB2B94934}"/>
              </a:ext>
            </a:extLst>
          </p:cNvPr>
          <p:cNvSpPr txBox="1"/>
          <p:nvPr/>
        </p:nvSpPr>
        <p:spPr>
          <a:xfrm>
            <a:off x="237461" y="287079"/>
            <a:ext cx="9144000" cy="531628"/>
          </a:xfrm>
          <a:prstGeom prst="rect">
            <a:avLst/>
          </a:prstGeom>
          <a:solidFill>
            <a:schemeClr val="tx1"/>
          </a:solidFill>
        </p:spPr>
        <p:txBody>
          <a:bodyPr vert="horz" lIns="91440" tIns="45720" rIns="91440" bIns="45720" rtlCol="0" anchor="b">
            <a:normAutofit fontScale="62500" lnSpcReduction="20000"/>
          </a:bodyPr>
          <a:lstStyle/>
          <a:p>
            <a:pPr algn="ctr">
              <a:lnSpc>
                <a:spcPct val="90000"/>
              </a:lnSpc>
              <a:spcBef>
                <a:spcPct val="0"/>
              </a:spcBef>
              <a:spcAft>
                <a:spcPts val="600"/>
              </a:spcAft>
            </a:pPr>
            <a:r>
              <a:rPr lang="en-US" sz="6000" b="1" dirty="0">
                <a:solidFill>
                  <a:srgbClr val="0000FF"/>
                </a:solidFill>
                <a:latin typeface="Cambria" panose="02040503050406030204" pitchFamily="18" charset="0"/>
                <a:ea typeface="Cambria" panose="02040503050406030204" pitchFamily="18" charset="0"/>
                <a:cs typeface="+mj-cs"/>
              </a:rPr>
              <a:t>Dynamics on Networks: SI model</a:t>
            </a:r>
          </a:p>
        </p:txBody>
      </p:sp>
      <p:sp>
        <p:nvSpPr>
          <p:cNvPr id="12" name="TextBox 11">
            <a:extLst>
              <a:ext uri="{FF2B5EF4-FFF2-40B4-BE49-F238E27FC236}">
                <a16:creationId xmlns:a16="http://schemas.microsoft.com/office/drawing/2014/main" id="{BBF103CB-6230-123D-B8A6-2F6247DFDC08}"/>
              </a:ext>
            </a:extLst>
          </p:cNvPr>
          <p:cNvSpPr txBox="1"/>
          <p:nvPr/>
        </p:nvSpPr>
        <p:spPr>
          <a:xfrm>
            <a:off x="10504968" y="6304002"/>
            <a:ext cx="1223412" cy="369332"/>
          </a:xfrm>
          <a:prstGeom prst="rect">
            <a:avLst/>
          </a:prstGeom>
          <a:solidFill>
            <a:schemeClr val="tx1"/>
          </a:solidFill>
        </p:spPr>
        <p:txBody>
          <a:bodyPr wrap="none" rtlCol="0">
            <a:spAutoFit/>
          </a:bodyPr>
          <a:lstStyle/>
          <a:p>
            <a:r>
              <a:rPr lang="en-US" dirty="0">
                <a:solidFill>
                  <a:srgbClr val="0000FF"/>
                </a:solidFill>
              </a:rPr>
              <a:t>Denis </a:t>
            </a:r>
            <a:r>
              <a:rPr lang="en-US" dirty="0" err="1">
                <a:solidFill>
                  <a:srgbClr val="0000FF"/>
                </a:solidFill>
              </a:rPr>
              <a:t>Helic</a:t>
            </a:r>
            <a:endParaRPr lang="en-IN" dirty="0">
              <a:solidFill>
                <a:srgbClr val="0000FF"/>
              </a:solidFill>
            </a:endParaRPr>
          </a:p>
        </p:txBody>
      </p:sp>
      <p:pic>
        <p:nvPicPr>
          <p:cNvPr id="9" name="Picture 8">
            <a:extLst>
              <a:ext uri="{FF2B5EF4-FFF2-40B4-BE49-F238E27FC236}">
                <a16:creationId xmlns:a16="http://schemas.microsoft.com/office/drawing/2014/main" id="{8E545EE6-8AD1-05FB-E81A-794821B23CAE}"/>
              </a:ext>
            </a:extLst>
          </p:cNvPr>
          <p:cNvPicPr>
            <a:picLocks noChangeAspect="1"/>
          </p:cNvPicPr>
          <p:nvPr/>
        </p:nvPicPr>
        <p:blipFill>
          <a:blip r:embed="rId3"/>
          <a:stretch>
            <a:fillRect/>
          </a:stretch>
        </p:blipFill>
        <p:spPr>
          <a:xfrm>
            <a:off x="1848854" y="1532741"/>
            <a:ext cx="8036484" cy="3808557"/>
          </a:xfrm>
          <a:prstGeom prst="rect">
            <a:avLst/>
          </a:prstGeom>
        </p:spPr>
      </p:pic>
    </p:spTree>
    <p:extLst>
      <p:ext uri="{BB962C8B-B14F-4D97-AF65-F5344CB8AC3E}">
        <p14:creationId xmlns:p14="http://schemas.microsoft.com/office/powerpoint/2010/main" val="128504938"/>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3587</TotalTime>
  <Words>1620</Words>
  <Application>Microsoft Office PowerPoint</Application>
  <PresentationFormat>Widescreen</PresentationFormat>
  <Paragraphs>277</Paragraphs>
  <Slides>47</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AdvTT1ef22648.B</vt:lpstr>
      <vt:lpstr>Arial</vt:lpstr>
      <vt:lpstr>Calibri</vt:lpstr>
      <vt:lpstr>Calibri Light</vt:lpstr>
      <vt:lpstr>Cambria</vt:lpstr>
      <vt:lpstr>Cambria Math</vt:lpstr>
      <vt:lpstr>Menlo</vt:lpstr>
      <vt:lpstr>Symbol</vt:lpstr>
      <vt:lpstr>Office Theme</vt:lpstr>
      <vt:lpstr>PowerPoint Presentation</vt:lpstr>
      <vt:lpstr>PowerPoint Presentation</vt:lpstr>
      <vt:lpstr>Euler’s Method: Tangent Line Approximation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Chittaranjan Hens</dc:creator>
  <cp:lastModifiedBy>Chittaranjan Hens</cp:lastModifiedBy>
  <cp:revision>17</cp:revision>
  <dcterms:created xsi:type="dcterms:W3CDTF">2023-01-03T06:28:25Z</dcterms:created>
  <dcterms:modified xsi:type="dcterms:W3CDTF">2026-08-03T04:06:54Z</dcterms:modified>
</cp:coreProperties>
</file>