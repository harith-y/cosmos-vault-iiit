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0" r:id="rId4"/>
  </p:sldMasterIdLst>
  <p:notesMasterIdLst>
    <p:notesMasterId r:id="rId39"/>
  </p:notesMasterIdLst>
  <p:handoutMasterIdLst>
    <p:handoutMasterId r:id="rId40"/>
  </p:handoutMasterIdLst>
  <p:sldIdLst>
    <p:sldId id="1520" r:id="rId5"/>
    <p:sldId id="1531" r:id="rId6"/>
    <p:sldId id="1541" r:id="rId7"/>
    <p:sldId id="1542" r:id="rId8"/>
    <p:sldId id="1543" r:id="rId9"/>
    <p:sldId id="1544" r:id="rId10"/>
    <p:sldId id="1545" r:id="rId11"/>
    <p:sldId id="1546" r:id="rId12"/>
    <p:sldId id="1547" r:id="rId13"/>
    <p:sldId id="1548" r:id="rId14"/>
    <p:sldId id="1549" r:id="rId15"/>
    <p:sldId id="1550" r:id="rId16"/>
    <p:sldId id="1551" r:id="rId17"/>
    <p:sldId id="1552" r:id="rId18"/>
    <p:sldId id="1553" r:id="rId19"/>
    <p:sldId id="1555" r:id="rId20"/>
    <p:sldId id="1554" r:id="rId21"/>
    <p:sldId id="1556" r:id="rId22"/>
    <p:sldId id="1557" r:id="rId23"/>
    <p:sldId id="1559" r:id="rId24"/>
    <p:sldId id="1562" r:id="rId25"/>
    <p:sldId id="1564" r:id="rId26"/>
    <p:sldId id="1561" r:id="rId27"/>
    <p:sldId id="1563" r:id="rId28"/>
    <p:sldId id="1565" r:id="rId29"/>
    <p:sldId id="1566" r:id="rId30"/>
    <p:sldId id="1568" r:id="rId31"/>
    <p:sldId id="1560" r:id="rId32"/>
    <p:sldId id="1567" r:id="rId33"/>
    <p:sldId id="1569" r:id="rId34"/>
    <p:sldId id="1558" r:id="rId35"/>
    <p:sldId id="1572" r:id="rId36"/>
    <p:sldId id="1570" r:id="rId37"/>
    <p:sldId id="1571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2471F2E-E011-F521-299E-65FC243E7E5E}" name="David Salaguinto" initials="DS" userId="S::davidsa@microsoft.com::9399e6ad-b974-43d0-b593-8c2804f84e0d" providerId="AD"/>
  <p188:author id="{DC3CAF61-3D39-8A1C-6AB6-F5CBCFCBEA47}" name="Vanessa Buzgheia (ALLEGIS GROUP HOLDINGS INC)" initials="" userId="S::v-vabuzgheia@microsoft.com::f3934b54-4599-40d0-96a8-d6208686f730" providerId="AD"/>
  <p188:author id="{9941987A-41B7-49AC-EE6E-03F2D0BD95BA}" name="Daria Naidenov" initials="DN" userId="S::danaidenov@microsoft.com::ab38ab5f-bdf0-4774-ae5a-d2782abb2027" providerId="AD"/>
  <p188:author id="{242346AE-9B7E-FEF8-7CE5-9DD9BAB81F09}" name="Korraprolu, Brahma Reddy (IND)" initials="BK" userId="S::E40014285@adxuser.com::e2175163-84bc-4fd3-838c-60a33ab2123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206C07-45C1-44E2-B794-40D14AE2746B}" v="5" dt="2026-02-17T16:33:13.088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16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47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hmaReddy Korraprolu" userId="S::brahma.reddy@research.iiit.ac.in::7ec01781-561c-48b3-82be-23f5f12c1d39" providerId="AD" clId="Web-{EF8B6253-B49A-1EF3-974A-ED114C6A9DCE}"/>
    <pc:docChg chg="addSld modSld">
      <pc:chgData name="BrahmaReddy Korraprolu" userId="S::brahma.reddy@research.iiit.ac.in::7ec01781-561c-48b3-82be-23f5f12c1d39" providerId="AD" clId="Web-{EF8B6253-B49A-1EF3-974A-ED114C6A9DCE}" dt="2026-02-15T05:38:02.746" v="95"/>
      <pc:docMkLst>
        <pc:docMk/>
      </pc:docMkLst>
      <pc:sldChg chg="modSp">
        <pc:chgData name="BrahmaReddy Korraprolu" userId="S::brahma.reddy@research.iiit.ac.in::7ec01781-561c-48b3-82be-23f5f12c1d39" providerId="AD" clId="Web-{EF8B6253-B49A-1EF3-974A-ED114C6A9DCE}" dt="2026-02-14T11:42:51.570" v="94" actId="20577"/>
        <pc:sldMkLst>
          <pc:docMk/>
          <pc:sldMk cId="3793073694" sldId="1531"/>
        </pc:sldMkLst>
        <pc:spChg chg="mod">
          <ac:chgData name="BrahmaReddy Korraprolu" userId="S::brahma.reddy@research.iiit.ac.in::7ec01781-561c-48b3-82be-23f5f12c1d39" providerId="AD" clId="Web-{EF8B6253-B49A-1EF3-974A-ED114C6A9DCE}" dt="2026-02-14T11:42:51.570" v="94" actId="20577"/>
          <ac:spMkLst>
            <pc:docMk/>
            <pc:sldMk cId="3793073694" sldId="1531"/>
            <ac:spMk id="2" creationId="{8BE95F89-8477-A56E-8577-D59A3A670E4D}"/>
          </ac:spMkLst>
        </pc:spChg>
      </pc:sldChg>
      <pc:sldChg chg="addSp delSp modSp mod modClrScheme chgLayout">
        <pc:chgData name="BrahmaReddy Korraprolu" userId="S::brahma.reddy@research.iiit.ac.in::7ec01781-561c-48b3-82be-23f5f12c1d39" providerId="AD" clId="Web-{EF8B6253-B49A-1EF3-974A-ED114C6A9DCE}" dt="2026-02-14T11:42:12.976" v="89" actId="20577"/>
        <pc:sldMkLst>
          <pc:docMk/>
          <pc:sldMk cId="1044852942" sldId="1535"/>
        </pc:sldMkLst>
        <pc:spChg chg="mod">
          <ac:chgData name="BrahmaReddy Korraprolu" userId="S::brahma.reddy@research.iiit.ac.in::7ec01781-561c-48b3-82be-23f5f12c1d39" providerId="AD" clId="Web-{EF8B6253-B49A-1EF3-974A-ED114C6A9DCE}" dt="2026-02-14T11:37:00.298" v="1"/>
          <ac:spMkLst>
            <pc:docMk/>
            <pc:sldMk cId="1044852942" sldId="1535"/>
            <ac:spMk id="2" creationId="{9C3E34F1-7C98-C1DA-D26C-8FB7C8603810}"/>
          </ac:spMkLst>
        </pc:spChg>
        <pc:spChg chg="add mod">
          <ac:chgData name="BrahmaReddy Korraprolu" userId="S::brahma.reddy@research.iiit.ac.in::7ec01781-561c-48b3-82be-23f5f12c1d39" providerId="AD" clId="Web-{EF8B6253-B49A-1EF3-974A-ED114C6A9DCE}" dt="2026-02-14T11:42:12.976" v="89" actId="20577"/>
          <ac:spMkLst>
            <pc:docMk/>
            <pc:sldMk cId="1044852942" sldId="1535"/>
            <ac:spMk id="14" creationId="{0EA6AF9D-3B3C-F0BE-FD8E-77C82EE700AF}"/>
          </ac:spMkLst>
        </pc:spChg>
        <pc:picChg chg="mod modCrop">
          <ac:chgData name="BrahmaReddy Korraprolu" userId="S::brahma.reddy@research.iiit.ac.in::7ec01781-561c-48b3-82be-23f5f12c1d39" providerId="AD" clId="Web-{EF8B6253-B49A-1EF3-974A-ED114C6A9DCE}" dt="2026-02-14T11:37:21.767" v="5" actId="14100"/>
          <ac:picMkLst>
            <pc:docMk/>
            <pc:sldMk cId="1044852942" sldId="1535"/>
            <ac:picMk id="9" creationId="{54E2680E-1A83-E66B-7A7D-2972395D46E7}"/>
          </ac:picMkLst>
        </pc:picChg>
      </pc:sldChg>
      <pc:sldChg chg="new">
        <pc:chgData name="BrahmaReddy Korraprolu" userId="S::brahma.reddy@research.iiit.ac.in::7ec01781-561c-48b3-82be-23f5f12c1d39" providerId="AD" clId="Web-{EF8B6253-B49A-1EF3-974A-ED114C6A9DCE}" dt="2026-02-15T05:38:02.746" v="95"/>
        <pc:sldMkLst>
          <pc:docMk/>
          <pc:sldMk cId="355916749" sldId="1542"/>
        </pc:sldMkLst>
      </pc:sldChg>
    </pc:docChg>
  </pc:docChgLst>
  <pc:docChgLst>
    <pc:chgData name="BrahmaReddy Korraprolu" userId="S::brahma.reddy@research.iiit.ac.in::7ec01781-561c-48b3-82be-23f5f12c1d39" providerId="AD" clId="Web-{CC59FF69-8BC2-34B9-0A47-250D7834DDBA}"/>
    <pc:docChg chg="modSld">
      <pc:chgData name="BrahmaReddy Korraprolu" userId="S::brahma.reddy@research.iiit.ac.in::7ec01781-561c-48b3-82be-23f5f12c1d39" providerId="AD" clId="Web-{CC59FF69-8BC2-34B9-0A47-250D7834DDBA}" dt="2026-02-15T06:28:26.675" v="242" actId="20577"/>
      <pc:docMkLst>
        <pc:docMk/>
      </pc:docMkLst>
      <pc:sldChg chg="modSp">
        <pc:chgData name="BrahmaReddy Korraprolu" userId="S::brahma.reddy@research.iiit.ac.in::7ec01781-561c-48b3-82be-23f5f12c1d39" providerId="AD" clId="Web-{CC59FF69-8BC2-34B9-0A47-250D7834DDBA}" dt="2026-02-15T05:39:25.202" v="2" actId="20577"/>
        <pc:sldMkLst>
          <pc:docMk/>
          <pc:sldMk cId="3342914869" sldId="1520"/>
        </pc:sldMkLst>
        <pc:spChg chg="mod">
          <ac:chgData name="BrahmaReddy Korraprolu" userId="S::brahma.reddy@research.iiit.ac.in::7ec01781-561c-48b3-82be-23f5f12c1d39" providerId="AD" clId="Web-{CC59FF69-8BC2-34B9-0A47-250D7834DDBA}" dt="2026-02-15T05:39:25.202" v="2" actId="20577"/>
          <ac:spMkLst>
            <pc:docMk/>
            <pc:sldMk cId="3342914869" sldId="1520"/>
            <ac:spMk id="10" creationId="{EFBEB139-49D2-8D04-86D2-09C06D00D17B}"/>
          </ac:spMkLst>
        </pc:spChg>
      </pc:sldChg>
      <pc:sldChg chg="addSp delSp modSp mod modClrScheme chgLayout">
        <pc:chgData name="BrahmaReddy Korraprolu" userId="S::brahma.reddy@research.iiit.ac.in::7ec01781-561c-48b3-82be-23f5f12c1d39" providerId="AD" clId="Web-{CC59FF69-8BC2-34B9-0A47-250D7834DDBA}" dt="2026-02-15T06:28:26.675" v="242" actId="20577"/>
        <pc:sldMkLst>
          <pc:docMk/>
          <pc:sldMk cId="355916749" sldId="1542"/>
        </pc:sldMkLst>
        <pc:spChg chg="mod ord">
          <ac:chgData name="BrahmaReddy Korraprolu" userId="S::brahma.reddy@research.iiit.ac.in::7ec01781-561c-48b3-82be-23f5f12c1d39" providerId="AD" clId="Web-{CC59FF69-8BC2-34B9-0A47-250D7834DDBA}" dt="2026-02-15T06:02:35.989" v="24" actId="1076"/>
          <ac:spMkLst>
            <pc:docMk/>
            <pc:sldMk cId="355916749" sldId="1542"/>
            <ac:spMk id="2" creationId="{98FE045C-4296-0309-0E97-7C0FC9EDB9FF}"/>
          </ac:spMkLst>
        </pc:spChg>
        <pc:spChg chg="mod ord">
          <ac:chgData name="BrahmaReddy Korraprolu" userId="S::brahma.reddy@research.iiit.ac.in::7ec01781-561c-48b3-82be-23f5f12c1d39" providerId="AD" clId="Web-{CC59FF69-8BC2-34B9-0A47-250D7834DDBA}" dt="2026-02-15T06:28:26.675" v="242" actId="20577"/>
          <ac:spMkLst>
            <pc:docMk/>
            <pc:sldMk cId="355916749" sldId="1542"/>
            <ac:spMk id="3" creationId="{5C7AA855-F814-E2DE-A4E9-61834EC2F516}"/>
          </ac:spMkLst>
        </pc:spChg>
        <pc:spChg chg="add mod">
          <ac:chgData name="BrahmaReddy Korraprolu" userId="S::brahma.reddy@research.iiit.ac.in::7ec01781-561c-48b3-82be-23f5f12c1d39" providerId="AD" clId="Web-{CC59FF69-8BC2-34B9-0A47-250D7834DDBA}" dt="2026-02-15T06:03:17.114" v="37"/>
          <ac:spMkLst>
            <pc:docMk/>
            <pc:sldMk cId="355916749" sldId="1542"/>
            <ac:spMk id="7" creationId="{A7C6C4F6-D329-88CE-B410-4642BAFA8ED1}"/>
          </ac:spMkLst>
        </pc:spChg>
        <pc:picChg chg="add mod ord">
          <ac:chgData name="BrahmaReddy Korraprolu" userId="S::brahma.reddy@research.iiit.ac.in::7ec01781-561c-48b3-82be-23f5f12c1d39" providerId="AD" clId="Web-{CC59FF69-8BC2-34B9-0A47-250D7834DDBA}" dt="2026-02-15T06:01:57.692" v="13" actId="1076"/>
          <ac:picMkLst>
            <pc:docMk/>
            <pc:sldMk cId="355916749" sldId="1542"/>
            <ac:picMk id="5" creationId="{EB969E26-F8C1-23BB-90AC-DC83F63EFBAB}"/>
          </ac:picMkLst>
        </pc:picChg>
      </pc:sldChg>
    </pc:docChg>
  </pc:docChgLst>
  <pc:docChgLst>
    <pc:chgData name="BrahmaReddy Korraprolu" userId="7ec01781-561c-48b3-82be-23f5f12c1d39" providerId="ADAL" clId="{ACCCAB6E-3794-4E69-88E8-B0DEE4F318F6}"/>
    <pc:docChg chg="custSel addSld modSld">
      <pc:chgData name="BrahmaReddy Korraprolu" userId="7ec01781-561c-48b3-82be-23f5f12c1d39" providerId="ADAL" clId="{ACCCAB6E-3794-4E69-88E8-B0DEE4F318F6}" dt="2026-02-17T16:43:43.690" v="758" actId="5793"/>
      <pc:docMkLst>
        <pc:docMk/>
      </pc:docMkLst>
      <pc:sldChg chg="modNotesTx">
        <pc:chgData name="BrahmaReddy Korraprolu" userId="7ec01781-561c-48b3-82be-23f5f12c1d39" providerId="ADAL" clId="{ACCCAB6E-3794-4E69-88E8-B0DEE4F318F6}" dt="2026-02-17T16:43:43.690" v="758" actId="5793"/>
        <pc:sldMkLst>
          <pc:docMk/>
          <pc:sldMk cId="2575114067" sldId="1543"/>
        </pc:sldMkLst>
      </pc:sldChg>
      <pc:sldChg chg="addSp delSp modSp new mod modClrScheme chgLayout">
        <pc:chgData name="BrahmaReddy Korraprolu" userId="7ec01781-561c-48b3-82be-23f5f12c1d39" providerId="ADAL" clId="{ACCCAB6E-3794-4E69-88E8-B0DEE4F318F6}" dt="2026-02-17T16:37:40.798" v="485" actId="20577"/>
        <pc:sldMkLst>
          <pc:docMk/>
          <pc:sldMk cId="2896035891" sldId="1570"/>
        </pc:sldMkLst>
        <pc:spChg chg="mod">
          <ac:chgData name="BrahmaReddy Korraprolu" userId="7ec01781-561c-48b3-82be-23f5f12c1d39" providerId="ADAL" clId="{ACCCAB6E-3794-4E69-88E8-B0DEE4F318F6}" dt="2026-02-17T16:17:30.134" v="32" actId="26606"/>
          <ac:spMkLst>
            <pc:docMk/>
            <pc:sldMk cId="2896035891" sldId="1570"/>
            <ac:spMk id="2" creationId="{11516E96-B785-D070-1EED-67C975739507}"/>
          </ac:spMkLst>
        </pc:spChg>
        <pc:spChg chg="del">
          <ac:chgData name="BrahmaReddy Korraprolu" userId="7ec01781-561c-48b3-82be-23f5f12c1d39" providerId="ADAL" clId="{ACCCAB6E-3794-4E69-88E8-B0DEE4F318F6}" dt="2026-02-17T16:17:24.795" v="31" actId="478"/>
          <ac:spMkLst>
            <pc:docMk/>
            <pc:sldMk cId="2896035891" sldId="1570"/>
            <ac:spMk id="3" creationId="{91F7D963-4676-CFEC-14FF-33497BA25884}"/>
          </ac:spMkLst>
        </pc:spChg>
        <pc:spChg chg="del">
          <ac:chgData name="BrahmaReddy Korraprolu" userId="7ec01781-561c-48b3-82be-23f5f12c1d39" providerId="ADAL" clId="{ACCCAB6E-3794-4E69-88E8-B0DEE4F318F6}" dt="2026-02-17T16:17:30.134" v="32" actId="26606"/>
          <ac:spMkLst>
            <pc:docMk/>
            <pc:sldMk cId="2896035891" sldId="1570"/>
            <ac:spMk id="4" creationId="{55BBAB60-4DAA-AEF2-D93B-AC78D86051AE}"/>
          </ac:spMkLst>
        </pc:spChg>
        <pc:spChg chg="add ord">
          <ac:chgData name="BrahmaReddy Korraprolu" userId="7ec01781-561c-48b3-82be-23f5f12c1d39" providerId="ADAL" clId="{ACCCAB6E-3794-4E69-88E8-B0DEE4F318F6}" dt="2026-02-17T16:17:30.134" v="32" actId="26606"/>
          <ac:spMkLst>
            <pc:docMk/>
            <pc:sldMk cId="2896035891" sldId="1570"/>
            <ac:spMk id="5" creationId="{D62EC2D1-9FAD-3FF5-CFA2-15A27C25B3E0}"/>
          </ac:spMkLst>
        </pc:spChg>
        <pc:spChg chg="add mod">
          <ac:chgData name="BrahmaReddy Korraprolu" userId="7ec01781-561c-48b3-82be-23f5f12c1d39" providerId="ADAL" clId="{ACCCAB6E-3794-4E69-88E8-B0DEE4F318F6}" dt="2026-02-17T16:37:40.798" v="485" actId="20577"/>
          <ac:spMkLst>
            <pc:docMk/>
            <pc:sldMk cId="2896035891" sldId="1570"/>
            <ac:spMk id="11" creationId="{16CC7549-38CA-783F-32C4-482A992E1699}"/>
          </ac:spMkLst>
        </pc:spChg>
        <pc:picChg chg="add mod">
          <ac:chgData name="BrahmaReddy Korraprolu" userId="7ec01781-561c-48b3-82be-23f5f12c1d39" providerId="ADAL" clId="{ACCCAB6E-3794-4E69-88E8-B0DEE4F318F6}" dt="2026-02-17T16:17:30.134" v="32" actId="26606"/>
          <ac:picMkLst>
            <pc:docMk/>
            <pc:sldMk cId="2896035891" sldId="1570"/>
            <ac:picMk id="6" creationId="{FBF631A6-FAED-612D-ED32-B099185F4A51}"/>
          </ac:picMkLst>
        </pc:picChg>
      </pc:sldChg>
      <pc:sldChg chg="addSp delSp modSp new mod modClrScheme chgLayout">
        <pc:chgData name="BrahmaReddy Korraprolu" userId="7ec01781-561c-48b3-82be-23f5f12c1d39" providerId="ADAL" clId="{ACCCAB6E-3794-4E69-88E8-B0DEE4F318F6}" dt="2026-02-17T16:42:30.622" v="660" actId="27107"/>
        <pc:sldMkLst>
          <pc:docMk/>
          <pc:sldMk cId="3197619355" sldId="1571"/>
        </pc:sldMkLst>
        <pc:spChg chg="del mod ord">
          <ac:chgData name="BrahmaReddy Korraprolu" userId="7ec01781-561c-48b3-82be-23f5f12c1d39" providerId="ADAL" clId="{ACCCAB6E-3794-4E69-88E8-B0DEE4F318F6}" dt="2026-02-17T16:19:19.932" v="132" actId="700"/>
          <ac:spMkLst>
            <pc:docMk/>
            <pc:sldMk cId="3197619355" sldId="1571"/>
            <ac:spMk id="2" creationId="{34318381-8A49-7298-08AB-7C4D9E5B95A8}"/>
          </ac:spMkLst>
        </pc:spChg>
        <pc:spChg chg="del">
          <ac:chgData name="BrahmaReddy Korraprolu" userId="7ec01781-561c-48b3-82be-23f5f12c1d39" providerId="ADAL" clId="{ACCCAB6E-3794-4E69-88E8-B0DEE4F318F6}" dt="2026-02-17T16:19:19.932" v="132" actId="700"/>
          <ac:spMkLst>
            <pc:docMk/>
            <pc:sldMk cId="3197619355" sldId="1571"/>
            <ac:spMk id="3" creationId="{FD226F0B-5C29-C35F-2594-32C0A036AE64}"/>
          </ac:spMkLst>
        </pc:spChg>
        <pc:spChg chg="del mod ord">
          <ac:chgData name="BrahmaReddy Korraprolu" userId="7ec01781-561c-48b3-82be-23f5f12c1d39" providerId="ADAL" clId="{ACCCAB6E-3794-4E69-88E8-B0DEE4F318F6}" dt="2026-02-17T16:19:19.932" v="132" actId="700"/>
          <ac:spMkLst>
            <pc:docMk/>
            <pc:sldMk cId="3197619355" sldId="1571"/>
            <ac:spMk id="4" creationId="{36EC1AFC-1896-4543-2C03-6DF2A6BC7604}"/>
          </ac:spMkLst>
        </pc:spChg>
        <pc:spChg chg="add mod ord">
          <ac:chgData name="BrahmaReddy Korraprolu" userId="7ec01781-561c-48b3-82be-23f5f12c1d39" providerId="ADAL" clId="{ACCCAB6E-3794-4E69-88E8-B0DEE4F318F6}" dt="2026-02-17T16:22:59.452" v="169" actId="122"/>
          <ac:spMkLst>
            <pc:docMk/>
            <pc:sldMk cId="3197619355" sldId="1571"/>
            <ac:spMk id="5" creationId="{4A03683E-EAE6-E983-82F2-B029243B3775}"/>
          </ac:spMkLst>
        </pc:spChg>
        <pc:spChg chg="add mod ord">
          <ac:chgData name="BrahmaReddy Korraprolu" userId="7ec01781-561c-48b3-82be-23f5f12c1d39" providerId="ADAL" clId="{ACCCAB6E-3794-4E69-88E8-B0DEE4F318F6}" dt="2026-02-17T16:26:52.635" v="236" actId="6549"/>
          <ac:spMkLst>
            <pc:docMk/>
            <pc:sldMk cId="3197619355" sldId="1571"/>
            <ac:spMk id="6" creationId="{95B98B47-FD77-B55C-986A-F88BB49693A8}"/>
          </ac:spMkLst>
        </pc:spChg>
        <pc:spChg chg="add mod">
          <ac:chgData name="BrahmaReddy Korraprolu" userId="7ec01781-561c-48b3-82be-23f5f12c1d39" providerId="ADAL" clId="{ACCCAB6E-3794-4E69-88E8-B0DEE4F318F6}" dt="2026-02-17T16:42:30.622" v="660" actId="27107"/>
          <ac:spMkLst>
            <pc:docMk/>
            <pc:sldMk cId="3197619355" sldId="1571"/>
            <ac:spMk id="7" creationId="{ED5BD431-15B9-35D2-BD89-6120687BEB33}"/>
          </ac:spMkLst>
        </pc:spChg>
      </pc:sldChg>
    </pc:docChg>
  </pc:docChgLst>
  <pc:docChgLst>
    <pc:chgData name="BrahmaReddy Korraprolu" userId="S::brahma.reddy@research.iiit.ac.in::7ec01781-561c-48b3-82be-23f5f12c1d39" providerId="AD" clId="Web-{49D5B206-F0E0-58F3-4F17-8BE7EDAF496B}"/>
    <pc:docChg chg="addSld modSld">
      <pc:chgData name="BrahmaReddy Korraprolu" userId="S::brahma.reddy@research.iiit.ac.in::7ec01781-561c-48b3-82be-23f5f12c1d39" providerId="AD" clId="Web-{49D5B206-F0E0-58F3-4F17-8BE7EDAF496B}" dt="2026-02-15T17:03:23.799" v="530"/>
      <pc:docMkLst>
        <pc:docMk/>
      </pc:docMkLst>
      <pc:sldChg chg="modSp">
        <pc:chgData name="BrahmaReddy Korraprolu" userId="S::brahma.reddy@research.iiit.ac.in::7ec01781-561c-48b3-82be-23f5f12c1d39" providerId="AD" clId="Web-{49D5B206-F0E0-58F3-4F17-8BE7EDAF496B}" dt="2026-02-15T16:39:59.228" v="46" actId="20577"/>
        <pc:sldMkLst>
          <pc:docMk/>
          <pc:sldMk cId="355916749" sldId="1542"/>
        </pc:sldMkLst>
        <pc:spChg chg="mod">
          <ac:chgData name="BrahmaReddy Korraprolu" userId="S::brahma.reddy@research.iiit.ac.in::7ec01781-561c-48b3-82be-23f5f12c1d39" providerId="AD" clId="Web-{49D5B206-F0E0-58F3-4F17-8BE7EDAF496B}" dt="2026-02-15T16:39:59.228" v="46" actId="20577"/>
          <ac:spMkLst>
            <pc:docMk/>
            <pc:sldMk cId="355916749" sldId="1542"/>
            <ac:spMk id="3" creationId="{5C7AA855-F814-E2DE-A4E9-61834EC2F516}"/>
          </ac:spMkLst>
        </pc:spChg>
      </pc:sldChg>
      <pc:sldChg chg="addSp delSp modSp new mod modTransition modClrScheme addAnim delAnim modAnim chgLayout">
        <pc:chgData name="BrahmaReddy Korraprolu" userId="S::brahma.reddy@research.iiit.ac.in::7ec01781-561c-48b3-82be-23f5f12c1d39" providerId="AD" clId="Web-{49D5B206-F0E0-58F3-4F17-8BE7EDAF496B}" dt="2026-02-15T17:03:23.799" v="530"/>
        <pc:sldMkLst>
          <pc:docMk/>
          <pc:sldMk cId="2575114067" sldId="1543"/>
        </pc:sldMkLst>
        <pc:spChg chg="mod ord">
          <ac:chgData name="BrahmaReddy Korraprolu" userId="S::brahma.reddy@research.iiit.ac.in::7ec01781-561c-48b3-82be-23f5f12c1d39" providerId="AD" clId="Web-{49D5B206-F0E0-58F3-4F17-8BE7EDAF496B}" dt="2026-02-15T16:58:47.876" v="490" actId="20577"/>
          <ac:spMkLst>
            <pc:docMk/>
            <pc:sldMk cId="2575114067" sldId="1543"/>
            <ac:spMk id="2" creationId="{3DFE5ABE-733B-C221-2A9D-241A0994F707}"/>
          </ac:spMkLst>
        </pc:spChg>
        <pc:spChg chg="add mod ord">
          <ac:chgData name="BrahmaReddy Korraprolu" userId="S::brahma.reddy@research.iiit.ac.in::7ec01781-561c-48b3-82be-23f5f12c1d39" providerId="AD" clId="Web-{49D5B206-F0E0-58F3-4F17-8BE7EDAF496B}" dt="2026-02-15T16:59:36.204" v="502" actId="20577"/>
          <ac:spMkLst>
            <pc:docMk/>
            <pc:sldMk cId="2575114067" sldId="1543"/>
            <ac:spMk id="3" creationId="{5065737A-F0ED-DEC8-4E70-4E40C5D257E4}"/>
          </ac:spMkLst>
        </pc:spChg>
        <pc:spChg chg="add mod">
          <ac:chgData name="BrahmaReddy Korraprolu" userId="S::brahma.reddy@research.iiit.ac.in::7ec01781-561c-48b3-82be-23f5f12c1d39" providerId="AD" clId="Web-{49D5B206-F0E0-58F3-4F17-8BE7EDAF496B}" dt="2026-02-15T16:59:54.986" v="520" actId="1076"/>
          <ac:spMkLst>
            <pc:docMk/>
            <pc:sldMk cId="2575114067" sldId="1543"/>
            <ac:spMk id="5" creationId="{26584EB4-5639-DE32-46CE-F75A40757D41}"/>
          </ac:spMkLst>
        </pc:spChg>
      </pc:sldChg>
    </pc:docChg>
  </pc:docChgLst>
  <pc:docChgLst>
    <pc:chgData name="BrahmaReddy Korraprolu" userId="S::brahma.reddy@research.iiit.ac.in::7ec01781-561c-48b3-82be-23f5f12c1d39" providerId="AD" clId="Web-{0D7AD384-0778-CED8-6AF1-993CF3D3C5A0}"/>
    <pc:docChg chg="addSld delSld modSld">
      <pc:chgData name="BrahmaReddy Korraprolu" userId="S::brahma.reddy@research.iiit.ac.in::7ec01781-561c-48b3-82be-23f5f12c1d39" providerId="AD" clId="Web-{0D7AD384-0778-CED8-6AF1-993CF3D3C5A0}" dt="2026-02-15T17:44:46.200" v="306" actId="20577"/>
      <pc:docMkLst>
        <pc:docMk/>
      </pc:docMkLst>
      <pc:sldChg chg="delSp modSp add replId delAnim">
        <pc:chgData name="BrahmaReddy Korraprolu" userId="S::brahma.reddy@research.iiit.ac.in::7ec01781-561c-48b3-82be-23f5f12c1d39" providerId="AD" clId="Web-{0D7AD384-0778-CED8-6AF1-993CF3D3C5A0}" dt="2026-02-15T17:18:12.948" v="219" actId="20577"/>
        <pc:sldMkLst>
          <pc:docMk/>
          <pc:sldMk cId="329253122" sldId="1544"/>
        </pc:sldMkLst>
        <pc:spChg chg="mod">
          <ac:chgData name="BrahmaReddy Korraprolu" userId="S::brahma.reddy@research.iiit.ac.in::7ec01781-561c-48b3-82be-23f5f12c1d39" providerId="AD" clId="Web-{0D7AD384-0778-CED8-6AF1-993CF3D3C5A0}" dt="2026-02-15T17:04:17.187" v="7" actId="20577"/>
          <ac:spMkLst>
            <pc:docMk/>
            <pc:sldMk cId="329253122" sldId="1544"/>
            <ac:spMk id="2" creationId="{BA09F41D-C0E6-7C9F-E56C-C881EAF8916B}"/>
          </ac:spMkLst>
        </pc:spChg>
        <pc:spChg chg="mod">
          <ac:chgData name="BrahmaReddy Korraprolu" userId="S::brahma.reddy@research.iiit.ac.in::7ec01781-561c-48b3-82be-23f5f12c1d39" providerId="AD" clId="Web-{0D7AD384-0778-CED8-6AF1-993CF3D3C5A0}" dt="2026-02-15T17:18:12.948" v="219" actId="20577"/>
          <ac:spMkLst>
            <pc:docMk/>
            <pc:sldMk cId="329253122" sldId="1544"/>
            <ac:spMk id="3" creationId="{F39CBEB3-3FCC-911E-C832-EA5BDC3743EC}"/>
          </ac:spMkLst>
        </pc:spChg>
      </pc:sldChg>
      <pc:sldChg chg="modSp new">
        <pc:chgData name="BrahmaReddy Korraprolu" userId="S::brahma.reddy@research.iiit.ac.in::7ec01781-561c-48b3-82be-23f5f12c1d39" providerId="AD" clId="Web-{0D7AD384-0778-CED8-6AF1-993CF3D3C5A0}" dt="2026-02-15T17:20:40.592" v="261" actId="20577"/>
        <pc:sldMkLst>
          <pc:docMk/>
          <pc:sldMk cId="4145465021" sldId="1545"/>
        </pc:sldMkLst>
        <pc:spChg chg="mod">
          <ac:chgData name="BrahmaReddy Korraprolu" userId="S::brahma.reddy@research.iiit.ac.in::7ec01781-561c-48b3-82be-23f5f12c1d39" providerId="AD" clId="Web-{0D7AD384-0778-CED8-6AF1-993CF3D3C5A0}" dt="2026-02-15T17:20:12.372" v="240" actId="20577"/>
          <ac:spMkLst>
            <pc:docMk/>
            <pc:sldMk cId="4145465021" sldId="1545"/>
            <ac:spMk id="2" creationId="{430B78C7-2EBC-2FD5-E144-DB51268AD64F}"/>
          </ac:spMkLst>
        </pc:spChg>
        <pc:spChg chg="mod">
          <ac:chgData name="BrahmaReddy Korraprolu" userId="S::brahma.reddy@research.iiit.ac.in::7ec01781-561c-48b3-82be-23f5f12c1d39" providerId="AD" clId="Web-{0D7AD384-0778-CED8-6AF1-993CF3D3C5A0}" dt="2026-02-15T17:20:40.592" v="261" actId="20577"/>
          <ac:spMkLst>
            <pc:docMk/>
            <pc:sldMk cId="4145465021" sldId="1545"/>
            <ac:spMk id="3" creationId="{1F9B52E3-C6C9-536C-420C-E78214EEC219}"/>
          </ac:spMkLst>
        </pc:spChg>
      </pc:sldChg>
      <pc:sldChg chg="addSp delSp modSp new">
        <pc:chgData name="BrahmaReddy Korraprolu" userId="S::brahma.reddy@research.iiit.ac.in::7ec01781-561c-48b3-82be-23f5f12c1d39" providerId="AD" clId="Web-{0D7AD384-0778-CED8-6AF1-993CF3D3C5A0}" dt="2026-02-15T17:44:46.200" v="306" actId="20577"/>
        <pc:sldMkLst>
          <pc:docMk/>
          <pc:sldMk cId="3084864367" sldId="1546"/>
        </pc:sldMkLst>
        <pc:spChg chg="mod">
          <ac:chgData name="BrahmaReddy Korraprolu" userId="S::brahma.reddy@research.iiit.ac.in::7ec01781-561c-48b3-82be-23f5f12c1d39" providerId="AD" clId="Web-{0D7AD384-0778-CED8-6AF1-993CF3D3C5A0}" dt="2026-02-15T17:44:46.200" v="306" actId="20577"/>
          <ac:spMkLst>
            <pc:docMk/>
            <pc:sldMk cId="3084864367" sldId="1546"/>
            <ac:spMk id="2" creationId="{D10EAC11-FF1F-5A3B-97E7-3318D4AE3693}"/>
          </ac:spMkLst>
        </pc:spChg>
        <pc:spChg chg="add mod">
          <ac:chgData name="BrahmaReddy Korraprolu" userId="S::brahma.reddy@research.iiit.ac.in::7ec01781-561c-48b3-82be-23f5f12c1d39" providerId="AD" clId="Web-{0D7AD384-0778-CED8-6AF1-993CF3D3C5A0}" dt="2026-02-15T17:44:35.012" v="299" actId="20577"/>
          <ac:spMkLst>
            <pc:docMk/>
            <pc:sldMk cId="3084864367" sldId="1546"/>
            <ac:spMk id="10" creationId="{56E52148-3EFD-3CB7-55A1-CE3EC0B3AC96}"/>
          </ac:spMkLst>
        </pc:spChg>
        <pc:picChg chg="add mod">
          <ac:chgData name="BrahmaReddy Korraprolu" userId="S::brahma.reddy@research.iiit.ac.in::7ec01781-561c-48b3-82be-23f5f12c1d39" providerId="AD" clId="Web-{0D7AD384-0778-CED8-6AF1-993CF3D3C5A0}" dt="2026-02-15T17:35:01.391" v="270" actId="1076"/>
          <ac:picMkLst>
            <pc:docMk/>
            <pc:sldMk cId="3084864367" sldId="1546"/>
            <ac:picMk id="5" creationId="{E6DD37D2-7798-4D0E-5FAB-A3BCF78AB835}"/>
          </ac:picMkLst>
        </pc:picChg>
        <pc:picChg chg="add mod">
          <ac:chgData name="BrahmaReddy Korraprolu" userId="S::brahma.reddy@research.iiit.ac.in::7ec01781-561c-48b3-82be-23f5f12c1d39" providerId="AD" clId="Web-{0D7AD384-0778-CED8-6AF1-993CF3D3C5A0}" dt="2026-02-15T17:35:09.129" v="271" actId="1076"/>
          <ac:picMkLst>
            <pc:docMk/>
            <pc:sldMk cId="3084864367" sldId="1546"/>
            <ac:picMk id="8" creationId="{536BAE29-9825-B50A-28C4-754FA0341BC9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2/24/2026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might not have </a:t>
            </a:r>
            <a:r>
              <a:rPr lang="en-US" dirty="0" err="1"/>
              <a:t>equivlanet</a:t>
            </a:r>
            <a:r>
              <a:rPr lang="en-US" dirty="0"/>
              <a:t> classes – </a:t>
            </a:r>
            <a:r>
              <a:rPr lang="en-US"/>
              <a:t>like Boolean inputs </a:t>
            </a:r>
            <a:r>
              <a:rPr lang="en-US" dirty="0"/>
              <a:t>.. Talk about them also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455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steering wheel issue .. And general test pilots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328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jp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4421221"/>
            <a:ext cx="10478450" cy="914400"/>
          </a:xfrm>
        </p:spPr>
        <p:txBody>
          <a:bodyPr anchor="t" anchorCtr="0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5335373"/>
            <a:ext cx="10478450" cy="73152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8CC9A669-A9A2-C81A-7659-2BE084D43C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6B6C58C-A09F-CD8C-3AD4-3613FA8617A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7057" y="4519930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079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975" y="831439"/>
            <a:ext cx="10440990" cy="1132258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975" y="2103120"/>
            <a:ext cx="10440989" cy="357729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41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7C4ECD9-5950-288D-F0E8-15AB93A0C11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7532546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97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073" y="2920382"/>
            <a:ext cx="6675120" cy="2468880"/>
          </a:xfrm>
        </p:spPr>
        <p:txBody>
          <a:bodyPr anchor="t" anchorCtr="0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073" y="5413788"/>
            <a:ext cx="6675120" cy="64008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85760" y="0"/>
            <a:ext cx="4206240" cy="6858000"/>
          </a:xfrm>
          <a:blipFill dpi="0" rotWithShape="1">
            <a:blip r:embed="rId2">
              <a:alphaModFix amt="60000"/>
            </a:blip>
            <a:srcRect/>
            <a:stretch>
              <a:fillRect l="-5681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BEFB6B4-A1CA-B788-D366-460FCF81670F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5164" y="1893372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348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832850"/>
            <a:ext cx="7478991" cy="3635797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4526561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5969981-6F14-05AD-84BE-60811ABC8EE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4895" y="911860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3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6" y="1097280"/>
            <a:ext cx="7876287" cy="359262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3816" y="5057409"/>
            <a:ext cx="7375466" cy="1014984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5D914E6-8049-9561-C97E-2ED8FCDB89E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54030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24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7AB9D02-BDB0-5420-CBA2-3044DDB6D79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077712" y="679622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96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B7FFBE8-95FC-A978-8212-6B5D8F34CC6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047762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78461" y="1561943"/>
            <a:ext cx="4681728" cy="4569825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8DA51E07-C561-85B3-141B-4157C0521F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5994" cy="6858000"/>
          </a:xfrm>
          <a:blipFill dpi="0" rotWithShape="1">
            <a:blip r:embed="rId4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702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1C35429-0BEB-CBD1-23C7-BE3E81942C9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5" y="1196492"/>
            <a:ext cx="10107029" cy="493527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3360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3815" y="1196492"/>
            <a:ext cx="4800600" cy="493527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F85F708B-992C-821E-50D2-07A27EDFA15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6" y="0"/>
            <a:ext cx="609599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1C35429-0BEB-CBD1-23C7-BE3E81942C9C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859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9F53EAF-F066-AFDA-2C25-8F96143C7AF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24895" y="911860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10063"/>
            <a:ext cx="8467558" cy="1554480"/>
          </a:xfrm>
        </p:spPr>
        <p:txBody>
          <a:bodyPr anchor="t" anchorCtr="0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816" y="2380995"/>
            <a:ext cx="8869680" cy="329184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/>
            </a:lvl1pPr>
            <a:lvl2pPr marL="228600" indent="0">
              <a:buFont typeface="+mj-lt"/>
              <a:buNone/>
              <a:defRPr sz="1800"/>
            </a:lvl2pPr>
            <a:lvl3pPr marL="457200" indent="0">
              <a:buFont typeface="+mj-lt"/>
              <a:buNone/>
              <a:defRPr sz="16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852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302209"/>
            <a:ext cx="5577962" cy="480713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11808" y="1884121"/>
            <a:ext cx="3596952" cy="4151675"/>
          </a:xfrm>
        </p:spPr>
        <p:txBody>
          <a:bodyPr anchor="b" anchorCtr="0">
            <a:normAutofit/>
          </a:bodyPr>
          <a:lstStyle>
            <a:lvl1pPr marL="0" indent="0">
              <a:spcAft>
                <a:spcPts val="1000"/>
              </a:spcAft>
              <a:buFontTx/>
              <a:buNone/>
              <a:defRPr sz="1800"/>
            </a:lvl1pPr>
            <a:lvl2pPr marL="228600" indent="0">
              <a:spcAft>
                <a:spcPts val="1000"/>
              </a:spcAft>
              <a:buFontTx/>
              <a:buNone/>
              <a:defRPr sz="1600"/>
            </a:lvl2pPr>
            <a:lvl3pPr marL="457200" indent="0">
              <a:spcAft>
                <a:spcPts val="1000"/>
              </a:spcAft>
              <a:buFontTx/>
              <a:buNone/>
              <a:defRPr sz="1400"/>
            </a:lvl3pPr>
            <a:lvl4pPr marL="685800" indent="0">
              <a:spcAft>
                <a:spcPts val="1000"/>
              </a:spcAft>
              <a:buFontTx/>
              <a:buNone/>
              <a:defRPr sz="1800"/>
            </a:lvl4pPr>
            <a:lvl5pPr marL="914400" indent="0">
              <a:spcAft>
                <a:spcPts val="1000"/>
              </a:spcAft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DB380E6-DA46-CD20-B419-2C58AADE9D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752392" y="675798"/>
            <a:ext cx="36576" cy="52120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848" y="80351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2150" y="799483"/>
            <a:ext cx="4429566" cy="365125"/>
          </a:xfrm>
        </p:spPr>
        <p:txBody>
          <a:bodyPr/>
          <a:lstStyle>
            <a:lvl1pPr algn="ctr">
              <a:defRPr/>
            </a:lvl1pPr>
          </a:lstStyle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66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302209"/>
            <a:ext cx="3234184" cy="4202629"/>
          </a:xfrm>
        </p:spPr>
        <p:txBody>
          <a:bodyPr anchor="ctr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524" y="1353163"/>
            <a:ext cx="3596952" cy="4151675"/>
          </a:xfrm>
        </p:spPr>
        <p:txBody>
          <a:bodyPr anchor="ctr" anchorCtr="0">
            <a:normAutofit/>
          </a:bodyPr>
          <a:lstStyle>
            <a:lvl1pPr marL="0" indent="0">
              <a:spcAft>
                <a:spcPts val="1000"/>
              </a:spcAft>
              <a:buFontTx/>
              <a:buNone/>
              <a:defRPr sz="1800"/>
            </a:lvl1pPr>
            <a:lvl2pPr marL="228600" indent="0">
              <a:spcAft>
                <a:spcPts val="1000"/>
              </a:spcAft>
              <a:buFontTx/>
              <a:buNone/>
              <a:defRPr sz="1600"/>
            </a:lvl2pPr>
            <a:lvl3pPr marL="457200" indent="0">
              <a:spcAft>
                <a:spcPts val="1000"/>
              </a:spcAft>
              <a:buFontTx/>
              <a:buNone/>
              <a:defRPr sz="1400"/>
            </a:lvl3pPr>
            <a:lvl4pPr marL="685800" indent="0">
              <a:spcAft>
                <a:spcPts val="1000"/>
              </a:spcAft>
              <a:buFontTx/>
              <a:buNone/>
              <a:defRPr sz="1800"/>
            </a:lvl4pPr>
            <a:lvl5pPr marL="914400" indent="0">
              <a:spcAft>
                <a:spcPts val="1000"/>
              </a:spcAft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DB380E6-DA46-CD20-B419-2C58AADE9D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9576" y="675798"/>
            <a:ext cx="36576" cy="52120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813816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3860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74732B46-F1F0-7522-FC25-AABA628DA30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104188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4552002"/>
            <a:ext cx="4663440" cy="1554480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22FFB4D-B5E7-3882-7509-50FC147AD0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23544" y="941832"/>
            <a:ext cx="4179742" cy="2992856"/>
          </a:xfrm>
          <a:blipFill dpi="0" rotWithShape="1">
            <a:blip r:embed="rId4">
              <a:alphaModFix amt="60000"/>
            </a:blip>
            <a:srcRect/>
            <a:stretch>
              <a:fillRect l="-3918" t="-835" b="-33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816682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65388" y="2718978"/>
            <a:ext cx="4663440" cy="3337560"/>
          </a:xfrm>
        </p:spPr>
        <p:txBody>
          <a:bodyPr anchor="b" anchorCtr="0">
            <a:normAutofit/>
          </a:bodyPr>
          <a:lstStyle>
            <a:lvl1pPr marL="0" indent="0">
              <a:buFont typeface="+mj-lt"/>
              <a:buNone/>
              <a:defRPr sz="1800"/>
            </a:lvl1pPr>
            <a:lvl2pPr marL="228600" indent="0">
              <a:buFont typeface="+mj-lt"/>
              <a:buNone/>
              <a:defRPr sz="16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800"/>
            </a:lvl4pPr>
            <a:lvl5pPr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875986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B1C55ED2-79AB-08DC-6DCF-C07F6CBD227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2189" y="1217512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04" y="2385975"/>
            <a:ext cx="4325112" cy="245479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398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86383B9E-F152-84FC-BD1D-4F84C5670DA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57799" y="5660464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5" y="2819320"/>
            <a:ext cx="4372547" cy="283464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B0E68BA-9AEE-909E-56B9-A14C4D9AD3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1999" cy="2171156"/>
          </a:xfrm>
          <a:blipFill dpi="0" rotWithShape="1">
            <a:blip r:embed="rId4">
              <a:alphaModFix amt="60000"/>
            </a:blip>
            <a:srcRect/>
            <a:stretch>
              <a:fillRect l="1" t="1" r="-5" b="-37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815002"/>
            <a:ext cx="5162550" cy="283464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5717127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534" y="571464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372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48082"/>
            <a:ext cx="4145582" cy="463882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7419" y="848517"/>
            <a:ext cx="5681662" cy="4818062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5717127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4664" y="571464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7595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50392"/>
            <a:ext cx="4142232" cy="494066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7607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66305"/>
            <a:ext cx="6159500" cy="539082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188239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01" y="842957"/>
            <a:ext cx="3494314" cy="4768174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7088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65504"/>
            <a:ext cx="6766560" cy="5093862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800"/>
            </a:lvl1pPr>
            <a:lvl2pPr>
              <a:lnSpc>
                <a:spcPct val="90000"/>
              </a:lnSpc>
              <a:defRPr sz="1600"/>
            </a:lvl2pPr>
            <a:lvl3pPr>
              <a:lnSpc>
                <a:spcPct val="90000"/>
              </a:lnSpc>
              <a:defRPr sz="1400"/>
            </a:lvl3pPr>
            <a:lvl4pPr>
              <a:lnSpc>
                <a:spcPct val="90000"/>
              </a:lnSpc>
              <a:defRPr sz="1200"/>
            </a:lvl4pPr>
            <a:lvl5pPr>
              <a:lnSpc>
                <a:spcPct val="90000"/>
              </a:lnSpc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111924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6209" y="868680"/>
            <a:ext cx="6093225" cy="1143000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437529" cy="6858000"/>
          </a:xfrm>
          <a:blipFill dpi="0" rotWithShape="1">
            <a:blip r:embed="rId2">
              <a:alphaModFix amt="60000"/>
            </a:blip>
            <a:srcRect/>
            <a:stretch>
              <a:fillRect r="-803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39833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16209" y="2017058"/>
            <a:ext cx="6071616" cy="448970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237749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190" y="82296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17903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490472" y="457200"/>
            <a:ext cx="184708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316" y="2057402"/>
            <a:ext cx="6135624" cy="448970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0814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8854" y="829325"/>
            <a:ext cx="6858000" cy="93268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429000" cy="6858000"/>
          </a:xfrm>
          <a:blipFill dpi="0" rotWithShape="1">
            <a:blip r:embed="rId2">
              <a:alphaModFix amt="60000"/>
            </a:blip>
            <a:srcRect/>
            <a:stretch>
              <a:fillRect r="-1733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35476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8854" y="1878456"/>
            <a:ext cx="6858000" cy="49834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936376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046" y="4257446"/>
            <a:ext cx="4297661" cy="1852154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F2A913F-34E8-6AA3-93B1-82EC2684015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348844" y="5660464"/>
            <a:ext cx="36576" cy="521208"/>
          </a:xfrm>
          <a:prstGeom prst="rect">
            <a:avLst/>
          </a:prstGeom>
        </p:spPr>
      </p:pic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A9DF44A2-0708-C962-D4F6-461FBBBE26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5034" y="849445"/>
            <a:ext cx="4173673" cy="2913664"/>
          </a:xfrm>
          <a:blipFill dpi="0" rotWithShape="1">
            <a:blip r:embed="rId4">
              <a:alphaModFix amt="60000"/>
            </a:blip>
            <a:srcRect/>
            <a:stretch>
              <a:fillRect b="159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12179" y="849444"/>
            <a:ext cx="5295472" cy="483489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5719845"/>
            <a:ext cx="1847088" cy="38975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28411" y="5746499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3544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9038" y="832804"/>
            <a:ext cx="4361688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 l="-1" r="-8457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08975" y="2467805"/>
            <a:ext cx="4362450" cy="4095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875427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023" y="2132530"/>
            <a:ext cx="4961795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AA2C06F4-46D4-E31A-FE24-FA262F3070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909016"/>
            <a:ext cx="5685399" cy="503996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8D34A61-0B4C-7668-21C4-92101CEE4BE3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267" y="1217512"/>
            <a:ext cx="36576" cy="521208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33023" y="3788229"/>
            <a:ext cx="4961795" cy="191922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46428" y="572028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03273" y="5720287"/>
            <a:ext cx="2805405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7803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094" y="825703"/>
            <a:ext cx="4522936" cy="932688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5672379" cy="6858000"/>
          </a:xfrm>
          <a:blipFill dpi="0" rotWithShape="1">
            <a:blip r:embed="rId2">
              <a:alphaModFix amt="60000"/>
            </a:blip>
            <a:srcRect/>
            <a:stretch>
              <a:fillRect r="-14454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48429" y="1789540"/>
            <a:ext cx="4512601" cy="49834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985879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73104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2585" y="457200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72618" y="457200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" y="1933808"/>
            <a:ext cx="4572000" cy="49834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3CD55653-C8C9-068F-CF5A-7E1436D7EF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9621" y="0"/>
            <a:ext cx="5672379" cy="6858000"/>
          </a:xfrm>
          <a:blipFill dpi="0" rotWithShape="1">
            <a:blip r:embed="rId2">
              <a:alphaModFix amt="60000"/>
            </a:blip>
            <a:srcRect/>
            <a:stretch>
              <a:fillRect r="-14454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7263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6298" y="831603"/>
            <a:ext cx="3401568" cy="1527048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038109" cy="6858000"/>
          </a:xfrm>
          <a:blipFill dpi="0" rotWithShape="1">
            <a:blip r:embed="rId2">
              <a:alphaModFix amt="60000"/>
            </a:blip>
            <a:srcRect/>
            <a:stretch>
              <a:fillRect r="-775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869680" y="457200"/>
            <a:ext cx="1847088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66425" y="2379232"/>
            <a:ext cx="3401568" cy="4095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09857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2960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1269" y="457200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472" y="457200"/>
            <a:ext cx="1847088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" y="2377440"/>
            <a:ext cx="3401568" cy="409575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935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7417" y="822516"/>
            <a:ext cx="3273552" cy="1942773"/>
          </a:xfrm>
        </p:spPr>
        <p:txBody>
          <a:bodyPr anchor="t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220197" cy="6858000"/>
          </a:xfrm>
          <a:blipFill dpi="0" rotWithShape="1">
            <a:blip r:embed="rId2">
              <a:alphaModFix amt="60000"/>
            </a:blip>
            <a:srcRect/>
            <a:stretch>
              <a:fillRect l="1" r="-777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411" y="2778536"/>
            <a:ext cx="3273552" cy="29260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7743" y="5714645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47220" y="5715000"/>
            <a:ext cx="2335165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2923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413" y="4299577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692106"/>
          </a:xfrm>
          <a:blipFill dpi="0" rotWithShape="1">
            <a:blip r:embed="rId2">
              <a:alphaModFix amt="60000"/>
            </a:blip>
            <a:srcRect/>
            <a:stretch>
              <a:fillRect t="-1" b="-25541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299576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2690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3791259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141683"/>
          </a:xfrm>
          <a:blipFill dpi="0" rotWithShape="1">
            <a:blip r:embed="rId2">
              <a:alphaModFix amt="60000"/>
            </a:blip>
            <a:srcRect/>
            <a:stretch>
              <a:fillRect t="2" b="-20264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791259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0003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223" y="833527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457200"/>
            <a:ext cx="1847088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4572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833527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6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200"/>
            </a:lvl4pPr>
            <a:lvl5pPr marL="914400" indent="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39937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63503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9210" y="1828800"/>
            <a:ext cx="5701655" cy="40882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104" y="594360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472" y="5943600"/>
            <a:ext cx="184577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0479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14645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4" y="2971800"/>
            <a:ext cx="4219217" cy="2968589"/>
          </a:xfrm>
          <a:blipFill dpi="0" rotWithShape="1">
            <a:blip r:embed="rId2">
              <a:alphaModFix amt="60000"/>
            </a:blip>
            <a:srcRect/>
            <a:stretch>
              <a:fillRect l="148" t="-11888" r="-148" b="-1104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2104" y="5943600"/>
            <a:ext cx="429207" cy="365125"/>
          </a:xfrm>
        </p:spPr>
        <p:txBody>
          <a:bodyPr/>
          <a:lstStyle>
            <a:lvl1pPr algn="l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472" y="5943600"/>
            <a:ext cx="184577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94950" y="838031"/>
            <a:ext cx="5585925" cy="57832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042614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8825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3473" y="2662694"/>
            <a:ext cx="2826675" cy="327330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84806-6EE6-E9E7-C756-577E511C94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0476" y="59436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5E95BE-BAAA-0962-1F37-8E80B5075B4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90553" y="59436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08493" y="840587"/>
            <a:ext cx="6561138" cy="60350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5780488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4688" y="4318002"/>
            <a:ext cx="3741303" cy="1727191"/>
          </a:xfrm>
        </p:spPr>
        <p:txBody>
          <a:bodyPr anchor="b" anchorCtr="0">
            <a:normAutofit/>
          </a:bodyPr>
          <a:lstStyle>
            <a:lvl1pPr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7240" y="603503"/>
            <a:ext cx="10535513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75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12892AD-A824-80C0-23D0-A50E8E6086C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2158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E0ABD31F-6790-1046-FAA9-F005395197D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074" y="4520514"/>
            <a:ext cx="7525512" cy="1545336"/>
          </a:xfrm>
        </p:spPr>
        <p:txBody>
          <a:bodyPr anchor="b" anchorCtr="0">
            <a:normAutofit/>
          </a:bodyPr>
          <a:lstStyle>
            <a:lvl1pPr algn="r"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7240" y="912730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75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3D60A-2641-9137-7CFC-67D96357882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9D38F-DE10-E2BB-5C22-9A8C0781F15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14706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898" y="1318437"/>
            <a:ext cx="4368688" cy="4747413"/>
          </a:xfrm>
        </p:spPr>
        <p:txBody>
          <a:bodyPr anchor="b" anchorCtr="0">
            <a:normAutofit/>
          </a:bodyPr>
          <a:lstStyle>
            <a:lvl1pPr algn="r"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7240" y="1318437"/>
            <a:ext cx="5318760" cy="533542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75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17F8DEA-3543-B752-B9E3-AC000CAB4672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77710" y="676656"/>
            <a:ext cx="36576" cy="52120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2F7EA-5D69-7C1B-CCA8-B001A58AE3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69680" y="722163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5CC0F-ADA3-ABFA-0894-792752304D3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936224" y="722163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5525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617F66D-47D7-5FE5-3A3F-34A22FF6A16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077712" y="5660464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558436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1">
                <a:solidFill>
                  <a:schemeClr val="tx1"/>
                </a:solidFill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84023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B9366FF-A392-C240-F718-4B73E04621E0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6077712" y="5660464"/>
            <a:ext cx="36576" cy="52120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  <a:lvl2pPr marL="228600" indent="0" algn="ctr">
              <a:lnSpc>
                <a:spcPct val="100000"/>
              </a:lnSpc>
              <a:buNone/>
              <a:defRPr sz="3600" b="1" i="0" cap="all" spc="50" baseline="0">
                <a:latin typeface="+mj-lt"/>
                <a:cs typeface="Poppins" pitchFamily="2" charset="77"/>
              </a:defRPr>
            </a:lvl2pPr>
            <a:lvl3pPr marL="457200" indent="0" algn="ctr">
              <a:lnSpc>
                <a:spcPct val="100000"/>
              </a:lnSpc>
              <a:buNone/>
              <a:defRPr sz="3200" b="1" i="0" cap="all" spc="50" baseline="0">
                <a:latin typeface="+mj-lt"/>
                <a:cs typeface="Poppins" pitchFamily="2" charset="77"/>
              </a:defRPr>
            </a:lvl3pPr>
            <a:lvl4pPr marL="685800" indent="0" algn="ctr">
              <a:lnSpc>
                <a:spcPct val="100000"/>
              </a:lnSpc>
              <a:buNone/>
              <a:defRPr sz="2800" b="1" i="0" cap="all" spc="50" baseline="0">
                <a:latin typeface="+mj-lt"/>
                <a:cs typeface="Poppins" pitchFamily="2" charset="77"/>
              </a:defRPr>
            </a:lvl4pPr>
            <a:lvl5pPr marL="914400" indent="0" algn="ctr">
              <a:lnSpc>
                <a:spcPct val="100000"/>
              </a:lnSpc>
              <a:buNone/>
              <a:defRPr sz="2400" b="1" i="0" cap="all" spc="50" baseline="0">
                <a:latin typeface="+mj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325147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520A179-8E3E-2B95-A97F-C68296952939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8148" y="921438"/>
            <a:ext cx="36576" cy="521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3816" y="1996848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  <a:lvl2pPr marL="228600" indent="0">
              <a:lnSpc>
                <a:spcPct val="100000"/>
              </a:lnSpc>
              <a:buNone/>
              <a:defRPr sz="3200" b="1" i="0" cap="all" spc="50" baseline="0">
                <a:latin typeface="+mj-lt"/>
                <a:cs typeface="Poppins" pitchFamily="2" charset="77"/>
              </a:defRPr>
            </a:lvl2pPr>
            <a:lvl3pPr marL="457200" indent="0">
              <a:lnSpc>
                <a:spcPct val="100000"/>
              </a:lnSpc>
              <a:buNone/>
              <a:defRPr sz="2800" b="1" i="0" cap="all" spc="50" baseline="0">
                <a:latin typeface="+mj-lt"/>
                <a:cs typeface="Poppins" pitchFamily="2" charset="77"/>
              </a:defRPr>
            </a:lvl3pPr>
            <a:lvl4pPr marL="685800" indent="0">
              <a:lnSpc>
                <a:spcPct val="100000"/>
              </a:lnSpc>
              <a:buNone/>
              <a:defRPr sz="2400" b="1" i="0" cap="all" spc="50" baseline="0">
                <a:latin typeface="+mj-lt"/>
                <a:cs typeface="Poppins" pitchFamily="2" charset="77"/>
              </a:defRPr>
            </a:lvl4pPr>
            <a:lvl5pPr marL="914400" indent="0">
              <a:lnSpc>
                <a:spcPct val="100000"/>
              </a:lnSpc>
              <a:buNone/>
              <a:defRPr sz="2000" b="1" i="0" cap="all" spc="50" baseline="0">
                <a:latin typeface="+mj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49345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681" y="760672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  <a:lvl2pPr marL="228600" indent="0">
              <a:lnSpc>
                <a:spcPct val="100000"/>
              </a:lnSpc>
              <a:buNone/>
              <a:defRPr sz="3200" b="1" i="0" cap="all" spc="50" baseline="0">
                <a:latin typeface="+mj-lt"/>
                <a:cs typeface="Poppins" pitchFamily="2" charset="77"/>
              </a:defRPr>
            </a:lvl2pPr>
            <a:lvl3pPr marL="457200" indent="0">
              <a:lnSpc>
                <a:spcPct val="100000"/>
              </a:lnSpc>
              <a:buNone/>
              <a:defRPr sz="2800" b="1" i="0" cap="all" spc="50" baseline="0">
                <a:latin typeface="+mj-lt"/>
                <a:cs typeface="Poppins" pitchFamily="2" charset="77"/>
              </a:defRPr>
            </a:lvl3pPr>
            <a:lvl4pPr marL="685800" indent="0">
              <a:lnSpc>
                <a:spcPct val="100000"/>
              </a:lnSpc>
              <a:buNone/>
              <a:defRPr sz="2400" b="1" i="0" cap="all" spc="50" baseline="0">
                <a:latin typeface="+mj-lt"/>
                <a:cs typeface="Poppins" pitchFamily="2" charset="77"/>
              </a:defRPr>
            </a:lvl4pPr>
            <a:lvl5pPr marL="914400" indent="0">
              <a:lnSpc>
                <a:spcPct val="100000"/>
              </a:lnSpc>
              <a:buNone/>
              <a:defRPr sz="2000" b="1" i="0" cap="all" spc="50" baseline="0">
                <a:latin typeface="+mj-lt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4584083-25C0-4BCD-77BF-0F4B50C89CE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0986884" y="676656"/>
            <a:ext cx="36576" cy="521208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F9D7C9-2DBC-E12A-4A0F-59AD76DB111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69680" y="5717127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58948-847F-22CD-2AA2-CF3475976F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0936224" y="5714645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1040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2600" y="5601041"/>
            <a:ext cx="8229600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cap="none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025C941-1D26-5955-DC05-31D96A1D00E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0983213" y="5660464"/>
            <a:ext cx="36576" cy="52120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92280" y="776028"/>
            <a:ext cx="8229600" cy="45720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1" cap="all" spc="50" baseline="0"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379534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4802977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000" b="1" i="0" cap="all" spc="50" baseline="0"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5374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5444" y="457200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cap="none" spc="0" baseline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07720" y="9448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200" b="1" i="0" cap="all" spc="50" baseline="0">
                <a:latin typeface="+mj-lt"/>
                <a:cs typeface="Poppins" pitchFamily="2" charset="77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77286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723" y="829551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9723" y="1980371"/>
            <a:ext cx="518160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69148" y="1980371"/>
            <a:ext cx="518160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5886875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615443"/>
            <a:ext cx="3437583" cy="409920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7FBFB58-BD7D-0E9B-7D02-1BE0CDCEA4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972457"/>
          </a:xfrm>
          <a:blipFill dpi="0" rotWithShape="1">
            <a:blip r:embed="rId2">
              <a:alphaModFix amt="60000"/>
            </a:blip>
            <a:srcRect/>
            <a:stretch>
              <a:fillRect l="1" t="1" r="-5" b="-48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1840" y="1615442"/>
            <a:ext cx="6119865" cy="201168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800"/>
            </a:lvl1pPr>
            <a:lvl2pPr marL="228600" indent="0">
              <a:lnSpc>
                <a:spcPct val="90000"/>
              </a:lnSpc>
              <a:buNone/>
              <a:defRPr sz="1600"/>
            </a:lvl2pPr>
            <a:lvl3pPr marL="457200" indent="0">
              <a:lnSpc>
                <a:spcPct val="90000"/>
              </a:lnSpc>
              <a:buNone/>
              <a:defRPr sz="1400"/>
            </a:lvl3pPr>
            <a:lvl4pPr marL="685800" indent="0">
              <a:lnSpc>
                <a:spcPct val="90000"/>
              </a:lnSpc>
              <a:buNone/>
              <a:defRPr sz="1200"/>
            </a:lvl4pPr>
            <a:lvl5pPr marL="914400" indent="0">
              <a:lnSpc>
                <a:spcPct val="90000"/>
              </a:lnSpc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48775" y="3945380"/>
            <a:ext cx="6119865" cy="201168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800"/>
            </a:lvl1pPr>
            <a:lvl2pPr marL="228600" indent="0">
              <a:lnSpc>
                <a:spcPct val="90000"/>
              </a:lnSpc>
              <a:buNone/>
              <a:defRPr sz="1600"/>
            </a:lvl2pPr>
            <a:lvl3pPr marL="457200" indent="0">
              <a:lnSpc>
                <a:spcPct val="90000"/>
              </a:lnSpc>
              <a:buNone/>
              <a:defRPr sz="1400"/>
            </a:lvl3pPr>
            <a:lvl4pPr marL="685800" indent="0">
              <a:lnSpc>
                <a:spcPct val="90000"/>
              </a:lnSpc>
              <a:buNone/>
              <a:defRPr sz="1200"/>
            </a:lvl4pPr>
            <a:lvl5pPr marL="914400" indent="0">
              <a:lnSpc>
                <a:spcPct val="90000"/>
              </a:lnSpc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59436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5943600"/>
            <a:ext cx="1845772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38876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5" y="830733"/>
            <a:ext cx="10439463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625" y="2007011"/>
            <a:ext cx="49377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i="0" cap="all" baseline="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30246" y="2007011"/>
            <a:ext cx="493776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i="0" cap="all" baseline="0">
                <a:latin typeface="Poppins" pitchFamily="2" charset="77"/>
                <a:cs typeface="Poppins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9625" y="2708876"/>
            <a:ext cx="4937760" cy="37639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30246" y="2708876"/>
            <a:ext cx="4937760" cy="37639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16720123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6938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8831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47531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3816" y="2605036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3868" y="842371"/>
            <a:ext cx="6440258" cy="575510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6716125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94666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3816" y="3163019"/>
            <a:ext cx="3585586" cy="3434638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89154" y="894665"/>
            <a:ext cx="5685399" cy="503996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69680" y="5934634"/>
            <a:ext cx="1845772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6224" y="5943600"/>
            <a:ext cx="429207" cy="365125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19554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90" y="826903"/>
            <a:ext cx="7342307" cy="1133856"/>
          </a:xfrm>
        </p:spPr>
        <p:txBody>
          <a:bodyPr anchor="t" anchorCtr="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90" y="1996874"/>
            <a:ext cx="10467653" cy="27432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F099A399-8358-4832-8F28-17D6ED3E74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5885543"/>
            <a:ext cx="12192000" cy="972457"/>
          </a:xfrm>
          <a:blipFill dpi="0" rotWithShape="1">
            <a:blip r:embed="rId2">
              <a:alphaModFix amt="60000"/>
            </a:blip>
            <a:srcRect/>
            <a:stretch>
              <a:fillRect l="1" t="1" r="-5" b="-482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967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22648"/>
            <a:ext cx="8430767" cy="1842020"/>
          </a:xfrm>
        </p:spPr>
        <p:txBody>
          <a:bodyPr anchor="t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816" y="2717420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513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90" y="826903"/>
            <a:ext cx="7342307" cy="1133856"/>
          </a:xfrm>
        </p:spPr>
        <p:txBody>
          <a:bodyPr anchor="t" anchorCtr="0">
            <a:no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0476" y="4572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90553" y="457200"/>
            <a:ext cx="184577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5390" y="1993392"/>
            <a:ext cx="10467653" cy="1769533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274E4BF-A9CB-F772-DFA6-C511FFC5541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4495800"/>
            <a:ext cx="12191999" cy="2362200"/>
          </a:xfrm>
          <a:blipFill dpi="0" rotWithShape="1">
            <a:blip r:embed="rId2">
              <a:alphaModFix amt="60000"/>
            </a:blip>
            <a:srcRect/>
            <a:stretch>
              <a:fillRect l="1" t="-200" r="-5" b="-3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3938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609" y="826658"/>
            <a:ext cx="10447125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6609" y="1715532"/>
            <a:ext cx="10447125" cy="41251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0476" y="571464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0553" y="5717127"/>
            <a:ext cx="18457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latin typeface="+mn-lt"/>
                <a:cs typeface="Poppins Light" pitchFamily="2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26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828" r:id="rId10"/>
    <p:sldLayoutId id="2147483780" r:id="rId11"/>
    <p:sldLayoutId id="2147483781" r:id="rId12"/>
    <p:sldLayoutId id="2147483826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827" r:id="rId23"/>
    <p:sldLayoutId id="2147483793" r:id="rId24"/>
    <p:sldLayoutId id="2147483794" r:id="rId25"/>
    <p:sldLayoutId id="2147483795" r:id="rId26"/>
    <p:sldLayoutId id="2147483796" r:id="rId27"/>
    <p:sldLayoutId id="2147483797" r:id="rId28"/>
    <p:sldLayoutId id="2147483798" r:id="rId29"/>
    <p:sldLayoutId id="2147483799" r:id="rId30"/>
    <p:sldLayoutId id="2147483800" r:id="rId31"/>
    <p:sldLayoutId id="2147483801" r:id="rId32"/>
    <p:sldLayoutId id="2147483802" r:id="rId33"/>
    <p:sldLayoutId id="2147483803" r:id="rId34"/>
    <p:sldLayoutId id="2147483804" r:id="rId35"/>
    <p:sldLayoutId id="2147483805" r:id="rId36"/>
    <p:sldLayoutId id="2147483806" r:id="rId37"/>
    <p:sldLayoutId id="2147483807" r:id="rId38"/>
    <p:sldLayoutId id="2147483808" r:id="rId39"/>
    <p:sldLayoutId id="2147483809" r:id="rId40"/>
    <p:sldLayoutId id="2147483810" r:id="rId41"/>
    <p:sldLayoutId id="2147483811" r:id="rId42"/>
    <p:sldLayoutId id="2147483812" r:id="rId43"/>
    <p:sldLayoutId id="2147483813" r:id="rId44"/>
    <p:sldLayoutId id="2147483814" r:id="rId45"/>
    <p:sldLayoutId id="2147483815" r:id="rId46"/>
    <p:sldLayoutId id="2147483816" r:id="rId47"/>
    <p:sldLayoutId id="2147483817" r:id="rId48"/>
    <p:sldLayoutId id="2147483818" r:id="rId49"/>
    <p:sldLayoutId id="2147483819" r:id="rId50"/>
    <p:sldLayoutId id="2147483820" r:id="rId51"/>
    <p:sldLayoutId id="2147483821" r:id="rId52"/>
    <p:sldLayoutId id="2147483822" r:id="rId53"/>
    <p:sldLayoutId id="2147483823" r:id="rId54"/>
    <p:sldLayoutId id="2147483825" r:id="rId55"/>
    <p:sldLayoutId id="2147483824" r:id="rId5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all" spc="50" baseline="0">
          <a:solidFill>
            <a:schemeClr val="tx1"/>
          </a:solidFill>
          <a:latin typeface="+mj-lt"/>
          <a:ea typeface="+mj-ea"/>
          <a:cs typeface="Poppins" pitchFamily="2" charset="77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Poppins Light" pitchFamily="2" charset="77"/>
        </a:defRPr>
      </a:lvl1pPr>
      <a:lvl2pPr marL="2286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+mn-lt"/>
          <a:ea typeface="+mn-ea"/>
          <a:cs typeface="Poppins Light" pitchFamily="2" charset="77"/>
        </a:defRPr>
      </a:lvl2pPr>
      <a:lvl3pPr marL="4572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Poppins Light" pitchFamily="2" charset="77"/>
        </a:defRPr>
      </a:lvl3pPr>
      <a:lvl4pPr marL="685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2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4pPr>
      <a:lvl5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1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FBEB139-49D2-8D04-86D2-09C06D00D1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7073" y="2920382"/>
            <a:ext cx="5552508" cy="2468880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IN Tryst </a:t>
            </a:r>
            <a:r>
              <a:rPr lang="en-US" dirty="0">
                <a:latin typeface="Poppins"/>
                <a:cs typeface="Poppins"/>
              </a:rPr>
              <a:t>with</a:t>
            </a:r>
            <a:r>
              <a:rPr lang="en-US" dirty="0">
                <a:cs typeface="Poppins"/>
              </a:rPr>
              <a:t> Testing</a:t>
            </a: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FA8D9FA2-302E-0315-171F-48BC54215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073" y="5413788"/>
            <a:ext cx="6675120" cy="640080"/>
          </a:xfrm>
        </p:spPr>
        <p:txBody>
          <a:bodyPr/>
          <a:lstStyle/>
          <a:p>
            <a:r>
              <a:rPr lang="en-US" dirty="0"/>
              <a:t>Presented by Brahma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ACC561-63AB-414B-47F4-A008C9652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4" b="14493"/>
          <a:stretch>
            <a:fillRect/>
          </a:stretch>
        </p:blipFill>
        <p:spPr>
          <a:xfrm>
            <a:off x="5806950" y="0"/>
            <a:ext cx="55679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914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70BCB1-1398-488A-AB5B-1A8A2227F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1302209"/>
            <a:ext cx="5577962" cy="4807131"/>
          </a:xfrm>
        </p:spPr>
        <p:txBody>
          <a:bodyPr/>
          <a:lstStyle/>
          <a:p>
            <a:r>
              <a:rPr lang="en-US" dirty="0"/>
              <a:t>What are we going to know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E95F89-8477-A56E-8577-D59A3A670E4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411808" y="1884121"/>
            <a:ext cx="3596952" cy="4151675"/>
          </a:xfrm>
        </p:spPr>
        <p:txBody>
          <a:bodyPr/>
          <a:lstStyle/>
          <a:p>
            <a:r>
              <a:rPr lang="en-US" dirty="0"/>
              <a:t>What is testing</a:t>
            </a:r>
          </a:p>
          <a:p>
            <a:r>
              <a:rPr lang="en-US" dirty="0"/>
              <a:t>Why testing exists</a:t>
            </a:r>
          </a:p>
          <a:p>
            <a:r>
              <a:rPr lang="en-US">
                <a:cs typeface="Poppins Light"/>
              </a:rPr>
              <a:t>Types</a:t>
            </a:r>
            <a:r>
              <a:rPr lang="en-US" dirty="0">
                <a:cs typeface="Poppins Light"/>
              </a:rPr>
              <a:t> of testing</a:t>
            </a:r>
          </a:p>
          <a:p>
            <a:r>
              <a:rPr lang="en-US" dirty="0"/>
              <a:t>What I did in testing</a:t>
            </a:r>
          </a:p>
          <a:p>
            <a:r>
              <a:rPr lang="en-US" dirty="0"/>
              <a:t>What I learnt doing testing</a:t>
            </a:r>
          </a:p>
        </p:txBody>
      </p:sp>
    </p:spTree>
    <p:extLst>
      <p:ext uri="{BB962C8B-B14F-4D97-AF65-F5344CB8AC3E}">
        <p14:creationId xmlns:p14="http://schemas.microsoft.com/office/powerpoint/2010/main" val="3793073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E61352-1920-1A62-43A4-937BFCA57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01" y="842957"/>
            <a:ext cx="3494314" cy="938647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</a:t>
            </a:r>
            <a:r>
              <a:rPr lang="en-US" dirty="0">
                <a:solidFill>
                  <a:srgbClr val="FF0000"/>
                </a:solidFill>
              </a:rPr>
              <a:t>Testing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1E19BD-5A90-6858-1019-900A42DDACD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latin typeface="+mj-lt"/>
                <a:cs typeface="Browallia New" panose="020B0502040204020203" pitchFamily="34" charset="-34"/>
              </a:rPr>
              <a:t>Test</a:t>
            </a:r>
          </a:p>
          <a:p>
            <a:r>
              <a:rPr lang="en-US" dirty="0">
                <a:cs typeface="Browallia New" panose="020B0502040204020203" pitchFamily="34" charset="-34"/>
              </a:rPr>
              <a:t>Activity in which a system or component is executed under specified conditions, the results are observed or recorded, and an evaluation is made of some aspect of the system or component [1]</a:t>
            </a:r>
          </a:p>
          <a:p>
            <a:endParaRPr lang="en-US" dirty="0">
              <a:cs typeface="Browallia New" panose="020B0502040204020203" pitchFamily="34" charset="-34"/>
            </a:endParaRPr>
          </a:p>
          <a:p>
            <a:r>
              <a:rPr lang="en-US" dirty="0">
                <a:cs typeface="Browallia New" panose="020B0502040204020203" pitchFamily="34" charset="-34"/>
              </a:rPr>
              <a:t>- Do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something</a:t>
            </a:r>
            <a:r>
              <a:rPr lang="en-US" dirty="0">
                <a:cs typeface="Browallia New" panose="020B0502040204020203" pitchFamily="34" charset="-34"/>
              </a:rPr>
              <a:t> and get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something</a:t>
            </a:r>
            <a:endParaRPr lang="en-US" b="1" dirty="0">
              <a:solidFill>
                <a:schemeClr val="accent5">
                  <a:lumMod val="50000"/>
                </a:schemeClr>
              </a:solidFill>
              <a:cs typeface="Browallia New" panose="020B0502040204020203" pitchFamily="34" charset="-34"/>
            </a:endParaRPr>
          </a:p>
          <a:p>
            <a:endParaRPr lang="en-US" dirty="0">
              <a:latin typeface="+mj-lt"/>
              <a:cs typeface="Browallia New" panose="020B0502040204020203" pitchFamily="34" charset="-34"/>
            </a:endParaRPr>
          </a:p>
          <a:p>
            <a:r>
              <a:rPr lang="en-US" b="1" dirty="0">
                <a:latin typeface="+mj-lt"/>
                <a:cs typeface="Browallia New" panose="020B0502040204020203" pitchFamily="34" charset="-34"/>
              </a:rPr>
              <a:t>Test Case</a:t>
            </a:r>
          </a:p>
          <a:p>
            <a:r>
              <a:rPr lang="en-US" dirty="0">
                <a:cs typeface="Browallia New" panose="020B0502040204020203" pitchFamily="34" charset="-34"/>
              </a:rPr>
              <a:t>A set of </a:t>
            </a:r>
            <a:r>
              <a:rPr lang="en-US" b="1" dirty="0">
                <a:cs typeface="Browallia New" panose="020B0502040204020203" pitchFamily="34" charset="-34"/>
              </a:rPr>
              <a:t>preconditions</a:t>
            </a:r>
            <a:r>
              <a:rPr lang="en-US" dirty="0">
                <a:cs typeface="Browallia New" panose="020B0502040204020203" pitchFamily="34" charset="-34"/>
              </a:rPr>
              <a:t>, </a:t>
            </a:r>
            <a:r>
              <a:rPr lang="en-US" b="1" dirty="0">
                <a:cs typeface="Browallia New" panose="020B0502040204020203" pitchFamily="34" charset="-34"/>
              </a:rPr>
              <a:t>inputs</a:t>
            </a:r>
            <a:r>
              <a:rPr lang="en-US" dirty="0">
                <a:cs typeface="Browallia New" panose="020B0502040204020203" pitchFamily="34" charset="-34"/>
              </a:rPr>
              <a:t> and expected </a:t>
            </a:r>
            <a:r>
              <a:rPr lang="en-US" b="1" dirty="0">
                <a:cs typeface="Browallia New" panose="020B0502040204020203" pitchFamily="34" charset="-34"/>
              </a:rPr>
              <a:t>results</a:t>
            </a:r>
            <a:r>
              <a:rPr lang="en-US" dirty="0">
                <a:cs typeface="Browallia New" panose="020B0502040204020203" pitchFamily="34" charset="-34"/>
              </a:rPr>
              <a:t>, developed to drive the execution of a test item to meet test objectives [1]</a:t>
            </a:r>
          </a:p>
          <a:p>
            <a:endParaRPr lang="en-US" dirty="0">
              <a:cs typeface="Browallia New" panose="020B0502040204020203" pitchFamily="34" charset="-34"/>
            </a:endParaRPr>
          </a:p>
          <a:p>
            <a:r>
              <a:rPr lang="en-US" dirty="0">
                <a:cs typeface="Browallia New" panose="020B0502040204020203" pitchFamily="34" charset="-34"/>
              </a:rPr>
              <a:t>- Do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 thing</a:t>
            </a:r>
            <a:r>
              <a:rPr lang="en-US" dirty="0">
                <a:cs typeface="Browallia New" panose="020B0502040204020203" pitchFamily="34" charset="-34"/>
              </a:rPr>
              <a:t> and see if you get </a:t>
            </a:r>
            <a:r>
              <a:rPr lang="en-US" b="1">
                <a:solidFill>
                  <a:schemeClr val="accent5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that thing</a:t>
            </a:r>
            <a:endParaRPr lang="en-US" b="1" dirty="0">
              <a:solidFill>
                <a:schemeClr val="accent5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36DC447C-2AD6-800B-532E-F58C391F73C2}"/>
              </a:ext>
            </a:extLst>
          </p:cNvPr>
          <p:cNvSpPr txBox="1">
            <a:spLocks/>
          </p:cNvSpPr>
          <p:nvPr/>
        </p:nvSpPr>
        <p:spPr>
          <a:xfrm>
            <a:off x="817901" y="1312280"/>
            <a:ext cx="3494314" cy="3689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1pPr>
            <a:lvl2pPr marL="228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2pPr>
            <a:lvl3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3pPr>
            <a:lvl4pPr marL="685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4pPr>
            <a:lvl5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Basic terms and definitions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39E0B-3057-804A-7895-E6D9FBBE8AF6}"/>
              </a:ext>
            </a:extLst>
          </p:cNvPr>
          <p:cNvSpPr txBox="1"/>
          <p:nvPr/>
        </p:nvSpPr>
        <p:spPr>
          <a:xfrm>
            <a:off x="503722" y="6428689"/>
            <a:ext cx="11184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[1] 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"ISO/IEC/IEEE International Standard - Software and systems engineering --Software testing --Part 1:General concepts," in ISO/IEC/IEEE 29119-1:2022(E) ,27 Jan. 2022, </a:t>
            </a:r>
            <a:r>
              <a:rPr lang="en-US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doi</a:t>
            </a:r>
            <a:r>
              <a:rPr lang="en-US" sz="900" dirty="0">
                <a:latin typeface="Courier New" panose="02070309020205020404" pitchFamily="49" charset="0"/>
                <a:cs typeface="Courier New" panose="02070309020205020404" pitchFamily="49" charset="0"/>
              </a:rPr>
              <a:t>: 10.1109/IEEESTD.2022.9698145.</a:t>
            </a:r>
          </a:p>
        </p:txBody>
      </p:sp>
    </p:spTree>
    <p:extLst>
      <p:ext uri="{BB962C8B-B14F-4D97-AF65-F5344CB8AC3E}">
        <p14:creationId xmlns:p14="http://schemas.microsoft.com/office/powerpoint/2010/main" val="2766970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E045C-4296-0309-0E97-7C0FC9EDB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05" y="3266701"/>
            <a:ext cx="5174782" cy="1504349"/>
          </a:xfrm>
        </p:spPr>
        <p:txBody>
          <a:bodyPr/>
          <a:lstStyle/>
          <a:p>
            <a:r>
              <a:rPr lang="en-US" dirty="0">
                <a:cs typeface="Poppins"/>
              </a:rPr>
              <a:t>How do you "</a:t>
            </a:r>
            <a:r>
              <a:rPr lang="en-US">
                <a:cs typeface="Poppins"/>
              </a:rPr>
              <a:t>fully" test</a:t>
            </a:r>
            <a:r>
              <a:rPr lang="en-US" dirty="0">
                <a:cs typeface="Poppins"/>
              </a:rPr>
              <a:t> this</a:t>
            </a:r>
            <a:endParaRPr lang="en-US" dirty="0"/>
          </a:p>
        </p:txBody>
      </p:sp>
      <p:pic>
        <p:nvPicPr>
          <p:cNvPr id="5" name="Picture Placeholder 4" descr="A black background with white text and colorful letters&#10;&#10;AI-generated content may be incorrect.">
            <a:extLst>
              <a:ext uri="{FF2B5EF4-FFF2-40B4-BE49-F238E27FC236}">
                <a16:creationId xmlns:a16="http://schemas.microsoft.com/office/drawing/2014/main" id="{EB969E26-F8C1-23BB-90AC-DC83F63EFBA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/>
          <a:stretch>
            <a:fillRect/>
          </a:stretch>
        </p:blipFill>
        <p:spPr>
          <a:xfrm>
            <a:off x="626771" y="833412"/>
            <a:ext cx="5269046" cy="2034562"/>
          </a:xfrm>
          <a:prstGeom prst="rect">
            <a:avLst/>
          </a:prstGeom>
          <a:blipFill dpi="0" rotWithShape="1">
            <a:blip r:embed="rId3">
              <a:alphaModFix amt="60000"/>
            </a:blip>
            <a:srcRect/>
            <a:stretch>
              <a:fillRect l="-3918" t="-835" b="-338"/>
            </a:stretch>
          </a:blip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AA855-F814-E2DE-A4E9-61834EC2F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65388" y="2718978"/>
            <a:ext cx="5168379" cy="3337560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Calibri"/>
              <a:buChar char="-"/>
            </a:pPr>
            <a:r>
              <a:rPr lang="en-US" dirty="0">
                <a:cs typeface="Poppins Light"/>
              </a:rPr>
              <a:t>A double has 64 bits -&gt; 2</a:t>
            </a:r>
            <a:r>
              <a:rPr lang="en-US" baseline="30000" dirty="0">
                <a:cs typeface="Poppins Light"/>
              </a:rPr>
              <a:t>64</a:t>
            </a:r>
            <a:r>
              <a:rPr lang="en-US" dirty="0">
                <a:cs typeface="Poppins Light"/>
              </a:rPr>
              <a:t> combinations)</a:t>
            </a:r>
          </a:p>
          <a:p>
            <a:pPr marL="285750" indent="-285750">
              <a:buFont typeface="Calibri"/>
              <a:buChar char="-"/>
            </a:pPr>
            <a:r>
              <a:rPr lang="en-US" dirty="0">
                <a:cs typeface="Poppins Light"/>
              </a:rPr>
              <a:t>You have 2 inputs so 2</a:t>
            </a:r>
            <a:r>
              <a:rPr lang="en-US" baseline="30000" dirty="0">
                <a:cs typeface="Poppins Light"/>
              </a:rPr>
              <a:t>65</a:t>
            </a:r>
            <a:r>
              <a:rPr lang="en-US" dirty="0">
                <a:cs typeface="Poppins Light"/>
              </a:rPr>
              <a:t> combinations</a:t>
            </a:r>
          </a:p>
          <a:p>
            <a:pPr marL="285750" indent="-285750">
              <a:buFont typeface="Calibri"/>
              <a:buChar char="-"/>
            </a:pPr>
            <a:r>
              <a:rPr lang="en-US" dirty="0">
                <a:cs typeface="Poppins Light"/>
              </a:rPr>
              <a:t>One test per millisecond</a:t>
            </a:r>
          </a:p>
          <a:p>
            <a:pPr marL="514350" lvl="1" indent="-285750">
              <a:buFont typeface="Arial"/>
              <a:buChar char="•"/>
            </a:pPr>
            <a:r>
              <a:rPr lang="en-US" dirty="0">
                <a:cs typeface="Poppins Light"/>
              </a:rPr>
              <a:t>Takes 1,169,084,092 years </a:t>
            </a:r>
          </a:p>
          <a:p>
            <a:pPr marL="514350" lvl="1" indent="-285750">
              <a:buFont typeface="Arial"/>
              <a:buChar char="•"/>
            </a:pPr>
            <a:r>
              <a:rPr lang="en-US" b="1" dirty="0">
                <a:cs typeface="Poppins Light"/>
              </a:rPr>
              <a:t>Nearly </a:t>
            </a:r>
            <a:r>
              <a:rPr lang="en-US" b="1" dirty="0">
                <a:solidFill>
                  <a:srgbClr val="FF0000"/>
                </a:solidFill>
                <a:cs typeface="Poppins Light"/>
              </a:rPr>
              <a:t>1.17 billion </a:t>
            </a:r>
            <a:r>
              <a:rPr lang="en-US" b="1" dirty="0">
                <a:cs typeface="Poppins Light"/>
              </a:rPr>
              <a:t>years</a:t>
            </a:r>
          </a:p>
          <a:p>
            <a:pPr marL="285750" indent="-285750">
              <a:buFont typeface="Calibri"/>
              <a:buChar char="-"/>
            </a:pPr>
            <a:r>
              <a:rPr lang="en-US" b="1" dirty="0">
                <a:cs typeface="Poppins Light"/>
              </a:rPr>
              <a:t>Impractical</a:t>
            </a:r>
          </a:p>
          <a:p>
            <a:pPr marL="285750" indent="-285750">
              <a:buFont typeface="Calibri"/>
              <a:buChar char="-"/>
            </a:pPr>
            <a:r>
              <a:rPr lang="en-US" dirty="0">
                <a:solidFill>
                  <a:srgbClr val="0070C0"/>
                </a:solidFill>
                <a:latin typeface="Jokerman"/>
                <a:cs typeface="Poppins Light"/>
              </a:rPr>
              <a:t>Pointless</a:t>
            </a:r>
            <a:r>
              <a:rPr lang="en-US" b="1" dirty="0">
                <a:solidFill>
                  <a:srgbClr val="0070C0"/>
                </a:solidFill>
                <a:cs typeface="Poppins Light"/>
              </a:rPr>
              <a:t> </a:t>
            </a:r>
          </a:p>
          <a:p>
            <a:pPr marL="285750" indent="-285750">
              <a:buFont typeface="Calibri"/>
              <a:buChar char="-"/>
            </a:pPr>
            <a:endParaRPr lang="en-US" b="1" dirty="0"/>
          </a:p>
          <a:p>
            <a:r>
              <a:rPr lang="en-US" b="1" dirty="0">
                <a:cs typeface="Poppins Light"/>
              </a:rPr>
              <a:t>How do we reduce the testing burden ?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C6C4F6-D329-88CE-B410-4642BAFA8ED1}"/>
              </a:ext>
            </a:extLst>
          </p:cNvPr>
          <p:cNvSpPr txBox="1"/>
          <p:nvPr/>
        </p:nvSpPr>
        <p:spPr>
          <a:xfrm>
            <a:off x="832184" y="5053262"/>
            <a:ext cx="464218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cs typeface="Poppins Light"/>
              </a:rPr>
              <a:t>Exhaustive Testing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55916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E5ABE-733B-C221-2A9D-241A0994F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190" y="822960"/>
            <a:ext cx="10757755" cy="671764"/>
          </a:xfrm>
        </p:spPr>
        <p:txBody>
          <a:bodyPr/>
          <a:lstStyle/>
          <a:p>
            <a:r>
              <a:rPr lang="en-US" dirty="0">
                <a:cs typeface="Poppins"/>
              </a:rPr>
              <a:t>Testing </a:t>
            </a:r>
            <a:r>
              <a:rPr lang="en-US">
                <a:cs typeface="Poppins"/>
              </a:rPr>
              <a:t>based</a:t>
            </a:r>
            <a:r>
              <a:rPr lang="en-US" dirty="0">
                <a:cs typeface="Poppins"/>
              </a:rPr>
              <a:t> on -Equivalence classes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5737A-F0ED-DEC8-4E70-4E40C5D257E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316" y="1495929"/>
            <a:ext cx="10757755" cy="211334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Poppins Light"/>
              </a:rPr>
              <a:t>Testing based on grouping different inputs (each group is an equivalence class)</a:t>
            </a:r>
            <a:endParaRPr lang="en-US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cs typeface="Poppins Light"/>
              </a:rPr>
              <a:t>Believing that every input in one group will be treated similarly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cs typeface="Poppins Light"/>
              </a:rPr>
              <a:t>Testing one input in one group means the whole group can be considered tested </a:t>
            </a:r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 dirty="0">
                <a:cs typeface="Poppins Light"/>
              </a:rPr>
              <a:t>E.g., If input is a month, then the range will be 1-12</a:t>
            </a:r>
          </a:p>
          <a:p>
            <a:pPr marL="742950" lvl="2" indent="-285750">
              <a:buFont typeface="Wingdings" panose="020B0604020202020204" pitchFamily="34" charset="0"/>
              <a:buChar char="§"/>
            </a:pPr>
            <a:r>
              <a:rPr lang="en-US" dirty="0">
                <a:cs typeface="Poppins Light"/>
              </a:rPr>
              <a:t>So, the grouping can be [-</a:t>
            </a:r>
            <a:r>
              <a:rPr lang="en-US" b="1" dirty="0">
                <a:cs typeface="Poppins Light"/>
              </a:rPr>
              <a:t>∞</a:t>
            </a:r>
            <a:r>
              <a:rPr lang="en-US" dirty="0">
                <a:cs typeface="Poppins Light"/>
              </a:rPr>
              <a:t>..0],[1..12],[13..</a:t>
            </a:r>
            <a:r>
              <a:rPr lang="en-US" b="1" dirty="0">
                <a:cs typeface="Poppins Light"/>
              </a:rPr>
              <a:t>∞</a:t>
            </a:r>
            <a:r>
              <a:rPr lang="en-US" dirty="0">
                <a:cs typeface="Poppins Light"/>
              </a:rPr>
              <a:t>] 3 groups one from each and 3 tests</a:t>
            </a:r>
          </a:p>
          <a:p>
            <a:pPr marL="514350" lvl="1" indent="-285750">
              <a:buChar char="•"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6584EB4-5639-DE32-46CE-F75A40757D41}"/>
              </a:ext>
            </a:extLst>
          </p:cNvPr>
          <p:cNvSpPr txBox="1">
            <a:spLocks/>
          </p:cNvSpPr>
          <p:nvPr/>
        </p:nvSpPr>
        <p:spPr>
          <a:xfrm>
            <a:off x="923813" y="4044497"/>
            <a:ext cx="10757755" cy="211334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cs typeface="Poppins Light"/>
              </a:rPr>
              <a:t>But what if you have more inputs </a:t>
            </a:r>
            <a:endParaRPr lang="en-US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cs typeface="Poppins Light"/>
              </a:rPr>
              <a:t>You have 5 inputs ,and each has 5 groups  ,that’s 25 classes to test</a:t>
            </a:r>
            <a:endParaRPr lang="en-US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cs typeface="Poppins Light"/>
              </a:rPr>
              <a:t>You should try the combinations for cross impact</a:t>
            </a:r>
            <a:endParaRPr lang="en-US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cs typeface="Poppins Light"/>
              </a:rPr>
              <a:t>Test the boundaries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cs typeface="Poppins Light"/>
              </a:rPr>
              <a:t>Testing '0' values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cs typeface="Poppins Light"/>
              </a:rPr>
              <a:t>And some random tests .. for  good measure</a:t>
            </a:r>
            <a:endParaRPr lang="en-US" dirty="0"/>
          </a:p>
          <a:p>
            <a:pPr marL="742950" lvl="2" indent="-285750">
              <a:buFont typeface="Wingdings" panose="020B0604020202020204" pitchFamily="34" charset="0"/>
              <a:buChar char="§"/>
            </a:pPr>
            <a:endParaRPr lang="en-US" sz="2000" dirty="0"/>
          </a:p>
          <a:p>
            <a:pPr marL="514350" lvl="1" indent="-28575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7511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72A0B-E142-F2A9-1553-D58B4F0F6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9F41D-C0E6-7C9F-E56C-C881EAF89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190" y="822960"/>
            <a:ext cx="10757755" cy="671764"/>
          </a:xfrm>
        </p:spPr>
        <p:txBody>
          <a:bodyPr/>
          <a:lstStyle/>
          <a:p>
            <a:r>
              <a:rPr lang="en-US" dirty="0">
                <a:cs typeface="Poppins"/>
              </a:rPr>
              <a:t>Testing </a:t>
            </a:r>
            <a:r>
              <a:rPr lang="en-US">
                <a:cs typeface="Poppins"/>
              </a:rPr>
              <a:t>based on -Coverage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CBEB3-3FCC-911E-C832-EA5BDC3743E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7316" y="1495929"/>
            <a:ext cx="10757755" cy="49869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Poppins Light"/>
              </a:rPr>
              <a:t>Testing based on Different </a:t>
            </a:r>
            <a:r>
              <a:rPr lang="en-US">
                <a:cs typeface="Poppins Light"/>
              </a:rPr>
              <a:t>coverage criteria</a:t>
            </a:r>
            <a:endParaRPr lang="en-US" dirty="0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b="1">
                <a:cs typeface="Poppins Light"/>
              </a:rPr>
              <a:t>Statement </a:t>
            </a:r>
            <a:r>
              <a:rPr lang="en-US">
                <a:cs typeface="Poppins Light"/>
              </a:rPr>
              <a:t>coverage [is every line in the code  covered ??]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b="1" dirty="0">
                <a:cs typeface="Poppins Light"/>
              </a:rPr>
              <a:t>Condition </a:t>
            </a:r>
            <a:r>
              <a:rPr lang="en-US" dirty="0">
                <a:cs typeface="Poppins Light"/>
              </a:rPr>
              <a:t>coverage [is every condition in an </a:t>
            </a:r>
            <a:r>
              <a:rPr lang="en-US">
                <a:cs typeface="Poppins Light"/>
              </a:rPr>
              <a:t>expression was TRUE and FLASE ??]</a:t>
            </a:r>
            <a:endParaRPr lang="en-US" dirty="0">
              <a:cs typeface="Poppins Light"/>
            </a:endParaRP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b="1" dirty="0">
                <a:cs typeface="Poppins Light"/>
              </a:rPr>
              <a:t>Decision </a:t>
            </a:r>
            <a:r>
              <a:rPr lang="en-US" dirty="0">
                <a:cs typeface="Poppins Light"/>
              </a:rPr>
              <a:t>Coverage [all decisions are covered … like if/else ,</a:t>
            </a:r>
            <a:r>
              <a:rPr lang="en-US">
                <a:cs typeface="Poppins Light"/>
              </a:rPr>
              <a:t>switch, while</a:t>
            </a:r>
            <a:r>
              <a:rPr lang="en-US" dirty="0">
                <a:cs typeface="Poppins Light"/>
              </a:rPr>
              <a:t> etc.,]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b="1">
                <a:cs typeface="Poppins Light"/>
              </a:rPr>
              <a:t>Branch </a:t>
            </a:r>
            <a:r>
              <a:rPr lang="en-US">
                <a:cs typeface="Poppins Light"/>
              </a:rPr>
              <a:t>coverage[same as decision but with implicit conditions also]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n-US" dirty="0">
                <a:cs typeface="Poppins Light"/>
              </a:rPr>
              <a:t>Modified Condition Decision </a:t>
            </a:r>
            <a:r>
              <a:rPr lang="en-US">
                <a:cs typeface="Poppins Light"/>
              </a:rPr>
              <a:t>Coverage (</a:t>
            </a:r>
            <a:r>
              <a:rPr lang="en-US" b="1">
                <a:cs typeface="Poppins Light"/>
              </a:rPr>
              <a:t>MCDC</a:t>
            </a:r>
            <a:r>
              <a:rPr lang="en-US">
                <a:cs typeface="Poppins Light"/>
              </a:rPr>
              <a:t>) </a:t>
            </a:r>
            <a:endParaRPr lang="en-US" dirty="0"/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>
                <a:cs typeface="Poppins Light"/>
              </a:rPr>
              <a:t>[every input is toggled the output independently]</a:t>
            </a:r>
            <a:endParaRPr lang="en-US"/>
          </a:p>
          <a:p>
            <a:pPr marL="514350" lvl="1" indent="-285750">
              <a:buFont typeface="Arial" panose="020B0604020202020204" pitchFamily="34" charset="0"/>
              <a:buChar char="•"/>
            </a:pPr>
            <a:r>
              <a:rPr lang="en-US">
                <a:cs typeface="Poppins Light"/>
              </a:rPr>
              <a:t>[important for safety critical systems]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3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B78C7-2EBC-2FD5-E144-DB51268AD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Poppins"/>
              </a:rPr>
              <a:t>WHY </a:t>
            </a:r>
            <a:r>
              <a:rPr lang="en-US">
                <a:cs typeface="Poppins"/>
              </a:rPr>
              <a:t>is testing</a:t>
            </a:r>
            <a:r>
              <a:rPr lang="en-US" dirty="0">
                <a:cs typeface="Poppins"/>
              </a:rPr>
              <a:t> required 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9B52E3-C6C9-536C-420C-E78214EEC2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Poppins Light"/>
              </a:rPr>
              <a:t>Do we </a:t>
            </a:r>
            <a:r>
              <a:rPr lang="en-US">
                <a:cs typeface="Poppins Light"/>
              </a:rPr>
              <a:t>need testing 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465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EAC11-FF1F-5A3B-97E7-3318D4AE36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Poppins"/>
              </a:rPr>
              <a:t>Testing takes 75% of development budget </a:t>
            </a:r>
            <a:r>
              <a:rPr lang="en-US" sz="1800" b="0" dirty="0">
                <a:cs typeface="Poppins"/>
              </a:rPr>
              <a:t>[1]</a:t>
            </a:r>
            <a:endParaRPr lang="en-US" sz="1800" b="0" dirty="0"/>
          </a:p>
        </p:txBody>
      </p:sp>
      <p:pic>
        <p:nvPicPr>
          <p:cNvPr id="5" name="Picture 4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E6DD37D2-7798-4D0E-5FAB-A3BCF78AB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130" y="355182"/>
            <a:ext cx="6457950" cy="1495425"/>
          </a:xfrm>
          <a:prstGeom prst="rect">
            <a:avLst/>
          </a:prstGeom>
        </p:spPr>
      </p:pic>
      <p:pic>
        <p:nvPicPr>
          <p:cNvPr id="8" name="Picture 7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536BAE29-9825-B50A-28C4-754FA0341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551" y="1718762"/>
            <a:ext cx="6457950" cy="14954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6E52148-3EFD-3CB7-55A1-CE3EC0B3AC96}"/>
              </a:ext>
            </a:extLst>
          </p:cNvPr>
          <p:cNvSpPr txBox="1"/>
          <p:nvPr/>
        </p:nvSpPr>
        <p:spPr>
          <a:xfrm>
            <a:off x="503722" y="6428689"/>
            <a:ext cx="11184556" cy="2308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latin typeface="Courier New"/>
                <a:ea typeface="+mn-lt"/>
                <a:cs typeface="Courier New"/>
              </a:rPr>
              <a:t>[1] https://ntrs.nasa.gov/api/citations/20190002301/downloads/20190002301.pdf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8C098D-0DB0-EF9D-B63D-CAE8DEAD54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216" y="3214187"/>
            <a:ext cx="6354062" cy="12288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EF15E6-9219-B47F-6452-5C6D18F9D20F}"/>
              </a:ext>
            </a:extLst>
          </p:cNvPr>
          <p:cNvSpPr txBox="1"/>
          <p:nvPr/>
        </p:nvSpPr>
        <p:spPr>
          <a:xfrm>
            <a:off x="6733911" y="5199793"/>
            <a:ext cx="51128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Testing is one of the boring job in Software lifecycle</a:t>
            </a:r>
          </a:p>
          <a:p>
            <a:pPr algn="r"/>
            <a:r>
              <a:rPr lang="en-US" dirty="0"/>
              <a:t>- a bored tester</a:t>
            </a:r>
          </a:p>
        </p:txBody>
      </p:sp>
    </p:spTree>
    <p:extLst>
      <p:ext uri="{BB962C8B-B14F-4D97-AF65-F5344CB8AC3E}">
        <p14:creationId xmlns:p14="http://schemas.microsoft.com/office/powerpoint/2010/main" val="3084864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117E1-455D-8EE6-DB72-ABE78B5B2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901" y="842957"/>
            <a:ext cx="3494314" cy="1200528"/>
          </a:xfrm>
        </p:spPr>
        <p:txBody>
          <a:bodyPr/>
          <a:lstStyle/>
          <a:p>
            <a:r>
              <a:rPr lang="en-US" dirty="0"/>
              <a:t>What we get form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9EF06-96B8-15DB-AD43-EA165807C8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865504"/>
            <a:ext cx="6766560" cy="3937084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Defects</a:t>
            </a:r>
          </a:p>
          <a:p>
            <a:pPr marL="285750" indent="-285750">
              <a:buFontTx/>
              <a:buChar char="-"/>
            </a:pPr>
            <a:r>
              <a:rPr lang="en-US" dirty="0"/>
              <a:t>Evidence for conformance to</a:t>
            </a:r>
          </a:p>
          <a:p>
            <a:pPr marL="514350" lvl="1" indent="-285750">
              <a:buFontTx/>
              <a:buChar char="-"/>
            </a:pPr>
            <a:r>
              <a:rPr lang="en-US" dirty="0"/>
              <a:t>Specifications</a:t>
            </a:r>
          </a:p>
          <a:p>
            <a:pPr marL="514350" lvl="1" indent="-285750">
              <a:buFontTx/>
              <a:buChar char="-"/>
            </a:pPr>
            <a:r>
              <a:rPr lang="en-US" dirty="0"/>
              <a:t>Standards</a:t>
            </a:r>
          </a:p>
          <a:p>
            <a:pPr marL="514350" lvl="1" indent="-285750">
              <a:buFontTx/>
              <a:buChar char="-"/>
            </a:pPr>
            <a:r>
              <a:rPr lang="en-US" dirty="0"/>
              <a:t>Regulations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Safe and unsafe scenarios to use a product</a:t>
            </a:r>
          </a:p>
          <a:p>
            <a:pPr marL="285750" indent="-285750">
              <a:buFontTx/>
              <a:buChar char="-"/>
            </a:pPr>
            <a:r>
              <a:rPr lang="en-US" dirty="0"/>
              <a:t>Asses the quality</a:t>
            </a:r>
          </a:p>
          <a:p>
            <a:pPr marL="285750" indent="-285750">
              <a:buFontTx/>
              <a:buChar char="-"/>
            </a:pPr>
            <a:r>
              <a:rPr lang="en-US" dirty="0"/>
              <a:t>Support for decision making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b="1" dirty="0"/>
              <a:t>Some confidence that the product works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91966B-5212-84A7-68EC-03328CDF61BB}"/>
              </a:ext>
            </a:extLst>
          </p:cNvPr>
          <p:cNvSpPr txBox="1">
            <a:spLocks/>
          </p:cNvSpPr>
          <p:nvPr/>
        </p:nvSpPr>
        <p:spPr>
          <a:xfrm>
            <a:off x="817901" y="2757778"/>
            <a:ext cx="3494314" cy="3193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1pPr>
            <a:lvl2pPr marL="228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2pPr>
            <a:lvl3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3pPr>
            <a:lvl4pPr marL="685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4pPr>
            <a:lvl5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Sometimes it's mandatory to provide test results for certification.</a:t>
            </a:r>
          </a:p>
          <a:p>
            <a:endParaRPr lang="en-US" dirty="0"/>
          </a:p>
          <a:p>
            <a:r>
              <a:rPr lang="en-US" dirty="0"/>
              <a:t> Particularly for safety critical systems [defense, medical, aerospace, automotive, etc.,]</a:t>
            </a:r>
          </a:p>
        </p:txBody>
      </p:sp>
    </p:spTree>
    <p:extLst>
      <p:ext uri="{BB962C8B-B14F-4D97-AF65-F5344CB8AC3E}">
        <p14:creationId xmlns:p14="http://schemas.microsoft.com/office/powerpoint/2010/main" val="3032823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0F5A8-6206-E692-03B6-AA5AD8A46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51014" y="2907065"/>
            <a:ext cx="6858000" cy="1043873"/>
          </a:xfrm>
        </p:spPr>
        <p:txBody>
          <a:bodyPr>
            <a:normAutofit/>
          </a:bodyPr>
          <a:lstStyle/>
          <a:p>
            <a:r>
              <a:rPr lang="en-US" dirty="0"/>
              <a:t>Laptop charger Compliance marking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6DF77DF-A44A-676E-477E-3EEB88D20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763" y="180469"/>
            <a:ext cx="9239250" cy="661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04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1778D-863E-EA6F-8EB6-68217AE50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035F6-BE59-3A6F-5774-9DBCDC2583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Poppins"/>
              </a:rPr>
              <a:t>Different Types of Testing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2D76E-C684-53B4-E887-1BBE944558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Poppins Light"/>
              </a:rPr>
              <a:t>There are more than 1 for sure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375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8D565-BF6F-8B42-4496-77BCDEC68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v-Cycle of Software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99B54-B1BB-1CFA-F479-6232BC95C5F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The 4 levels of testing identified are</a:t>
            </a:r>
          </a:p>
          <a:p>
            <a:pPr marL="285750" indent="-285750">
              <a:buFontTx/>
              <a:buChar char="-"/>
            </a:pPr>
            <a:r>
              <a:rPr lang="en-US" dirty="0"/>
              <a:t>Unit Testing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Integration testing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System Testing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Acceptance testing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C72FCBC2-ECE3-3D07-2E52-B8B12C85D5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7"/>
          <a:stretch>
            <a:fillRect/>
          </a:stretch>
        </p:blipFill>
        <p:spPr bwMode="auto">
          <a:xfrm>
            <a:off x="4641738" y="469127"/>
            <a:ext cx="7056135" cy="5181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5914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CB7045E-3285-531F-6A85-4160F5C00C96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104389838"/>
              </p:ext>
            </p:extLst>
          </p:nvPr>
        </p:nvGraphicFramePr>
        <p:xfrm>
          <a:off x="952500" y="4298950"/>
          <a:ext cx="10287000" cy="2149558"/>
        </p:xfrm>
        <a:graphic>
          <a:graphicData uri="http://schemas.openxmlformats.org/drawingml/2006/table">
            <a:tbl>
              <a:tblPr bandRow="1">
                <a:tableStyleId>{5DA37D80-6434-44D0-A028-1B22A696006F}</a:tableStyleId>
              </a:tblPr>
              <a:tblGrid>
                <a:gridCol w="5143500">
                  <a:extLst>
                    <a:ext uri="{9D8B030D-6E8A-4147-A177-3AD203B41FA5}">
                      <a16:colId xmlns:a16="http://schemas.microsoft.com/office/drawing/2014/main" val="1516596726"/>
                    </a:ext>
                  </a:extLst>
                </a:gridCol>
                <a:gridCol w="5143500">
                  <a:extLst>
                    <a:ext uri="{9D8B030D-6E8A-4147-A177-3AD203B41FA5}">
                      <a16:colId xmlns:a16="http://schemas.microsoft.com/office/drawing/2014/main" val="3541969361"/>
                    </a:ext>
                  </a:extLst>
                </a:gridCol>
              </a:tblGrid>
              <a:tr h="454834">
                <a:tc>
                  <a:txBody>
                    <a:bodyPr/>
                    <a:lstStyle/>
                    <a:p>
                      <a:r>
                        <a:rPr lang="en-US" dirty="0"/>
                        <a:t>The internal structure in unknown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internal structure in known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773127"/>
                  </a:ext>
                </a:extLst>
              </a:tr>
              <a:tr h="454834">
                <a:tc>
                  <a:txBody>
                    <a:bodyPr/>
                    <a:lstStyle/>
                    <a:p>
                      <a:r>
                        <a:rPr lang="en-US" dirty="0"/>
                        <a:t>Best source is specification/requirement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 source is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9203893"/>
                  </a:ext>
                </a:extLst>
              </a:tr>
              <a:tr h="785056">
                <a:tc>
                  <a:txBody>
                    <a:bodyPr/>
                    <a:lstStyle/>
                    <a:p>
                      <a:r>
                        <a:rPr lang="en-US" dirty="0"/>
                        <a:t>Target for functional testing and conformity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for Coverage, dataflow testing, data &amp; control coupling (DCCC)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255003"/>
                  </a:ext>
                </a:extLst>
              </a:tr>
              <a:tr h="454834">
                <a:tc>
                  <a:txBody>
                    <a:bodyPr/>
                    <a:lstStyle/>
                    <a:p>
                      <a:r>
                        <a:rPr lang="en-US" dirty="0"/>
                        <a:t>Best suited for system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 be used at all levels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429141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E2C12D8-F536-46BA-ABB9-E2DC21B11F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78" b="38435"/>
          <a:stretch>
            <a:fillRect/>
          </a:stretch>
        </p:blipFill>
        <p:spPr>
          <a:xfrm>
            <a:off x="952500" y="135171"/>
            <a:ext cx="10287000" cy="343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06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2092-8DA6-C931-02D0-78762629DA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 did in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A6762E-CA87-428F-BA27-9108F75FB6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Starting from the starting 🙄</a:t>
            </a:r>
          </a:p>
        </p:txBody>
      </p:sp>
    </p:spTree>
    <p:extLst>
      <p:ext uri="{BB962C8B-B14F-4D97-AF65-F5344CB8AC3E}">
        <p14:creationId xmlns:p14="http://schemas.microsoft.com/office/powerpoint/2010/main" val="3492263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EB5DCE2-88D8-D2F2-ECEE-8FCBC8EE2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919" y="297169"/>
            <a:ext cx="10366162" cy="551348"/>
          </a:xfrm>
        </p:spPr>
        <p:txBody>
          <a:bodyPr/>
          <a:lstStyle/>
          <a:p>
            <a:r>
              <a:rPr lang="en-US" dirty="0"/>
              <a:t>doing first test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D0BDC5-6F1D-8AE5-3B9E-78F35F4DF6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2919" y="951883"/>
            <a:ext cx="10366162" cy="5608947"/>
          </a:xfrm>
        </p:spPr>
        <p:txBody>
          <a:bodyPr/>
          <a:lstStyle/>
          <a:p>
            <a:r>
              <a:rPr lang="en-US" dirty="0"/>
              <a:t>When I started my career as an engineer the fist task given to me was to run an existing test on a test setup.</a:t>
            </a:r>
          </a:p>
          <a:p>
            <a:pPr marL="285750" indent="-285750">
              <a:buFontTx/>
              <a:buChar char="-"/>
            </a:pPr>
            <a:r>
              <a:rPr lang="en-US" dirty="0"/>
              <a:t>Simple straight forward [ I did not need to know what it was or why … just how]</a:t>
            </a:r>
          </a:p>
          <a:p>
            <a:pPr marL="285750" indent="-285750">
              <a:buFontTx/>
              <a:buChar char="-"/>
            </a:pPr>
            <a:r>
              <a:rPr lang="en-US" dirty="0"/>
              <a:t>It passed … I was happy</a:t>
            </a:r>
          </a:p>
          <a:p>
            <a:pPr marL="285750" indent="-285750">
              <a:buFontTx/>
              <a:buChar char="-"/>
            </a:pPr>
            <a:r>
              <a:rPr lang="en-US" dirty="0"/>
              <a:t>After 1 month …. Not so happy doing the same thing again and again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The next task was to update a test case… finally some thing interesting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But I don’t know how to update it</a:t>
            </a:r>
          </a:p>
          <a:p>
            <a:pPr marL="285750" indent="-285750">
              <a:buFontTx/>
              <a:buChar char="-"/>
            </a:pPr>
            <a:r>
              <a:rPr lang="en-US" dirty="0"/>
              <a:t>My senior helped -&gt; simple constant value change</a:t>
            </a:r>
          </a:p>
          <a:p>
            <a:pPr marL="285750" indent="-285750">
              <a:buFontTx/>
              <a:buChar char="-"/>
            </a:pPr>
            <a:r>
              <a:rPr lang="en-US" dirty="0"/>
              <a:t>Tested again … it passed … I was happy</a:t>
            </a:r>
          </a:p>
          <a:p>
            <a:pPr marL="285750" indent="-285750">
              <a:buFontTx/>
              <a:buChar char="-"/>
            </a:pPr>
            <a:r>
              <a:rPr lang="en-US" dirty="0"/>
              <a:t>Few more months passed …. Did small update to test cases … testing became boring</a:t>
            </a:r>
          </a:p>
          <a:p>
            <a:endParaRPr lang="en-US" dirty="0"/>
          </a:p>
          <a:p>
            <a:r>
              <a:rPr lang="en-US" dirty="0"/>
              <a:t>Then came a big update which needed a </a:t>
            </a:r>
            <a:r>
              <a:rPr lang="en-US" b="1" dirty="0"/>
              <a:t>new test case</a:t>
            </a:r>
          </a:p>
          <a:p>
            <a:r>
              <a:rPr lang="en-US" b="1" dirty="0"/>
              <a:t>- But how to write it ??</a:t>
            </a:r>
          </a:p>
        </p:txBody>
      </p:sp>
    </p:spTree>
    <p:extLst>
      <p:ext uri="{BB962C8B-B14F-4D97-AF65-F5344CB8AC3E}">
        <p14:creationId xmlns:p14="http://schemas.microsoft.com/office/powerpoint/2010/main" val="10360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0F3B0-E31F-E1B9-B51E-C5FB51A85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4D1438-0E43-1121-5C92-C0C6E2ED7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919" y="297169"/>
            <a:ext cx="10366162" cy="551348"/>
          </a:xfrm>
        </p:spPr>
        <p:txBody>
          <a:bodyPr>
            <a:normAutofit/>
          </a:bodyPr>
          <a:lstStyle/>
          <a:p>
            <a:r>
              <a:rPr lang="en-US" dirty="0"/>
              <a:t>Writing first test case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4FF107-CA7D-358E-4AEB-63FF71C2B9E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2919" y="951883"/>
            <a:ext cx="10366162" cy="5608947"/>
          </a:xfrm>
        </p:spPr>
        <p:txBody>
          <a:bodyPr/>
          <a:lstStyle/>
          <a:p>
            <a:r>
              <a:rPr lang="en-US" b="1" dirty="0"/>
              <a:t> But how to write it ?? 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There will always be a format [may be different for each team or company]</a:t>
            </a:r>
          </a:p>
          <a:p>
            <a:pPr marL="285750" indent="-285750">
              <a:buFontTx/>
              <a:buChar char="-"/>
            </a:pPr>
            <a:r>
              <a:rPr lang="en-US" dirty="0"/>
              <a:t>A General template </a:t>
            </a:r>
            <a:r>
              <a:rPr lang="en-US" baseline="30000" dirty="0"/>
              <a:t>[1]</a:t>
            </a:r>
            <a:r>
              <a:rPr lang="en-US" dirty="0"/>
              <a:t> will have </a:t>
            </a:r>
          </a:p>
          <a:p>
            <a:pPr marL="514350" lvl="1" indent="-285750">
              <a:buFontTx/>
              <a:buChar char="-"/>
            </a:pPr>
            <a:r>
              <a:rPr lang="en-US" b="1" dirty="0"/>
              <a:t>Unique identifier</a:t>
            </a:r>
          </a:p>
          <a:p>
            <a:pPr marL="514350" lvl="1" indent="-285750">
              <a:buFontTx/>
              <a:buChar char="-"/>
            </a:pPr>
            <a:r>
              <a:rPr lang="en-US" dirty="0"/>
              <a:t>Objective</a:t>
            </a:r>
          </a:p>
          <a:p>
            <a:pPr marL="514350" lvl="1" indent="-285750">
              <a:buFontTx/>
              <a:buChar char="-"/>
            </a:pPr>
            <a:r>
              <a:rPr lang="en-US" dirty="0"/>
              <a:t>Priority</a:t>
            </a:r>
          </a:p>
          <a:p>
            <a:pPr marL="514350" lvl="1" indent="-285750">
              <a:buFontTx/>
              <a:buChar char="-"/>
            </a:pPr>
            <a:r>
              <a:rPr lang="en-US" dirty="0"/>
              <a:t>Traceability</a:t>
            </a:r>
          </a:p>
          <a:p>
            <a:pPr marL="514350" lvl="1" indent="-285750">
              <a:buFontTx/>
              <a:buChar char="-"/>
            </a:pPr>
            <a:r>
              <a:rPr lang="en-US" b="1" dirty="0"/>
              <a:t>Preconditions</a:t>
            </a:r>
          </a:p>
          <a:p>
            <a:pPr marL="514350" lvl="1" indent="-285750">
              <a:buFontTx/>
              <a:buChar char="-"/>
            </a:pPr>
            <a:r>
              <a:rPr lang="en-US" b="1" dirty="0"/>
              <a:t>Inputs</a:t>
            </a:r>
          </a:p>
          <a:p>
            <a:pPr marL="514350" lvl="1" indent="-285750">
              <a:buFontTx/>
              <a:buChar char="-"/>
            </a:pPr>
            <a:r>
              <a:rPr lang="en-US" b="1" dirty="0"/>
              <a:t>Expected results</a:t>
            </a:r>
          </a:p>
          <a:p>
            <a:endParaRPr lang="en-US" dirty="0"/>
          </a:p>
          <a:p>
            <a:r>
              <a:rPr lang="en-US" dirty="0"/>
              <a:t>Not to be confused with 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 procedure</a:t>
            </a:r>
          </a:p>
          <a:p>
            <a:r>
              <a:rPr lang="en-US" dirty="0"/>
              <a:t>- Test procedure is a collection of test cases which needs to be executed  in a specific order to get expected results, necessary preconditions, and any cleanups post test.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A2D87D-E869-95FE-95D1-15DD7750088C}"/>
              </a:ext>
            </a:extLst>
          </p:cNvPr>
          <p:cNvSpPr txBox="1"/>
          <p:nvPr/>
        </p:nvSpPr>
        <p:spPr>
          <a:xfrm>
            <a:off x="503722" y="6428689"/>
            <a:ext cx="1118455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900" dirty="0">
                <a:latin typeface="Courier New"/>
                <a:ea typeface="+mn-lt"/>
                <a:cs typeface="Courier New"/>
              </a:rPr>
              <a:t>[1] "IEEE/ISO/IEC International Standard for Software and systems engineering--Software testing--Part 3:Test documentation," in ISO/IEC/IEEE 29119-3:2021(E) ,28 Oct. 2021, </a:t>
            </a:r>
            <a:r>
              <a:rPr lang="en-US" sz="900" dirty="0" err="1">
                <a:latin typeface="Courier New"/>
                <a:ea typeface="+mn-lt"/>
                <a:cs typeface="Courier New"/>
              </a:rPr>
              <a:t>doi</a:t>
            </a:r>
            <a:r>
              <a:rPr lang="en-US" sz="900" dirty="0">
                <a:latin typeface="Courier New"/>
                <a:ea typeface="+mn-lt"/>
                <a:cs typeface="Courier New"/>
              </a:rPr>
              <a:t>: 10.1109/IEEESTD.2021.9591577.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84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39022-4AA9-CED2-B121-CFE20CAC5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Developing a test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F38F9-A2DD-DB8A-A0B6-430B53E5D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Writing a test case based on existing samples will be relatively straight forward</a:t>
            </a:r>
          </a:p>
          <a:p>
            <a:pPr marL="285750" indent="-285750">
              <a:buFontTx/>
              <a:buChar char="-"/>
            </a:pPr>
            <a:r>
              <a:rPr lang="en-US" dirty="0"/>
              <a:t>You have a reference</a:t>
            </a:r>
          </a:p>
          <a:p>
            <a:pPr marL="285750" indent="-285750">
              <a:buFontTx/>
              <a:buChar char="-"/>
            </a:pPr>
            <a:r>
              <a:rPr lang="en-US" dirty="0"/>
              <a:t>Make your new test case based on the reference</a:t>
            </a:r>
          </a:p>
          <a:p>
            <a:pPr marL="285750" indent="-285750">
              <a:buFontTx/>
              <a:buChar char="-"/>
            </a:pPr>
            <a:r>
              <a:rPr lang="en-US" dirty="0"/>
              <a:t>Now you know the </a:t>
            </a:r>
          </a:p>
          <a:p>
            <a:pPr marL="514350" lvl="1" indent="-285750">
              <a:buFontTx/>
              <a:buChar char="-"/>
            </a:pPr>
            <a:r>
              <a:rPr lang="en-US" dirty="0"/>
              <a:t>how to test</a:t>
            </a:r>
          </a:p>
          <a:p>
            <a:pPr marL="514350" lvl="1" indent="-285750">
              <a:buFontTx/>
              <a:buChar char="-"/>
            </a:pPr>
            <a:r>
              <a:rPr lang="en-US" dirty="0"/>
              <a:t>what are you testing</a:t>
            </a:r>
          </a:p>
          <a:p>
            <a:endParaRPr lang="en-US" dirty="0"/>
          </a:p>
          <a:p>
            <a:r>
              <a:rPr lang="en-US" dirty="0"/>
              <a:t>But what if you were not given a reference and you only have a low-level description</a:t>
            </a:r>
          </a:p>
        </p:txBody>
      </p:sp>
    </p:spTree>
    <p:extLst>
      <p:ext uri="{BB962C8B-B14F-4D97-AF65-F5344CB8AC3E}">
        <p14:creationId xmlns:p14="http://schemas.microsoft.com/office/powerpoint/2010/main" val="1772409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48FBF-B3EB-39B0-CFC8-40AA3F8D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48083"/>
            <a:ext cx="3893356" cy="1433942"/>
          </a:xfrm>
        </p:spPr>
        <p:txBody>
          <a:bodyPr/>
          <a:lstStyle/>
          <a:p>
            <a:r>
              <a:rPr lang="en-US" dirty="0"/>
              <a:t>A sample </a:t>
            </a:r>
            <a:br>
              <a:rPr lang="en-US" dirty="0"/>
            </a:br>
            <a:r>
              <a:rPr lang="en-US" dirty="0"/>
              <a:t>low level requirement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87851-D600-C4CF-4A3F-7E6CC24A84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18490" y="848516"/>
            <a:ext cx="6460591" cy="1640241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/>
              <a:t>If input a is more than 10 update output c with the value of input b, else hold to the previously updated output, the initial updated output value is 0.</a:t>
            </a:r>
          </a:p>
          <a:p>
            <a:endParaRPr lang="en-US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41FD81-02DE-F86C-E845-52ADBE06F7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98844" y="2488757"/>
            <a:ext cx="5268439" cy="35213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ADDC21-0409-6D5D-FF23-C9BFDC108A88}"/>
              </a:ext>
            </a:extLst>
          </p:cNvPr>
          <p:cNvSpPr txBox="1"/>
          <p:nvPr/>
        </p:nvSpPr>
        <p:spPr>
          <a:xfrm>
            <a:off x="1108979" y="4252810"/>
            <a:ext cx="31211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do you write a test case for this</a:t>
            </a:r>
          </a:p>
        </p:txBody>
      </p:sp>
    </p:spTree>
    <p:extLst>
      <p:ext uri="{BB962C8B-B14F-4D97-AF65-F5344CB8AC3E}">
        <p14:creationId xmlns:p14="http://schemas.microsoft.com/office/powerpoint/2010/main" val="1831435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63165-ED02-6735-5436-B961B25C1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48083"/>
            <a:ext cx="4145582" cy="1155646"/>
          </a:xfrm>
        </p:spPr>
        <p:txBody>
          <a:bodyPr/>
          <a:lstStyle/>
          <a:p>
            <a:r>
              <a:rPr lang="en-US" dirty="0"/>
              <a:t>What do you want to test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138B6-5207-29AB-2F2C-A4296F7C2B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7419" y="848517"/>
            <a:ext cx="5681662" cy="5862384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Functionality </a:t>
            </a:r>
          </a:p>
          <a:p>
            <a:pPr marL="285750" indent="-285750">
              <a:buFontTx/>
              <a:buChar char="-"/>
            </a:pPr>
            <a:r>
              <a:rPr lang="en-US" dirty="0"/>
              <a:t>Coverage [for white box]</a:t>
            </a:r>
          </a:p>
          <a:p>
            <a:pPr marL="285750" indent="-285750">
              <a:buFontTx/>
              <a:buChar char="-"/>
            </a:pPr>
            <a:r>
              <a:rPr lang="en-US" dirty="0"/>
              <a:t>Data coupling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Control coupling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Bug identification ……. </a:t>
            </a:r>
            <a:r>
              <a:rPr lang="en-US" sz="1050" dirty="0"/>
              <a:t>and many more</a:t>
            </a:r>
            <a:endParaRPr lang="en-US" dirty="0"/>
          </a:p>
          <a:p>
            <a:r>
              <a:rPr lang="en-US" dirty="0"/>
              <a:t>Based on your target; the type of test cases change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can use multiple test approaches as well</a:t>
            </a:r>
          </a:p>
          <a:p>
            <a:pPr marL="285750" indent="-285750">
              <a:buFontTx/>
              <a:buChar char="-"/>
            </a:pPr>
            <a:r>
              <a:rPr lang="en-US" dirty="0"/>
              <a:t>Model-based testing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Mutation testing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Combinatorial testing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Path testing …………….. </a:t>
            </a:r>
            <a:r>
              <a:rPr lang="en-US" sz="1050" dirty="0"/>
              <a:t>and many more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C9093D-6C4F-F187-89CA-5B39B48B4D71}"/>
              </a:ext>
            </a:extLst>
          </p:cNvPr>
          <p:cNvSpPr txBox="1"/>
          <p:nvPr/>
        </p:nvSpPr>
        <p:spPr>
          <a:xfrm>
            <a:off x="813816" y="3625795"/>
            <a:ext cx="4460851" cy="92333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What test case needs to be written will always depend on what you want to achieve form the testing</a:t>
            </a:r>
          </a:p>
        </p:txBody>
      </p:sp>
    </p:spTree>
    <p:extLst>
      <p:ext uri="{BB962C8B-B14F-4D97-AF65-F5344CB8AC3E}">
        <p14:creationId xmlns:p14="http://schemas.microsoft.com/office/powerpoint/2010/main" val="2353475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81104-F70B-AB59-0A16-C6ABFF7EC5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That was just Unit testing</a:t>
            </a:r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ACAE1387-CBA1-8818-B9F0-375F4355E2F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" b="106"/>
          <a:stretch/>
        </p:blipFill>
        <p:spPr>
          <a:xfrm>
            <a:off x="5303520" y="-1"/>
            <a:ext cx="6909683" cy="689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2021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2D622-24FF-1836-5924-C510B2718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CC51-AB06-4745-CDD0-8ABDAAA50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3C2BE-D224-033D-196C-40621C411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involves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B4E3E-86A3-4F3B-90EE-913F964866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EAEC0A-A619-D749-7914-DD317B0E59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Testing in isolation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Different test environment than the final one</a:t>
            </a:r>
          </a:p>
          <a:p>
            <a:pPr marL="285750" indent="-285750">
              <a:buFontTx/>
              <a:buChar char="-"/>
            </a:pPr>
            <a:r>
              <a:rPr lang="en-US" dirty="0"/>
              <a:t>Fast regression </a:t>
            </a:r>
          </a:p>
          <a:p>
            <a:pPr marL="285750" indent="-285750">
              <a:buFontTx/>
              <a:buChar char="-"/>
            </a:pPr>
            <a:r>
              <a:rPr lang="en-US" dirty="0"/>
              <a:t>Stubbing </a:t>
            </a:r>
          </a:p>
          <a:p>
            <a:pPr marL="285750" indent="-285750">
              <a:buFontTx/>
              <a:buChar char="-"/>
            </a:pPr>
            <a:r>
              <a:rPr lang="en-US" dirty="0"/>
              <a:t>Test cases only target the unit</a:t>
            </a:r>
          </a:p>
          <a:p>
            <a:pPr marL="285750" indent="-285750">
              <a:buFontTx/>
              <a:buChar char="-"/>
            </a:pPr>
            <a:r>
              <a:rPr lang="en-US" dirty="0"/>
              <a:t>Coverage is local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C9FA8FF-82E6-9238-C63A-2AB05C7CC3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Changes become easy to handle</a:t>
            </a:r>
          </a:p>
          <a:p>
            <a:pPr marL="285750" indent="-285750">
              <a:buFontTx/>
              <a:buChar char="-"/>
            </a:pPr>
            <a:r>
              <a:rPr lang="en-US" dirty="0"/>
              <a:t>Integration becomes little simple</a:t>
            </a:r>
          </a:p>
          <a:p>
            <a:pPr marL="285750" indent="-285750">
              <a:buFontTx/>
              <a:buChar char="-"/>
            </a:pPr>
            <a:r>
              <a:rPr lang="en-US" dirty="0"/>
              <a:t>Documentation</a:t>
            </a:r>
          </a:p>
          <a:p>
            <a:pPr marL="285750" indent="-285750">
              <a:buFontTx/>
              <a:buChar char="-"/>
            </a:pPr>
            <a:r>
              <a:rPr lang="en-US" dirty="0"/>
              <a:t>Helps in clarifying specifications and any improvements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2B79E3A-DA99-99ED-24F2-5CB4DD6EF2B1}"/>
              </a:ext>
            </a:extLst>
          </p:cNvPr>
          <p:cNvSpPr txBox="1">
            <a:spLocks/>
          </p:cNvSpPr>
          <p:nvPr/>
        </p:nvSpPr>
        <p:spPr>
          <a:xfrm>
            <a:off x="5986697" y="2103120"/>
            <a:ext cx="4796597" cy="35772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160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1BB6E-DF2D-4A79-C3C7-A6EECFC6C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10063"/>
            <a:ext cx="10818942" cy="732490"/>
          </a:xfrm>
        </p:spPr>
        <p:txBody>
          <a:bodyPr>
            <a:normAutofit/>
          </a:bodyPr>
          <a:lstStyle/>
          <a:p>
            <a:r>
              <a:rPr lang="en-US" sz="3200" dirty="0"/>
              <a:t>Writing effective unit tests involve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9ABE5-6705-0280-9203-1F5FDBE15F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816" y="1542553"/>
            <a:ext cx="8869680" cy="4130282"/>
          </a:xfrm>
        </p:spPr>
        <p:txBody>
          <a:bodyPr>
            <a:normAutofit lnSpcReduction="10000"/>
          </a:bodyPr>
          <a:lstStyle/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Understanding Requirements</a:t>
            </a:r>
          </a:p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Complex Logic</a:t>
            </a:r>
          </a:p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Dependencies (Mocking/Stubbing)</a:t>
            </a:r>
          </a:p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State Management</a:t>
            </a:r>
          </a:p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Test Maintainability</a:t>
            </a:r>
          </a:p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Performance Overhead</a:t>
            </a:r>
          </a:p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False Positives/Negatives</a:t>
            </a:r>
          </a:p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Test Coverage</a:t>
            </a:r>
          </a:p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Testing Edge Cases</a:t>
            </a:r>
          </a:p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Maintaining Test Independence</a:t>
            </a:r>
          </a:p>
        </p:txBody>
      </p:sp>
    </p:spTree>
    <p:extLst>
      <p:ext uri="{BB962C8B-B14F-4D97-AF65-F5344CB8AC3E}">
        <p14:creationId xmlns:p14="http://schemas.microsoft.com/office/powerpoint/2010/main" val="24191143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D7256-F4C3-EF4D-1EAC-B905DF0C40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 the experience grows , testing level also increases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9B865-A8B5-CCD0-77C4-13DE47CFCF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Integration testing</a:t>
            </a:r>
          </a:p>
          <a:p>
            <a:r>
              <a:rPr lang="en-US" dirty="0"/>
              <a:t>System testing</a:t>
            </a:r>
          </a:p>
          <a:p>
            <a:r>
              <a:rPr lang="en-US" dirty="0"/>
              <a:t>Acceptance testing</a:t>
            </a:r>
          </a:p>
        </p:txBody>
      </p:sp>
    </p:spTree>
    <p:extLst>
      <p:ext uri="{BB962C8B-B14F-4D97-AF65-F5344CB8AC3E}">
        <p14:creationId xmlns:p14="http://schemas.microsoft.com/office/powerpoint/2010/main" val="2496445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B685F-29F0-1BA7-8B07-678103AB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251" y="431759"/>
            <a:ext cx="10590993" cy="932688"/>
          </a:xfrm>
        </p:spPr>
        <p:txBody>
          <a:bodyPr/>
          <a:lstStyle/>
          <a:p>
            <a:r>
              <a:rPr lang="en-US" dirty="0"/>
              <a:t>Integration testing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A0546-3457-7DD6-689B-E7FAF89AB8D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251" y="1480890"/>
            <a:ext cx="10590993" cy="689816"/>
          </a:xfrm>
        </p:spPr>
        <p:txBody>
          <a:bodyPr/>
          <a:lstStyle/>
          <a:p>
            <a:r>
              <a:rPr lang="en-US" dirty="0"/>
              <a:t>Where more than one individual components (units) are tested to verify if they are correctly interacting with each other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C873C1-7542-E322-3E84-85D1D5845ADE}"/>
              </a:ext>
            </a:extLst>
          </p:cNvPr>
          <p:cNvSpPr txBox="1"/>
          <p:nvPr/>
        </p:nvSpPr>
        <p:spPr>
          <a:xfrm>
            <a:off x="850790" y="2639833"/>
            <a:ext cx="107289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 system like e-commerce consider</a:t>
            </a:r>
          </a:p>
          <a:p>
            <a:pPr marL="285750" indent="-285750">
              <a:buFontTx/>
              <a:buChar char="-"/>
            </a:pPr>
            <a:r>
              <a:rPr lang="en-US" dirty="0"/>
              <a:t>cart is implemented as one moule</a:t>
            </a:r>
          </a:p>
          <a:p>
            <a:pPr marL="285750" indent="-285750">
              <a:buFontTx/>
              <a:buChar char="-"/>
            </a:pPr>
            <a:r>
              <a:rPr lang="en-US" dirty="0"/>
              <a:t>Payments is implemented as one module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Now if you need to finish a purchase </a:t>
            </a:r>
          </a:p>
          <a:p>
            <a:pPr marL="285750" indent="-285750">
              <a:buFontTx/>
              <a:buChar char="-"/>
            </a:pPr>
            <a:r>
              <a:rPr lang="en-US" dirty="0"/>
              <a:t>cart value needs to be passed to the payment AND </a:t>
            </a:r>
          </a:p>
          <a:p>
            <a:pPr marL="285750" indent="-285750">
              <a:buFontTx/>
              <a:buChar char="-"/>
            </a:pPr>
            <a:r>
              <a:rPr lang="en-US" dirty="0"/>
              <a:t>payment confirmation need to be passed back cart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5FDCE-820A-CA62-DAEC-C6DC2D45186F}"/>
              </a:ext>
            </a:extLst>
          </p:cNvPr>
          <p:cNvSpPr txBox="1"/>
          <p:nvPr/>
        </p:nvSpPr>
        <p:spPr>
          <a:xfrm>
            <a:off x="2744761" y="5007778"/>
            <a:ext cx="6702476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Integration testing is where these exchanges are tested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C22B7A-30D1-9A28-A65E-5D14A6ABDF71}"/>
              </a:ext>
            </a:extLst>
          </p:cNvPr>
          <p:cNvSpPr txBox="1"/>
          <p:nvPr/>
        </p:nvSpPr>
        <p:spPr>
          <a:xfrm>
            <a:off x="731543" y="5649559"/>
            <a:ext cx="10728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it is not required that the test verify 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 the value form cart is correct 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and the payment done for the expected value </a:t>
            </a:r>
          </a:p>
        </p:txBody>
      </p:sp>
    </p:spTree>
    <p:extLst>
      <p:ext uri="{BB962C8B-B14F-4D97-AF65-F5344CB8AC3E}">
        <p14:creationId xmlns:p14="http://schemas.microsoft.com/office/powerpoint/2010/main" val="14485989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061FB-E5A8-04E5-8D1E-3B66CE64B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26E35-A1D4-513E-5645-DFD15AB64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810063"/>
            <a:ext cx="10818942" cy="732490"/>
          </a:xfrm>
        </p:spPr>
        <p:txBody>
          <a:bodyPr>
            <a:normAutofit/>
          </a:bodyPr>
          <a:lstStyle/>
          <a:p>
            <a:r>
              <a:rPr lang="en-US" sz="3200" dirty="0"/>
              <a:t>Integration Testing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F8E1E-A248-64DB-ACD4-0AA2D5BD0D2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816" y="1542553"/>
            <a:ext cx="8869680" cy="4130282"/>
          </a:xfrm>
        </p:spPr>
        <p:txBody>
          <a:bodyPr>
            <a:normAutofit/>
          </a:bodyPr>
          <a:lstStyle/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Big-bang</a:t>
            </a:r>
          </a:p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Top-down</a:t>
            </a:r>
          </a:p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Bottom-up</a:t>
            </a:r>
          </a:p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Critical-first</a:t>
            </a:r>
          </a:p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Function-at-a-time</a:t>
            </a:r>
          </a:p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As-delivered</a:t>
            </a:r>
          </a:p>
          <a:p>
            <a:pPr marL="457200" indent="-457200" algn="just">
              <a:buFont typeface="Bookman Old Style" panose="02050604050505020204" pitchFamily="18" charset="0"/>
              <a:buAutoNum type="arabicPeriod"/>
            </a:pPr>
            <a:r>
              <a:rPr lang="en-US" altLang="en-US" dirty="0">
                <a:latin typeface="Garamond" panose="02020404030301010803" pitchFamily="18" charset="0"/>
              </a:rPr>
              <a:t>Sandwich</a:t>
            </a:r>
          </a:p>
        </p:txBody>
      </p:sp>
    </p:spTree>
    <p:extLst>
      <p:ext uri="{BB962C8B-B14F-4D97-AF65-F5344CB8AC3E}">
        <p14:creationId xmlns:p14="http://schemas.microsoft.com/office/powerpoint/2010/main" val="24275675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82515-23A8-2C9D-ED55-0BA97608E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2E756-C434-639B-6AB1-4C7FB00D8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251" y="431759"/>
            <a:ext cx="10590993" cy="932688"/>
          </a:xfrm>
        </p:spPr>
        <p:txBody>
          <a:bodyPr/>
          <a:lstStyle/>
          <a:p>
            <a:r>
              <a:rPr lang="en-US" dirty="0"/>
              <a:t>System testing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94E50-5F2A-AD41-831D-C169A0F5F25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251" y="1494432"/>
            <a:ext cx="5017272" cy="16916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Where the final system is tested if it is</a:t>
            </a:r>
          </a:p>
          <a:p>
            <a:pPr marL="285750" indent="-285750">
              <a:buFontTx/>
              <a:buChar char="-"/>
            </a:pPr>
            <a:r>
              <a:rPr lang="en-US" dirty="0"/>
              <a:t>Compliance with functional requirements</a:t>
            </a:r>
          </a:p>
          <a:p>
            <a:pPr marL="285750" indent="-285750">
              <a:buFontTx/>
              <a:buChar char="-"/>
            </a:pPr>
            <a:r>
              <a:rPr lang="en-US" dirty="0"/>
              <a:t>Compliance with non-functional requirements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BB5838-52BC-1872-A573-C7DD048F0438}"/>
              </a:ext>
            </a:extLst>
          </p:cNvPr>
          <p:cNvSpPr txBox="1"/>
          <p:nvPr/>
        </p:nvSpPr>
        <p:spPr>
          <a:xfrm>
            <a:off x="5923769" y="1364447"/>
            <a:ext cx="553668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System testing should</a:t>
            </a:r>
          </a:p>
          <a:p>
            <a:pPr marL="285750" indent="-285750">
              <a:buFontTx/>
              <a:buChar char="-"/>
            </a:pPr>
            <a:r>
              <a:rPr lang="en-US" dirty="0"/>
              <a:t>Use final real environment</a:t>
            </a:r>
          </a:p>
          <a:p>
            <a:pPr marL="285750" indent="-285750">
              <a:buFontTx/>
              <a:buChar char="-"/>
            </a:pPr>
            <a:r>
              <a:rPr lang="en-US" dirty="0"/>
              <a:t>Test functionality as a user and designer</a:t>
            </a:r>
          </a:p>
          <a:p>
            <a:pPr marL="285750" indent="-285750">
              <a:buFontTx/>
              <a:buChar char="-"/>
            </a:pPr>
            <a:r>
              <a:rPr lang="en-US" dirty="0"/>
              <a:t>Check on performance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Speed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Latency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Load</a:t>
            </a:r>
          </a:p>
          <a:p>
            <a:pPr marL="285750" indent="-285750">
              <a:buFontTx/>
              <a:buChar char="-"/>
            </a:pPr>
            <a:r>
              <a:rPr lang="en-US" dirty="0"/>
              <a:t>Test how failures are handled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A019DC-9737-4055-7F19-04A953AA4D48}"/>
              </a:ext>
            </a:extLst>
          </p:cNvPr>
          <p:cNvSpPr txBox="1"/>
          <p:nvPr/>
        </p:nvSpPr>
        <p:spPr>
          <a:xfrm>
            <a:off x="2346412" y="4607047"/>
            <a:ext cx="7499169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System testing is the last place where failure could be accepted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3850B-DBDF-8794-AD18-763306CA0DFF}"/>
              </a:ext>
            </a:extLst>
          </p:cNvPr>
          <p:cNvSpPr txBox="1"/>
          <p:nvPr/>
        </p:nvSpPr>
        <p:spPr>
          <a:xfrm>
            <a:off x="731541" y="5633656"/>
            <a:ext cx="107289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System testing provides the confidence on the system as a whole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The environment is real and testcases are real world</a:t>
            </a:r>
          </a:p>
        </p:txBody>
      </p:sp>
    </p:spTree>
    <p:extLst>
      <p:ext uri="{BB962C8B-B14F-4D97-AF65-F5344CB8AC3E}">
        <p14:creationId xmlns:p14="http://schemas.microsoft.com/office/powerpoint/2010/main" val="15235319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B879D-BFBB-DFAE-CDD1-D090E5032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78551-FF7B-94F3-4FAB-FD788B114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251" y="431759"/>
            <a:ext cx="10590993" cy="932688"/>
          </a:xfrm>
        </p:spPr>
        <p:txBody>
          <a:bodyPr/>
          <a:lstStyle/>
          <a:p>
            <a:r>
              <a:rPr lang="en-US" dirty="0"/>
              <a:t>Acceptance testing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9602C-B495-9BF9-FFDF-E4B88EB9803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251" y="1494432"/>
            <a:ext cx="5017272" cy="2585322"/>
          </a:xfrm>
        </p:spPr>
        <p:txBody>
          <a:bodyPr>
            <a:normAutofit/>
          </a:bodyPr>
          <a:lstStyle/>
          <a:p>
            <a:r>
              <a:rPr lang="en-US" dirty="0"/>
              <a:t>Where the customer or end user tests the system</a:t>
            </a:r>
          </a:p>
          <a:p>
            <a:pPr marL="285750" indent="-285750">
              <a:buFontTx/>
              <a:buChar char="-"/>
            </a:pPr>
            <a:r>
              <a:rPr lang="en-US" dirty="0"/>
              <a:t>Beta testing </a:t>
            </a:r>
          </a:p>
          <a:p>
            <a:pPr marL="285750" indent="-285750">
              <a:buFontTx/>
              <a:buChar char="-"/>
            </a:pPr>
            <a:r>
              <a:rPr lang="en-US" dirty="0"/>
              <a:t>Crowd testing </a:t>
            </a:r>
          </a:p>
          <a:p>
            <a:pPr marL="285750" indent="-285750">
              <a:buFontTx/>
              <a:buChar char="-"/>
            </a:pPr>
            <a:r>
              <a:rPr lang="en-US" dirty="0"/>
              <a:t>Compliance testing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Field Testing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0370D9-5F53-DD32-BD5C-410FCE70EA6F}"/>
              </a:ext>
            </a:extLst>
          </p:cNvPr>
          <p:cNvSpPr txBox="1"/>
          <p:nvPr/>
        </p:nvSpPr>
        <p:spPr>
          <a:xfrm>
            <a:off x="5923769" y="1364447"/>
            <a:ext cx="55366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Acceptance testing validates</a:t>
            </a:r>
          </a:p>
          <a:p>
            <a:pPr marL="285750" indent="-285750">
              <a:buFontTx/>
              <a:buChar char="-"/>
            </a:pPr>
            <a:r>
              <a:rPr lang="en-US" dirty="0"/>
              <a:t>Business requirements</a:t>
            </a:r>
          </a:p>
          <a:p>
            <a:pPr marL="285750" indent="-285750">
              <a:buFontTx/>
              <a:buChar char="-"/>
            </a:pPr>
            <a:r>
              <a:rPr lang="en-US" dirty="0"/>
              <a:t>User workflows</a:t>
            </a:r>
          </a:p>
          <a:p>
            <a:pPr marL="285750" indent="-285750">
              <a:buFontTx/>
              <a:buChar char="-"/>
            </a:pPr>
            <a:r>
              <a:rPr lang="en-US" dirty="0"/>
              <a:t>Real-world usage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Contract conditions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Regulatory rules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F9578F-18D5-FA91-94E5-F77F09A6D1AF}"/>
              </a:ext>
            </a:extLst>
          </p:cNvPr>
          <p:cNvSpPr txBox="1"/>
          <p:nvPr/>
        </p:nvSpPr>
        <p:spPr>
          <a:xfrm>
            <a:off x="2604506" y="4607047"/>
            <a:ext cx="6983002" cy="36933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/>
              <a:t>Acceptance testing is where you decide to release or not to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C6CDAA-22E0-E50B-BD2F-1D43D13984D2}"/>
              </a:ext>
            </a:extLst>
          </p:cNvPr>
          <p:cNvSpPr txBox="1"/>
          <p:nvPr/>
        </p:nvSpPr>
        <p:spPr>
          <a:xfrm>
            <a:off x="731541" y="5633656"/>
            <a:ext cx="107289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Acceptance testing is executed in non developmental perspective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Non one cares how the system is inside</a:t>
            </a:r>
          </a:p>
          <a:p>
            <a:pPr algn="ctr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Only yard stick is how well it performs</a:t>
            </a:r>
          </a:p>
        </p:txBody>
      </p:sp>
    </p:spTree>
    <p:extLst>
      <p:ext uri="{BB962C8B-B14F-4D97-AF65-F5344CB8AC3E}">
        <p14:creationId xmlns:p14="http://schemas.microsoft.com/office/powerpoint/2010/main" val="2797948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14D30-1CD6-753A-F9A2-4E41B4DAB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A3AF-FA63-A5A6-950D-BBB80B505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 learnt doing testing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3FE2E-4597-5C3E-ED81-72EDCAEB12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Personal experiences </a:t>
            </a:r>
          </a:p>
        </p:txBody>
      </p:sp>
    </p:spTree>
    <p:extLst>
      <p:ext uri="{BB962C8B-B14F-4D97-AF65-F5344CB8AC3E}">
        <p14:creationId xmlns:p14="http://schemas.microsoft.com/office/powerpoint/2010/main" val="19064193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E931-1F5E-FAF1-CCA2-2ABDCDE0E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thumb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4C9A5-5FAA-91D9-0684-AD61E147207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4010" y="828825"/>
            <a:ext cx="6561138" cy="6035040"/>
          </a:xfrm>
        </p:spPr>
        <p:txBody>
          <a:bodyPr/>
          <a:lstStyle/>
          <a:p>
            <a:r>
              <a:rPr lang="en-US" dirty="0"/>
              <a:t>To conduct a successful test campaign</a:t>
            </a:r>
          </a:p>
          <a:p>
            <a:pPr marL="285750" indent="-285750">
              <a:buFontTx/>
              <a:buChar char="-"/>
            </a:pPr>
            <a:r>
              <a:rPr lang="en-US" dirty="0"/>
              <a:t>Decide an overall strategy</a:t>
            </a:r>
          </a:p>
          <a:p>
            <a:pPr marL="514350" lvl="1" indent="-285750">
              <a:buFontTx/>
              <a:buChar char="-"/>
            </a:pPr>
            <a:r>
              <a:rPr lang="en-US" dirty="0"/>
              <a:t>What level are you testing </a:t>
            </a:r>
          </a:p>
          <a:p>
            <a:pPr marL="514350" lvl="1" indent="-285750">
              <a:buFontTx/>
              <a:buChar char="-"/>
            </a:pPr>
            <a:r>
              <a:rPr lang="en-US" dirty="0"/>
              <a:t>What type are you testing (black box or white box)</a:t>
            </a:r>
          </a:p>
          <a:p>
            <a:pPr marL="514350" lvl="1" indent="-285750">
              <a:buFontTx/>
              <a:buChar char="-"/>
            </a:pPr>
            <a:r>
              <a:rPr lang="en-US" dirty="0"/>
              <a:t>What do you want to achieve</a:t>
            </a:r>
          </a:p>
          <a:p>
            <a:pPr marL="514350" lvl="1" indent="-285750">
              <a:buFontTx/>
              <a:buChar char="-"/>
            </a:pPr>
            <a:r>
              <a:rPr lang="en-US" dirty="0"/>
              <a:t>What is the minimum required</a:t>
            </a:r>
          </a:p>
          <a:p>
            <a:pPr marL="514350" lvl="1" indent="-285750">
              <a:buFontTx/>
              <a:buChar char="-"/>
            </a:pPr>
            <a:r>
              <a:rPr lang="en-US" dirty="0"/>
              <a:t>What is the maximum you want to do (</a:t>
            </a:r>
            <a:r>
              <a:rPr lang="en-US" i="1" dirty="0"/>
              <a:t>when to stop</a:t>
            </a:r>
            <a:r>
              <a:rPr lang="en-US" dirty="0"/>
              <a:t>)</a:t>
            </a:r>
          </a:p>
          <a:p>
            <a:pPr marL="514350" lvl="1" indent="-285750">
              <a:buFontTx/>
              <a:buChar char="-"/>
            </a:pPr>
            <a:r>
              <a:rPr lang="en-US" dirty="0"/>
              <a:t>What are must to do (for certifications , conformities etc.,)</a:t>
            </a:r>
          </a:p>
          <a:p>
            <a:pPr marL="285750" indent="-285750">
              <a:buFontTx/>
              <a:buChar char="-"/>
            </a:pPr>
            <a:r>
              <a:rPr lang="en-US" dirty="0"/>
              <a:t>Create a test plan [and document it properly]</a:t>
            </a:r>
          </a:p>
          <a:p>
            <a:pPr marL="285750" indent="-285750">
              <a:buFontTx/>
              <a:buChar char="-"/>
            </a:pPr>
            <a:r>
              <a:rPr lang="en-US" dirty="0"/>
              <a:t>Stick to the plan </a:t>
            </a:r>
          </a:p>
          <a:p>
            <a:pPr marL="285750" indent="-285750">
              <a:buFontTx/>
              <a:buChar char="-"/>
            </a:pPr>
            <a:r>
              <a:rPr lang="en-US" dirty="0"/>
              <a:t>Log all defects </a:t>
            </a:r>
          </a:p>
          <a:p>
            <a:pPr marL="285750" indent="-285750">
              <a:buFontTx/>
              <a:buChar char="-"/>
            </a:pPr>
            <a:r>
              <a:rPr lang="en-US" dirty="0"/>
              <a:t>Document all lessons learnt</a:t>
            </a:r>
          </a:p>
          <a:p>
            <a:pPr marL="514350" lvl="1" indent="-285750">
              <a:buFontTx/>
              <a:buChar char="-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789BF7-C0CE-8A3B-6005-FA04388ACE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895" b="13854"/>
          <a:stretch>
            <a:fillRect/>
          </a:stretch>
        </p:blipFill>
        <p:spPr>
          <a:xfrm>
            <a:off x="288300" y="1926850"/>
            <a:ext cx="4572000" cy="468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527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E6CEA-A184-E513-05C4-CD028B403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Qualities of a tester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B97CB-4DD1-CB61-B2E8-09DBCA546F0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Independent of designing team</a:t>
            </a:r>
          </a:p>
          <a:p>
            <a:pPr marL="285750" indent="-285750">
              <a:buFontTx/>
              <a:buChar char="-"/>
            </a:pPr>
            <a:r>
              <a:rPr lang="en-US" dirty="0"/>
              <a:t>Think like a user</a:t>
            </a:r>
          </a:p>
          <a:p>
            <a:pPr marL="285750" indent="-285750">
              <a:buFontTx/>
              <a:buChar char="-"/>
            </a:pPr>
            <a:r>
              <a:rPr lang="en-US" dirty="0"/>
              <a:t>Have curiosity</a:t>
            </a:r>
          </a:p>
          <a:p>
            <a:pPr marL="285750" indent="-285750">
              <a:buFontTx/>
              <a:buChar char="-"/>
            </a:pPr>
            <a:r>
              <a:rPr lang="en-US" dirty="0"/>
              <a:t>Lots of patience</a:t>
            </a:r>
          </a:p>
          <a:p>
            <a:pPr marL="285750" indent="-285750">
              <a:buFontTx/>
              <a:buChar char="-"/>
            </a:pPr>
            <a:r>
              <a:rPr lang="en-US" dirty="0"/>
              <a:t>Good documentation skills</a:t>
            </a:r>
          </a:p>
          <a:p>
            <a:pPr marL="514350" lvl="1" indent="-285750">
              <a:buFontTx/>
              <a:buChar char="-"/>
            </a:pPr>
            <a:r>
              <a:rPr lang="en-US" dirty="0"/>
              <a:t>You need all the evidence to support you </a:t>
            </a:r>
          </a:p>
          <a:p>
            <a:pPr marL="285750" indent="-285750">
              <a:buFontTx/>
              <a:buChar char="-"/>
            </a:pPr>
            <a:r>
              <a:rPr lang="en-US" dirty="0"/>
              <a:t>A little bit courageous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A6FD6CB-7642-5476-A7E8-D0935DB4DE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1469" b="13184"/>
          <a:stretch>
            <a:fillRect/>
          </a:stretch>
        </p:blipFill>
        <p:spPr>
          <a:xfrm>
            <a:off x="6645170" y="822960"/>
            <a:ext cx="4791456" cy="541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318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0FB32-F570-0532-3521-C0047C778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Queries 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94E87-048B-87FE-4EAD-606F467A92F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That’s all what I want to talk about Testing</a:t>
            </a:r>
          </a:p>
        </p:txBody>
      </p:sp>
    </p:spTree>
    <p:extLst>
      <p:ext uri="{BB962C8B-B14F-4D97-AF65-F5344CB8AC3E}">
        <p14:creationId xmlns:p14="http://schemas.microsoft.com/office/powerpoint/2010/main" val="33348418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175D6-B66D-E932-BE46-EAD1C9E89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B96C3-782B-12D0-026B-4ED342067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put what we learnt to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35512-D88A-C51F-FAEC-7E50369A2B0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</p:spTree>
    <p:extLst>
      <p:ext uri="{BB962C8B-B14F-4D97-AF65-F5344CB8AC3E}">
        <p14:creationId xmlns:p14="http://schemas.microsoft.com/office/powerpoint/2010/main" val="3088711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16E96-B785-D070-1EED-67C975739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7417" y="822516"/>
            <a:ext cx="3273552" cy="1942773"/>
          </a:xfrm>
        </p:spPr>
        <p:txBody>
          <a:bodyPr anchor="t">
            <a:normAutofit/>
          </a:bodyPr>
          <a:lstStyle/>
          <a:p>
            <a:r>
              <a:rPr lang="en-US" dirty="0"/>
              <a:t>Class Activity 4 : Testing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F631A6-FAED-612D-ED32-B099185F4A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5014"/>
          <a:stretch>
            <a:fillRect/>
          </a:stretch>
        </p:blipFill>
        <p:spPr>
          <a:xfrm>
            <a:off x="20" y="10"/>
            <a:ext cx="7220177" cy="6857990"/>
          </a:xfrm>
          <a:prstGeom prst="rect">
            <a:avLst/>
          </a:prstGeom>
          <a:noFill/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16CC7549-38CA-783F-32C4-482A992E169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8411" y="2778536"/>
            <a:ext cx="3273552" cy="2926080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/>
              <a:t>4 questions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20 marks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NO MOBILES</a:t>
            </a:r>
          </a:p>
          <a:p>
            <a:pPr marL="285750" indent="-285750">
              <a:buFontTx/>
              <a:buChar char="-"/>
            </a:pPr>
            <a:r>
              <a:rPr lang="en-US" dirty="0"/>
              <a:t>NO COMPUTERS</a:t>
            </a:r>
          </a:p>
          <a:p>
            <a:pPr marL="285750" indent="-285750">
              <a:buFontTx/>
              <a:buChar char="-"/>
            </a:pPr>
            <a:r>
              <a:rPr lang="en-US" dirty="0"/>
              <a:t>NO CHEATING</a:t>
            </a:r>
          </a:p>
        </p:txBody>
      </p:sp>
      <p:sp>
        <p:nvSpPr>
          <p:cNvPr id="5" name="AutoShape 2" descr="Generated image">
            <a:extLst>
              <a:ext uri="{FF2B5EF4-FFF2-40B4-BE49-F238E27FC236}">
                <a16:creationId xmlns:a16="http://schemas.microsoft.com/office/drawing/2014/main" id="{D62EC2D1-9FAD-3FF5-CFA2-15A27C25B3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0358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03683E-EAE6-E983-82F2-B029243B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08587"/>
            <a:ext cx="10305288" cy="40464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Graded Activity 4 - Testing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B98B47-FD77-B55C-986A-F88BB49693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848517"/>
            <a:ext cx="10684721" cy="3897219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ANNAPURNA the food delivery app shall calculate the final amount payable as follows.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provides the food order amount, the delivery distance in kilometers, whether they are a premium member, and an optional coupon code.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Delivery charges are based on distance. If the distance is up to 5 km, the delivery charge is ₹20. If the distance is more than 5 km, the delivery charge is ₹50. Premium members do not pay any delivery charge.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order amount is ₹500 or more, a discount of 10% is applied to the order amount. A coupon code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SAVE50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additional ₹50 discount, but only when the order amount is at least ₹300. The total discount applied cannot exceed ₹100.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ED5BD431-15B9-35D2-BD89-6120687BEB33}"/>
              </a:ext>
            </a:extLst>
          </p:cNvPr>
          <p:cNvSpPr txBox="1">
            <a:spLocks/>
          </p:cNvSpPr>
          <p:nvPr/>
        </p:nvSpPr>
        <p:spPr>
          <a:xfrm>
            <a:off x="777240" y="4745736"/>
            <a:ext cx="10684721" cy="203911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1pPr>
            <a:lvl2pPr marL="2286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2pPr>
            <a:lvl3pPr marL="4572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0" i="0" kern="1200">
                <a:solidFill>
                  <a:schemeClr val="tx1"/>
                </a:solidFill>
                <a:latin typeface="+mn-lt"/>
                <a:ea typeface="+mn-ea"/>
                <a:cs typeface="Poppins Light" pitchFamily="2" charset="77"/>
              </a:defRPr>
            </a:lvl3pPr>
            <a:lvl4pPr marL="6858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4pPr>
            <a:lvl5pPr marL="914400" indent="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Equivalence classes with examples for at least two inputs – 2 marks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2 ‘units’ in the requirement and write at least 3 unit level testcases for each – 6 marks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at least 4 end-to-end use case scenarios – 4 marks</a:t>
            </a:r>
          </a:p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testcases in generic template for the 4 use case scenarios – 8 marks</a:t>
            </a:r>
          </a:p>
        </p:txBody>
      </p:sp>
    </p:spTree>
    <p:extLst>
      <p:ext uri="{BB962C8B-B14F-4D97-AF65-F5344CB8AC3E}">
        <p14:creationId xmlns:p14="http://schemas.microsoft.com/office/powerpoint/2010/main" val="3197619355"/>
      </p:ext>
    </p:extLst>
  </p:cSld>
  <p:clrMapOvr>
    <a:masterClrMapping/>
  </p:clrMapOvr>
</p:sld>
</file>

<file path=ppt/theme/theme1.xml><?xml version="1.0" encoding="utf-8"?>
<a:theme xmlns:a="http://schemas.openxmlformats.org/drawingml/2006/main" name="Epic Nature">
  <a:themeElements>
    <a:clrScheme name="Finance Presentatio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D0C262"/>
      </a:accent1>
      <a:accent2>
        <a:srgbClr val="FEB8B8"/>
      </a:accent2>
      <a:accent3>
        <a:srgbClr val="6B2138"/>
      </a:accent3>
      <a:accent4>
        <a:srgbClr val="FC5316"/>
      </a:accent4>
      <a:accent5>
        <a:srgbClr val="B7D9FE"/>
      </a:accent5>
      <a:accent6>
        <a:srgbClr val="263343"/>
      </a:accent6>
      <a:hlink>
        <a:srgbClr val="467886"/>
      </a:hlink>
      <a:folHlink>
        <a:srgbClr val="96607D"/>
      </a:folHlink>
    </a:clrScheme>
    <a:fontScheme name="B&amp;W Minimalist Drama">
      <a:majorFont>
        <a:latin typeface="Poppins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W minimalist finance presentation_win32_DN_v2" id="{992472E5-D41A-4065-A484-868BE56B4712}" vid="{4BE192B5-7531-40E5-BCC9-1BA14634D2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C4B9AF2-5B11-48FF-A8A8-964B2D972562}">
  <ds:schemaRefs>
    <ds:schemaRef ds:uri="230e9df3-be65-4c73-a93b-d1236ebd677e"/>
    <ds:schemaRef ds:uri="http://www.w3.org/XML/1998/namespace"/>
    <ds:schemaRef ds:uri="http://schemas.microsoft.com/sharepoint/v3"/>
    <ds:schemaRef ds:uri="http://purl.org/dc/dcmitype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openxmlformats.org/package/2006/metadata/core-properties"/>
    <ds:schemaRef ds:uri="http://purl.org/dc/elements/1.1/"/>
    <ds:schemaRef ds:uri="71af3243-3dd4-4a8d-8c0d-dd76da1f02a5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7DD590A-8042-4F36-843F-743A8DB178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D3C292-02F4-47E7-8C9A-CA6D9A93815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447dd6a-a4a1-440b-a6a3-9124ef1ee017}" enabled="1" method="Privileged" siteId="{7a18110d-ef9b-4274-acef-e62ab0fe28e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{D073AD2D-7640-4515-928D-E57DB4C78388}920b6ce2-c783-4247-88db-32555217a6bf-TF1fdf540a-9f60-4c51-93ba-5f26bfbd0af89c4d3c5c_win32</Template>
  <TotalTime>606</TotalTime>
  <Words>1846</Words>
  <Application>Microsoft Office PowerPoint</Application>
  <PresentationFormat>Widescreen</PresentationFormat>
  <Paragraphs>276</Paragraphs>
  <Slides>34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7" baseType="lpstr">
      <vt:lpstr>Aptos</vt:lpstr>
      <vt:lpstr>Arial</vt:lpstr>
      <vt:lpstr>Bookman Old Style</vt:lpstr>
      <vt:lpstr>Browallia New</vt:lpstr>
      <vt:lpstr>Calibri</vt:lpstr>
      <vt:lpstr>Courier New</vt:lpstr>
      <vt:lpstr>Garamond</vt:lpstr>
      <vt:lpstr>Jokerman</vt:lpstr>
      <vt:lpstr>Poppins</vt:lpstr>
      <vt:lpstr>Poppins Light</vt:lpstr>
      <vt:lpstr>Times New Roman</vt:lpstr>
      <vt:lpstr>Wingdings</vt:lpstr>
      <vt:lpstr>Epic Nature</vt:lpstr>
      <vt:lpstr>IN Tryst with Testing</vt:lpstr>
      <vt:lpstr>What are we going to know</vt:lpstr>
      <vt:lpstr>What is Testing</vt:lpstr>
      <vt:lpstr>How do you "fully" test this</vt:lpstr>
      <vt:lpstr>Testing based on -Equivalence classes</vt:lpstr>
      <vt:lpstr>Testing based on -Coverage</vt:lpstr>
      <vt:lpstr>WHY is testing required ?</vt:lpstr>
      <vt:lpstr>Testing takes 75% of development budget [1]</vt:lpstr>
      <vt:lpstr>What we get form testing</vt:lpstr>
      <vt:lpstr>Laptop charger Compliance marking</vt:lpstr>
      <vt:lpstr>Different Types of Testing</vt:lpstr>
      <vt:lpstr>The v-Cycle of Software development</vt:lpstr>
      <vt:lpstr>PowerPoint Presentation</vt:lpstr>
      <vt:lpstr>What I did in testing</vt:lpstr>
      <vt:lpstr>doing first test</vt:lpstr>
      <vt:lpstr>Writing first test case </vt:lpstr>
      <vt:lpstr>Developing a test case</vt:lpstr>
      <vt:lpstr>A sample  low level requirement</vt:lpstr>
      <vt:lpstr>What do you want to test for</vt:lpstr>
      <vt:lpstr>That was just Unit testing</vt:lpstr>
      <vt:lpstr>Unit testing</vt:lpstr>
      <vt:lpstr>Writing effective unit tests involve</vt:lpstr>
      <vt:lpstr>As the experience grows , testing level also increases</vt:lpstr>
      <vt:lpstr>Integration testing</vt:lpstr>
      <vt:lpstr>Integration Testing Strategies</vt:lpstr>
      <vt:lpstr>System testing</vt:lpstr>
      <vt:lpstr>Acceptance testing</vt:lpstr>
      <vt:lpstr>What I learnt doing testing</vt:lpstr>
      <vt:lpstr>Rules of thumb</vt:lpstr>
      <vt:lpstr>Qualities of a tester</vt:lpstr>
      <vt:lpstr>Any Queries ??</vt:lpstr>
      <vt:lpstr>Let’s put what we learnt to action</vt:lpstr>
      <vt:lpstr>Class Activity 4 : Testing</vt:lpstr>
      <vt:lpstr>Graded Activity 4 - Testing</vt:lpstr>
    </vt:vector>
  </TitlesOfParts>
  <Company>Collins Aerospace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Korraprolu, Brahma Reddy (IND)</dc:creator>
  <cp:lastModifiedBy>Korraprolu, Brahma Reddy (IND)</cp:lastModifiedBy>
  <cp:revision>309</cp:revision>
  <dcterms:created xsi:type="dcterms:W3CDTF">2026-02-13T05:34:04Z</dcterms:created>
  <dcterms:modified xsi:type="dcterms:W3CDTF">2026-02-24T04:09:27Z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