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60" r:id="rId4"/>
    <p:sldId id="266" r:id="rId5"/>
    <p:sldId id="261" r:id="rId6"/>
    <p:sldId id="262"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9E143-A0B3-4149-8A92-B1FE27ACFE33}" v="9" dt="2026-02-23T05:30:45.0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shmita Banerji" userId="47b77157-8c50-49c1-a34b-e4af5ecddd52" providerId="ADAL" clId="{68D84265-9341-4483-8B3D-1908B2D21FEB}"/>
    <pc:docChg chg="custSel addSld delSld modSld">
      <pc:chgData name="Sushmita Banerji" userId="47b77157-8c50-49c1-a34b-e4af5ecddd52" providerId="ADAL" clId="{68D84265-9341-4483-8B3D-1908B2D21FEB}" dt="2026-02-23T05:42:22.485" v="321" actId="20577"/>
      <pc:docMkLst>
        <pc:docMk/>
      </pc:docMkLst>
      <pc:sldChg chg="modSp new del">
        <pc:chgData name="Sushmita Banerji" userId="47b77157-8c50-49c1-a34b-e4af5ecddd52" providerId="ADAL" clId="{68D84265-9341-4483-8B3D-1908B2D21FEB}" dt="2026-02-23T04:31:04.997" v="3" actId="47"/>
        <pc:sldMkLst>
          <pc:docMk/>
          <pc:sldMk cId="1923753006" sldId="256"/>
        </pc:sldMkLst>
        <pc:spChg chg="mod">
          <ac:chgData name="Sushmita Banerji" userId="47b77157-8c50-49c1-a34b-e4af5ecddd52" providerId="ADAL" clId="{68D84265-9341-4483-8B3D-1908B2D21FEB}" dt="2026-02-23T04:24:12.655" v="1"/>
          <ac:spMkLst>
            <pc:docMk/>
            <pc:sldMk cId="1923753006" sldId="256"/>
            <ac:spMk id="2" creationId="{30FBD54F-4117-CB1A-946E-C9AA991DB21E}"/>
          </ac:spMkLst>
        </pc:spChg>
        <pc:spChg chg="mod">
          <ac:chgData name="Sushmita Banerji" userId="47b77157-8c50-49c1-a34b-e4af5ecddd52" providerId="ADAL" clId="{68D84265-9341-4483-8B3D-1908B2D21FEB}" dt="2026-02-23T04:24:12.655" v="1"/>
          <ac:spMkLst>
            <pc:docMk/>
            <pc:sldMk cId="1923753006" sldId="256"/>
            <ac:spMk id="3" creationId="{7596D5D7-47AF-6ED7-26F6-E85A79ABE794}"/>
          </ac:spMkLst>
        </pc:spChg>
      </pc:sldChg>
      <pc:sldChg chg="add">
        <pc:chgData name="Sushmita Banerji" userId="47b77157-8c50-49c1-a34b-e4af5ecddd52" providerId="ADAL" clId="{68D84265-9341-4483-8B3D-1908B2D21FEB}" dt="2026-02-23T04:31:02.444" v="2"/>
        <pc:sldMkLst>
          <pc:docMk/>
          <pc:sldMk cId="1715090784" sldId="257"/>
        </pc:sldMkLst>
      </pc:sldChg>
      <pc:sldChg chg="modSp new del">
        <pc:chgData name="Sushmita Banerji" userId="47b77157-8c50-49c1-a34b-e4af5ecddd52" providerId="ADAL" clId="{68D84265-9341-4483-8B3D-1908B2D21FEB}" dt="2026-02-23T05:00:43.779" v="11" actId="47"/>
        <pc:sldMkLst>
          <pc:docMk/>
          <pc:sldMk cId="4035929577" sldId="258"/>
        </pc:sldMkLst>
        <pc:spChg chg="mod">
          <ac:chgData name="Sushmita Banerji" userId="47b77157-8c50-49c1-a34b-e4af5ecddd52" providerId="ADAL" clId="{68D84265-9341-4483-8B3D-1908B2D21FEB}" dt="2026-02-23T05:00:04.893" v="5"/>
          <ac:spMkLst>
            <pc:docMk/>
            <pc:sldMk cId="4035929577" sldId="258"/>
            <ac:spMk id="3" creationId="{DEE6FB62-FA4A-FB45-C52A-F75E756585CB}"/>
          </ac:spMkLst>
        </pc:spChg>
      </pc:sldChg>
      <pc:sldChg chg="modSp new mod">
        <pc:chgData name="Sushmita Banerji" userId="47b77157-8c50-49c1-a34b-e4af5ecddd52" providerId="ADAL" clId="{68D84265-9341-4483-8B3D-1908B2D21FEB}" dt="2026-02-23T05:11:31.354" v="54" actId="114"/>
        <pc:sldMkLst>
          <pc:docMk/>
          <pc:sldMk cId="1424815621" sldId="259"/>
        </pc:sldMkLst>
        <pc:spChg chg="mod">
          <ac:chgData name="Sushmita Banerji" userId="47b77157-8c50-49c1-a34b-e4af5ecddd52" providerId="ADAL" clId="{68D84265-9341-4483-8B3D-1908B2D21FEB}" dt="2026-02-23T05:11:31.354" v="54" actId="114"/>
          <ac:spMkLst>
            <pc:docMk/>
            <pc:sldMk cId="1424815621" sldId="259"/>
            <ac:spMk id="2" creationId="{9EB37DD7-C149-7C47-1E9E-1A152D1E63F4}"/>
          </ac:spMkLst>
        </pc:spChg>
        <pc:spChg chg="mod">
          <ac:chgData name="Sushmita Banerji" userId="47b77157-8c50-49c1-a34b-e4af5ecddd52" providerId="ADAL" clId="{68D84265-9341-4483-8B3D-1908B2D21FEB}" dt="2026-02-23T05:08:04.757" v="46" actId="5793"/>
          <ac:spMkLst>
            <pc:docMk/>
            <pc:sldMk cId="1424815621" sldId="259"/>
            <ac:spMk id="3" creationId="{559B79C6-A6B8-3EB6-96EC-A66A5C78EDA9}"/>
          </ac:spMkLst>
        </pc:spChg>
      </pc:sldChg>
      <pc:sldChg chg="modSp new mod">
        <pc:chgData name="Sushmita Banerji" userId="47b77157-8c50-49c1-a34b-e4af5ecddd52" providerId="ADAL" clId="{68D84265-9341-4483-8B3D-1908B2D21FEB}" dt="2026-02-23T05:17:26.324" v="171" actId="20577"/>
        <pc:sldMkLst>
          <pc:docMk/>
          <pc:sldMk cId="811075947" sldId="260"/>
        </pc:sldMkLst>
        <pc:spChg chg="mod">
          <ac:chgData name="Sushmita Banerji" userId="47b77157-8c50-49c1-a34b-e4af5ecddd52" providerId="ADAL" clId="{68D84265-9341-4483-8B3D-1908B2D21FEB}" dt="2026-02-23T05:16:28.051" v="66" actId="20577"/>
          <ac:spMkLst>
            <pc:docMk/>
            <pc:sldMk cId="811075947" sldId="260"/>
            <ac:spMk id="2" creationId="{32C1B839-3D45-6296-1306-25FEF6C006A6}"/>
          </ac:spMkLst>
        </pc:spChg>
        <pc:spChg chg="mod">
          <ac:chgData name="Sushmita Banerji" userId="47b77157-8c50-49c1-a34b-e4af5ecddd52" providerId="ADAL" clId="{68D84265-9341-4483-8B3D-1908B2D21FEB}" dt="2026-02-23T05:17:26.324" v="171" actId="20577"/>
          <ac:spMkLst>
            <pc:docMk/>
            <pc:sldMk cId="811075947" sldId="260"/>
            <ac:spMk id="3" creationId="{47337055-A25D-4C3C-84A0-0048464304B2}"/>
          </ac:spMkLst>
        </pc:spChg>
      </pc:sldChg>
      <pc:sldChg chg="new del">
        <pc:chgData name="Sushmita Banerji" userId="47b77157-8c50-49c1-a34b-e4af5ecddd52" providerId="ADAL" clId="{68D84265-9341-4483-8B3D-1908B2D21FEB}" dt="2026-02-23T05:17:42.170" v="173" actId="47"/>
        <pc:sldMkLst>
          <pc:docMk/>
          <pc:sldMk cId="3209975585" sldId="261"/>
        </pc:sldMkLst>
      </pc:sldChg>
      <pc:sldChg chg="modSp new mod">
        <pc:chgData name="Sushmita Banerji" userId="47b77157-8c50-49c1-a34b-e4af5ecddd52" providerId="ADAL" clId="{68D84265-9341-4483-8B3D-1908B2D21FEB}" dt="2026-02-23T05:20:10.893" v="182" actId="20577"/>
        <pc:sldMkLst>
          <pc:docMk/>
          <pc:sldMk cId="4150221662" sldId="261"/>
        </pc:sldMkLst>
        <pc:spChg chg="mod">
          <ac:chgData name="Sushmita Banerji" userId="47b77157-8c50-49c1-a34b-e4af5ecddd52" providerId="ADAL" clId="{68D84265-9341-4483-8B3D-1908B2D21FEB}" dt="2026-02-23T05:20:10.893" v="182" actId="20577"/>
          <ac:spMkLst>
            <pc:docMk/>
            <pc:sldMk cId="4150221662" sldId="261"/>
            <ac:spMk id="2" creationId="{F1469140-2C62-D2A7-F45B-628B76B8DA95}"/>
          </ac:spMkLst>
        </pc:spChg>
        <pc:spChg chg="mod">
          <ac:chgData name="Sushmita Banerji" userId="47b77157-8c50-49c1-a34b-e4af5ecddd52" providerId="ADAL" clId="{68D84265-9341-4483-8B3D-1908B2D21FEB}" dt="2026-02-23T05:19:39.344" v="178" actId="14100"/>
          <ac:spMkLst>
            <pc:docMk/>
            <pc:sldMk cId="4150221662" sldId="261"/>
            <ac:spMk id="3" creationId="{CFE71920-40CE-6DE7-6E5D-AF4989CD566F}"/>
          </ac:spMkLst>
        </pc:spChg>
      </pc:sldChg>
      <pc:sldChg chg="modSp new mod">
        <pc:chgData name="Sushmita Banerji" userId="47b77157-8c50-49c1-a34b-e4af5ecddd52" providerId="ADAL" clId="{68D84265-9341-4483-8B3D-1908B2D21FEB}" dt="2026-02-23T05:21:18.921" v="191" actId="14100"/>
        <pc:sldMkLst>
          <pc:docMk/>
          <pc:sldMk cId="432809245" sldId="262"/>
        </pc:sldMkLst>
        <pc:spChg chg="mod">
          <ac:chgData name="Sushmita Banerji" userId="47b77157-8c50-49c1-a34b-e4af5ecddd52" providerId="ADAL" clId="{68D84265-9341-4483-8B3D-1908B2D21FEB}" dt="2026-02-23T05:21:18.921" v="191" actId="14100"/>
          <ac:spMkLst>
            <pc:docMk/>
            <pc:sldMk cId="432809245" sldId="262"/>
            <ac:spMk id="2" creationId="{2663D34A-D2CF-2757-7C6A-D5262206E1D2}"/>
          </ac:spMkLst>
        </pc:spChg>
        <pc:spChg chg="mod">
          <ac:chgData name="Sushmita Banerji" userId="47b77157-8c50-49c1-a34b-e4af5ecddd52" providerId="ADAL" clId="{68D84265-9341-4483-8B3D-1908B2D21FEB}" dt="2026-02-23T05:20:53.311" v="185" actId="27636"/>
          <ac:spMkLst>
            <pc:docMk/>
            <pc:sldMk cId="432809245" sldId="262"/>
            <ac:spMk id="3" creationId="{E7CFC8C4-E749-B9E5-F1A7-7DCBAA59EF4A}"/>
          </ac:spMkLst>
        </pc:spChg>
      </pc:sldChg>
      <pc:sldChg chg="modSp new mod">
        <pc:chgData name="Sushmita Banerji" userId="47b77157-8c50-49c1-a34b-e4af5ecddd52" providerId="ADAL" clId="{68D84265-9341-4483-8B3D-1908B2D21FEB}" dt="2026-02-23T05:24:26.075" v="198" actId="14100"/>
        <pc:sldMkLst>
          <pc:docMk/>
          <pc:sldMk cId="1056342156" sldId="263"/>
        </pc:sldMkLst>
        <pc:spChg chg="mod">
          <ac:chgData name="Sushmita Banerji" userId="47b77157-8c50-49c1-a34b-e4af5ecddd52" providerId="ADAL" clId="{68D84265-9341-4483-8B3D-1908B2D21FEB}" dt="2026-02-23T05:24:26.075" v="198" actId="14100"/>
          <ac:spMkLst>
            <pc:docMk/>
            <pc:sldMk cId="1056342156" sldId="263"/>
            <ac:spMk id="2" creationId="{CD4E852A-336B-9C47-388E-67CB0A7005DF}"/>
          </ac:spMkLst>
        </pc:spChg>
        <pc:spChg chg="mod">
          <ac:chgData name="Sushmita Banerji" userId="47b77157-8c50-49c1-a34b-e4af5ecddd52" providerId="ADAL" clId="{68D84265-9341-4483-8B3D-1908B2D21FEB}" dt="2026-02-23T05:24:22.450" v="197" actId="14100"/>
          <ac:spMkLst>
            <pc:docMk/>
            <pc:sldMk cId="1056342156" sldId="263"/>
            <ac:spMk id="3" creationId="{4CF6F204-8DCF-3A89-5741-6E1F91B07D78}"/>
          </ac:spMkLst>
        </pc:spChg>
      </pc:sldChg>
      <pc:sldChg chg="modSp new mod">
        <pc:chgData name="Sushmita Banerji" userId="47b77157-8c50-49c1-a34b-e4af5ecddd52" providerId="ADAL" clId="{68D84265-9341-4483-8B3D-1908B2D21FEB}" dt="2026-02-23T05:29:24.161" v="206" actId="27636"/>
        <pc:sldMkLst>
          <pc:docMk/>
          <pc:sldMk cId="2918248172" sldId="264"/>
        </pc:sldMkLst>
        <pc:spChg chg="mod">
          <ac:chgData name="Sushmita Banerji" userId="47b77157-8c50-49c1-a34b-e4af5ecddd52" providerId="ADAL" clId="{68D84265-9341-4483-8B3D-1908B2D21FEB}" dt="2026-02-23T05:29:24.161" v="206" actId="27636"/>
          <ac:spMkLst>
            <pc:docMk/>
            <pc:sldMk cId="2918248172" sldId="264"/>
            <ac:spMk id="2" creationId="{38995BBE-64DD-9061-48BD-E6055F2EE039}"/>
          </ac:spMkLst>
        </pc:spChg>
        <pc:spChg chg="mod">
          <ac:chgData name="Sushmita Banerji" userId="47b77157-8c50-49c1-a34b-e4af5ecddd52" providerId="ADAL" clId="{68D84265-9341-4483-8B3D-1908B2D21FEB}" dt="2026-02-23T05:29:07.082" v="201" actId="27636"/>
          <ac:spMkLst>
            <pc:docMk/>
            <pc:sldMk cId="2918248172" sldId="264"/>
            <ac:spMk id="3" creationId="{19AFB55F-284A-87E3-2D44-0AE91F4314B0}"/>
          </ac:spMkLst>
        </pc:spChg>
      </pc:sldChg>
      <pc:sldChg chg="modSp new mod">
        <pc:chgData name="Sushmita Banerji" userId="47b77157-8c50-49c1-a34b-e4af5ecddd52" providerId="ADAL" clId="{68D84265-9341-4483-8B3D-1908B2D21FEB}" dt="2026-02-23T05:30:57.356" v="215" actId="14100"/>
        <pc:sldMkLst>
          <pc:docMk/>
          <pc:sldMk cId="1000199534" sldId="265"/>
        </pc:sldMkLst>
        <pc:spChg chg="mod">
          <ac:chgData name="Sushmita Banerji" userId="47b77157-8c50-49c1-a34b-e4af5ecddd52" providerId="ADAL" clId="{68D84265-9341-4483-8B3D-1908B2D21FEB}" dt="2026-02-23T05:30:57.356" v="215" actId="14100"/>
          <ac:spMkLst>
            <pc:docMk/>
            <pc:sldMk cId="1000199534" sldId="265"/>
            <ac:spMk id="2" creationId="{97BBD907-6080-1A6E-955E-7CF1B775B646}"/>
          </ac:spMkLst>
        </pc:spChg>
        <pc:spChg chg="mod">
          <ac:chgData name="Sushmita Banerji" userId="47b77157-8c50-49c1-a34b-e4af5ecddd52" providerId="ADAL" clId="{68D84265-9341-4483-8B3D-1908B2D21FEB}" dt="2026-02-23T05:30:40.498" v="209" actId="27636"/>
          <ac:spMkLst>
            <pc:docMk/>
            <pc:sldMk cId="1000199534" sldId="265"/>
            <ac:spMk id="3" creationId="{28458C62-D1B2-697A-5FF4-72CBFF49828B}"/>
          </ac:spMkLst>
        </pc:spChg>
      </pc:sldChg>
      <pc:sldChg chg="modSp new mod">
        <pc:chgData name="Sushmita Banerji" userId="47b77157-8c50-49c1-a34b-e4af5ecddd52" providerId="ADAL" clId="{68D84265-9341-4483-8B3D-1908B2D21FEB}" dt="2026-02-23T05:42:22.485" v="321" actId="20577"/>
        <pc:sldMkLst>
          <pc:docMk/>
          <pc:sldMk cId="556630805" sldId="266"/>
        </pc:sldMkLst>
        <pc:spChg chg="mod">
          <ac:chgData name="Sushmita Banerji" userId="47b77157-8c50-49c1-a34b-e4af5ecddd52" providerId="ADAL" clId="{68D84265-9341-4483-8B3D-1908B2D21FEB}" dt="2026-02-23T05:41:02.709" v="225" actId="20577"/>
          <ac:spMkLst>
            <pc:docMk/>
            <pc:sldMk cId="556630805" sldId="266"/>
            <ac:spMk id="2" creationId="{2C310504-795C-406E-7A57-1950589FAB8F}"/>
          </ac:spMkLst>
        </pc:spChg>
        <pc:spChg chg="mod">
          <ac:chgData name="Sushmita Banerji" userId="47b77157-8c50-49c1-a34b-e4af5ecddd52" providerId="ADAL" clId="{68D84265-9341-4483-8B3D-1908B2D21FEB}" dt="2026-02-23T05:42:22.485" v="321" actId="20577"/>
          <ac:spMkLst>
            <pc:docMk/>
            <pc:sldMk cId="556630805" sldId="266"/>
            <ac:spMk id="3" creationId="{654B6A23-CF65-6986-5004-B5BED39D8C5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B1FBAA5-F254-4C8B-9546-C97817C9A6EE}" type="datetimeFigureOut">
              <a:rPr lang="en-IN" smtClean="0"/>
              <a:t>23-02-2026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BD34B8-6C54-47CE-9578-8C285977E07D}" type="slidenum">
              <a:rPr lang="en-IN" smtClean="0"/>
              <a:t>‹#›</a:t>
            </a:fld>
            <a:endParaRPr lang="en-IN"/>
          </a:p>
        </p:txBody>
      </p:sp>
    </p:spTree>
    <p:extLst>
      <p:ext uri="{BB962C8B-B14F-4D97-AF65-F5344CB8AC3E}">
        <p14:creationId xmlns:p14="http://schemas.microsoft.com/office/powerpoint/2010/main" val="371620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1FBAA5-F254-4C8B-9546-C97817C9A6EE}" type="datetimeFigureOut">
              <a:rPr lang="en-IN" smtClean="0"/>
              <a:t>23-02-2026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BD34B8-6C54-47CE-9578-8C285977E07D}" type="slidenum">
              <a:rPr lang="en-IN" smtClean="0"/>
              <a:t>‹#›</a:t>
            </a:fld>
            <a:endParaRPr lang="en-IN"/>
          </a:p>
        </p:txBody>
      </p:sp>
    </p:spTree>
    <p:extLst>
      <p:ext uri="{BB962C8B-B14F-4D97-AF65-F5344CB8AC3E}">
        <p14:creationId xmlns:p14="http://schemas.microsoft.com/office/powerpoint/2010/main" val="2664257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1FBAA5-F254-4C8B-9546-C97817C9A6EE}" type="datetimeFigureOut">
              <a:rPr lang="en-IN" smtClean="0"/>
              <a:t>23-02-2026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BD34B8-6C54-47CE-9578-8C285977E07D}" type="slidenum">
              <a:rPr lang="en-IN" smtClean="0"/>
              <a:t>‹#›</a:t>
            </a:fld>
            <a:endParaRPr lang="en-IN"/>
          </a:p>
        </p:txBody>
      </p:sp>
    </p:spTree>
    <p:extLst>
      <p:ext uri="{BB962C8B-B14F-4D97-AF65-F5344CB8AC3E}">
        <p14:creationId xmlns:p14="http://schemas.microsoft.com/office/powerpoint/2010/main" val="1675156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1FBAA5-F254-4C8B-9546-C97817C9A6EE}" type="datetimeFigureOut">
              <a:rPr lang="en-IN" smtClean="0"/>
              <a:t>23-02-2026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BD34B8-6C54-47CE-9578-8C285977E07D}" type="slidenum">
              <a:rPr lang="en-IN" smtClean="0"/>
              <a:t>‹#›</a:t>
            </a:fld>
            <a:endParaRPr lang="en-IN"/>
          </a:p>
        </p:txBody>
      </p:sp>
    </p:spTree>
    <p:extLst>
      <p:ext uri="{BB962C8B-B14F-4D97-AF65-F5344CB8AC3E}">
        <p14:creationId xmlns:p14="http://schemas.microsoft.com/office/powerpoint/2010/main" val="237287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B1FBAA5-F254-4C8B-9546-C97817C9A6EE}" type="datetimeFigureOut">
              <a:rPr lang="en-IN" smtClean="0"/>
              <a:t>23-02-2026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BBD34B8-6C54-47CE-9578-8C285977E07D}" type="slidenum">
              <a:rPr lang="en-IN" smtClean="0"/>
              <a:t>‹#›</a:t>
            </a:fld>
            <a:endParaRPr lang="en-IN"/>
          </a:p>
        </p:txBody>
      </p:sp>
    </p:spTree>
    <p:extLst>
      <p:ext uri="{BB962C8B-B14F-4D97-AF65-F5344CB8AC3E}">
        <p14:creationId xmlns:p14="http://schemas.microsoft.com/office/powerpoint/2010/main" val="591834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B1FBAA5-F254-4C8B-9546-C97817C9A6EE}" type="datetimeFigureOut">
              <a:rPr lang="en-IN" smtClean="0"/>
              <a:t>23-02-2026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BBD34B8-6C54-47CE-9578-8C285977E07D}" type="slidenum">
              <a:rPr lang="en-IN" smtClean="0"/>
              <a:t>‹#›</a:t>
            </a:fld>
            <a:endParaRPr lang="en-IN"/>
          </a:p>
        </p:txBody>
      </p:sp>
    </p:spTree>
    <p:extLst>
      <p:ext uri="{BB962C8B-B14F-4D97-AF65-F5344CB8AC3E}">
        <p14:creationId xmlns:p14="http://schemas.microsoft.com/office/powerpoint/2010/main" val="1370173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1FBAA5-F254-4C8B-9546-C97817C9A6EE}" type="datetimeFigureOut">
              <a:rPr lang="en-IN" smtClean="0"/>
              <a:t>23-02-2026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BBD34B8-6C54-47CE-9578-8C285977E07D}" type="slidenum">
              <a:rPr lang="en-IN" smtClean="0"/>
              <a:t>‹#›</a:t>
            </a:fld>
            <a:endParaRPr lang="en-IN"/>
          </a:p>
        </p:txBody>
      </p:sp>
    </p:spTree>
    <p:extLst>
      <p:ext uri="{BB962C8B-B14F-4D97-AF65-F5344CB8AC3E}">
        <p14:creationId xmlns:p14="http://schemas.microsoft.com/office/powerpoint/2010/main" val="3096928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1FBAA5-F254-4C8B-9546-C97817C9A6EE}" type="datetimeFigureOut">
              <a:rPr lang="en-IN" smtClean="0"/>
              <a:t>23-02-2026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BD34B8-6C54-47CE-9578-8C285977E07D}" type="slidenum">
              <a:rPr lang="en-IN" smtClean="0"/>
              <a:t>‹#›</a:t>
            </a:fld>
            <a:endParaRPr lang="en-IN"/>
          </a:p>
        </p:txBody>
      </p:sp>
    </p:spTree>
    <p:extLst>
      <p:ext uri="{BB962C8B-B14F-4D97-AF65-F5344CB8AC3E}">
        <p14:creationId xmlns:p14="http://schemas.microsoft.com/office/powerpoint/2010/main" val="682051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1FBAA5-F254-4C8B-9546-C97817C9A6EE}" type="datetimeFigureOut">
              <a:rPr lang="en-IN" smtClean="0"/>
              <a:t>23-02-2026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BD34B8-6C54-47CE-9578-8C285977E07D}" type="slidenum">
              <a:rPr lang="en-IN" smtClean="0"/>
              <a:t>‹#›</a:t>
            </a:fld>
            <a:endParaRPr lang="en-IN"/>
          </a:p>
        </p:txBody>
      </p:sp>
    </p:spTree>
    <p:extLst>
      <p:ext uri="{BB962C8B-B14F-4D97-AF65-F5344CB8AC3E}">
        <p14:creationId xmlns:p14="http://schemas.microsoft.com/office/powerpoint/2010/main" val="3782518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1FBAA5-F254-4C8B-9546-C97817C9A6EE}" type="datetimeFigureOut">
              <a:rPr lang="en-IN" smtClean="0"/>
              <a:t>23-02-2026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BD34B8-6C54-47CE-9578-8C285977E07D}" type="slidenum">
              <a:rPr lang="en-IN" smtClean="0"/>
              <a:t>‹#›</a:t>
            </a:fld>
            <a:endParaRPr lang="en-IN"/>
          </a:p>
        </p:txBody>
      </p:sp>
    </p:spTree>
    <p:extLst>
      <p:ext uri="{BB962C8B-B14F-4D97-AF65-F5344CB8AC3E}">
        <p14:creationId xmlns:p14="http://schemas.microsoft.com/office/powerpoint/2010/main" val="2924785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1FBAA5-F254-4C8B-9546-C97817C9A6EE}" type="datetimeFigureOut">
              <a:rPr lang="en-IN" smtClean="0"/>
              <a:t>23-02-2026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BD34B8-6C54-47CE-9578-8C285977E07D}" type="slidenum">
              <a:rPr lang="en-IN" smtClean="0"/>
              <a:t>‹#›</a:t>
            </a:fld>
            <a:endParaRPr lang="en-IN"/>
          </a:p>
        </p:txBody>
      </p:sp>
    </p:spTree>
    <p:extLst>
      <p:ext uri="{BB962C8B-B14F-4D97-AF65-F5344CB8AC3E}">
        <p14:creationId xmlns:p14="http://schemas.microsoft.com/office/powerpoint/2010/main" val="42331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EB1FBAA5-F254-4C8B-9546-C97817C9A6EE}" type="datetimeFigureOut">
              <a:rPr lang="en-IN" smtClean="0"/>
              <a:t>23-02-2026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EBBD34B8-6C54-47CE-9578-8C285977E07D}" type="slidenum">
              <a:rPr lang="en-IN" smtClean="0"/>
              <a:t>‹#›</a:t>
            </a:fld>
            <a:endParaRPr lang="en-IN"/>
          </a:p>
        </p:txBody>
      </p:sp>
    </p:spTree>
    <p:extLst>
      <p:ext uri="{BB962C8B-B14F-4D97-AF65-F5344CB8AC3E}">
        <p14:creationId xmlns:p14="http://schemas.microsoft.com/office/powerpoint/2010/main" val="85861377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5E18A-CD27-DC40-ECD7-20223FC0CFA9}"/>
              </a:ext>
            </a:extLst>
          </p:cNvPr>
          <p:cNvSpPr>
            <a:spLocks noGrp="1"/>
          </p:cNvSpPr>
          <p:nvPr>
            <p:ph type="ctrTitle"/>
          </p:nvPr>
        </p:nvSpPr>
        <p:spPr/>
        <p:txBody>
          <a:bodyPr/>
          <a:lstStyle/>
          <a:p>
            <a:r>
              <a:rPr lang="en-IN" dirty="0"/>
              <a:t>IHS: Literature Module</a:t>
            </a:r>
          </a:p>
        </p:txBody>
      </p:sp>
      <p:sp>
        <p:nvSpPr>
          <p:cNvPr id="3" name="Subtitle 2">
            <a:extLst>
              <a:ext uri="{FF2B5EF4-FFF2-40B4-BE49-F238E27FC236}">
                <a16:creationId xmlns:a16="http://schemas.microsoft.com/office/drawing/2014/main" id="{1634F751-52E1-CC66-845D-EDCC1F454B68}"/>
              </a:ext>
            </a:extLst>
          </p:cNvPr>
          <p:cNvSpPr>
            <a:spLocks noGrp="1"/>
          </p:cNvSpPr>
          <p:nvPr>
            <p:ph type="subTitle" idx="1"/>
          </p:nvPr>
        </p:nvSpPr>
        <p:spPr/>
        <p:txBody>
          <a:bodyPr/>
          <a:lstStyle/>
          <a:p>
            <a:r>
              <a:rPr lang="en-IN" dirty="0"/>
              <a:t>Sushmita Banerji</a:t>
            </a:r>
          </a:p>
        </p:txBody>
      </p:sp>
    </p:spTree>
    <p:extLst>
      <p:ext uri="{BB962C8B-B14F-4D97-AF65-F5344CB8AC3E}">
        <p14:creationId xmlns:p14="http://schemas.microsoft.com/office/powerpoint/2010/main" val="1715090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37DD7-C149-7C47-1E9E-1A152D1E63F4}"/>
              </a:ext>
            </a:extLst>
          </p:cNvPr>
          <p:cNvSpPr>
            <a:spLocks noGrp="1"/>
          </p:cNvSpPr>
          <p:nvPr>
            <p:ph type="ctrTitle"/>
          </p:nvPr>
        </p:nvSpPr>
        <p:spPr>
          <a:xfrm>
            <a:off x="1524000" y="1122362"/>
            <a:ext cx="9144000" cy="3248469"/>
          </a:xfrm>
        </p:spPr>
        <p:txBody>
          <a:bodyPr>
            <a:normAutofit/>
          </a:bodyPr>
          <a:lstStyle/>
          <a:p>
            <a:r>
              <a:rPr lang="en-US" sz="4000" dirty="0"/>
              <a:t>“The Ones Who Walk Away From Omelas”</a:t>
            </a:r>
            <a:br>
              <a:rPr lang="en-US" sz="4000" dirty="0"/>
            </a:br>
            <a:r>
              <a:rPr lang="en-US" sz="4000" dirty="0"/>
              <a:t>by Ursula K </a:t>
            </a:r>
            <a:r>
              <a:rPr lang="en-US" sz="4000" dirty="0" err="1"/>
              <a:t>LeGuin</a:t>
            </a:r>
            <a:r>
              <a:rPr lang="en-US" sz="4000" dirty="0"/>
              <a:t> - from </a:t>
            </a:r>
            <a:r>
              <a:rPr lang="en-US" sz="4000" i="1" dirty="0"/>
              <a:t>The Wind's Twelve Quarters </a:t>
            </a:r>
            <a:r>
              <a:rPr lang="en-US" sz="4000" dirty="0"/>
              <a:t>(1975)</a:t>
            </a:r>
            <a:endParaRPr lang="en-IN" sz="4000" dirty="0"/>
          </a:p>
        </p:txBody>
      </p:sp>
      <p:sp>
        <p:nvSpPr>
          <p:cNvPr id="3" name="Subtitle 2">
            <a:extLst>
              <a:ext uri="{FF2B5EF4-FFF2-40B4-BE49-F238E27FC236}">
                <a16:creationId xmlns:a16="http://schemas.microsoft.com/office/drawing/2014/main" id="{559B79C6-A6B8-3EB6-96EC-A66A5C78EDA9}"/>
              </a:ext>
            </a:extLst>
          </p:cNvPr>
          <p:cNvSpPr>
            <a:spLocks noGrp="1"/>
          </p:cNvSpPr>
          <p:nvPr>
            <p:ph type="subTitle" idx="1"/>
          </p:nvPr>
        </p:nvSpPr>
        <p:spPr>
          <a:xfrm>
            <a:off x="1524000" y="4672584"/>
            <a:ext cx="9144000" cy="585216"/>
          </a:xfrm>
        </p:spPr>
        <p:txBody>
          <a:bodyPr/>
          <a:lstStyle/>
          <a:p>
            <a:r>
              <a:rPr lang="en-IN" dirty="0"/>
              <a:t>Originally Published – 1973 </a:t>
            </a:r>
          </a:p>
        </p:txBody>
      </p:sp>
    </p:spTree>
    <p:extLst>
      <p:ext uri="{BB962C8B-B14F-4D97-AF65-F5344CB8AC3E}">
        <p14:creationId xmlns:p14="http://schemas.microsoft.com/office/powerpoint/2010/main" val="1424815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1B839-3D45-6296-1306-25FEF6C006A6}"/>
              </a:ext>
            </a:extLst>
          </p:cNvPr>
          <p:cNvSpPr>
            <a:spLocks noGrp="1"/>
          </p:cNvSpPr>
          <p:nvPr>
            <p:ph type="title"/>
          </p:nvPr>
        </p:nvSpPr>
        <p:spPr/>
        <p:txBody>
          <a:bodyPr/>
          <a:lstStyle/>
          <a:p>
            <a:r>
              <a:rPr lang="en-IN" dirty="0"/>
              <a:t>Particulars</a:t>
            </a:r>
          </a:p>
        </p:txBody>
      </p:sp>
      <p:sp>
        <p:nvSpPr>
          <p:cNvPr id="3" name="Content Placeholder 2">
            <a:extLst>
              <a:ext uri="{FF2B5EF4-FFF2-40B4-BE49-F238E27FC236}">
                <a16:creationId xmlns:a16="http://schemas.microsoft.com/office/drawing/2014/main" id="{47337055-A25D-4C3C-84A0-0048464304B2}"/>
              </a:ext>
            </a:extLst>
          </p:cNvPr>
          <p:cNvSpPr>
            <a:spLocks noGrp="1"/>
          </p:cNvSpPr>
          <p:nvPr>
            <p:ph idx="1"/>
          </p:nvPr>
        </p:nvSpPr>
        <p:spPr/>
        <p:txBody>
          <a:bodyPr/>
          <a:lstStyle/>
          <a:p>
            <a:r>
              <a:rPr lang="en-IN" dirty="0"/>
              <a:t>Time</a:t>
            </a:r>
          </a:p>
          <a:p>
            <a:r>
              <a:rPr lang="en-IN" dirty="0"/>
              <a:t>Place</a:t>
            </a:r>
          </a:p>
          <a:p>
            <a:r>
              <a:rPr lang="en-IN" dirty="0"/>
              <a:t>People</a:t>
            </a:r>
          </a:p>
          <a:p>
            <a:r>
              <a:rPr lang="en-IN" dirty="0"/>
              <a:t>Characterisation of people, spaces, of the world</a:t>
            </a:r>
          </a:p>
          <a:p>
            <a:r>
              <a:rPr lang="en-IN" dirty="0"/>
              <a:t>Vocabulary</a:t>
            </a:r>
          </a:p>
          <a:p>
            <a:r>
              <a:rPr lang="en-IN" dirty="0"/>
              <a:t>Mood and world building</a:t>
            </a:r>
          </a:p>
        </p:txBody>
      </p:sp>
    </p:spTree>
    <p:extLst>
      <p:ext uri="{BB962C8B-B14F-4D97-AF65-F5344CB8AC3E}">
        <p14:creationId xmlns:p14="http://schemas.microsoft.com/office/powerpoint/2010/main" val="811075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10504-795C-406E-7A57-1950589FAB8F}"/>
              </a:ext>
            </a:extLst>
          </p:cNvPr>
          <p:cNvSpPr>
            <a:spLocks noGrp="1"/>
          </p:cNvSpPr>
          <p:nvPr>
            <p:ph type="title"/>
          </p:nvPr>
        </p:nvSpPr>
        <p:spPr/>
        <p:txBody>
          <a:bodyPr/>
          <a:lstStyle/>
          <a:p>
            <a:r>
              <a:rPr lang="en-IN" dirty="0"/>
              <a:t>Narration</a:t>
            </a:r>
          </a:p>
        </p:txBody>
      </p:sp>
      <p:sp>
        <p:nvSpPr>
          <p:cNvPr id="3" name="Content Placeholder 2">
            <a:extLst>
              <a:ext uri="{FF2B5EF4-FFF2-40B4-BE49-F238E27FC236}">
                <a16:creationId xmlns:a16="http://schemas.microsoft.com/office/drawing/2014/main" id="{654B6A23-CF65-6986-5004-B5BED39D8C54}"/>
              </a:ext>
            </a:extLst>
          </p:cNvPr>
          <p:cNvSpPr>
            <a:spLocks noGrp="1"/>
          </p:cNvSpPr>
          <p:nvPr>
            <p:ph idx="1"/>
          </p:nvPr>
        </p:nvSpPr>
        <p:spPr/>
        <p:txBody>
          <a:bodyPr/>
          <a:lstStyle/>
          <a:p>
            <a:r>
              <a:rPr lang="en-IN" dirty="0"/>
              <a:t>First/Second/Third??</a:t>
            </a:r>
          </a:p>
          <a:p>
            <a:r>
              <a:rPr lang="en-IN" dirty="0"/>
              <a:t>Omniscient? </a:t>
            </a:r>
          </a:p>
          <a:p>
            <a:r>
              <a:rPr lang="en-IN" dirty="0"/>
              <a:t>Limited?</a:t>
            </a:r>
          </a:p>
          <a:p>
            <a:r>
              <a:rPr lang="en-IN" dirty="0"/>
              <a:t>Clues in the text?</a:t>
            </a:r>
          </a:p>
          <a:p>
            <a:r>
              <a:rPr lang="en-IN" dirty="0"/>
              <a:t>Movement in the voice</a:t>
            </a:r>
          </a:p>
          <a:p>
            <a:r>
              <a:rPr lang="en-IN" dirty="0"/>
              <a:t>Commentary</a:t>
            </a:r>
          </a:p>
        </p:txBody>
      </p:sp>
    </p:spTree>
    <p:extLst>
      <p:ext uri="{BB962C8B-B14F-4D97-AF65-F5344CB8AC3E}">
        <p14:creationId xmlns:p14="http://schemas.microsoft.com/office/powerpoint/2010/main" val="55663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69140-2C62-D2A7-F45B-628B76B8DA95}"/>
              </a:ext>
            </a:extLst>
          </p:cNvPr>
          <p:cNvSpPr>
            <a:spLocks noGrp="1"/>
          </p:cNvSpPr>
          <p:nvPr>
            <p:ph type="ctrTitle"/>
          </p:nvPr>
        </p:nvSpPr>
        <p:spPr>
          <a:xfrm>
            <a:off x="1524000" y="1122362"/>
            <a:ext cx="9144000" cy="3486214"/>
          </a:xfrm>
        </p:spPr>
        <p:txBody>
          <a:bodyPr>
            <a:noAutofit/>
          </a:bodyPr>
          <a:lstStyle/>
          <a:p>
            <a:r>
              <a:rPr lang="en-US" sz="2800" dirty="0"/>
              <a:t>They were not barbarians, I do not know the rules and laws of their society, but I</a:t>
            </a:r>
            <a:br>
              <a:rPr lang="en-US" sz="2800" dirty="0"/>
            </a:br>
            <a:r>
              <a:rPr lang="en-US" sz="2800" dirty="0"/>
              <a:t>suspect that they were singularly few. As they did without monarchy and slavery, so they also</a:t>
            </a:r>
            <a:br>
              <a:rPr lang="en-US" sz="2800" dirty="0"/>
            </a:br>
            <a:r>
              <a:rPr lang="en-US" sz="2800" dirty="0"/>
              <a:t>got on without the stock exchange, the advertisement, the secret police, and the bomb. Yet I</a:t>
            </a:r>
            <a:br>
              <a:rPr lang="en-US" sz="2800" dirty="0"/>
            </a:br>
            <a:r>
              <a:rPr lang="en-US" sz="2800" dirty="0"/>
              <a:t>repeat that these were not simple folk, not dulcet shepherds, noble savages, bland utopians.</a:t>
            </a:r>
            <a:endParaRPr lang="en-IN" sz="2800" dirty="0"/>
          </a:p>
        </p:txBody>
      </p:sp>
      <p:sp>
        <p:nvSpPr>
          <p:cNvPr id="3" name="Subtitle 2">
            <a:extLst>
              <a:ext uri="{FF2B5EF4-FFF2-40B4-BE49-F238E27FC236}">
                <a16:creationId xmlns:a16="http://schemas.microsoft.com/office/drawing/2014/main" id="{CFE71920-40CE-6DE7-6E5D-AF4989CD566F}"/>
              </a:ext>
            </a:extLst>
          </p:cNvPr>
          <p:cNvSpPr>
            <a:spLocks noGrp="1"/>
          </p:cNvSpPr>
          <p:nvPr>
            <p:ph type="subTitle" idx="1"/>
          </p:nvPr>
        </p:nvSpPr>
        <p:spPr>
          <a:xfrm flipV="1">
            <a:off x="1524000" y="5257799"/>
            <a:ext cx="9144000" cy="477837"/>
          </a:xfrm>
        </p:spPr>
        <p:txBody>
          <a:bodyPr/>
          <a:lstStyle/>
          <a:p>
            <a:endParaRPr lang="en-IN" dirty="0"/>
          </a:p>
        </p:txBody>
      </p:sp>
    </p:spTree>
    <p:extLst>
      <p:ext uri="{BB962C8B-B14F-4D97-AF65-F5344CB8AC3E}">
        <p14:creationId xmlns:p14="http://schemas.microsoft.com/office/powerpoint/2010/main" val="4150221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3D34A-D2CF-2757-7C6A-D5262206E1D2}"/>
              </a:ext>
            </a:extLst>
          </p:cNvPr>
          <p:cNvSpPr>
            <a:spLocks noGrp="1"/>
          </p:cNvSpPr>
          <p:nvPr>
            <p:ph type="ctrTitle"/>
          </p:nvPr>
        </p:nvSpPr>
        <p:spPr>
          <a:xfrm>
            <a:off x="1524000" y="1122363"/>
            <a:ext cx="9144000" cy="2699830"/>
          </a:xfrm>
        </p:spPr>
        <p:txBody>
          <a:bodyPr>
            <a:normAutofit/>
          </a:bodyPr>
          <a:lstStyle/>
          <a:p>
            <a:r>
              <a:rPr lang="en-US" sz="2800" dirty="0"/>
              <a:t>Only pain is intellectual, only evil interesting.</a:t>
            </a:r>
            <a:br>
              <a:rPr lang="en-US" sz="2800" dirty="0"/>
            </a:br>
            <a:r>
              <a:rPr lang="en-US" sz="2800" dirty="0"/>
              <a:t>This is the treason of the artist: a refusal to admit the banality of evil and the terrible boredom of</a:t>
            </a:r>
            <a:br>
              <a:rPr lang="en-US" sz="2800" dirty="0"/>
            </a:br>
            <a:r>
              <a:rPr lang="en-US" sz="2800" dirty="0"/>
              <a:t>pain.</a:t>
            </a:r>
            <a:endParaRPr lang="en-IN" sz="2800" dirty="0"/>
          </a:p>
        </p:txBody>
      </p:sp>
      <p:sp>
        <p:nvSpPr>
          <p:cNvPr id="3" name="Subtitle 2">
            <a:extLst>
              <a:ext uri="{FF2B5EF4-FFF2-40B4-BE49-F238E27FC236}">
                <a16:creationId xmlns:a16="http://schemas.microsoft.com/office/drawing/2014/main" id="{E7CFC8C4-E749-B9E5-F1A7-7DCBAA59EF4A}"/>
              </a:ext>
            </a:extLst>
          </p:cNvPr>
          <p:cNvSpPr>
            <a:spLocks noGrp="1"/>
          </p:cNvSpPr>
          <p:nvPr>
            <p:ph type="subTitle" idx="1"/>
          </p:nvPr>
        </p:nvSpPr>
        <p:spPr>
          <a:xfrm>
            <a:off x="1524000" y="5212080"/>
            <a:ext cx="9144000" cy="45719"/>
          </a:xfrm>
        </p:spPr>
        <p:txBody>
          <a:bodyPr>
            <a:normAutofit fontScale="25000" lnSpcReduction="20000"/>
          </a:bodyPr>
          <a:lstStyle/>
          <a:p>
            <a:endParaRPr lang="en-IN" dirty="0"/>
          </a:p>
        </p:txBody>
      </p:sp>
    </p:spTree>
    <p:extLst>
      <p:ext uri="{BB962C8B-B14F-4D97-AF65-F5344CB8AC3E}">
        <p14:creationId xmlns:p14="http://schemas.microsoft.com/office/powerpoint/2010/main" val="432809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E852A-336B-9C47-388E-67CB0A7005DF}"/>
              </a:ext>
            </a:extLst>
          </p:cNvPr>
          <p:cNvSpPr>
            <a:spLocks noGrp="1"/>
          </p:cNvSpPr>
          <p:nvPr>
            <p:ph type="ctrTitle"/>
          </p:nvPr>
        </p:nvSpPr>
        <p:spPr>
          <a:xfrm>
            <a:off x="1524000" y="1122362"/>
            <a:ext cx="9144000" cy="2882709"/>
          </a:xfrm>
        </p:spPr>
        <p:txBody>
          <a:bodyPr>
            <a:normAutofit/>
          </a:bodyPr>
          <a:lstStyle/>
          <a:p>
            <a:r>
              <a:rPr lang="en-US" sz="3200" dirty="0"/>
              <a:t>Happiness is based on a just discrimination of what is necessary,</a:t>
            </a:r>
            <a:br>
              <a:rPr lang="en-US" sz="3200" dirty="0"/>
            </a:br>
            <a:r>
              <a:rPr lang="en-US" sz="3200" dirty="0"/>
              <a:t>what is neither necessary nor destructive, and what is destructive. </a:t>
            </a:r>
            <a:endParaRPr lang="en-IN" sz="3200" dirty="0"/>
          </a:p>
        </p:txBody>
      </p:sp>
      <p:sp>
        <p:nvSpPr>
          <p:cNvPr id="3" name="Subtitle 2">
            <a:extLst>
              <a:ext uri="{FF2B5EF4-FFF2-40B4-BE49-F238E27FC236}">
                <a16:creationId xmlns:a16="http://schemas.microsoft.com/office/drawing/2014/main" id="{4CF6F204-8DCF-3A89-5741-6E1F91B07D78}"/>
              </a:ext>
            </a:extLst>
          </p:cNvPr>
          <p:cNvSpPr>
            <a:spLocks noGrp="1"/>
          </p:cNvSpPr>
          <p:nvPr>
            <p:ph type="subTitle" idx="1"/>
          </p:nvPr>
        </p:nvSpPr>
        <p:spPr>
          <a:xfrm>
            <a:off x="1524000" y="4636008"/>
            <a:ext cx="9144000" cy="621792"/>
          </a:xfrm>
        </p:spPr>
        <p:txBody>
          <a:bodyPr/>
          <a:lstStyle/>
          <a:p>
            <a:endParaRPr lang="en-IN" dirty="0"/>
          </a:p>
        </p:txBody>
      </p:sp>
    </p:spTree>
    <p:extLst>
      <p:ext uri="{BB962C8B-B14F-4D97-AF65-F5344CB8AC3E}">
        <p14:creationId xmlns:p14="http://schemas.microsoft.com/office/powerpoint/2010/main" val="1056342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95BBE-64DD-9061-48BD-E6055F2EE039}"/>
              </a:ext>
            </a:extLst>
          </p:cNvPr>
          <p:cNvSpPr>
            <a:spLocks noGrp="1"/>
          </p:cNvSpPr>
          <p:nvPr>
            <p:ph type="ctrTitle"/>
          </p:nvPr>
        </p:nvSpPr>
        <p:spPr>
          <a:xfrm>
            <a:off x="1524000" y="1122362"/>
            <a:ext cx="9144000" cy="4135437"/>
          </a:xfrm>
        </p:spPr>
        <p:txBody>
          <a:bodyPr>
            <a:normAutofit/>
          </a:bodyPr>
          <a:lstStyle/>
          <a:p>
            <a:r>
              <a:rPr lang="en-US" sz="3200" dirty="0"/>
              <a:t> They all know that it has to be there. Some of them</a:t>
            </a:r>
            <a:br>
              <a:rPr lang="en-US" sz="3200" dirty="0"/>
            </a:br>
            <a:r>
              <a:rPr lang="en-US" sz="3200" dirty="0"/>
              <a:t>understand why, and some do not, but they all understand that their happiness, the beauty of</a:t>
            </a:r>
            <a:br>
              <a:rPr lang="en-US" sz="3200" dirty="0"/>
            </a:br>
            <a:r>
              <a:rPr lang="en-US" sz="3200" dirty="0"/>
              <a:t>their city, the tenderness of their friendships, the health of their children, the wisdom of their</a:t>
            </a:r>
            <a:br>
              <a:rPr lang="en-US" sz="3200" dirty="0"/>
            </a:br>
            <a:r>
              <a:rPr lang="en-US" sz="3200" dirty="0"/>
              <a:t>scholars, the skill of their makers, even the abundance of their harvest and the kindly weathers</a:t>
            </a:r>
            <a:br>
              <a:rPr lang="en-US" sz="3200" dirty="0"/>
            </a:br>
            <a:r>
              <a:rPr lang="en-US" sz="3200" dirty="0"/>
              <a:t>of their skies, depend wholly on this child's abominable misery.</a:t>
            </a:r>
            <a:endParaRPr lang="en-IN" sz="3200" dirty="0"/>
          </a:p>
        </p:txBody>
      </p:sp>
      <p:sp>
        <p:nvSpPr>
          <p:cNvPr id="3" name="Subtitle 2">
            <a:extLst>
              <a:ext uri="{FF2B5EF4-FFF2-40B4-BE49-F238E27FC236}">
                <a16:creationId xmlns:a16="http://schemas.microsoft.com/office/drawing/2014/main" id="{19AFB55F-284A-87E3-2D44-0AE91F4314B0}"/>
              </a:ext>
            </a:extLst>
          </p:cNvPr>
          <p:cNvSpPr>
            <a:spLocks noGrp="1"/>
          </p:cNvSpPr>
          <p:nvPr>
            <p:ph type="subTitle" idx="1"/>
          </p:nvPr>
        </p:nvSpPr>
        <p:spPr>
          <a:xfrm flipV="1">
            <a:off x="1524000" y="5257800"/>
            <a:ext cx="9144000" cy="146304"/>
          </a:xfrm>
        </p:spPr>
        <p:txBody>
          <a:bodyPr>
            <a:normAutofit fontScale="25000" lnSpcReduction="20000"/>
          </a:bodyPr>
          <a:lstStyle/>
          <a:p>
            <a:endParaRPr lang="en-IN" dirty="0"/>
          </a:p>
        </p:txBody>
      </p:sp>
    </p:spTree>
    <p:extLst>
      <p:ext uri="{BB962C8B-B14F-4D97-AF65-F5344CB8AC3E}">
        <p14:creationId xmlns:p14="http://schemas.microsoft.com/office/powerpoint/2010/main" val="2918248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BD907-6080-1A6E-955E-7CF1B775B646}"/>
              </a:ext>
            </a:extLst>
          </p:cNvPr>
          <p:cNvSpPr>
            <a:spLocks noGrp="1"/>
          </p:cNvSpPr>
          <p:nvPr>
            <p:ph type="ctrTitle"/>
          </p:nvPr>
        </p:nvSpPr>
        <p:spPr>
          <a:xfrm>
            <a:off x="1524000" y="1122362"/>
            <a:ext cx="9144000" cy="3184463"/>
          </a:xfrm>
        </p:spPr>
        <p:txBody>
          <a:bodyPr>
            <a:normAutofit/>
          </a:bodyPr>
          <a:lstStyle/>
          <a:p>
            <a:r>
              <a:rPr lang="en-US" sz="2800" dirty="0"/>
              <a:t> To exchange all the goodness and grace of every life in</a:t>
            </a:r>
            <a:br>
              <a:rPr lang="en-US" sz="2800" dirty="0"/>
            </a:br>
            <a:r>
              <a:rPr lang="en-US" sz="2800" dirty="0"/>
              <a:t>Omelas for that single, small improvement: to throw away the happiness of thousands for the</a:t>
            </a:r>
            <a:br>
              <a:rPr lang="en-US" sz="2800" dirty="0"/>
            </a:br>
            <a:r>
              <a:rPr lang="en-US" sz="2800" dirty="0"/>
              <a:t>chance of happiness of one: that would be to let guilt within the walls indeed.</a:t>
            </a:r>
            <a:endParaRPr lang="en-IN" sz="2800" dirty="0"/>
          </a:p>
        </p:txBody>
      </p:sp>
      <p:sp>
        <p:nvSpPr>
          <p:cNvPr id="3" name="Subtitle 2">
            <a:extLst>
              <a:ext uri="{FF2B5EF4-FFF2-40B4-BE49-F238E27FC236}">
                <a16:creationId xmlns:a16="http://schemas.microsoft.com/office/drawing/2014/main" id="{28458C62-D1B2-697A-5FF4-72CBFF49828B}"/>
              </a:ext>
            </a:extLst>
          </p:cNvPr>
          <p:cNvSpPr>
            <a:spLocks noGrp="1"/>
          </p:cNvSpPr>
          <p:nvPr>
            <p:ph type="subTitle" idx="1"/>
          </p:nvPr>
        </p:nvSpPr>
        <p:spPr>
          <a:xfrm>
            <a:off x="1524000" y="5175504"/>
            <a:ext cx="9144000" cy="82296"/>
          </a:xfrm>
        </p:spPr>
        <p:txBody>
          <a:bodyPr>
            <a:normAutofit fontScale="25000" lnSpcReduction="20000"/>
          </a:bodyPr>
          <a:lstStyle/>
          <a:p>
            <a:endParaRPr lang="en-IN" dirty="0"/>
          </a:p>
        </p:txBody>
      </p:sp>
    </p:spTree>
    <p:extLst>
      <p:ext uri="{BB962C8B-B14F-4D97-AF65-F5344CB8AC3E}">
        <p14:creationId xmlns:p14="http://schemas.microsoft.com/office/powerpoint/2010/main" val="100019953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docProps/app.xml><?xml version="1.0" encoding="utf-8"?>
<Properties xmlns="http://schemas.openxmlformats.org/officeDocument/2006/extended-properties" xmlns:vt="http://schemas.openxmlformats.org/officeDocument/2006/docPropsVTypes">
  <Template>Office Theme</Template>
  <TotalTime>78</TotalTime>
  <Words>343</Words>
  <Application>Microsoft Office PowerPoint</Application>
  <PresentationFormat>Widescreen</PresentationFormat>
  <Paragraphs>23</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IHS: Literature Module</vt:lpstr>
      <vt:lpstr>“The Ones Who Walk Away From Omelas” by Ursula K LeGuin - from The Wind's Twelve Quarters (1975)</vt:lpstr>
      <vt:lpstr>Particulars</vt:lpstr>
      <vt:lpstr>Narration</vt:lpstr>
      <vt:lpstr>They were not barbarians, I do not know the rules and laws of their society, but I suspect that they were singularly few. As they did without monarchy and slavery, so they also got on without the stock exchange, the advertisement, the secret police, and the bomb. Yet I repeat that these were not simple folk, not dulcet shepherds, noble savages, bland utopians.</vt:lpstr>
      <vt:lpstr>Only pain is intellectual, only evil interesting. This is the treason of the artist: a refusal to admit the banality of evil and the terrible boredom of pain.</vt:lpstr>
      <vt:lpstr>Happiness is based on a just discrimination of what is necessary, what is neither necessary nor destructive, and what is destructive. </vt:lpstr>
      <vt:lpstr> They all know that it has to be there. Some of them understand why, and some do not, but they all understand that their happiness, the beauty of their city, the tenderness of their friendships, the health of their children, the wisdom of their scholars, the skill of their makers, even the abundance of their harvest and the kindly weathers of their skies, depend wholly on this child's abominable misery.</vt:lpstr>
      <vt:lpstr> To exchange all the goodness and grace of every life in Omelas for that single, small improvement: to throw away the happiness of thousands for the chance of happiness of one: that would be to let guilt within the walls indeed.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Sushmita Banerji</dc:creator>
  <cp:lastModifiedBy>Sushmita Banerji</cp:lastModifiedBy>
  <cp:revision>1</cp:revision>
  <dcterms:created xsi:type="dcterms:W3CDTF">2026-02-23T04:24:04Z</dcterms:created>
  <dcterms:modified xsi:type="dcterms:W3CDTF">2026-02-23T05:42:25Z</dcterms:modified>
</cp:coreProperties>
</file>