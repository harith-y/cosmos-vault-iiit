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5" r:id="rId8"/>
    <p:sldId id="264" r:id="rId9"/>
    <p:sldId id="266" r:id="rId10"/>
    <p:sldId id="263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C0295-007B-4CF5-86DE-FCB545BCC715}" v="23" dt="2026-02-19T05:53:49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ita Banerji" userId="47b77157-8c50-49c1-a34b-e4af5ecddd52" providerId="ADAL" clId="{68D84265-9341-4483-8B3D-1908B2D21FEB}"/>
    <pc:docChg chg="undo custSel addSld delSld modSld sldOrd">
      <pc:chgData name="Sushmita Banerji" userId="47b77157-8c50-49c1-a34b-e4af5ecddd52" providerId="ADAL" clId="{68D84265-9341-4483-8B3D-1908B2D21FEB}" dt="2026-02-19T06:06:54.500" v="1468" actId="20577"/>
      <pc:docMkLst>
        <pc:docMk/>
      </pc:docMkLst>
      <pc:sldChg chg="modSp new mod">
        <pc:chgData name="Sushmita Banerji" userId="47b77157-8c50-49c1-a34b-e4af5ecddd52" providerId="ADAL" clId="{68D84265-9341-4483-8B3D-1908B2D21FEB}" dt="2026-02-18T10:50:57.826" v="64" actId="20577"/>
        <pc:sldMkLst>
          <pc:docMk/>
          <pc:sldMk cId="1715090784" sldId="256"/>
        </pc:sldMkLst>
        <pc:spChg chg="mod">
          <ac:chgData name="Sushmita Banerji" userId="47b77157-8c50-49c1-a34b-e4af5ecddd52" providerId="ADAL" clId="{68D84265-9341-4483-8B3D-1908B2D21FEB}" dt="2026-02-18T10:50:41.023" v="28" actId="20577"/>
          <ac:spMkLst>
            <pc:docMk/>
            <pc:sldMk cId="1715090784" sldId="256"/>
            <ac:spMk id="2" creationId="{E625E18A-CD27-DC40-ECD7-20223FC0CFA9}"/>
          </ac:spMkLst>
        </pc:spChg>
        <pc:spChg chg="mod">
          <ac:chgData name="Sushmita Banerji" userId="47b77157-8c50-49c1-a34b-e4af5ecddd52" providerId="ADAL" clId="{68D84265-9341-4483-8B3D-1908B2D21FEB}" dt="2026-02-18T10:50:57.826" v="64" actId="20577"/>
          <ac:spMkLst>
            <pc:docMk/>
            <pc:sldMk cId="1715090784" sldId="256"/>
            <ac:spMk id="3" creationId="{1634F751-52E1-CC66-845D-EDCC1F454B68}"/>
          </ac:spMkLst>
        </pc:spChg>
      </pc:sldChg>
      <pc:sldChg chg="new del">
        <pc:chgData name="Sushmita Banerji" userId="47b77157-8c50-49c1-a34b-e4af5ecddd52" providerId="ADAL" clId="{68D84265-9341-4483-8B3D-1908B2D21FEB}" dt="2026-02-19T04:38:49.599" v="140" actId="47"/>
        <pc:sldMkLst>
          <pc:docMk/>
          <pc:sldMk cId="684691761" sldId="257"/>
        </pc:sldMkLst>
      </pc:sldChg>
      <pc:sldChg chg="modSp new del mod">
        <pc:chgData name="Sushmita Banerji" userId="47b77157-8c50-49c1-a34b-e4af5ecddd52" providerId="ADAL" clId="{68D84265-9341-4483-8B3D-1908B2D21FEB}" dt="2026-02-19T04:39:54.900" v="158" actId="47"/>
        <pc:sldMkLst>
          <pc:docMk/>
          <pc:sldMk cId="1275791634" sldId="257"/>
        </pc:sldMkLst>
        <pc:spChg chg="mod">
          <ac:chgData name="Sushmita Banerji" userId="47b77157-8c50-49c1-a34b-e4af5ecddd52" providerId="ADAL" clId="{68D84265-9341-4483-8B3D-1908B2D21FEB}" dt="2026-02-19T04:38:59.512" v="147" actId="20577"/>
          <ac:spMkLst>
            <pc:docMk/>
            <pc:sldMk cId="1275791634" sldId="257"/>
            <ac:spMk id="2" creationId="{8705ABB0-F793-CC82-18EE-760B13CE082D}"/>
          </ac:spMkLst>
        </pc:spChg>
      </pc:sldChg>
      <pc:sldChg chg="modSp new del mod">
        <pc:chgData name="Sushmita Banerji" userId="47b77157-8c50-49c1-a34b-e4af5ecddd52" providerId="ADAL" clId="{68D84265-9341-4483-8B3D-1908B2D21FEB}" dt="2026-02-19T04:38:37.081" v="138" actId="2696"/>
        <pc:sldMkLst>
          <pc:docMk/>
          <pc:sldMk cId="3772609924" sldId="257"/>
        </pc:sldMkLst>
        <pc:spChg chg="mod">
          <ac:chgData name="Sushmita Banerji" userId="47b77157-8c50-49c1-a34b-e4af5ecddd52" providerId="ADAL" clId="{68D84265-9341-4483-8B3D-1908B2D21FEB}" dt="2026-02-19T04:38:28.305" v="137" actId="27636"/>
          <ac:spMkLst>
            <pc:docMk/>
            <pc:sldMk cId="3772609924" sldId="257"/>
            <ac:spMk id="2" creationId="{5F417BED-40CF-34E8-6FC6-579F44956BB3}"/>
          </ac:spMkLst>
        </pc:spChg>
        <pc:spChg chg="mod">
          <ac:chgData name="Sushmita Banerji" userId="47b77157-8c50-49c1-a34b-e4af5ecddd52" providerId="ADAL" clId="{68D84265-9341-4483-8B3D-1908B2D21FEB}" dt="2026-02-19T04:22:13.725" v="116" actId="5793"/>
          <ac:spMkLst>
            <pc:docMk/>
            <pc:sldMk cId="3772609924" sldId="257"/>
            <ac:spMk id="3" creationId="{7EAFBF02-E21A-478F-080A-D1C36B13F829}"/>
          </ac:spMkLst>
        </pc:spChg>
      </pc:sldChg>
      <pc:sldChg chg="new del">
        <pc:chgData name="Sushmita Banerji" userId="47b77157-8c50-49c1-a34b-e4af5ecddd52" providerId="ADAL" clId="{68D84265-9341-4483-8B3D-1908B2D21FEB}" dt="2026-02-19T04:39:09.067" v="149" actId="47"/>
        <pc:sldMkLst>
          <pc:docMk/>
          <pc:sldMk cId="1337468923" sldId="258"/>
        </pc:sldMkLst>
      </pc:sldChg>
      <pc:sldChg chg="modSp new mod">
        <pc:chgData name="Sushmita Banerji" userId="47b77157-8c50-49c1-a34b-e4af5ecddd52" providerId="ADAL" clId="{68D84265-9341-4483-8B3D-1908B2D21FEB}" dt="2026-02-19T04:39:42.541" v="157" actId="14100"/>
        <pc:sldMkLst>
          <pc:docMk/>
          <pc:sldMk cId="3932132449" sldId="258"/>
        </pc:sldMkLst>
        <pc:spChg chg="mod">
          <ac:chgData name="Sushmita Banerji" userId="47b77157-8c50-49c1-a34b-e4af5ecddd52" providerId="ADAL" clId="{68D84265-9341-4483-8B3D-1908B2D21FEB}" dt="2026-02-19T04:39:42.541" v="157" actId="14100"/>
          <ac:spMkLst>
            <pc:docMk/>
            <pc:sldMk cId="3932132449" sldId="258"/>
            <ac:spMk id="2" creationId="{A641EA79-F788-BFB8-B324-2D2A8B51E068}"/>
          </ac:spMkLst>
        </pc:spChg>
      </pc:sldChg>
      <pc:sldChg chg="modSp add mod">
        <pc:chgData name="Sushmita Banerji" userId="47b77157-8c50-49c1-a34b-e4af5ecddd52" providerId="ADAL" clId="{68D84265-9341-4483-8B3D-1908B2D21FEB}" dt="2026-02-19T05:10:15.884" v="503" actId="20577"/>
        <pc:sldMkLst>
          <pc:docMk/>
          <pc:sldMk cId="1881048754" sldId="259"/>
        </pc:sldMkLst>
        <pc:spChg chg="mod">
          <ac:chgData name="Sushmita Banerji" userId="47b77157-8c50-49c1-a34b-e4af5ecddd52" providerId="ADAL" clId="{68D84265-9341-4483-8B3D-1908B2D21FEB}" dt="2026-02-19T05:10:15.884" v="503" actId="20577"/>
          <ac:spMkLst>
            <pc:docMk/>
            <pc:sldMk cId="1881048754" sldId="259"/>
            <ac:spMk id="3" creationId="{A537DB83-334B-57DB-49F7-13F22604E663}"/>
          </ac:spMkLst>
        </pc:spChg>
      </pc:sldChg>
      <pc:sldChg chg="modSp new mod">
        <pc:chgData name="Sushmita Banerji" userId="47b77157-8c50-49c1-a34b-e4af5ecddd52" providerId="ADAL" clId="{68D84265-9341-4483-8B3D-1908B2D21FEB}" dt="2026-02-19T04:53:33.851" v="230" actId="14100"/>
        <pc:sldMkLst>
          <pc:docMk/>
          <pc:sldMk cId="3327572813" sldId="260"/>
        </pc:sldMkLst>
        <pc:spChg chg="mod">
          <ac:chgData name="Sushmita Banerji" userId="47b77157-8c50-49c1-a34b-e4af5ecddd52" providerId="ADAL" clId="{68D84265-9341-4483-8B3D-1908B2D21FEB}" dt="2026-02-19T04:53:33.851" v="230" actId="14100"/>
          <ac:spMkLst>
            <pc:docMk/>
            <pc:sldMk cId="3327572813" sldId="260"/>
            <ac:spMk id="2" creationId="{7C8E9532-5002-AFA4-1B0D-83F9DBE23E6A}"/>
          </ac:spMkLst>
        </pc:spChg>
      </pc:sldChg>
      <pc:sldChg chg="modSp add mod">
        <pc:chgData name="Sushmita Banerji" userId="47b77157-8c50-49c1-a34b-e4af5ecddd52" providerId="ADAL" clId="{68D84265-9341-4483-8B3D-1908B2D21FEB}" dt="2026-02-19T05:10:42.693" v="504" actId="14100"/>
        <pc:sldMkLst>
          <pc:docMk/>
          <pc:sldMk cId="2679144828" sldId="261"/>
        </pc:sldMkLst>
        <pc:spChg chg="mod">
          <ac:chgData name="Sushmita Banerji" userId="47b77157-8c50-49c1-a34b-e4af5ecddd52" providerId="ADAL" clId="{68D84265-9341-4483-8B3D-1908B2D21FEB}" dt="2026-02-19T05:10:42.693" v="504" actId="14100"/>
          <ac:spMkLst>
            <pc:docMk/>
            <pc:sldMk cId="2679144828" sldId="261"/>
            <ac:spMk id="3" creationId="{BDED3EBF-AF39-A850-039F-14CC4C7396F6}"/>
          </ac:spMkLst>
        </pc:spChg>
      </pc:sldChg>
      <pc:sldChg chg="new del">
        <pc:chgData name="Sushmita Banerji" userId="47b77157-8c50-49c1-a34b-e4af5ecddd52" providerId="ADAL" clId="{68D84265-9341-4483-8B3D-1908B2D21FEB}" dt="2026-02-19T04:53:50.764" v="232" actId="47"/>
        <pc:sldMkLst>
          <pc:docMk/>
          <pc:sldMk cId="3221153614" sldId="261"/>
        </pc:sldMkLst>
      </pc:sldChg>
      <pc:sldChg chg="modSp new mod ord">
        <pc:chgData name="Sushmita Banerji" userId="47b77157-8c50-49c1-a34b-e4af5ecddd52" providerId="ADAL" clId="{68D84265-9341-4483-8B3D-1908B2D21FEB}" dt="2026-02-19T05:07:21.687" v="447"/>
        <pc:sldMkLst>
          <pc:docMk/>
          <pc:sldMk cId="1431761121" sldId="262"/>
        </pc:sldMkLst>
        <pc:spChg chg="mod">
          <ac:chgData name="Sushmita Banerji" userId="47b77157-8c50-49c1-a34b-e4af5ecddd52" providerId="ADAL" clId="{68D84265-9341-4483-8B3D-1908B2D21FEB}" dt="2026-02-19T05:06:13.999" v="406" actId="20577"/>
          <ac:spMkLst>
            <pc:docMk/>
            <pc:sldMk cId="1431761121" sldId="262"/>
            <ac:spMk id="2" creationId="{3D4CF94D-DFB5-8B90-C147-51811A37D8BA}"/>
          </ac:spMkLst>
        </pc:spChg>
        <pc:spChg chg="mod">
          <ac:chgData name="Sushmita Banerji" userId="47b77157-8c50-49c1-a34b-e4af5ecddd52" providerId="ADAL" clId="{68D84265-9341-4483-8B3D-1908B2D21FEB}" dt="2026-02-19T05:07:15.141" v="445" actId="14100"/>
          <ac:spMkLst>
            <pc:docMk/>
            <pc:sldMk cId="1431761121" sldId="262"/>
            <ac:spMk id="3" creationId="{C4DBB355-9377-A4F6-259A-91E518667B89}"/>
          </ac:spMkLst>
        </pc:spChg>
      </pc:sldChg>
      <pc:sldChg chg="modSp new mod">
        <pc:chgData name="Sushmita Banerji" userId="47b77157-8c50-49c1-a34b-e4af5ecddd52" providerId="ADAL" clId="{68D84265-9341-4483-8B3D-1908B2D21FEB}" dt="2026-02-19T05:11:36.070" v="521" actId="14100"/>
        <pc:sldMkLst>
          <pc:docMk/>
          <pc:sldMk cId="3357316214" sldId="263"/>
        </pc:sldMkLst>
        <pc:spChg chg="mod">
          <ac:chgData name="Sushmita Banerji" userId="47b77157-8c50-49c1-a34b-e4af5ecddd52" providerId="ADAL" clId="{68D84265-9341-4483-8B3D-1908B2D21FEB}" dt="2026-02-19T05:11:30.702" v="520" actId="14100"/>
          <ac:spMkLst>
            <pc:docMk/>
            <pc:sldMk cId="3357316214" sldId="263"/>
            <ac:spMk id="2" creationId="{83F2183A-4FF5-C454-20A1-1FDBC872C3CC}"/>
          </ac:spMkLst>
        </pc:spChg>
        <pc:spChg chg="mod">
          <ac:chgData name="Sushmita Banerji" userId="47b77157-8c50-49c1-a34b-e4af5ecddd52" providerId="ADAL" clId="{68D84265-9341-4483-8B3D-1908B2D21FEB}" dt="2026-02-19T05:11:36.070" v="521" actId="14100"/>
          <ac:spMkLst>
            <pc:docMk/>
            <pc:sldMk cId="3357316214" sldId="263"/>
            <ac:spMk id="3" creationId="{375D92E0-6FAC-CC0F-56D1-B034618758D5}"/>
          </ac:spMkLst>
        </pc:spChg>
      </pc:sldChg>
      <pc:sldChg chg="modSp new mod">
        <pc:chgData name="Sushmita Banerji" userId="47b77157-8c50-49c1-a34b-e4af5ecddd52" providerId="ADAL" clId="{68D84265-9341-4483-8B3D-1908B2D21FEB}" dt="2026-02-19T05:35:02.050" v="847" actId="20577"/>
        <pc:sldMkLst>
          <pc:docMk/>
          <pc:sldMk cId="575054350" sldId="264"/>
        </pc:sldMkLst>
        <pc:spChg chg="mod">
          <ac:chgData name="Sushmita Banerji" userId="47b77157-8c50-49c1-a34b-e4af5ecddd52" providerId="ADAL" clId="{68D84265-9341-4483-8B3D-1908B2D21FEB}" dt="2026-02-19T05:20:07.691" v="532" actId="14100"/>
          <ac:spMkLst>
            <pc:docMk/>
            <pc:sldMk cId="575054350" sldId="264"/>
            <ac:spMk id="2" creationId="{F05E774E-DF43-B33B-361E-2EF4F935AC68}"/>
          </ac:spMkLst>
        </pc:spChg>
        <pc:spChg chg="mod">
          <ac:chgData name="Sushmita Banerji" userId="47b77157-8c50-49c1-a34b-e4af5ecddd52" providerId="ADAL" clId="{68D84265-9341-4483-8B3D-1908B2D21FEB}" dt="2026-02-19T05:35:02.050" v="847" actId="20577"/>
          <ac:spMkLst>
            <pc:docMk/>
            <pc:sldMk cId="575054350" sldId="264"/>
            <ac:spMk id="3" creationId="{E9BAA41A-407C-410D-B4FB-7C5A73F0231C}"/>
          </ac:spMkLst>
        </pc:spChg>
      </pc:sldChg>
      <pc:sldChg chg="addSp delSp modSp new mod">
        <pc:chgData name="Sushmita Banerji" userId="47b77157-8c50-49c1-a34b-e4af5ecddd52" providerId="ADAL" clId="{68D84265-9341-4483-8B3D-1908B2D21FEB}" dt="2026-02-19T05:33:42.740" v="839" actId="20577"/>
        <pc:sldMkLst>
          <pc:docMk/>
          <pc:sldMk cId="3274278726" sldId="265"/>
        </pc:sldMkLst>
        <pc:spChg chg="mod">
          <ac:chgData name="Sushmita Banerji" userId="47b77157-8c50-49c1-a34b-e4af5ecddd52" providerId="ADAL" clId="{68D84265-9341-4483-8B3D-1908B2D21FEB}" dt="2026-02-19T05:31:35.948" v="690" actId="20577"/>
          <ac:spMkLst>
            <pc:docMk/>
            <pc:sldMk cId="3274278726" sldId="265"/>
            <ac:spMk id="2" creationId="{A6F36310-1D50-93C0-E60B-218D6BE8D4A0}"/>
          </ac:spMkLst>
        </pc:spChg>
        <pc:spChg chg="mod">
          <ac:chgData name="Sushmita Banerji" userId="47b77157-8c50-49c1-a34b-e4af5ecddd52" providerId="ADAL" clId="{68D84265-9341-4483-8B3D-1908B2D21FEB}" dt="2026-02-19T05:33:42.740" v="839" actId="20577"/>
          <ac:spMkLst>
            <pc:docMk/>
            <pc:sldMk cId="3274278726" sldId="265"/>
            <ac:spMk id="3" creationId="{8B6D9CF5-4BC6-F8A2-4706-7042F11F6357}"/>
          </ac:spMkLst>
        </pc:spChg>
        <pc:cxnChg chg="add del">
          <ac:chgData name="Sushmita Banerji" userId="47b77157-8c50-49c1-a34b-e4af5ecddd52" providerId="ADAL" clId="{68D84265-9341-4483-8B3D-1908B2D21FEB}" dt="2026-02-19T05:27:58.127" v="612" actId="11529"/>
          <ac:cxnSpMkLst>
            <pc:docMk/>
            <pc:sldMk cId="3274278726" sldId="265"/>
            <ac:cxnSpMk id="5" creationId="{546C1093-C2AA-F02E-FFD3-EDAE88FD16AF}"/>
          </ac:cxnSpMkLst>
        </pc:cxnChg>
      </pc:sldChg>
      <pc:sldChg chg="modSp add mod">
        <pc:chgData name="Sushmita Banerji" userId="47b77157-8c50-49c1-a34b-e4af5ecddd52" providerId="ADAL" clId="{68D84265-9341-4483-8B3D-1908B2D21FEB}" dt="2026-02-19T05:41:35.389" v="1092" actId="114"/>
        <pc:sldMkLst>
          <pc:docMk/>
          <pc:sldMk cId="1537715805" sldId="266"/>
        </pc:sldMkLst>
        <pc:spChg chg="mod">
          <ac:chgData name="Sushmita Banerji" userId="47b77157-8c50-49c1-a34b-e4af5ecddd52" providerId="ADAL" clId="{68D84265-9341-4483-8B3D-1908B2D21FEB}" dt="2026-02-19T05:41:35.389" v="1092" actId="114"/>
          <ac:spMkLst>
            <pc:docMk/>
            <pc:sldMk cId="1537715805" sldId="266"/>
            <ac:spMk id="3" creationId="{6C39FDEA-BF99-C6AD-B99F-2D0CEBBAFE9E}"/>
          </ac:spMkLst>
        </pc:spChg>
      </pc:sldChg>
      <pc:sldChg chg="new del">
        <pc:chgData name="Sushmita Banerji" userId="47b77157-8c50-49c1-a34b-e4af5ecddd52" providerId="ADAL" clId="{68D84265-9341-4483-8B3D-1908B2D21FEB}" dt="2026-02-19T05:35:12.318" v="849" actId="47"/>
        <pc:sldMkLst>
          <pc:docMk/>
          <pc:sldMk cId="3551843031" sldId="266"/>
        </pc:sldMkLst>
      </pc:sldChg>
      <pc:sldChg chg="modSp add mod">
        <pc:chgData name="Sushmita Banerji" userId="47b77157-8c50-49c1-a34b-e4af5ecddd52" providerId="ADAL" clId="{68D84265-9341-4483-8B3D-1908B2D21FEB}" dt="2026-02-19T05:42:42.940" v="1094" actId="20577"/>
        <pc:sldMkLst>
          <pc:docMk/>
          <pc:sldMk cId="3838108423" sldId="267"/>
        </pc:sldMkLst>
        <pc:spChg chg="mod">
          <ac:chgData name="Sushmita Banerji" userId="47b77157-8c50-49c1-a34b-e4af5ecddd52" providerId="ADAL" clId="{68D84265-9341-4483-8B3D-1908B2D21FEB}" dt="2026-02-19T05:42:42.940" v="1094" actId="20577"/>
          <ac:spMkLst>
            <pc:docMk/>
            <pc:sldMk cId="3838108423" sldId="267"/>
            <ac:spMk id="3" creationId="{91CA70E8-A079-1BF3-4FDB-481D96937E90}"/>
          </ac:spMkLst>
        </pc:spChg>
      </pc:sldChg>
      <pc:sldChg chg="modSp add mod">
        <pc:chgData name="Sushmita Banerji" userId="47b77157-8c50-49c1-a34b-e4af5ecddd52" providerId="ADAL" clId="{68D84265-9341-4483-8B3D-1908B2D21FEB}" dt="2026-02-19T05:50:30.575" v="1152" actId="20577"/>
        <pc:sldMkLst>
          <pc:docMk/>
          <pc:sldMk cId="2069974844" sldId="268"/>
        </pc:sldMkLst>
        <pc:spChg chg="mod">
          <ac:chgData name="Sushmita Banerji" userId="47b77157-8c50-49c1-a34b-e4af5ecddd52" providerId="ADAL" clId="{68D84265-9341-4483-8B3D-1908B2D21FEB}" dt="2026-02-19T05:50:30.575" v="1152" actId="20577"/>
          <ac:spMkLst>
            <pc:docMk/>
            <pc:sldMk cId="2069974844" sldId="268"/>
            <ac:spMk id="2" creationId="{00000000-0000-0000-0000-000000000000}"/>
          </ac:spMkLst>
        </pc:spChg>
        <pc:spChg chg="mod">
          <ac:chgData name="Sushmita Banerji" userId="47b77157-8c50-49c1-a34b-e4af5ecddd52" providerId="ADAL" clId="{68D84265-9341-4483-8B3D-1908B2D21FEB}" dt="2026-02-19T05:47:29.348" v="1104" actId="27636"/>
          <ac:spMkLst>
            <pc:docMk/>
            <pc:sldMk cId="2069974844" sldId="268"/>
            <ac:spMk id="3" creationId="{00000000-0000-0000-0000-000000000000}"/>
          </ac:spMkLst>
        </pc:spChg>
      </pc:sldChg>
      <pc:sldChg chg="addSp delSp modSp add mod">
        <pc:chgData name="Sushmita Banerji" userId="47b77157-8c50-49c1-a34b-e4af5ecddd52" providerId="ADAL" clId="{68D84265-9341-4483-8B3D-1908B2D21FEB}" dt="2026-02-19T05:54:15.712" v="1189" actId="20577"/>
        <pc:sldMkLst>
          <pc:docMk/>
          <pc:sldMk cId="2270292542" sldId="269"/>
        </pc:sldMkLst>
        <pc:spChg chg="mod">
          <ac:chgData name="Sushmita Banerji" userId="47b77157-8c50-49c1-a34b-e4af5ecddd52" providerId="ADAL" clId="{68D84265-9341-4483-8B3D-1908B2D21FEB}" dt="2026-02-19T05:46:10.013" v="1098" actId="20577"/>
          <ac:spMkLst>
            <pc:docMk/>
            <pc:sldMk cId="2270292542" sldId="269"/>
            <ac:spMk id="2" creationId="{00000000-0000-0000-0000-000000000000}"/>
          </ac:spMkLst>
        </pc:spChg>
        <pc:spChg chg="mod">
          <ac:chgData name="Sushmita Banerji" userId="47b77157-8c50-49c1-a34b-e4af5ecddd52" providerId="ADAL" clId="{68D84265-9341-4483-8B3D-1908B2D21FEB}" dt="2026-02-19T05:54:15.712" v="1189" actId="20577"/>
          <ac:spMkLst>
            <pc:docMk/>
            <pc:sldMk cId="2270292542" sldId="269"/>
            <ac:spMk id="3" creationId="{00000000-0000-0000-0000-000000000000}"/>
          </ac:spMkLst>
        </pc:spChg>
        <pc:spChg chg="add del">
          <ac:chgData name="Sushmita Banerji" userId="47b77157-8c50-49c1-a34b-e4af5ecddd52" providerId="ADAL" clId="{68D84265-9341-4483-8B3D-1908B2D21FEB}" dt="2026-02-19T05:49:15.059" v="1106" actId="22"/>
          <ac:spMkLst>
            <pc:docMk/>
            <pc:sldMk cId="2270292542" sldId="269"/>
            <ac:spMk id="5" creationId="{AE6D8743-F3C1-85C2-74BF-8C4354F48AC9}"/>
          </ac:spMkLst>
        </pc:spChg>
      </pc:sldChg>
      <pc:sldChg chg="modSp new mod">
        <pc:chgData name="Sushmita Banerji" userId="47b77157-8c50-49c1-a34b-e4af5ecddd52" providerId="ADAL" clId="{68D84265-9341-4483-8B3D-1908B2D21FEB}" dt="2026-02-19T05:54:03.187" v="1188" actId="27636"/>
        <pc:sldMkLst>
          <pc:docMk/>
          <pc:sldMk cId="3760482838" sldId="270"/>
        </pc:sldMkLst>
        <pc:spChg chg="mod">
          <ac:chgData name="Sushmita Banerji" userId="47b77157-8c50-49c1-a34b-e4af5ecddd52" providerId="ADAL" clId="{68D84265-9341-4483-8B3D-1908B2D21FEB}" dt="2026-02-19T05:53:33.812" v="1184" actId="20577"/>
          <ac:spMkLst>
            <pc:docMk/>
            <pc:sldMk cId="3760482838" sldId="270"/>
            <ac:spMk id="2" creationId="{E9470C5F-0102-6F2E-23F3-C6206206C8E3}"/>
          </ac:spMkLst>
        </pc:spChg>
        <pc:spChg chg="mod">
          <ac:chgData name="Sushmita Banerji" userId="47b77157-8c50-49c1-a34b-e4af5ecddd52" providerId="ADAL" clId="{68D84265-9341-4483-8B3D-1908B2D21FEB}" dt="2026-02-19T05:54:03.187" v="1188" actId="27636"/>
          <ac:spMkLst>
            <pc:docMk/>
            <pc:sldMk cId="3760482838" sldId="270"/>
            <ac:spMk id="3" creationId="{1029A9FD-4AF6-E613-CFC2-FE29DBAA92AB}"/>
          </ac:spMkLst>
        </pc:spChg>
      </pc:sldChg>
      <pc:sldChg chg="modSp new mod">
        <pc:chgData name="Sushmita Banerji" userId="47b77157-8c50-49c1-a34b-e4af5ecddd52" providerId="ADAL" clId="{68D84265-9341-4483-8B3D-1908B2D21FEB}" dt="2026-02-19T05:57:03.727" v="1223" actId="20577"/>
        <pc:sldMkLst>
          <pc:docMk/>
          <pc:sldMk cId="3895576320" sldId="271"/>
        </pc:sldMkLst>
        <pc:spChg chg="mod">
          <ac:chgData name="Sushmita Banerji" userId="47b77157-8c50-49c1-a34b-e4af5ecddd52" providerId="ADAL" clId="{68D84265-9341-4483-8B3D-1908B2D21FEB}" dt="2026-02-19T05:56:55.170" v="1211" actId="20577"/>
          <ac:spMkLst>
            <pc:docMk/>
            <pc:sldMk cId="3895576320" sldId="271"/>
            <ac:spMk id="2" creationId="{F38FE371-D31D-7E19-87C0-3032D06CABA5}"/>
          </ac:spMkLst>
        </pc:spChg>
        <pc:spChg chg="mod">
          <ac:chgData name="Sushmita Banerji" userId="47b77157-8c50-49c1-a34b-e4af5ecddd52" providerId="ADAL" clId="{68D84265-9341-4483-8B3D-1908B2D21FEB}" dt="2026-02-19T05:57:03.727" v="1223" actId="20577"/>
          <ac:spMkLst>
            <pc:docMk/>
            <pc:sldMk cId="3895576320" sldId="271"/>
            <ac:spMk id="3" creationId="{3BE11185-7F6B-5F03-2A89-A1A30E49A239}"/>
          </ac:spMkLst>
        </pc:spChg>
      </pc:sldChg>
      <pc:sldChg chg="modSp new mod">
        <pc:chgData name="Sushmita Banerji" userId="47b77157-8c50-49c1-a34b-e4af5ecddd52" providerId="ADAL" clId="{68D84265-9341-4483-8B3D-1908B2D21FEB}" dt="2026-02-19T06:06:54.500" v="1468" actId="20577"/>
        <pc:sldMkLst>
          <pc:docMk/>
          <pc:sldMk cId="1433045018" sldId="272"/>
        </pc:sldMkLst>
        <pc:spChg chg="mod">
          <ac:chgData name="Sushmita Banerji" userId="47b77157-8c50-49c1-a34b-e4af5ecddd52" providerId="ADAL" clId="{68D84265-9341-4483-8B3D-1908B2D21FEB}" dt="2026-02-19T06:06:26.637" v="1443" actId="27636"/>
          <ac:spMkLst>
            <pc:docMk/>
            <pc:sldMk cId="1433045018" sldId="272"/>
            <ac:spMk id="2" creationId="{81EC54E7-1965-89EF-E991-7B303E5A2BED}"/>
          </ac:spMkLst>
        </pc:spChg>
        <pc:spChg chg="mod">
          <ac:chgData name="Sushmita Banerji" userId="47b77157-8c50-49c1-a34b-e4af5ecddd52" providerId="ADAL" clId="{68D84265-9341-4483-8B3D-1908B2D21FEB}" dt="2026-02-19T06:06:54.500" v="1468" actId="20577"/>
          <ac:spMkLst>
            <pc:docMk/>
            <pc:sldMk cId="1433045018" sldId="272"/>
            <ac:spMk id="3" creationId="{2B6B35AF-D1B6-EB39-98C4-A85FB29240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30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61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76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87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03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6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04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311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3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3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3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9572650-4EC3-409B-BA6E-25B7AC8C885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D64D008-9015-4BCC-BC57-0D7D51E68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36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E18A-CD27-DC40-ECD7-20223FC0CF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IHS: Literature 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4F751-52E1-CC66-845D-EDCC1F454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Sushmita Banerji</a:t>
            </a:r>
          </a:p>
        </p:txBody>
      </p:sp>
    </p:spTree>
    <p:extLst>
      <p:ext uri="{BB962C8B-B14F-4D97-AF65-F5344CB8AC3E}">
        <p14:creationId xmlns:p14="http://schemas.microsoft.com/office/powerpoint/2010/main" val="171509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F94D-DFB5-8B90-C147-51811A37D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36205"/>
          </a:xfrm>
        </p:spPr>
        <p:txBody>
          <a:bodyPr/>
          <a:lstStyle/>
          <a:p>
            <a:r>
              <a:rPr lang="en-IN" dirty="0"/>
              <a:t>Russian Formalists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BB355-9377-A4F6-259A-91E518667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16352"/>
            <a:ext cx="9144000" cy="2441448"/>
          </a:xfrm>
        </p:spPr>
        <p:txBody>
          <a:bodyPr>
            <a:normAutofit/>
          </a:bodyPr>
          <a:lstStyle/>
          <a:p>
            <a:r>
              <a:rPr lang="en-IN" sz="2800" dirty="0"/>
              <a:t>Vladimir Propp and Viktor Shklovsky</a:t>
            </a:r>
          </a:p>
        </p:txBody>
      </p:sp>
    </p:spTree>
    <p:extLst>
      <p:ext uri="{BB962C8B-B14F-4D97-AF65-F5344CB8AC3E}">
        <p14:creationId xmlns:p14="http://schemas.microsoft.com/office/powerpoint/2010/main" val="143176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EA79-F788-BFB8-B324-2D2A8B51E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91653"/>
          </a:xfrm>
        </p:spPr>
        <p:txBody>
          <a:bodyPr/>
          <a:lstStyle/>
          <a:p>
            <a:r>
              <a:rPr lang="en-IN" dirty="0"/>
              <a:t>Fabula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77682-B46F-ADF1-DFE4-16868F7B2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13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C236-A78D-85F5-CDAE-40603423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1F63-1A59-7A93-4722-BE28DBADF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91653"/>
          </a:xfrm>
        </p:spPr>
        <p:txBody>
          <a:bodyPr/>
          <a:lstStyle/>
          <a:p>
            <a:r>
              <a:rPr lang="en-IN" dirty="0"/>
              <a:t>Fabula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7DB83-334B-57DB-49F7-13F22604E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992" y="3163823"/>
            <a:ext cx="9144000" cy="2114613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 </a:t>
            </a:r>
            <a:r>
              <a:rPr lang="en-US" i="1" dirty="0"/>
              <a:t>imagined world</a:t>
            </a:r>
            <a:r>
              <a:rPr lang="en-US" dirty="0"/>
              <a:t> — what happened, who was there, what it meant for those people i.e., the emotional arc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Logic of events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material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Story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04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9532-5002-AFA4-1B0D-83F9DBE23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73949"/>
          </a:xfrm>
        </p:spPr>
        <p:txBody>
          <a:bodyPr/>
          <a:lstStyle/>
          <a:p>
            <a:r>
              <a:rPr lang="en-IN" dirty="0" err="1"/>
              <a:t>Syuzhet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E7018-8AE9-E499-F917-8E353D362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57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53EBD-F39F-0ADE-0C23-82B7D1411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B6FF-EB69-3E7E-82AF-964F3803D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73949"/>
          </a:xfrm>
        </p:spPr>
        <p:txBody>
          <a:bodyPr/>
          <a:lstStyle/>
          <a:p>
            <a:r>
              <a:rPr lang="en-IN" dirty="0" err="1"/>
              <a:t>Syuzhet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D3EBF-AF39-A850-039F-14CC4C739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8104"/>
            <a:ext cx="9144000" cy="213969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way a Fabula is organized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events and actions that allow the Fabula to unfold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Synchronous/Asynchronous ( flashbacks and fast-forwards)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Plot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14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6310-1D50-93C0-E60B-218D6BE8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D9CF5-4BC6-F8A2-4706-7042F11F6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Fabula – the life of say Nelson Mandela</a:t>
            </a:r>
          </a:p>
          <a:p>
            <a:pPr marL="0" indent="0">
              <a:buNone/>
            </a:pPr>
            <a:r>
              <a:rPr lang="en-IN" dirty="0"/>
              <a:t> Birth </a:t>
            </a:r>
            <a:r>
              <a:rPr lang="en-IN" sz="2000" dirty="0">
                <a:sym typeface="Wingdings" panose="05000000000000000000" pitchFamily="2" charset="2"/>
              </a:rPr>
              <a:t></a:t>
            </a:r>
            <a:r>
              <a:rPr lang="en-IN" dirty="0"/>
              <a:t> Life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dirty="0">
                <a:sym typeface="Wingdings" panose="05000000000000000000" pitchFamily="2" charset="2"/>
              </a:rPr>
              <a:t>Death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His world, Apartheid, racism as it is lived, tragedy, poverty – the world where Mandela emerges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r>
              <a:rPr lang="en-IN" dirty="0" err="1">
                <a:sym typeface="Wingdings" panose="05000000000000000000" pitchFamily="2" charset="2"/>
              </a:rPr>
              <a:t>Syuzhet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Mid-life flashback to birth etc. Major life events.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27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774E-DF43-B33B-361E-2EF4F935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7101"/>
          </a:xfrm>
        </p:spPr>
        <p:txBody>
          <a:bodyPr/>
          <a:lstStyle/>
          <a:p>
            <a:r>
              <a:rPr lang="en-IN" dirty="0"/>
              <a:t>Narration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AA41A-407C-410D-B4FB-7C5A73F023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054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8C81-F1F8-0B86-E1F7-3FF2CB92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2F37-DE68-B21D-31A9-F8E7F591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7101"/>
          </a:xfrm>
        </p:spPr>
        <p:txBody>
          <a:bodyPr/>
          <a:lstStyle/>
          <a:p>
            <a:r>
              <a:rPr lang="en-IN" dirty="0"/>
              <a:t>Narration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9FDEA-BF99-C6AD-B99F-2D0CEBBAF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4952"/>
            <a:ext cx="9144000" cy="301752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way a Fabula is told (Dark, Funny, Grand, Ironic)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Who is telling the story? Does that matter?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Can we identify them? Does </a:t>
            </a:r>
            <a:r>
              <a:rPr lang="en-IN" i="1" dirty="0"/>
              <a:t>that</a:t>
            </a:r>
            <a:r>
              <a:rPr lang="en-IN" dirty="0"/>
              <a:t> matter?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Are we told everything? What happens when we are/not told everything?</a:t>
            </a:r>
          </a:p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71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183A-4FF5-C454-20A1-1FDBC872C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7101"/>
          </a:xfrm>
        </p:spPr>
        <p:txBody>
          <a:bodyPr/>
          <a:lstStyle/>
          <a:p>
            <a:r>
              <a:rPr lang="en-IN" dirty="0"/>
              <a:t>Terry Eagleton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D92E0-6FAC-CC0F-56D1-B03461875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0128"/>
            <a:ext cx="9144000" cy="194767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31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CE27-72A5-8CFB-9C9A-9053E105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B0BF-EC85-56E2-13F2-46C4A0A20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47101"/>
          </a:xfrm>
        </p:spPr>
        <p:txBody>
          <a:bodyPr/>
          <a:lstStyle/>
          <a:p>
            <a:r>
              <a:rPr lang="en-IN" dirty="0"/>
              <a:t>Terry Eagleton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A70E8-A079-1BF3-4FDB-481D96937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0128"/>
            <a:ext cx="9144000" cy="1947672"/>
          </a:xfrm>
        </p:spPr>
        <p:txBody>
          <a:bodyPr/>
          <a:lstStyle/>
          <a:p>
            <a:r>
              <a:rPr lang="en-IN" dirty="0"/>
              <a:t>‘Lillies </a:t>
            </a:r>
            <a:r>
              <a:rPr lang="en-US" dirty="0"/>
              <a:t>that fester smell far worse than weeds’</a:t>
            </a:r>
          </a:p>
          <a:p>
            <a:endParaRPr lang="en-US" dirty="0"/>
          </a:p>
          <a:p>
            <a:r>
              <a:rPr lang="en-US" dirty="0"/>
              <a:t>writing in which the content is inseparable from the language</a:t>
            </a:r>
          </a:p>
          <a:p>
            <a:r>
              <a:rPr lang="en-US" dirty="0"/>
              <a:t>in which it is presented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10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Pride and Prejudice </a:t>
            </a:r>
            <a:r>
              <a:rPr lang="en-US" dirty="0"/>
              <a:t>(Jane Austen,1813)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It is a truth universally acknowledged, that a single man in possession of a good fortune must be in want of a wife.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However little known the feelings or views of such a man may be on his first entering a </a:t>
            </a:r>
            <a:r>
              <a:rPr lang="en-US" dirty="0" err="1"/>
              <a:t>neighbourhood</a:t>
            </a:r>
            <a:r>
              <a:rPr lang="en-US" dirty="0"/>
              <a:t>, this truth is so well fixed in the minds of the surrounding families, that he is considered as the rightful property of some one or other of their daughters.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7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Ajanta Deo (2019)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	</a:t>
            </a:r>
            <a:r>
              <a:rPr lang="hi-IN" dirty="0"/>
              <a:t>कौन अपनी बेटी को चिड़िया कहता है</a:t>
            </a:r>
            <a:br>
              <a:rPr lang="hi-IN" dirty="0"/>
            </a:br>
            <a:r>
              <a:rPr lang="en-US" dirty="0"/>
              <a:t>	</a:t>
            </a:r>
            <a:r>
              <a:rPr lang="hi-IN" dirty="0"/>
              <a:t>सिर्फ़ चिड़िया कहने से घर आसमान नहीं हो जाता 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29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0C5F-0102-6F2E-23F3-C6206206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883"/>
          </a:xfrm>
        </p:spPr>
        <p:txBody>
          <a:bodyPr>
            <a:normAutofit fontScale="90000"/>
          </a:bodyPr>
          <a:lstStyle/>
          <a:p>
            <a:r>
              <a:rPr lang="en-IN" sz="3200" i="1" dirty="0"/>
              <a:t>The Red Wheelbarrow </a:t>
            </a:r>
            <a:r>
              <a:rPr lang="en-IN" sz="3200" dirty="0"/>
              <a:t>(William Carlos Williams, 1923)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A9FD-4AF6-E613-CFC2-FE29DBAA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969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 much depends</a:t>
            </a:r>
            <a:br>
              <a:rPr lang="en-US" dirty="0"/>
            </a:br>
            <a:r>
              <a:rPr lang="en-US" dirty="0"/>
              <a:t>upon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 red wheel</a:t>
            </a:r>
            <a:br>
              <a:rPr lang="en-US" dirty="0"/>
            </a:br>
            <a:r>
              <a:rPr lang="en-US" dirty="0"/>
              <a:t>barrow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glazed with rain</a:t>
            </a:r>
            <a:br>
              <a:rPr lang="en-US" dirty="0"/>
            </a:br>
            <a:r>
              <a:rPr lang="en-US" dirty="0"/>
              <a:t>water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beside the white</a:t>
            </a:r>
            <a:br>
              <a:rPr lang="en-US" dirty="0"/>
            </a:br>
            <a:r>
              <a:rPr lang="en-US" dirty="0"/>
              <a:t>chickens.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482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E371-D31D-7E19-87C0-3032D06CAB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The One Percent War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11185-7F6B-5F03-2A89-A1A30E49A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M. J </a:t>
            </a:r>
            <a:r>
              <a:rPr lang="en-IN" dirty="0" err="1"/>
              <a:t>Jessimy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57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54E7-1965-89EF-E991-7B303E5A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211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35AF-D1B6-EB39-98C4-A85FB2924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What is the story world?</a:t>
            </a:r>
          </a:p>
          <a:p>
            <a:r>
              <a:rPr lang="en-IN" sz="2400" dirty="0"/>
              <a:t>Over riding emotion evoked. And How?</a:t>
            </a:r>
          </a:p>
          <a:p>
            <a:r>
              <a:rPr lang="en-IN" sz="2400" dirty="0"/>
              <a:t>Features in Language</a:t>
            </a:r>
          </a:p>
          <a:p>
            <a:r>
              <a:rPr lang="en-IN" sz="2400" dirty="0"/>
              <a:t>Form</a:t>
            </a:r>
          </a:p>
          <a:p>
            <a:r>
              <a:rPr lang="en-IN" sz="2400" dirty="0"/>
              <a:t>Who are the characters here? Are there any? How de we see them? What about them is made to matter? How?</a:t>
            </a:r>
          </a:p>
          <a:p>
            <a:r>
              <a:rPr lang="en-IN" sz="2400" dirty="0"/>
              <a:t>Time? Space? </a:t>
            </a:r>
          </a:p>
          <a:p>
            <a:r>
              <a:rPr lang="en-IN" sz="2400" dirty="0"/>
              <a:t>Narration?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3304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406</Words>
  <Application>Microsoft Office PowerPoint</Application>
  <PresentationFormat>Widescreen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IHS: Literature Module</vt:lpstr>
      <vt:lpstr>Russian Formalists</vt:lpstr>
      <vt:lpstr>Fabula</vt:lpstr>
      <vt:lpstr>Fabula</vt:lpstr>
      <vt:lpstr>Syuzhet</vt:lpstr>
      <vt:lpstr>Syuzhet</vt:lpstr>
      <vt:lpstr>Example</vt:lpstr>
      <vt:lpstr>Narration</vt:lpstr>
      <vt:lpstr>Narration</vt:lpstr>
      <vt:lpstr>Terry Eagleton</vt:lpstr>
      <vt:lpstr>Terry Eagleton</vt:lpstr>
      <vt:lpstr>Pride and Prejudice (Jane Austen,1813)</vt:lpstr>
      <vt:lpstr> Ajanta Deo (2019)</vt:lpstr>
      <vt:lpstr>The Red Wheelbarrow (William Carlos Williams, 1923) </vt:lpstr>
      <vt:lpstr>The One Percent War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Sushmita Banerji</dc:creator>
  <cp:lastModifiedBy>Sushmita Banerji</cp:lastModifiedBy>
  <cp:revision>1</cp:revision>
  <dcterms:created xsi:type="dcterms:W3CDTF">2026-02-18T10:50:04Z</dcterms:created>
  <dcterms:modified xsi:type="dcterms:W3CDTF">2026-02-19T06:06:59Z</dcterms:modified>
</cp:coreProperties>
</file>